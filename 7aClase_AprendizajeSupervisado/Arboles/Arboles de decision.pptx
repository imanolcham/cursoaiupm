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4.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9.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59.xml" ContentType="application/vnd.openxmlformats-officedocument.presentationml.slide+xml"/>
  <Override PartName="/ppt/slides/slide3.xml" ContentType="application/vnd.openxmlformats-officedocument.presentationml.slide+xml"/>
  <Override PartName="/ppt/slides/slide56.xml" ContentType="application/vnd.openxmlformats-officedocument.presentationml.slide+xml"/>
  <Override PartName="/ppt/slides/slide55.xml" ContentType="application/vnd.openxmlformats-officedocument.presentationml.slide+xml"/>
  <Override PartName="/ppt/slides/slide2.xml" ContentType="application/vnd.openxmlformats-officedocument.presentationml.slide+xml"/>
  <Override PartName="/ppt/slides/slide57.xml" ContentType="application/vnd.openxmlformats-officedocument.presentationml.slide+xml"/>
  <Override PartName="/ppt/slides/slide1.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8.xml" ContentType="application/vnd.openxmlformats-officedocument.presentationml.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5.xml" ContentType="application/vnd.openxmlformats-officedocument.presentationml.notesSlid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ink/ink731.xml" ContentType="application/inkml+xml"/>
  <Override PartName="/ppt/ink/ink730.xml" ContentType="application/inkml+xml"/>
  <Override PartName="/ppt/notesMasters/notesMaster1.xml" ContentType="application/vnd.openxmlformats-officedocument.presentationml.notesMaster+xml"/>
  <Override PartName="/ppt/ink/ink729.xml" ContentType="application/inkml+xml"/>
  <Override PartName="/ppt/ink/ink733.xml" ContentType="application/inkml+xml"/>
  <Override PartName="/ppt/ink/ink734.xml" ContentType="application/inkml+xml"/>
  <Override PartName="/ppt/ink/ink732.xml" ContentType="application/inkml+xml"/>
  <Override PartName="/ppt/ink/ink735.xml" ContentType="application/inkml+xml"/>
  <Override PartName="/ppt/ink/ink727.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8.xml" ContentType="application/inkml+xml"/>
  <Override PartName="/ppt/ink/ink721.xml" ContentType="application/inkml+xml"/>
  <Override PartName="/ppt/ink/ink737.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45.xml" ContentType="application/inkml+xml"/>
  <Override PartName="/ppt/ink/ink744.xml" ContentType="application/inkml+xml"/>
  <Override PartName="/ppt/ink/ink743.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36.xml" ContentType="application/inkml+xml"/>
  <Override PartName="/ppt/ink/ink751.xml" ContentType="application/inkml+xml"/>
  <Override PartName="/ppt/ink/ink719.xml" ContentType="application/inkml+xml"/>
  <Override PartName="/ppt/ink/ink712.xml" ContentType="application/inkml+xml"/>
  <Override PartName="/ppt/ink/ink711.xml" ContentType="application/inkml+xml"/>
  <Override PartName="/ppt/ink/ink710.xml" ContentType="application/inkml+xml"/>
  <Override PartName="/ppt/ink/ink709.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4.xml" ContentType="application/inkml+xml"/>
  <Override PartName="/ppt/ink/ink713.xml" ContentType="application/inkml+xml"/>
  <Override PartName="/ppt/ink/ink720.xml" ContentType="application/inkml+xml"/>
  <Override PartName="/ppt/ink/ink703.xml" ContentType="application/inkml+xml"/>
  <Override PartName="/ppt/ink/ink753.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2.xml" ContentType="application/inkml+xml"/>
  <Override PartName="/ppt/ink/ink791.xml" ContentType="application/inkml+xml"/>
  <Override PartName="/ppt/ink/ink790.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8.xml" ContentType="application/inkml+xml"/>
  <Override PartName="/ppt/ink/ink799.xml" ContentType="application/inkml+xml"/>
  <Override PartName="/ppt/ink/ink800.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08.xml" ContentType="application/inkml+xml"/>
  <Override PartName="/ppt/ink/ink807.xml" ContentType="application/inkml+xml"/>
  <Override PartName="/ppt/ink/ink806.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784.xml" ContentType="application/inkml+xml"/>
  <Override PartName="/ppt/ink/ink783.xml" ContentType="application/inkml+xml"/>
  <Override PartName="/ppt/ink/ink782.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1.xml" ContentType="application/inkml+xml"/>
  <Override PartName="/ppt/ink/ink760.xml" ContentType="application/inkml+xml"/>
  <Override PartName="/ppt/ink/ink759.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67.xml" ContentType="application/inkml+xml"/>
  <Override PartName="/ppt/ink/ink768.xml" ContentType="application/inkml+xml"/>
  <Override PartName="/ppt/ink/ink769.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76.xml" ContentType="application/inkml+xml"/>
  <Override PartName="/ppt/ink/ink775.xml" ContentType="application/inkml+xml"/>
  <Override PartName="/ppt/ink/ink774.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52.xml" ContentType="application/inkml+xml"/>
  <Override PartName="/ppt/ink/ink638.xml" ContentType="application/inkml+xml"/>
  <Override PartName="/ppt/ink/ink701.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19.xml" ContentType="application/inkml+xml"/>
  <Override PartName="/ppt/ink/ink618.xml" ContentType="application/inkml+xml"/>
  <Override PartName="/ppt/ink/ink617.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25.xml" ContentType="application/inkml+xml"/>
  <Override PartName="/ppt/ink/ink626.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2.xml" ContentType="application/inkml+xml"/>
  <Override PartName="/ppt/ink/ink631.xml" ContentType="application/inkml+xml"/>
  <Override PartName="/ppt/ink/ink630.xml" ContentType="application/inkml+xml"/>
  <Override PartName="/ppt/ink/ink627.xml" ContentType="application/inkml+xml"/>
  <Override PartName="/ppt/ink/ink628.xml" ContentType="application/inkml+xml"/>
  <Override PartName="/ppt/ink/ink629.xml" ContentType="application/inkml+xml"/>
  <Override PartName="/ppt/ink/ink611.xml" ContentType="application/inkml+xml"/>
  <Override PartName="/ppt/ink/ink610.xml" ContentType="application/inkml+xml"/>
  <Override PartName="/ppt/ink/ink609.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6.xml" ContentType="application/inkml+xml"/>
  <Override PartName="/ppt/ink/ink597.xml" ContentType="application/inkml+xml"/>
  <Override PartName="/ppt/ink/ink598.xml" ContentType="application/inkml+xml"/>
  <Override PartName="/ppt/ink/ink606.xml" ContentType="application/inkml+xml"/>
  <Override PartName="/ppt/ink/ink607.xml" ContentType="application/inkml+xml"/>
  <Override PartName="/ppt/ink/ink608.xml" ContentType="application/inkml+xml"/>
  <Override PartName="/ppt/ink/ink605.xml" ContentType="application/inkml+xml"/>
  <Override PartName="/ppt/ink/ink604.xml" ContentType="application/inkml+xml"/>
  <Override PartName="/ppt/ink/ink603.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814.xml" ContentType="application/inkml+xml"/>
  <Override PartName="/ppt/ink/ink639.xml" ContentType="application/inkml+xml"/>
  <Override PartName="/ppt/ink/ink640.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79.xml" ContentType="application/inkml+xml"/>
  <Override PartName="/ppt/ink/ink678.xml" ContentType="application/inkml+xml"/>
  <Override PartName="/ppt/ink/ink677.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85.xml" ContentType="application/inkml+xml"/>
  <Override PartName="/ppt/ink/ink686.xml" ContentType="application/inkml+xml"/>
  <Override PartName="/ppt/ink/ink687.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695.xml" ContentType="application/inkml+xml"/>
  <Override PartName="/ppt/ink/ink694.xml" ContentType="application/inkml+xml"/>
  <Override PartName="/ppt/ink/ink693.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71.xml" ContentType="application/inkml+xml"/>
  <Override PartName="/ppt/ink/ink670.xml" ContentType="application/inkml+xml"/>
  <Override PartName="/ppt/ink/ink669.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48.xml" ContentType="application/inkml+xml"/>
  <Override PartName="/ppt/ink/ink647.xml" ContentType="application/inkml+xml"/>
  <Override PartName="/ppt/ink/ink646.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54.xml" ContentType="application/inkml+xml"/>
  <Override PartName="/ppt/ink/ink655.xml" ContentType="application/inkml+xml"/>
  <Override PartName="/ppt/ink/ink656.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3.xml" ContentType="application/inkml+xml"/>
  <Override PartName="/ppt/ink/ink662.xml" ContentType="application/inkml+xml"/>
  <Override PartName="/ppt/ink/ink661.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702.xml" ContentType="application/inkml+xml"/>
  <Override PartName="/ppt/ink/ink878.xml" ContentType="application/inkml+xml"/>
  <Override PartName="/ppt/ink/ink816.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78.xml" ContentType="application/inkml+xml"/>
  <Override PartName="/ppt/ink/ink977.xml" ContentType="application/inkml+xml"/>
  <Override PartName="/ppt/ink/ink976.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84.xml" ContentType="application/inkml+xml"/>
  <Override PartName="/ppt/ink/ink985.xml" ContentType="application/inkml+xml"/>
  <Override PartName="/ppt/ink/ink986.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994.xml" ContentType="application/inkml+xml"/>
  <Override PartName="/ppt/ink/ink993.xml" ContentType="application/inkml+xml"/>
  <Override PartName="/ppt/ink/ink992.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71.xml" ContentType="application/inkml+xml"/>
  <Override PartName="/ppt/ink/ink970.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49.xml" ContentType="application/inkml+xml"/>
  <Override PartName="/ppt/ink/ink948.xml" ContentType="application/inkml+xml"/>
  <Override PartName="/ppt/ink/ink947.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55.xml" ContentType="application/inkml+xml"/>
  <Override PartName="/ppt/ink/ink956.xml" ContentType="application/inkml+xml"/>
  <Override PartName="/ppt/ink/ink957.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64.xml" ContentType="application/inkml+xml"/>
  <Override PartName="/ppt/ink/ink963.xml" ContentType="application/inkml+xml"/>
  <Override PartName="/ppt/ink/ink962.xml" ContentType="application/inkml+xml"/>
  <Override PartName="/ppt/ink/ink958.xml" ContentType="application/inkml+xml"/>
  <Override PartName="/ppt/ink/ink959.xml" ContentType="application/inkml+xml"/>
  <Override PartName="/ppt/ink/ink960.xml" ContentType="application/inkml+xml"/>
  <Override PartName="/ppt/ink/ink961.xml" ContentType="application/inkml+xml"/>
  <Override PartName="/ppt/ink/ink1000.xml" ContentType="application/inkml+xml"/>
  <Override PartName="/ppt/ink/ink1001.xml" ContentType="application/inkml+xml"/>
  <Override PartName="/ppt/ink/ink1002.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1.xml" ContentType="application/inkml+xml"/>
  <Override PartName="/ppt/ink/ink1040.xml" ContentType="application/inkml+xml"/>
  <Override PartName="/ppt/ink/ink1039.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47.xml" ContentType="application/inkml+xml"/>
  <Override PartName="/ppt/ink/ink1048.xml" ContentType="application/inkml+xml"/>
  <Override PartName="/ppt/ink/ink1049.xml" ContentType="application/inkml+xml"/>
  <Override PartName="/ppt/ink/ink1058.xml" ContentType="application/inkml+xml"/>
  <Override PartName="/ppt/ink/ink1057.xml" ContentType="application/inkml+xml"/>
  <Override PartName="/ppt/ink/ink1056.xml" ContentType="application/inkml+xml"/>
  <Override PartName="/ppt/ink/ink1055.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33.xml" ContentType="application/inkml+xml"/>
  <Override PartName="/ppt/ink/ink1032.xml" ContentType="application/inkml+xml"/>
  <Override PartName="/ppt/ink/ink1031.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0.xml" ContentType="application/inkml+xml"/>
  <Override PartName="/ppt/ink/ink1009.xml" ContentType="application/inkml+xml"/>
  <Override PartName="/ppt/ink/ink1008.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16.xml" ContentType="application/inkml+xml"/>
  <Override PartName="/ppt/ink/ink1017.xml" ContentType="application/inkml+xml"/>
  <Override PartName="/ppt/ink/ink1018.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25.xml" ContentType="application/inkml+xml"/>
  <Override PartName="/ppt/ink/ink1024.xml" ContentType="application/inkml+xml"/>
  <Override PartName="/ppt/ink/ink1023.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941.xml" ContentType="application/inkml+xml"/>
  <Override PartName="/ppt/ink/ink940.xml" ContentType="application/inkml+xml"/>
  <Override PartName="/ppt/ink/ink939.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55.xml" ContentType="application/inkml+xml"/>
  <Override PartName="/ppt/ink/ink854.xml" ContentType="application/inkml+xml"/>
  <Override PartName="/ppt/ink/ink853.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61.xml" ContentType="application/inkml+xml"/>
  <Override PartName="/ppt/ink/ink862.xml" ContentType="application/inkml+xml"/>
  <Override PartName="/ppt/ink/ink863.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1.xml" ContentType="application/inkml+xml"/>
  <Override PartName="/ppt/ink/ink870.xml" ContentType="application/inkml+xml"/>
  <Override PartName="/ppt/ink/ink869.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47.xml" ContentType="application/inkml+xml"/>
  <Override PartName="/ppt/ink/ink846.xml" ContentType="application/inkml+xml"/>
  <Override PartName="/ppt/ink/ink845.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24.xml" ContentType="application/inkml+xml"/>
  <Override PartName="/ppt/ink/ink823.xml" ContentType="application/inkml+xml"/>
  <Override PartName="/ppt/ink/ink822.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30.xml" ContentType="application/inkml+xml"/>
  <Override PartName="/ppt/ink/ink831.xml" ContentType="application/inkml+xml"/>
  <Override PartName="/ppt/ink/ink832.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39.xml" ContentType="application/inkml+xml"/>
  <Override PartName="/ppt/ink/ink838.xml" ContentType="application/inkml+xml"/>
  <Override PartName="/ppt/ink/ink837.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77.xml" ContentType="application/inkml+xml"/>
  <Override PartName="/ppt/ink/ink587.xml" ContentType="application/inkml+xml"/>
  <Override PartName="/ppt/ink/ink879.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18.xml" ContentType="application/inkml+xml"/>
  <Override PartName="/ppt/ink/ink917.xml" ContentType="application/inkml+xml"/>
  <Override PartName="/ppt/ink/ink916.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24.xml" ContentType="application/inkml+xml"/>
  <Override PartName="/ppt/ink/ink925.xml" ContentType="application/inkml+xml"/>
  <Override PartName="/ppt/ink/ink926.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3.xml" ContentType="application/inkml+xml"/>
  <Override PartName="/ppt/ink/ink932.xml" ContentType="application/inkml+xml"/>
  <Override PartName="/ppt/ink/ink931.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10.xml" ContentType="application/inkml+xml"/>
  <Override PartName="/ppt/ink/ink909.xml" ContentType="application/inkml+xml"/>
  <Override PartName="/ppt/ink/ink908.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87.xml" ContentType="application/inkml+xml"/>
  <Override PartName="/ppt/ink/ink886.xml" ContentType="application/inkml+xml"/>
  <Override PartName="/ppt/ink/ink885.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93.xml" ContentType="application/inkml+xml"/>
  <Override PartName="/ppt/ink/ink894.xml" ContentType="application/inkml+xml"/>
  <Override PartName="/ppt/ink/ink895.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2.xml" ContentType="application/inkml+xml"/>
  <Override PartName="/ppt/ink/ink901.xml" ContentType="application/inkml+xml"/>
  <Override PartName="/ppt/ink/ink900.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815.xml" ContentType="application/inkml+xml"/>
  <Override PartName="/ppt/ink/ink572.xml" ContentType="application/inkml+xml"/>
  <Override PartName="/ppt/ink/ink5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85.xml" ContentType="application/inkml+xml"/>
  <Override PartName="/ppt/ink/ink184.xml" ContentType="application/inkml+xml"/>
  <Override PartName="/ppt/ink/ink183.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93.xml" ContentType="application/inkml+xml"/>
  <Override PartName="/ppt/ink/ink194.xml" ContentType="application/inkml+xml"/>
  <Override PartName="/ppt/ink/ink195.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04.xml" ContentType="application/inkml+xml"/>
  <Override PartName="/ppt/ink/ink203.xml" ContentType="application/inkml+xml"/>
  <Override PartName="/ppt/ink/ink202.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176.xml" ContentType="application/inkml+xml"/>
  <Override PartName="/ppt/ink/ink175.xml" ContentType="application/inkml+xml"/>
  <Override PartName="/ppt/ink/ink174.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48.xml" ContentType="application/inkml+xml"/>
  <Override PartName="/ppt/ink/ink147.xml" ContentType="application/inkml+xml"/>
  <Override PartName="/ppt/ink/ink146.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56.xml" ContentType="application/inkml+xml"/>
  <Override PartName="/ppt/ink/ink157.xml" ContentType="application/inkml+xml"/>
  <Override PartName="/ppt/ink/ink158.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67.xml" ContentType="application/inkml+xml"/>
  <Override PartName="/ppt/ink/ink166.xml" ContentType="application/inkml+xml"/>
  <Override PartName="/ppt/ink/ink165.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212.xml" ContentType="application/inkml+xml"/>
  <Override PartName="/ppt/ink/ink213.xml" ContentType="application/inkml+xml"/>
  <Override PartName="/ppt/ink/ink214.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0.xml" ContentType="application/inkml+xml"/>
  <Override PartName="/ppt/ink/ink259.xml" ContentType="application/inkml+xml"/>
  <Override PartName="/ppt/ink/ink258.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68.xml" ContentType="application/inkml+xml"/>
  <Override PartName="/ppt/ink/ink269.xml" ContentType="application/inkml+xml"/>
  <Override PartName="/ppt/ink/ink270.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79.xml" ContentType="application/inkml+xml"/>
  <Override PartName="/ppt/ink/ink278.xml" ContentType="application/inkml+xml"/>
  <Override PartName="/ppt/ink/ink277.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51.xml" ContentType="application/inkml+xml"/>
  <Override PartName="/ppt/ink/ink250.xml" ContentType="application/inkml+xml"/>
  <Override PartName="/ppt/ink/ink249.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23.xml" ContentType="application/inkml+xml"/>
  <Override PartName="/ppt/ink/ink222.xml" ContentType="application/inkml+xml"/>
  <Override PartName="/ppt/ink/ink221.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31.xml" ContentType="application/inkml+xml"/>
  <Override PartName="/ppt/ink/ink232.xml" ContentType="application/inkml+xml"/>
  <Override PartName="/ppt/ink/ink233.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2.xml" ContentType="application/inkml+xml"/>
  <Override PartName="/ppt/ink/ink241.xml" ContentType="application/inkml+xml"/>
  <Override PartName="/ppt/ink/ink240.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139.xml" ContentType="application/inkml+xml"/>
  <Override PartName="/ppt/ink/ink138.xml" ContentType="application/inkml+xml"/>
  <Override PartName="/ppt/ink/ink137.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36.xml" ContentType="application/inkml+xml"/>
  <Override PartName="/ppt/ink/ink35.xml" ContentType="application/inkml+xml"/>
  <Override PartName="/ppt/ink/ink34.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44.xml" ContentType="application/inkml+xml"/>
  <Override PartName="/ppt/ink/ink45.xml" ContentType="application/inkml+xml"/>
  <Override PartName="/ppt/ink/ink46.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55.xml" ContentType="application/inkml+xml"/>
  <Override PartName="/ppt/ink/ink54.xml" ContentType="application/inkml+xml"/>
  <Override PartName="/ppt/ink/ink53.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27.xml" ContentType="application/inkml+xml"/>
  <Override PartName="/ppt/ink/ink26.xml" ContentType="application/inkml+xml"/>
  <Override PartName="/ppt/ink/ink25.xml" ContentType="application/inkml+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ink/ink7.xml" ContentType="application/inkml+xml"/>
  <Override PartName="/ppt/ink/ink8.xml" ContentType="application/inkml+xml"/>
  <Override PartName="/ppt/ink/ink9.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18.xml" ContentType="application/inkml+xml"/>
  <Override PartName="/ppt/ink/ink17.xml" ContentType="application/inkml+xml"/>
  <Override PartName="/ppt/ink/ink16.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63.xml" ContentType="application/inkml+xml"/>
  <Override PartName="/ppt/ink/ink64.xml" ContentType="application/inkml+xml"/>
  <Override PartName="/ppt/ink/ink65.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0.xml" ContentType="application/inkml+xml"/>
  <Override PartName="/ppt/ink/ink109.xml" ContentType="application/inkml+xml"/>
  <Override PartName="/ppt/ink/ink108.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18.xml" ContentType="application/inkml+xml"/>
  <Override PartName="/ppt/ink/ink119.xml" ContentType="application/inkml+xml"/>
  <Override PartName="/ppt/ink/ink120.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29.xml" ContentType="application/inkml+xml"/>
  <Override PartName="/ppt/ink/ink128.xml" ContentType="application/inkml+xml"/>
  <Override PartName="/ppt/ink/ink127.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01.xml" ContentType="application/inkml+xml"/>
  <Override PartName="/ppt/ink/ink100.xml" ContentType="application/inkml+xml"/>
  <Override PartName="/ppt/ink/ink99.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74.xml" ContentType="application/inkml+xml"/>
  <Override PartName="/ppt/ink/ink73.xml" ContentType="application/inkml+xml"/>
  <Override PartName="/ppt/ink/ink72.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81.xml" ContentType="application/inkml+xml"/>
  <Override PartName="/ppt/ink/ink82.xml" ContentType="application/inkml+xml"/>
  <Override PartName="/ppt/ink/ink83.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2.xml" ContentType="application/inkml+xml"/>
  <Override PartName="/ppt/ink/ink91.xml" ContentType="application/inkml+xml"/>
  <Override PartName="/ppt/ink/ink90.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586.xml" ContentType="application/inkml+xml"/>
  <Override PartName="/ppt/ink/ink287.xml" ContentType="application/inkml+xml"/>
  <Override PartName="/ppt/ink/ink289.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84.xml" ContentType="application/inkml+xml"/>
  <Override PartName="/ppt/ink/ink483.xml" ContentType="application/inkml+xml"/>
  <Override PartName="/ppt/ink/ink482.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92.xml" ContentType="application/inkml+xml"/>
  <Override PartName="/ppt/ink/ink493.xml" ContentType="application/inkml+xml"/>
  <Override PartName="/ppt/ink/ink494.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03.xml" ContentType="application/inkml+xml"/>
  <Override PartName="/ppt/ink/ink502.xml" ContentType="application/inkml+xml"/>
  <Override PartName="/ppt/ink/ink501.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475.xml" ContentType="application/inkml+xml"/>
  <Override PartName="/ppt/ink/ink474.xml" ContentType="application/inkml+xml"/>
  <Override PartName="/ppt/ink/ink473.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47.xml" ContentType="application/inkml+xml"/>
  <Override PartName="/ppt/ink/ink446.xml" ContentType="application/inkml+xml"/>
  <Override PartName="/ppt/ink/ink445.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55.xml" ContentType="application/inkml+xml"/>
  <Override PartName="/ppt/ink/ink456.xml" ContentType="application/inkml+xml"/>
  <Override PartName="/ppt/ink/ink457.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66.xml" ContentType="application/inkml+xml"/>
  <Override PartName="/ppt/ink/ink465.xml" ContentType="application/inkml+xml"/>
  <Override PartName="/ppt/ink/ink464.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511.xml" ContentType="application/inkml+xml"/>
  <Override PartName="/ppt/ink/ink512.xml" ContentType="application/inkml+xml"/>
  <Override PartName="/ppt/ink/ink513.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59.xml" ContentType="application/inkml+xml"/>
  <Override PartName="/ppt/ink/ink558.xml" ContentType="application/inkml+xml"/>
  <Override PartName="/ppt/ink/ink557.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67.xml" ContentType="application/inkml+xml"/>
  <Override PartName="/ppt/ink/ink568.xml" ContentType="application/inkml+xml"/>
  <Override PartName="/ppt/ink/ink569.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77.xml" ContentType="application/inkml+xml"/>
  <Override PartName="/ppt/ink/ink576.xml" ContentType="application/inkml+xml"/>
  <Override PartName="/ppt/ink/ink575.xml" ContentType="application/inkml+xml"/>
  <Override PartName="/ppt/ink/ink570.xml" ContentType="application/inkml+xml"/>
  <Override PartName="/ppt/ink/ink571.xml" ContentType="application/inkml+xml"/>
  <Override PartName="/ppt/handoutMasters/handoutMaster1.xml" ContentType="application/vnd.openxmlformats-officedocument.presentationml.handoutMaster+xml"/>
  <Override PartName="/ppt/ink/ink573.xml" ContentType="application/inkml+xml"/>
  <Override PartName="/ppt/ink/ink574.xml" ContentType="application/inkml+xml"/>
  <Override PartName="/ppt/ink/ink550.xml" ContentType="application/inkml+xml"/>
  <Override PartName="/ppt/ink/ink549.xml" ContentType="application/inkml+xml"/>
  <Override PartName="/ppt/ink/ink548.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22.xml" ContentType="application/inkml+xml"/>
  <Override PartName="/ppt/ink/ink521.xml" ContentType="application/inkml+xml"/>
  <Override PartName="/ppt/ink/ink520.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30.xml" ContentType="application/inkml+xml"/>
  <Override PartName="/ppt/ink/ink531.xml" ContentType="application/inkml+xml"/>
  <Override PartName="/ppt/ink/ink532.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1.xml" ContentType="application/inkml+xml"/>
  <Override PartName="/ppt/ink/ink540.xml" ContentType="application/inkml+xml"/>
  <Override PartName="/ppt/ink/ink539.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288.xml" ContentType="application/inkml+xml"/>
  <Override PartName="/ppt/ink/ink438.xml" ContentType="application/inkml+xml"/>
  <Override PartName="/ppt/ink/ink436.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35.xml" ContentType="application/inkml+xml"/>
  <Override PartName="/ppt/ink/ink334.xml" ContentType="application/inkml+xml"/>
  <Override PartName="/ppt/ink/ink333.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43.xml" ContentType="application/inkml+xml"/>
  <Override PartName="/ppt/ink/ink344.xml" ContentType="application/inkml+xml"/>
  <Override PartName="/ppt/ink/ink345.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54.xml" ContentType="application/inkml+xml"/>
  <Override PartName="/ppt/ink/ink353.xml" ContentType="application/inkml+xml"/>
  <Override PartName="/ppt/ink/ink352.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26.xml" ContentType="application/inkml+xml"/>
  <Override PartName="/ppt/ink/ink325.xml" ContentType="application/inkml+xml"/>
  <Override PartName="/ppt/ink/ink324.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298.xml" ContentType="application/inkml+xml"/>
  <Override PartName="/ppt/ink/ink297.xml" ContentType="application/inkml+xml"/>
  <Override PartName="/ppt/ink/ink296.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306.xml" ContentType="application/inkml+xml"/>
  <Override PartName="/ppt/ink/ink307.xml" ContentType="application/inkml+xml"/>
  <Override PartName="/ppt/ink/ink308.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17.xml" ContentType="application/inkml+xml"/>
  <Override PartName="/ppt/ink/ink316.xml" ContentType="application/inkml+xml"/>
  <Override PartName="/ppt/ink/ink315.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437.xml" ContentType="application/inkml+xml"/>
  <Override PartName="/ppt/ink/ink362.xml" ContentType="application/inkml+xml"/>
  <Override PartName="/ppt/ink/ink364.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0.xml" ContentType="application/inkml+xml"/>
  <Override PartName="/ppt/ink/ink409.xml" ContentType="application/inkml+xml"/>
  <Override PartName="/ppt/ink/ink408.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18.xml" ContentType="application/inkml+xml"/>
  <Override PartName="/ppt/ink/ink419.xml" ContentType="application/inkml+xml"/>
  <Override PartName="/ppt/ink/ink420.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29.xml" ContentType="application/inkml+xml"/>
  <Override PartName="/ppt/ink/ink428.xml" ContentType="application/inkml+xml"/>
  <Override PartName="/ppt/ink/ink427.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01.xml" ContentType="application/inkml+xml"/>
  <Override PartName="/ppt/ink/ink400.xml" ContentType="application/inkml+xml"/>
  <Override PartName="/ppt/ink/ink399.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73.xml" ContentType="application/inkml+xml"/>
  <Override PartName="/ppt/ink/ink372.xml" ContentType="application/inkml+xml"/>
  <Override PartName="/ppt/ink/ink371.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63.xml" ContentType="application/inkml+xml"/>
  <Override PartName="/ppt/ink/ink381.xml" ContentType="application/inkml+xml"/>
  <Override PartName="/ppt/ink/ink383.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2.xml" ContentType="application/inkml+xml"/>
  <Override PartName="/ppt/ink/ink391.xml" ContentType="application/inkml+xml"/>
  <Override PartName="/ppt/ink/ink390.xml" ContentType="application/inkml+xml"/>
  <Override PartName="/ppt/ink/ink384.xml" ContentType="application/inkml+xml"/>
  <Override PartName="/ppt/ink/ink385.xml" ContentType="application/inkml+xml"/>
  <Override PartName="/ppt/ink/ink382.xml" ContentType="application/inkml+xml"/>
  <Override PartName="/ppt/ink/ink386.xml" ContentType="application/inkml+xml"/>
  <Override PartName="/ppt/ink/ink388.xml" ContentType="application/inkml+xml"/>
  <Override PartName="/ppt/ink/ink389.xml" ContentType="application/inkml+xml"/>
  <Override PartName="/ppt/ink/ink387.xml" ContentType="application/inkml+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69"/>
  </p:notesMasterIdLst>
  <p:handoutMasterIdLst>
    <p:handoutMasterId r:id="rId70"/>
  </p:handoutMasterIdLst>
  <p:sldIdLst>
    <p:sldId id="412" r:id="rId2"/>
    <p:sldId id="450" r:id="rId3"/>
    <p:sldId id="451" r:id="rId4"/>
    <p:sldId id="452" r:id="rId5"/>
    <p:sldId id="453" r:id="rId6"/>
    <p:sldId id="455" r:id="rId7"/>
    <p:sldId id="536" r:id="rId8"/>
    <p:sldId id="537" r:id="rId9"/>
    <p:sldId id="459" r:id="rId10"/>
    <p:sldId id="460" r:id="rId11"/>
    <p:sldId id="462" r:id="rId12"/>
    <p:sldId id="461" r:id="rId13"/>
    <p:sldId id="463" r:id="rId14"/>
    <p:sldId id="464" r:id="rId15"/>
    <p:sldId id="465" r:id="rId16"/>
    <p:sldId id="466" r:id="rId17"/>
    <p:sldId id="506" r:id="rId18"/>
    <p:sldId id="507" r:id="rId19"/>
    <p:sldId id="505" r:id="rId20"/>
    <p:sldId id="535" r:id="rId21"/>
    <p:sldId id="508" r:id="rId22"/>
    <p:sldId id="509" r:id="rId23"/>
    <p:sldId id="472" r:id="rId24"/>
    <p:sldId id="538" r:id="rId25"/>
    <p:sldId id="510" r:id="rId26"/>
    <p:sldId id="511" r:id="rId27"/>
    <p:sldId id="512" r:id="rId28"/>
    <p:sldId id="513" r:id="rId29"/>
    <p:sldId id="514" r:id="rId30"/>
    <p:sldId id="515" r:id="rId31"/>
    <p:sldId id="476" r:id="rId32"/>
    <p:sldId id="516" r:id="rId33"/>
    <p:sldId id="477" r:id="rId34"/>
    <p:sldId id="478" r:id="rId35"/>
    <p:sldId id="534" r:id="rId36"/>
    <p:sldId id="479" r:id="rId37"/>
    <p:sldId id="480" r:id="rId38"/>
    <p:sldId id="533" r:id="rId39"/>
    <p:sldId id="481" r:id="rId40"/>
    <p:sldId id="482" r:id="rId41"/>
    <p:sldId id="483" r:id="rId42"/>
    <p:sldId id="484" r:id="rId43"/>
    <p:sldId id="532" r:id="rId44"/>
    <p:sldId id="517" r:id="rId45"/>
    <p:sldId id="519" r:id="rId46"/>
    <p:sldId id="520" r:id="rId47"/>
    <p:sldId id="527" r:id="rId48"/>
    <p:sldId id="487" r:id="rId49"/>
    <p:sldId id="491" r:id="rId50"/>
    <p:sldId id="529" r:id="rId51"/>
    <p:sldId id="528" r:id="rId52"/>
    <p:sldId id="488" r:id="rId53"/>
    <p:sldId id="489" r:id="rId54"/>
    <p:sldId id="490" r:id="rId55"/>
    <p:sldId id="492" r:id="rId56"/>
    <p:sldId id="493" r:id="rId57"/>
    <p:sldId id="495" r:id="rId58"/>
    <p:sldId id="494" r:id="rId59"/>
    <p:sldId id="530" r:id="rId60"/>
    <p:sldId id="496" r:id="rId61"/>
    <p:sldId id="497" r:id="rId62"/>
    <p:sldId id="531" r:id="rId63"/>
    <p:sldId id="498" r:id="rId64"/>
    <p:sldId id="499" r:id="rId65"/>
    <p:sldId id="521" r:id="rId66"/>
    <p:sldId id="522" r:id="rId67"/>
    <p:sldId id="523" r:id="rId68"/>
  </p:sldIdLst>
  <p:sldSz cx="12192000" cy="6858000"/>
  <p:notesSz cx="6799263" cy="9929813"/>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453E"/>
    <a:srgbClr val="F3BFB3"/>
    <a:srgbClr val="D4D4D4"/>
    <a:srgbClr val="AAAA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00" d="100"/>
          <a:sy n="100" d="100"/>
        </p:scale>
        <p:origin x="96" y="42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77"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75"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customXml" Target="../customXml/item2.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6347" cy="498215"/>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51342" y="0"/>
            <a:ext cx="2946347" cy="498215"/>
          </a:xfrm>
          <a:prstGeom prst="rect">
            <a:avLst/>
          </a:prstGeom>
        </p:spPr>
        <p:txBody>
          <a:bodyPr vert="horz" lIns="91440" tIns="45720" rIns="91440" bIns="45720" rtlCol="0"/>
          <a:lstStyle>
            <a:lvl1pPr algn="r">
              <a:defRPr sz="1200"/>
            </a:lvl1pPr>
          </a:lstStyle>
          <a:p>
            <a:fld id="{7A6179E6-35F0-4F71-96B3-CF6E453949F7}" type="datetimeFigureOut">
              <a:rPr lang="es-ES" smtClean="0"/>
              <a:t>02/03/2026</a:t>
            </a:fld>
            <a:endParaRPr lang="es-ES"/>
          </a:p>
        </p:txBody>
      </p:sp>
      <p:sp>
        <p:nvSpPr>
          <p:cNvPr id="4" name="Marcador de pie de página 3"/>
          <p:cNvSpPr>
            <a:spLocks noGrp="1"/>
          </p:cNvSpPr>
          <p:nvPr>
            <p:ph type="ftr" sz="quarter" idx="2"/>
          </p:nvPr>
        </p:nvSpPr>
        <p:spPr>
          <a:xfrm>
            <a:off x="0" y="9431600"/>
            <a:ext cx="2946347" cy="498214"/>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51342" y="9431600"/>
            <a:ext cx="2946347" cy="498214"/>
          </a:xfrm>
          <a:prstGeom prst="rect">
            <a:avLst/>
          </a:prstGeom>
        </p:spPr>
        <p:txBody>
          <a:bodyPr vert="horz" lIns="91440" tIns="45720" rIns="91440" bIns="45720" rtlCol="0" anchor="b"/>
          <a:lstStyle>
            <a:lvl1pPr algn="r">
              <a:defRPr sz="1200"/>
            </a:lvl1pPr>
          </a:lstStyle>
          <a:p>
            <a:fld id="{64CB6D2D-D9A9-4D56-A82A-4A572EE023C6}" type="slidenum">
              <a:rPr lang="es-ES" smtClean="0"/>
              <a:t>‹Nº›</a:t>
            </a:fld>
            <a:endParaRPr lang="es-ES"/>
          </a:p>
        </p:txBody>
      </p:sp>
    </p:spTree>
    <p:extLst>
      <p:ext uri="{BB962C8B-B14F-4D97-AF65-F5344CB8AC3E}">
        <p14:creationId xmlns:p14="http://schemas.microsoft.com/office/powerpoint/2010/main" val="480958055"/>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5:43.328"/>
    </inkml:context>
    <inkml:brush xml:id="br0">
      <inkml:brushProperty name="width" value="0.1" units="cm"/>
      <inkml:brushProperty name="height" value="0.1" units="cm"/>
      <inkml:brushProperty name="color" value="#004F8B"/>
    </inkml:brush>
  </inkml:definitions>
  <inkml:trace contextRef="#ctx0" brushRef="#br0">7121 383 1375 0 0,'-5'-7'10926'0'0,"-4"0"-9952"0"0,-20-13 2145 0 0,28 19-2770 0 0,-18-12 547 0 0,13 9-856 0 0,-2-1 389 0 0,0 1-1 0 0,0 0 1 0 0,0 1-1 0 0,-16-5 1 0 0,14 5-157 0 0,0 0 0 0 0,0-1 1 0 0,-11-5-1 0 0,9 3-55 0 0,-2 1-1 0 0,1 0 1 0 0,0 1-1 0 0,-22-4 1 0 0,32 8-189 0 0,-27-3 237 0 0,-4 0-80 0 0,21-1-108 0 0,0 2 0 0 0,-1-1 0 0 0,-20 0 0 0 0,31 3-50 0 0,-1 0-1 0 0,1 0 0 0 0,0 0 0 0 0,-1-1 0 0 0,1 1 0 0 0,0-1 0 0 0,0 0 0 0 0,-1 0 0 0 0,-3-2 0 0 0,-7-3 76 0 0,2 4-27 0 0,1-1-1 0 0,0-1 1 0 0,0 0 0 0 0,0 0-1 0 0,-13-8 1 0 0,16 8-13 0 0,0 1 0 0 0,0 0 0 0 0,0 0 0 0 0,-11-2-1 0 0,3 1 55 0 0,-77-15 401 0 0,2 1-371 0 0,-8-9-234 0 0,76 22 102 0 0,0 1 0 0 0,-1 1 0 0 0,1 1 0 0 0,-26 1-1 0 0,10 0-15 0 0,0-2-27 0 0,-53-12 1 0 0,34 5 18 0 0,-157-12 72 0 0,170 19-48 0 0,-83-11-34 0 0,76 8 20 0 0,-90-4 0 0 0,-37 4 0 0 0,-41 3-101 0 0,167 3 90 0 0,-4-3 11 0 0,-16 1 0 0 0,-6 1 31 0 0,-21 2 29 0 0,2 0-71 0 0,11 0-13 0 0,11 13 24 0 0,60-11-12 0 0,-1 0 1 0 0,-27 10-1 0 0,26-7-3 0 0,-31 6 1 0 0,37-11 14 0 0,-40 7 0 0 0,-67 18 0 0 0,-13 6 0 0 0,103-24-3 0 0,-107 33-67 0 0,112-33 56 0 0,1 2 0 0 0,0 0 1 0 0,-35 23-1 0 0,-11 15-50 0 0,16-21 64 0 0,34-14-7 0 0,5-3 51 0 0,0 0 0 0 0,-15 14 0 0 0,25-20-53 0 0,0-1-1 0 0,-1 0 0 0 0,1 0 0 0 0,-1 0 0 0 0,0 0 0 0 0,0-1 0 0 0,-7 3 0 0 0,6-3-3 0 0,1 0 0 0 0,0 1 0 0 0,0-1 0 0 0,0 1 0 0 0,-8 5 0 0 0,4 0 14 0 0,-1-1 0 0 0,-13 7 0 0 0,13-9-6 0 0,0 1 1 0 0,-14 12-1 0 0,-58 44-23 0 0,60-48 21 0 0,1 1 1 0 0,1 1 0 0 0,-31 31 0 0 0,42-37 6 0 0,-43 54 0 0 0,-3 7-19 0 0,32-43 4 0 0,1 1 0 0 0,-22 39 0 0 0,-11 47 15 0 0,28-43-73 0 0,-9 16 18 0 0,33-80 55 0 0,0 0 0 0 0,1-1 0 0 0,-3 16 0 0 0,-5 13 0 0 0,8-31 0 0 0,-16 46-21 0 0,1 0-1 0 0,-18 99 1 0 0,31-124 21 0 0,-11 44 0 0 0,14-65 0 0 0,0-1 0 0 0,0 1 0 0 0,1 0 0 0 0,-1-1 0 0 0,1 7 0 0 0,-2 18 0 0 0,-6 10 0 0 0,2-8 0 0 0,-10 31 0 0 0,14-54 0 0 0,1 1 0 0 0,-1-1 0 0 0,1 1 0 0 0,1 12 0 0 0,-1-2 0 0 0,0 30-22 0 0,2-26-4 0 0,-4 21-1 0 0,-3 25-26 0 0,-15 129-11 0 0,19-123 64 0 0,3-54 0 0 0,-2 0 0 0 0,-4 31 0 0 0,3-30 0 0 0,2-18 0 0 0,0 1 0 0 0,-1-1 0 0 0,1 0 0 0 0,-3 8 0 0 0,1-5 0 0 0,1 0 0 0 0,0 0 0 0 0,1 0 0 0 0,-1 8 0 0 0,-2 24 0 0 0,-9 58 0 0 0,5-26 0 0 0,3-32 0 0 0,3-27 0 0 0,0-1 0 0 0,0 0 0 0 0,-5 16 0 0 0,-8 31 0 0 0,10-37 0 0 0,-7 20 0 0 0,-1-2 8 0 0,0-2 20 0 0,-26 57 0 0 0,20-52-10 0 0,14-31-6 0 0,0 0-1 0 0,-1 0 0 0 0,0-1 0 0 0,-10 14 1 0 0,-68 101 41 0 0,77-115-76 0 0,0 0 0 0 0,-1 0 0 0 0,0-1-1 0 0,-16 16 1 0 0,-56 51-13 0 0,11-9 36 0 0,56-56 0 0 0,0 0 0 0 0,-22 12 0 0 0,-1 2 0 0 0,-22 12-151 0 0,9-7 18 0 0,-45 26 121 0 0,27-18 12 0 0,-4 0-38 0 0,44-26-102 0 0,-36 25-1 0 0,61-36 132 0 0,-2 1-1 0 0,1-1 1 0 0,0 1 0 0 0,0-1-1 0 0,0 0 1 0 0,-1 0-1 0 0,1 0 1 0 0,0 0-1 0 0,-1 0 1 0 0,1 0-1 0 0,-1-1 1 0 0,1 1-1 0 0,-1-1 1 0 0,0 0-1 0 0,1 0 1 0 0,-3 0-1 0 0,2 0 3 0 0,0 0 0 0 0,0 0 0 0 0,0 1 0 0 0,0-1 0 0 0,1 1-1 0 0,-1-1 1 0 0,0 1 0 0 0,0 0 0 0 0,1 0 0 0 0,-1 0 0 0 0,-4 3 0 0 0,-25 20-166 0 0,1 0 42 0 0,11-12-35 0 0,7-5 5 0 0,1 0-1 0 0,-14 12 0 0 0,5-5 34 0 0,0 0-1 0 0,-1-1 1 0 0,-32 15 0 0 0,28-16 101 0 0,13-4 11 0 0,0 0 0 0 0,1 1 0 0 0,-20 17 0 0 0,19-14 17 0 0,0-1 1 0 0,-22 13-1 0 0,2-3-102 0 0,1 2 1 0 0,-43 40-1 0 0,33-27 6 0 0,22-17 88 0 0,0 0 1 0 0,-21 28-1 0 0,-31 48-42 0 0,60-78 43 0 0,4-5 11 0 0,4-6-17 0 0,0-1 1 0 0,0 1-1 0 0,-1-1 1 0 0,0 0 0 0 0,-6 6-1 0 0,8-8 5 0 0,0 0 0 0 0,0 0 0 0 0,0 1-1 0 0,0-1 1 0 0,1 1 0 0 0,0 0 0 0 0,-1 0-1 0 0,-1 6 1 0 0,2-6 1 0 0,0-1 0 0 0,1 1 0 0 0,-1-1 0 0 0,0 1 0 0 0,-1-1 0 0 0,1 0 0 0 0,0 0 0 0 0,-1 0-1 0 0,0 0 1 0 0,0 0 0 0 0,0-1 0 0 0,-4 3 0 0 0,5-3 6 0 0,-1 0 0 0 0,1 1 0 0 0,0-1 0 0 0,0 0 0 0 0,0 1 0 0 0,0-1 0 0 0,0 1 0 0 0,0 0 0 0 0,1 0 0 0 0,-1-1 0 0 0,-1 7 0 0 0,1-5 0 0 0,0 0 0 0 0,0 0 0 0 0,-1 1 0 0 0,1-2 0 0 0,-1 1 0 0 0,-3 4 0 0 0,2-4 0 0 0,1 0 0 0 0,-1 1 0 0 0,-5 8 0 0 0,7-8 0 0 0,-1 0 0 0 0,0-1 0 0 0,0 0 0 0 0,-1 1 0 0 0,-4 3 0 0 0,2-1 0 0 0,-1 1 0 0 0,1 0 0 0 0,1 1 0 0 0,0 0 0 0 0,0-1 0 0 0,-4 12 0 0 0,-4 5 0 0 0,5-11 0 0 0,-2 7 0 0 0,-2-1 0 0 0,0 0 0 0 0,-27 32 0 0 0,30-41 0 0 0,1 0 0 0 0,0 1 0 0 0,1 0 0 0 0,-9 20 0 0 0,-3 5 0 0 0,11-21 0 0 0,-12 33 0 0 0,14-32 0 0 0,-16 31 0 0 0,8-19-18 0 0,1 0 0 0 0,-18 62 0 0 0,16-44 8 0 0,-8 17 10 0 0,13-37 0 0 0,-2-1 0 0 0,-8 29 88 0 0,18-45-37 0 0,0 0 0 0 0,-1 18 0 0 0,-3 17 16 0 0,1-15-50 0 0,2 1 0 0 0,1-1 0 0 0,2 33 0 0 0,0-31 29 0 0,9 67 170 0 0,-8-94-127 0 0,0 1 1 0 0,0-1 0 0 0,0 0 0 0 0,1 0 0 0 0,2 7 0 0 0,4 12 109 0 0,-1 14-22 0 0,-3-18-127 0 0,7 23-1 0 0,-4-17 16 0 0,-5-16-19 0 0,1 0 0 0 0,0 0 1 0 0,1-1-1 0 0,7 15 0 0 0,2 13 107 0 0,-4-11-11 0 0,12 24 30 0 0,-8-21-54 0 0,-2-1 1 0 0,9 36 0 0 0,-11-34-41 0 0,15 35 1 0 0,-21-57-58 0 0,8 15 81 0 0,20 33-1 0 0,-1-3 62 0 0,41 86 71 0 0,-66-130-202 0 0,1-1-1 0 0,9 12 1 0 0,9 12 65 0 0,13 20-22 0 0,-30-40-60 0 0,1-1 0 0 0,0 0 0 0 0,14 14 0 0 0,-14-16-11 0 0,57 53-4 0 0,74 67 117 0 0,-127-118-115 0 0,1 0-1 0 0,1-2 0 0 0,0 0 0 0 0,0 0 0 0 0,0-1 0 0 0,1-1 0 0 0,0 0 0 0 0,1-1 0 0 0,27 6 0 0 0,19 1 9 0 0,122 31 44 0 0,-137-28-54 0 0,32 8 0 0 0,70 11 0 0 0,53 12 0 0 0,-41 3 0 0 0,-153-48 0 0 0,61 25 0 0 0,-36-15 0 0 0,-27-10 0 0 0,-1-1 0 0 0,1 1 0 0 0,-1 0 0 0 0,1 1 0 0 0,-1-1 0 0 0,0 1 0 0 0,0 0 0 0 0,9 7 0 0 0,41 37 0 0 0,-51-43 0 0 0,1 1 0 0 0,1-2 0 0 0,-1 1 0 0 0,1-1 0 0 0,10 6 0 0 0,6 2 0 0 0,-7-1 17 0 0,0-1 1 0 0,-1 2-1 0 0,0 0 0 0 0,0 0 1 0 0,-1 1-1 0 0,0 1 0 0 0,11 15 1 0 0,8 11-81 0 0,-21-26 116 0 0,18 25-1 0 0,7 25-26 0 0,34 85-1 0 0,-33-70-25 0 0,-28-56-1 0 0,7 26 0 0 0,4 11 14 0 0,-15-46 5 0 0,0 0-1 0 0,3 19 1 0 0,1 0 25 0 0,-6-22-22 0 0,-1 2-21 0 0,-2-9 0 0 0,1 0 0 0 0,-1 0 0 0 0,1 1 0 0 0,-1-1 0 0 0,1 0 0 0 0,0 0 0 0 0,0 0 0 0 0,1 0 0 0 0,-1 0 0 0 0,1-1 0 0 0,-1 1 0 0 0,4 4 0 0 0,-2-4 0 0 0,0 1 0 0 0,-1-1 0 0 0,1 1 0 0 0,-1 0 0 0 0,0-1 0 0 0,0 1 0 0 0,-1 0 0 0 0,1 0 0 0 0,1 8 0 0 0,7 41 0 0 0,-8-35 0 0 0,4 19 0 0 0,2 0 0 0 0,12 37 0 0 0,4 25 0 0 0,-6 2 0 0 0,-15-88 0 0 0,-2 0 0 0 0,1 19 0 0 0,-1-17 0 0 0,0 0 0 0 0,1 1 0 0 0,6 26 0 0 0,-5-29-35 0 0,-1 0 0 0 0,1 26-1 0 0,2 15-55 0 0,0 6 48 0 0,-2-20 11 0 0,9 113 32 0 0,-7-85 0 0 0,-2-42 1 0 0,-2-17-19 0 0,0 1 0 0 0,0 14 0 0 0,-1-11 14 0 0,1-1 1 0 0,0 0 0 0 0,3 14 0 0 0,3 22 5 0 0,-2 71-66 0 0,9 128-251 0 0,-12-145 259 0 0,3 55 6 0 0,-3-95-23 0 0,-2-40 72 0 0,4 30 0 0 0,2-2-31 0 0,-1 60 0 0 0,0-23-32 0 0,1-2-75 0 0,-6-63 120 0 0,6 26 0 0 0,0 8 4 0 0,-1-6-17 0 0,2 1 1 0 0,17 58-1 0 0,-11-53 10 0 0,7 6 11 0 0,-12-33 11 0 0,-2-13 0 0 0,3 22 0 0 0,-7-28-7 0 0,1 0-1 0 0,1-1 1 0 0,-1 1-1 0 0,2-1 1 0 0,6 11-1 0 0,7 17-11 0 0,31 75 19 0 0,-44-101-7 0 0,1-1 0 0 0,0 0 0 0 0,1 0-1 0 0,0-1 1 0 0,0 0 0 0 0,1 0 0 0 0,9 8 0 0 0,24 29 5 0 0,-15-21-12 0 0,37 30 0 0 0,-45-43-32 0 0,32 16-1 0 0,1 1 3 0 0,-28-13 44 0 0,-15-10 0 0 0,0 0 0 0 0,17 8 0 0 0,19 17 0 0 0,-25-20 0 0 0,-12-7 0 0 0,1 1 0 0 0,0-1 0 0 0,0-1 0 0 0,0 1 0 0 0,10 2 0 0 0,60 15-64 0 0,-67-18 50 0 0,0 0 0 0 0,-1 0-1 0 0,16 8 1 0 0,-17-7 2 0 0,0 0 0 0 0,0-1 1 0 0,1 0-1 0 0,-1 0 0 0 0,13 1 0 0 0,-4 0 12 0 0,-15-3 0 0 0,-1-1 0 0 0,1 1 0 0 0,0 0 0 0 0,0-1 0 0 0,0 0 0 0 0,5 0 0 0 0,-5 1-4 0 0,0-1 0 0 0,0 0 0 0 0,0 1 0 0 0,0-1 0 0 0,0 1 0 0 0,0 0 0 0 0,-1 0 0 0 0,1 0 0 0 0,3 2 1 0 0,-2-1-2 0 0,-1 0 0 0 0,1-1 1 0 0,-1 0-1 0 0,1 0 0 0 0,0 0 1 0 0,3 1-1 0 0,32 4 5 0 0,-28-4 0 0 0,0 0 0 0 0,17 0 0 0 0,-1-2-34 0 0,-8-1-25 0 0,23 3 0 0 0,-26 2 86 0 0,-14-3-22 0 0,-1 0 0 0 0,1 0 0 0 0,0-1 0 0 0,0 1-1 0 0,0-1 1 0 0,0 0 0 0 0,0 1 0 0 0,1-1 0 0 0,-1 0-1 0 0,3 0 1 0 0,57-15-72 0 0,-34 8 51 0 0,-24 6 17 0 0,-1-1-1 0 0,1 1 0 0 0,-1 0 0 0 0,1 0 1 0 0,0 1-1 0 0,0-1 0 0 0,0 1 1 0 0,-1 0-1 0 0,8 0 0 0 0,4 3 0 0 0,1 1 0 0 0,0 1 0 0 0,14 5 0 0 0,-21-7 0 0 0,0-1 0 0 0,0-1 0 0 0,0 0 0 0 0,1 0 0 0 0,-1-1 0 0 0,0 0 0 0 0,13-2 0 0 0,-20 2 0 0 0,11-1 0 0 0,-6 0 0 0 0,0 1 0 0 0,0 0 0 0 0,0 0 0 0 0,0 0 0 0 0,0 1 0 0 0,8 2 0 0 0,-11-3-8 0 0,1 1 0 0 0,0 0-1 0 0,-1-1 1 0 0,8 0 0 0 0,16 1-31 0 0,-24 0 39 0 0,0-1 0 0 0,1 0 0 0 0,-1 0 0 0 0,0 0 0 0 0,0-1 0 0 0,0 1 0 0 0,0-1 0 0 0,7-2 0 0 0,18-3 0 0 0,86 0 0 0 0,-105 5 0 0 0,-1 0 0 0 0,0 0 0 0 0,0-1 0 0 0,13-4 0 0 0,-12 3 0 0 0,0 0 0 0 0,0 1 0 0 0,14-2 0 0 0,13-1 0 0 0,-28 3 0 0 0,0 1 0 0 0,14-1 0 0 0,-13 2 0 0 0,-1 0 0 0 0,1 0 0 0 0,-1 0 0 0 0,1-1 0 0 0,12-3 0 0 0,55-9 0 0 0,-53 9 0 0 0,45-4 0 0 0,-2 1 0 0 0,-39 3 0 0 0,-9 1 0 0 0,33-8 0 0 0,25-8 0 0 0,-45 12 0 0 0,-20 5 0 0 0,0 0 0 0 0,11-5 0 0 0,-7 2 0 0 0,-1 2 0 0 0,1-1 0 0 0,-1 2 0 0 0,1 0 0 0 0,21 1 0 0 0,-12 0 0 0 0,28-4 0 0 0,-41 2 0 0 0,-2 0 0 0 0,1-1 0 0 0,12-6 0 0 0,13-4 0 0 0,29-12 0 0 0,-52 19 0 0 0,1 1 0 0 0,0 0 0 0 0,0 2 0 0 0,0-1 0 0 0,24-3 0 0 0,-3 3 0 0 0,0-2 0 0 0,0-1 0 0 0,59-23 0 0 0,-5-7 0 0 0,32-11 0 0 0,76-25 0 0 0,-117 40 0 0 0,-25 10 0 0 0,-39 17 0 0 0,0-1 0 0 0,25-19 0 0 0,17-8 0 0 0,-43 27 0 0 0,1 1 0 0 0,0 0 0 0 0,26-7 0 0 0,-33 11 0 0 0,1-1 0 0 0,-1 0 0 0 0,0 0 0 0 0,0-1 0 0 0,16-11 0 0 0,1-1 0 0 0,31-16-14 0 0,70-43-36 0 0,4-25 50 0 0,-72 41 36 0 0,-8 8-8 0 0,-39 41-8 0 0,0-1-1 0 0,0 0 0 0 0,-2-1 1 0 0,1 0-1 0 0,-2-1 1 0 0,13-22-1 0 0,-11 16-19 0 0,22-33 0 0 0,-19 34 0 0 0,14-28 0 0 0,21-61 0 0 0,-14 28 0 0 0,-10 16 0 0 0,-4 6 0 0 0,-15 44 12 0 0,-2-1-1 0 0,4-18 0 0 0,-4 17 4 0 0,8-24 0 0 0,-1 10-15 0 0,8-45 0 0 0,-16 62 0 0 0,2-11 0 0 0,1-51 0 0 0,-6 68 0 0 0,1-15 0 0 0,4-38 0 0 0,-2 22 0 0 0,-2-1 0 0 0,-4-55 0 0 0,2 71 0 0 0,-4-20 0 0 0,-12-59 0 0 0,2 23 0 0 0,8 21 0 0 0,5 31 0 0 0,-11-43 0 0 0,5 40 0 0 0,-30-125 0 0 0,27 97 0 0 0,-20-87 0 0 0,22 120 0 0 0,-21-42 0 0 0,3 8 0 0 0,-64-153 0 0 0,86 199 2 0 0,1 2 8 0 0,-1 1 1 0 0,0-1-1 0 0,-1 1 0 0 0,-7-10 0 0 0,2 2 6 0 0,-13-26 0 0 0,4 9 46 0 0,-37-65 71 0 0,51 89-133 0 0,-1 1 0 0 0,-14-16 0 0 0,9 14 9 0 0,0 0 0 0 0,-2 1 0 0 0,-14-10 1 0 0,-15-12 100 0 0,-14-19-54 0 0,30 26-39 0 0,-2 1 0 0 0,-51-35-1 0 0,-67-34 315 0 0,124 77-299 0 0,2-1 0 0 0,0-1 0 0 0,-21-24 0 0 0,25 26-25 0 0,0 2-1 0 0,-2 0 1 0 0,1 0 0 0 0,-2 2-1 0 0,-22-12 1 0 0,16 8 11 0 0,2 0 0 0 0,-37-35 0 0 0,26 21-8 0 0,20 17-12 0 0,10 9 5 0 0,1 1 0 0 0,0 0 1 0 0,-9-5-1 0 0,-51-41 114 0 0,0 12-117 0 0,40 25 0 0 0,1-2 0 0 0,-27-20 0 0 0,-53-58-32 0 0,90 78 26 0 0,-1-1-1 0 0,2 0 1 0 0,0-1 0 0 0,-17-32-1 0 0,-11-17 7 0 0,15 25 0 0 0,-69-118 0 0 0,79 132 0 0 0,-12-34 0 0 0,5 8 0 0 0,14 40 0 0 0,-15-24 0 0 0,15 25 0 0 0,0 0 0 0 0,-7-14 0 0 0,4 2-3 0 0,-2-2-9 0 0,2-1 0 0 0,0-1 0 0 0,2 0-1 0 0,-7-31 1 0 0,9 24-13 0 0,-14-36 1 0 0,7 24 9 0 0,6 23 15 0 0,-22-44 0 0 0,18 44 0 0 0,-13-39 0 0 0,14 33 0 0 0,7 20 0 0 0,0-2 0 0 0,-3-15 0 0 0,-18-79-11 0 0,10 64-46 0 0,0 0 61 0 0,13 34-4 0 0,-11-45 0 0 0,-8-77 0 0 0,3-20 0 0 0,6 66-22 0 0,7 49 1 0 0,-4-61 0 0 0,2-18 21 0 0,6-22-11 0 0,1 103-27 0 0,0-14 31 0 0,8-75-1 0 0,34-85-55 0 0,-38 190 62 0 0,15-44 1 0 0,-4 18 0 0 0,-3 6 1 0 0,28-56 1 0 0,6-16-16 0 0,-37 85 6 0 0,1 0-1 0 0,1 0 0 0 0,1 1 0 0 0,1 0 0 0 0,21-27 0 0 0,-8 12-17 0 0,9-11-12 0 0,-6 13 27 0 0,-11 12-16 0 0,1 2 1 0 0,1 0-1 0 0,39-33 1 0 0,36-23-60 0 0,-74 59 105 0 0,1 2 0 0 0,0 0-1 0 0,43-22 1 0 0,-8 6-19 0 0,-34 19 0 0 0,26-12 0 0 0,38-13 0 0 0,95-58 0 0 0,-89 45 0 0 0,-61 37 0 0 0,-16 7 0 0 0,22-13 0 0 0,44-38 0 0 0,55-33 0 0 0,25-6 0 0 0,-133 77 0 0 0,-1 0 0 0 0,-1-2 0 0 0,33-37 0 0 0,-18 10 14 0 0,-26 30-1 0 0,1-1-1 0 0,1 2 1 0 0,33-27-1 0 0,17-13-12 0 0,-59 51 0 0 0,-1-2 0 0 0,11-15 0 0 0,1-2 0 0 0,18-18 0 0 0,81-94 0 0 0,-31 55 64 0 0,-40 24-64 0 0,-35 46 20 0 0,-2 0-1 0 0,0-1 0 0 0,0 0 1 0 0,-2-1-1 0 0,0 0 1 0 0,14-35-1 0 0,15-40 113 0 0,-18 48-117 0 0,-6 17-18 0 0,6-9 3 0 0,-14 26 0 0 0,-1 0 0 0 0,0 0 0 0 0,5-11 0 0 0,-7 11 0 0 0,80-235 64 0 0,-76 212 29 0 0,-2-1 0 0 0,0 1 0 0 0,-2-66 0 0 0,-17-98 279 0 0,8 126-206 0 0,5 40-4 0 0,-2 1 1 0 0,-11-50-1 0 0,-29-41 422 0 0,32 91-424 0 0,3 4-92 0 0,7 19-50 0 0,-1-1 0 0 0,1 1-1 0 0,-5-8 1 0 0,-28-60 155 0 0,15 31-8 0 0,11 23 22 0 0,-16-26 0 0 0,19 37-137 0 0,0-1-1 0 0,1 0 1 0 0,-5-16-1 0 0,-4-11 36 0 0,-25-48 32 0 0,6 18-53 0 0,14 23-64 0 0,6 24 21 0 0,1 0 1 0 0,-11-30-1 0 0,18 39-10 0 0,-1-1-1 0 0,-1 1 1 0 0,0 1 0 0 0,-15-21-1 0 0,14 24 25 0 0,0 0 0 0 0,-1 0 0 0 0,0 0 0 0 0,0 1 0 0 0,0 1 0 0 0,-15-8 0 0 0,14 7-17 0 0,-1 1 0 0 0,1-1 1 0 0,0-1-1 0 0,1 1 1 0 0,-11-11-1 0 0,11 7-13 0 0,1 2 1 0 0,0 0 0 0 0,-1 0 0 0 0,0 1 0 0 0,0 0 0 0 0,0 1 0 0 0,-1-1 0 0 0,-12-5 0 0 0,-6-1 37 0 0,-1 0-1 0 0,0 2 0 0 0,-1 2 0 0 0,-57-12 0 0 0,75 19-42 0 0,-1 1 0 0 0,0 1 0 0 0,-14 1 0 0 0,3-1 0 0 0,8 0 27 0 0,5 0-4 0 0,-33 5 44 0 0,40-5-89 0 0,1 1-14 0 0,-1-1 1 0 0,1 0-1 0 0,-1 0 1 0 0,1 0 0 0 0,-1 0-1 0 0,1 0 1 0 0,-1-1-1 0 0,-4 0 1 0 0,3-8-3336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5:46.189"/>
    </inkml:context>
    <inkml:brush xml:id="br0">
      <inkml:brushProperty name="width" value="0.1" units="cm"/>
      <inkml:brushProperty name="height" value="0.1" units="cm"/>
      <inkml:brushProperty name="color" value="#004F8B"/>
    </inkml:brush>
  </inkml:definitions>
  <inkml:trace contextRef="#ctx0" brushRef="#br0">1 607 4575 0 0,'0'0'6902'0'0,"7"-17"-5861"0"0,11-18 647 0 0,-17 34-1511 0 0,8-15 377 0 0,-3 6-357 0 0,0 0 1 0 0,1 1 0 0 0,0-1-1 0 0,0 2 1 0 0,9-10 0 0 0,18-19-66 0 0,-28 29-17 0 0,0 0 0 0 0,1 1 0 0 0,8-8 0 0 0,70-53 957 0 0,-62 50-940 0 0,-10 9-42 0 0,1 1 0 0 0,28-12 0 0 0,-15 7 96 0 0,38-24 305 0 0,-37 20-65 0 0,33-14 0 0 0,16 3 108 0 0,-48 19-288 0 0,40-19-1 0 0,-38 14 254 0 0,58-17 1 0 0,-23 10 153 0 0,-57 17-583 0 0,-5 2-41 0 0,0 1 0 0 0,0 0-1 0 0,0-1 1 0 0,1 2 0 0 0,-1-1 0 0 0,0 0-1 0 0,7 1 1 0 0,-8-1-22 0 0,19 2 50 0 0,2 0 60 0 0,-14 1-94 0 0,-2 1 36 0 0,-7-3 71 0 0,1 0-59 0 0,5 0 1 0 0,-4 0-12 0 0,0-2-278 0 0,-1 1 0 0 0,0 0 0 0 0,1-1 0 0 0,-1 0 1 0 0,0 1-1 0 0,0-1 0 0 0,0 0 0 0 0,0 0 0 0 0,-1 0 0 0 0,1 0 0 0 0,0 0 0 0 0,-1-1 0 0 0,1 1 0 0 0,1-4 0 0 0,0-1-1722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5:46.936"/>
    </inkml:context>
    <inkml:brush xml:id="br0">
      <inkml:brushProperty name="width" value="0.1" units="cm"/>
      <inkml:brushProperty name="height" value="0.1" units="cm"/>
      <inkml:brushProperty name="color" value="#004F8B"/>
    </inkml:brush>
  </inkml:definitions>
  <inkml:trace contextRef="#ctx0" brushRef="#br0">1 1 5063 0 0,'0'0'7946'0'0,"1"1"-7437"0"0,9 7 314 0 0,0-1-1 0 0,0 0 1 0 0,0 0 0 0 0,21 8-1 0 0,-12-8-291 0 0,0-2 0 0 0,1 0 0 0 0,-1-1 0 0 0,32 2 0 0 0,-28-4-290 0 0,-6 1 10 0 0,27 8 0 0 0,-28-6-133 0 0,-1-1 1 0 0,22 2 0 0 0,-33-6-101 0 0,0 1 0 0 0,0-1 0 0 0,0 1 0 0 0,0 0 1 0 0,4 2-1 0 0,16 5 159 0 0,-11-5-92 0 0,-9-2-62 0 0,-1-1 0 0 0,1 1-1 0 0,-1 0 1 0 0,0 1 0 0 0,1-1-1 0 0,-1 1 1 0 0,0-1 0 0 0,0 1-1 0 0,0 0 1 0 0,0 0 0 0 0,0 0-1 0 0,0 1 1 0 0,-1-1 0 0 0,1 1-1 0 0,2 3 1 0 0,-4-5-14 0 0,0 0 1 0 0,0 0-1 0 0,1 0 0 0 0,-1 0 1 0 0,0 0-1 0 0,-1 0 0 0 0,1 1 1 0 0,0-1-1 0 0,0 0 0 0 0,0 1 1 0 0,-1-1-1 0 0,2 3 0 0 0,2 12 63 0 0,-3-13-2 0 0,-1 4-5 0 0,0-4-1 0 0,-2 4 3 0 0,-1 3 7 0 0,0-4-34 0 0,-9 7-2 0 0,-35 37 0 0 0,7-10-23 0 0,-94 105-15 0 0,71-82 0 0 0,45-46 0 0 0,-3 0 0 0 0,14-12 0 0 0,1 0 0 0 0,0 1 0 0 0,0-1 0 0 0,-5 8 0 0 0,10-10-1 0 0,-1 1 0 0 0,-15 2 14 0 0,16-6 40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5:52.749"/>
    </inkml:context>
    <inkml:brush xml:id="br0">
      <inkml:brushProperty name="width" value="0.1" units="cm"/>
      <inkml:brushProperty name="height" value="0.1" units="cm"/>
      <inkml:brushProperty name="color" value="#004F8B"/>
    </inkml:brush>
  </inkml:definitions>
  <inkml:trace contextRef="#ctx0" brushRef="#br0">11 48 2759 0 0,'-1'-10'126'0'0,"-8"-28"15062"0"0,14 56-15118 0 0,11 43-70 0 0,11 89 0 0 0,-25-123 43 0 0,-1 39 0 0 0,-2-17 71 0 0,1-45-99 0 0,0 0 1 0 0,-1 0-1 0 0,0 0 0 0 0,-2 7 0 0 0,2-10-4 0 0,-14 1-5694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5:53.438"/>
    </inkml:context>
    <inkml:brush xml:id="br0">
      <inkml:brushProperty name="width" value="0.1" units="cm"/>
      <inkml:brushProperty name="height" value="0.1" units="cm"/>
      <inkml:brushProperty name="color" value="#004F8B"/>
    </inkml:brush>
  </inkml:definitions>
  <inkml:trace contextRef="#ctx0" brushRef="#br0">0 50 1375 0 0,'0'0'11752'0'0,"18"-6"-9558"0"0,-11 7-2057 0 0,0 1 1 0 0,0 0 0 0 0,-1 1 0 0 0,1 0 0 0 0,-1 0 0 0 0,1 1-1 0 0,-1-1 1 0 0,10 9 0 0 0,2 3-39 0 0,22 25 0 0 0,-27-26-79 0 0,0-1 0 0 0,2 0 0 0 0,16 12 0 0 0,-10-10-6 0 0,-10-7-4 0 0,1 0 0 0 0,1 0 0 0 0,-1-1 0 0 0,18 6 0 0 0,-10-1-10 0 0,-17-10 0 0 0,-1 0 0 0 0,1-1 0 0 0,0 1 0 0 0,0-1 0 0 0,0 1 0 0 0,0-1 0 0 0,3 1 0 0 0,-2-1 7 0 0,-1 1 1 0 0,1-1-1 0 0,0 1 0 0 0,-1 0 0 0 0,1 0 1 0 0,-1 1-1 0 0,0-1 0 0 0,4 4 0 0 0,3 2 4 0 0,-2-4 57 0 0,-5-4-56 0 0,-1 0 1 0 0,0 1 0 0 0,0-1-1 0 0,0 1 1 0 0,0 0 0 0 0,0-1-1 0 0,0 1 1 0 0,0 0 0 0 0,0 0-1 0 0,2 2 1 0 0,2-2 41 0 0,4-2-44 0 0,-7 0 33 0 0,1-4-19 0 0,-2 2 1 0 0,0 0 1 0 0,0 0-1 0 0,0-1 1 0 0,0 1 0 0 0,-1-1-1 0 0,0 1 1 0 0,0-1-1 0 0,0 0 1 0 0,1-3 0 0 0,-1-6 130 0 0,0 0 1 0 0,0 0 0 0 0,-1 0 0 0 0,-4-25 0 0 0,2 22 78 0 0,1-1 1 0 0,1-21-1 0 0,0 29-188 0 0,0 1 0 0 0,-1 0 0 0 0,-2-14 1 0 0,-2-13 267 0 0,5 33-171 0 0,0 1-73 0 0,0-5 0 0 0,0 4 14 0 0,0 1-26 0 0,-1-21-295 0 0,1 21-74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5:54.376"/>
    </inkml:context>
    <inkml:brush xml:id="br0">
      <inkml:brushProperty name="width" value="0.1" units="cm"/>
      <inkml:brushProperty name="height" value="0.1" units="cm"/>
      <inkml:brushProperty name="color" value="#004F8B"/>
    </inkml:brush>
  </inkml:definitions>
  <inkml:trace contextRef="#ctx0" brushRef="#br0">96 30 4975 0 0,'0'0'4384'0'0,"2"0"-3996"0"0,19-19 7360 0 0,-41 9-6297 0 0,18 9-1434 0 0,0 1 1 0 0,-1 1-1 0 0,1-1 1 0 0,0 0-1 0 0,-1 1 1 0 0,1-1-1 0 0,0 1 0 0 0,-1-1 1 0 0,1 1-1 0 0,0 0 1 0 0,-3 2-1 0 0,-12 9 55 0 0,12-7-56 0 0,1 0 0 0 0,0 0 0 0 0,0 1-1 0 0,0-1 1 0 0,1 1 0 0 0,-5 10 0 0 0,1-3-3 0 0,5-10-13 0 0,-3 11 0 0 0,1-2-4 0 0,4-11 2 0 0,0 0-1 0 0,-1 0 0 0 0,1 0 0 0 0,0 0 0 0 0,0 0 1 0 0,-1 0-1 0 0,1 0 0 0 0,0 0 0 0 0,0 0 0 0 0,0 1 1 0 0,0-1-1 0 0,1 1 0 0 0,0 12-17 0 0,0-7 21 0 0,-1-4-9 0 0,0 0 1 0 0,0 0-1 0 0,0 0 0 0 0,1 1 1 0 0,0-1-1 0 0,0 0 0 0 0,0 0 1 0 0,0 0-1 0 0,2 4 0 0 0,11 22-45 0 0,14 36 42 0 0,-25-58 11 0 0,11 18 0 0 0,-7-15 0 0 0,2-3 0 0 0,36 22 0 0 0,-43-29 0 0 0,-1 1 0 0 0,0 0 0 0 0,1 0 0 0 0,-1-1 0 0 0,1 1 0 0 0,-1 0 0 0 0,1-1 0 0 0,-1 0 0 0 0,1 1 0 0 0,0-1 0 0 0,-1 0 0 0 0,1 0 0 0 0,-1 0 0 0 0,1 0 0 0 0,0 0 0 0 0,2 0 0 0 0,1-1 0 0 0,48-6 0 0 0,-50 7 5 0 0,1-1-1 0 0,-1 1 1 0 0,1-1-1 0 0,-1 0 1 0 0,0 0-1 0 0,1 0 1 0 0,-1 0-1 0 0,0 0 1 0 0,0-1-1 0 0,0 0 1 0 0,0 0-1 0 0,4-3 1 0 0,7-4 84 0 0,-12 8-70 0 0,0-1-1 0 0,0 1 1 0 0,0-1 0 0 0,0 0-1 0 0,0 0 1 0 0,-1 0 0 0 0,1 0-1 0 0,-1 0 1 0 0,0 0 0 0 0,1 0-1 0 0,-1 0 1 0 0,0-1-1 0 0,0 1 1 0 0,0 0 0 0 0,-1-1-1 0 0,1 1 1 0 0,0-5 0 0 0,2-4 81 0 0,-2 6-35 0 0,-1 0 0 0 0,0 0-1 0 0,0 1 1 0 0,0-1 0 0 0,0 0-1 0 0,-1 0 1 0 0,-2-8 0 0 0,1 5 59 0 0,0-1 56 0 0,0 0 1 0 0,-1 1-1 0 0,-1-1 1 0 0,-3-7-1 0 0,6 15-12 0 0,-2 0-72 0 0,1-1-1 0 0,-1 1 1 0 0,0-1-1 0 0,1 0 1 0 0,-1 1-1 0 0,-2-5 1 0 0,3 5-21 0 0,-14-13 258 0 0,-1 1 1 0 0,-27-15-1 0 0,33 22-333 0 0,-1 0 0 0 0,-21-7 0 0 0,27 12 0 0 0,5 1-133 0 0,-1 0-1 0 0,0 0 1 0 0,0 0-1 0 0,0 0 1 0 0,0 0-1 0 0,0 0 1 0 0,0 1 0 0 0,0-1-1 0 0,-2 2 1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5:54.837"/>
    </inkml:context>
    <inkml:brush xml:id="br0">
      <inkml:brushProperty name="width" value="0.1" units="cm"/>
      <inkml:brushProperty name="height" value="0.1" units="cm"/>
      <inkml:brushProperty name="color" value="#004F8B"/>
    </inkml:brush>
  </inkml:definitions>
  <inkml:trace contextRef="#ctx0" brushRef="#br0">1 1 3223 0 0,'0'0'15012'0'0,"0"1"-14938"0"0,2 28-5 0 0,1 0 0 0 0,8 28 0 0 0,-11-57-68 0 0,16 73 9 0 0,-11-55 13 0 0,9 20 0 0 0,-5-14 7 0 0,-9-22 30 0 0,3 2 481 0 0,-2-1-1340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5:55.297"/>
    </inkml:context>
    <inkml:brush xml:id="br0">
      <inkml:brushProperty name="width" value="0.1" units="cm"/>
      <inkml:brushProperty name="height" value="0.1" units="cm"/>
      <inkml:brushProperty name="color" value="#004F8B"/>
    </inkml:brush>
  </inkml:definitions>
  <inkml:trace contextRef="#ctx0" brushRef="#br0">0 57 3679 0 0,'0'0'284'0'0,"2"0"-186"0"0,4-2 762 0 0,-1 0 0 0 0,1 0 0 0 0,0-1 0 0 0,-1 1 0 0 0,1-1 1 0 0,-1-1-1 0 0,8-5 0 0 0,-9 6-356 0 0,0-1 0 0 0,1 1 0 0 0,-1 1 1 0 0,1-1-1 0 0,-1 1 0 0 0,1-1 0 0 0,0 1 1 0 0,0 1-1 0 0,0-1 0 0 0,0 1 0 0 0,0 0 0 0 0,9-1 1 0 0,-2 2-338 0 0,0 1 0 0 0,0 0 1 0 0,0 1-1 0 0,0 1 1 0 0,0 0-1 0 0,-1 0 1 0 0,0 1-1 0 0,1 1 1 0 0,-1 0-1 0 0,-1 0 0 0 0,21 14 1 0 0,2 2-116 0 0,-18-13-30 0 0,-1 1 0 0 0,20 17-1 0 0,-28-20 9 0 0,0 1 0 0 0,0-1 1 0 0,6 11-1 0 0,1 0 49 0 0,-12-15-78 0 0,0 0 0 0 0,1 0 0 0 0,-1 0 0 0 0,0 0 0 0 0,0 0 0 0 0,0 0 0 0 0,-1 1 0 0 0,1-1 0 0 0,0 0 0 0 0,-1 0 0 0 0,0 1 0 0 0,1-1 0 0 0,-1 0 0 0 0,0 1 0 0 0,0-1 0 0 0,0 0 0 0 0,0 1 0 0 0,-1-1 0 0 0,1 0 0 0 0,-1 0 0 0 0,1 1 0 0 0,-1-1 0 0 0,-1 2 0 0 0,-2 5 157 0 0,0-1 0 0 0,-1 1 0 0 0,0-1 1 0 0,-7 9-1 0 0,5-8-147 0 0,4-4 85 0 0,-1 0 1 0 0,0 0 0 0 0,-1-1 0 0 0,1 1 0 0 0,-1-1-1 0 0,0 0 1 0 0,0 0 0 0 0,0-1 0 0 0,-1 1 0 0 0,-9 4-1 0 0,11-7-20 0 0,1 1 0 0 0,-1-1-1 0 0,0 0 1 0 0,1 0 0 0 0,-1-1-1 0 0,0 1 1 0 0,0-1 0 0 0,1 0-1 0 0,-1 0 1 0 0,0 0 0 0 0,0 0-1 0 0,0-1 1 0 0,1 1 0 0 0,-1-1-1 0 0,0 0 1 0 0,1 0 0 0 0,-1 0-1 0 0,-6-4 1 0 0,-37-25-551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5:56.095"/>
    </inkml:context>
    <inkml:brush xml:id="br0">
      <inkml:brushProperty name="width" value="0.1" units="cm"/>
      <inkml:brushProperty name="height" value="0.1" units="cm"/>
      <inkml:brushProperty name="color" value="#004F8B"/>
    </inkml:brush>
  </inkml:definitions>
  <inkml:trace contextRef="#ctx0" brushRef="#br0">225 29 455 0 0,'-2'0'1060'0'0,"-18"-4"4953"0"0,-25-3-638 0 0,33 5-4784 0 0,-9 0 508 0 0,13 4-968 0 0,1-1 0 0 0,0 1 0 0 0,0 0 1 0 0,1 1-1 0 0,-1 0 0 0 0,0 0 0 0 0,1 0 1 0 0,0 1-1 0 0,0 0 0 0 0,0 0 0 0 0,0 1 0 0 0,1 0 1 0 0,-7 6-1 0 0,10-9-119 0 0,-1 0 1 0 0,1 1-1 0 0,0-1 1 0 0,0 1-1 0 0,1-1 1 0 0,-3 4-1 0 0,2-1-13 0 0,0 1 0 0 0,1-1 0 0 0,-1 1-1 0 0,0 9 1 0 0,0-5 1 0 0,2-6 0 0 0,-1 0 0 0 0,1 1 0 0 0,-1-1 0 0 0,1 0 0 0 0,0 0 0 0 0,1 1 0 0 0,-1-1 0 0 0,1 0 0 0 0,0 0 0 0 0,0 0 0 0 0,3 7 0 0 0,-2-4-5 0 0,-1-3 1 0 0,0 0 0 0 0,0 0 0 0 0,0 0 0 0 0,1 0 0 0 0,0 0 0 0 0,-1 0 0 0 0,2-1-1 0 0,-1 1 1 0 0,0-1 0 0 0,1 1 0 0 0,-1-1 0 0 0,1 0 0 0 0,0 0 0 0 0,7 5 0 0 0,-8-5 6 0 0,-1-2-2 0 0,4 3 0 0 0,-1 0 0 0 0,2 0 0 0 0,-1 0 0 0 0,11 6 0 0 0,-8-5 0 0 0,0-1 0 0 0,0 0 0 0 0,0 0 0 0 0,1-1 0 0 0,-1 0 0 0 0,1 0 0 0 0,12 1 0 0 0,-4-1 0 0 0,1 0 0 0 0,-1-1 0 0 0,1-1 0 0 0,-1-1 0 0 0,31-3 0 0 0,-46 2 8 0 0,1 1-1 0 0,-1 0 1 0 0,1-1-1 0 0,-1 1 0 0 0,1-1 1 0 0,-1 0-1 0 0,1 1 1 0 0,-1-1-1 0 0,0-1 1 0 0,0 1-1 0 0,1 0 0 0 0,-1 0 1 0 0,0-1-1 0 0,3-2 1 0 0,3-2 48 0 0,-3 2-34 0 0,0-1 0 0 0,0 1 1 0 0,0-1-1 0 0,0 0 0 0 0,-1-1 0 0 0,0 1 0 0 0,0-1 0 0 0,4-8 0 0 0,1-2 185 0 0,11-33-1 0 0,-17 42-125 0 0,-2 1-1 0 0,1-1 1 0 0,-1 0-1 0 0,0 0 1 0 0,1-7 0 0 0,-2 11-20 0 0,0 0 0 0 0,0 0 0 0 0,-1 0 0 0 0,1 0 1 0 0,0 0-1 0 0,-1 0 0 0 0,0 0 0 0 0,0 0 0 0 0,0 0 0 0 0,0 0 1 0 0,0 0-1 0 0,-1 1 0 0 0,-2-6 0 0 0,-2 2 188 0 0,0-1 1 0 0,0 1-1 0 0,-1 0 0 0 0,0 1 0 0 0,0 0 0 0 0,0 0 0 0 0,-1 0 0 0 0,1 1 1 0 0,-16-6-1 0 0,7 4-44 0 0,1 1 0 0 0,-1 1 0 0 0,0 1 0 0 0,-23-3 0 0 0,30 5-182 0 0,4 0-14 0 0,0 1 0 0 0,0-1 0 0 0,0 1 0 0 0,0 0 0 0 0,0 0 0 0 0,0 1 0 0 0,0-1 0 0 0,0 1 0 0 0,0 0 0 0 0,0 0 0 0 0,-7 4 0 0 0,-8 3-34 0 0,9-4-616 0 0,0 1-1 0 0,1 0 1 0 0,-20 14 0 0 0,18-9-737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5:56.793"/>
    </inkml:context>
    <inkml:brush xml:id="br0">
      <inkml:brushProperty name="width" value="0.1" units="cm"/>
      <inkml:brushProperty name="height" value="0.1" units="cm"/>
      <inkml:brushProperty name="color" value="#004F8B"/>
    </inkml:brush>
  </inkml:definitions>
  <inkml:trace contextRef="#ctx0" brushRef="#br0">0 1 2759 0 0,'0'0'12556'0'0,"1"2"-12424"0"0,39 99 364 0 0,-33-80-470 0 0,-2 1 0 0 0,5 31 0 0 0,-4-17 190 0 0,-4-14-1499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5:57.302"/>
    </inkml:context>
    <inkml:brush xml:id="br0">
      <inkml:brushProperty name="width" value="0.1" units="cm"/>
      <inkml:brushProperty name="height" value="0.1" units="cm"/>
      <inkml:brushProperty name="color" value="#004F8B"/>
    </inkml:brush>
  </inkml:definitions>
  <inkml:trace contextRef="#ctx0" brushRef="#br0">0 59 5815 0 0,'0'0'527'0'0,"13"-8"470"0"0,-5 1 114 0 0,0 1 0 0 0,0 0 0 0 0,1 1-1 0 0,14-7 1 0 0,-16 9-1007 0 0,0 0-1 0 0,0 1 0 0 0,0 0 1 0 0,1 0-1 0 0,-1 1 1 0 0,1 0-1 0 0,-1 1 0 0 0,1-1 1 0 0,-1 1-1 0 0,1 1 1 0 0,7 0-1 0 0,32 3 275 0 0,-34-3-199 0 0,0 0-1 0 0,0 0 1 0 0,1 1-1 0 0,22 7 1 0 0,-26-4-114 0 0,-1 0 0 0 0,0 0 1 0 0,0 1-1 0 0,13 11 0 0 0,-13-10-26 0 0,-1 1 0 0 0,0 0 0 0 0,0 1 0 0 0,-1 0 0 0 0,0 0 0 0 0,-1 1 0 0 0,7 11 0 0 0,-12-20-35 0 0,0 1 0 0 0,-1-1 0 0 0,1 1 0 0 0,0 0 0 0 0,-1-1 0 0 0,1 1 0 0 0,-1 0 0 0 0,0 0 0 0 0,1-1-1 0 0,-1 1 1 0 0,0 0 0 0 0,0 0 0 0 0,0-1 0 0 0,0 1 0 0 0,0 0 0 0 0,-1 0 0 0 0,1-1 0 0 0,0 1 0 0 0,-2 2 0 0 0,0 4 31 0 0,1-4-13 0 0,0 0 0 0 0,0 1 0 0 0,-1-1 0 0 0,0 0 1 0 0,0 0-1 0 0,0 0 0 0 0,0-1 0 0 0,-5 7 1 0 0,-1 0 69 0 0,1-2 0 0 0,-11 10 1 0 0,9-11 102 0 0,-1-1 0 0 0,1 0 1 0 0,-1-1-1 0 0,0 0 0 0 0,0-1 0 0 0,-20 7 1 0 0,22-9-58 0 0,0-1 0 0 0,0 0 0 0 0,0 0 0 0 0,-1-1 1 0 0,1 0-1 0 0,0 0 0 0 0,-13-3 0 0 0,-20 0 143 0 0,38 3-271 0 0,0 1 0 0 0,0-1 0 0 0,0 1 0 0 0,0-1 0 0 0,-6 3 0 0 0,7-2-11 0 0,0 0 0 0 0,0-1 0 0 0,0 1 0 0 0,0 0 0 0 0,-1-1 0 0 0,1 0 0 0 0,0 0-1 0 0,0 0 1 0 0,-1 0 0 0 0,-2 0 0 0 0,-13 3-2256 0 0,12-5 1126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5:57.953"/>
    </inkml:context>
    <inkml:brush xml:id="br0">
      <inkml:brushProperty name="width" value="0.1" units="cm"/>
      <inkml:brushProperty name="height" value="0.1" units="cm"/>
      <inkml:brushProperty name="color" value="#004F8B"/>
    </inkml:brush>
  </inkml:definitions>
  <inkml:trace contextRef="#ctx0" brushRef="#br0">0 1 919 0 0,'0'0'13750'0'0,"1"1"-13609"0"0,5 11-99 0 0,-1-1-1 0 0,0 1 1 0 0,-1 0 0 0 0,0 0 0 0 0,-1 0-1 0 0,-1 0 1 0 0,1 1 0 0 0,-2-1 0 0 0,0 15-1 0 0,-1-22 21 0 0,1 1-1 0 0,-1-1 1 0 0,1 1-1 0 0,0-1 0 0 0,0 0 1 0 0,0 0-1 0 0,4 8 1 0 0,-4-10-14 0 0,-1-1 40 0 0,1 0-14 0 0,0 7-1050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5:58.318"/>
    </inkml:context>
    <inkml:brush xml:id="br0">
      <inkml:brushProperty name="width" value="0.1" units="cm"/>
      <inkml:brushProperty name="height" value="0.1" units="cm"/>
      <inkml:brushProperty name="color" value="#004F8B"/>
    </inkml:brush>
  </inkml:definitions>
  <inkml:trace contextRef="#ctx0" brushRef="#br0">1 133 3223 0 0,'1'-1'3514'0'0,"35"-25"1275"0"0,22-12-2405 0 0,8-4-799 0 0,-25 18-475 0 0,-39 23-953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5:58.761"/>
    </inkml:context>
    <inkml:brush xml:id="br0">
      <inkml:brushProperty name="width" value="0.1" units="cm"/>
      <inkml:brushProperty name="height" value="0.1" units="cm"/>
      <inkml:brushProperty name="color" value="#004F8B"/>
    </inkml:brush>
  </inkml:definitions>
  <inkml:trace contextRef="#ctx0" brushRef="#br0">1 100 3799 0 0,'0'0'168'0'0,"8"-8"619"0"0,6-6 2009 0 0,2 1 0 0 0,21-14 0 0 0,13-3-1140 0 0,-42 27-1571 0 0,-6 2-411 0 0,6-2 970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5:59.159"/>
    </inkml:context>
    <inkml:brush xml:id="br0">
      <inkml:brushProperty name="width" value="0.1" units="cm"/>
      <inkml:brushProperty name="height" value="0.1" units="cm"/>
      <inkml:brushProperty name="color" value="#004F8B"/>
    </inkml:brush>
  </inkml:definitions>
  <inkml:trace contextRef="#ctx0" brushRef="#br0">0 57 8983 0 0,'0'0'976'0'0,"2"-1"-512"0"0,48-17 2103 0 0,-39 13-1998 0 0,1 0-1 0 0,0 1 1 0 0,25-4-1 0 0,-3 0 295 0 0,-2 0 416 0 0,-30 8-1146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00.333"/>
    </inkml:context>
    <inkml:brush xml:id="br0">
      <inkml:brushProperty name="width" value="0.1" units="cm"/>
      <inkml:brushProperty name="height" value="0.1" units="cm"/>
      <inkml:brushProperty name="color" value="#004F8B"/>
    </inkml:brush>
  </inkml:definitions>
  <inkml:trace contextRef="#ctx0" brushRef="#br0">1 1 1375 0 0,'0'0'11078'0'0,"9"8"-9858"0"0,-5-5-1096 0 0,0 1 0 0 0,-1 0 0 0 0,1 0 0 0 0,-1 0 0 0 0,0 0 1 0 0,0 0-1 0 0,0 1 0 0 0,0 0 0 0 0,-1-1 0 0 0,1 1 0 0 0,-1 0 1 0 0,-1 0-1 0 0,3 10 0 0 0,2 10 273 0 0,3 39 0 0 0,-8-60-348 0 0,3 18 144 0 0,9 31-1 0 0,-9-36-133 0 0,-2-5-37 0 0,-1-9-10 0 0,-1 0 0 0 0,1 1 0 0 0,0-1 0 0 0,0 0 0 0 0,0 1 0 0 0,0-1 0 0 0,1 0-1 0 0,-1 0 1 0 0,3 4 0 0 0,-3-6 30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00.842"/>
    </inkml:context>
    <inkml:brush xml:id="br0">
      <inkml:brushProperty name="width" value="0.1" units="cm"/>
      <inkml:brushProperty name="height" value="0.1" units="cm"/>
      <inkml:brushProperty name="color" value="#004F8B"/>
    </inkml:brush>
  </inkml:definitions>
  <inkml:trace contextRef="#ctx0" brushRef="#br0">0 43 1375 0 0,'8'-5'1868'0'0,"1"-2"1303"0"0,1 2 0 0 0,20-10 0 0 0,-24 13-2864 0 0,0 0 1 0 0,0 0-1 0 0,1 0 1 0 0,-1 1-1 0 0,0 0 1 0 0,12 1 0 0 0,-4 0-250 0 0,-1 1 0 0 0,0 1 0 0 0,0 0 1 0 0,24 8-1 0 0,48 23 173 0 0,-33-2-167 0 0,-48-28-55 0 0,0 0-1 0 0,0 0 1 0 0,0 0-1 0 0,-1 1 1 0 0,1 0-1 0 0,-1-1 1 0 0,0 1 0 0 0,0 0-1 0 0,0 0 1 0 0,3 7-1 0 0,4 4 16 0 0,-5-7-12 0 0,0 0 0 0 0,-1 0 1 0 0,0 0-1 0 0,0 1 1 0 0,3 9-1 0 0,-6-12 7 0 0,0-1-1 0 0,0 1 0 0 0,0 0 1 0 0,-1 0-1 0 0,0 0 0 0 0,0-1 1 0 0,0 1-1 0 0,-1 0 1 0 0,0 0-1 0 0,0 0 0 0 0,0-1 1 0 0,-1 1-1 0 0,0-1 0 0 0,0 1 1 0 0,0-1-1 0 0,-1 0 1 0 0,-3 6-1 0 0,3-8 65 0 0,0 2 41 0 0,0-1 1 0 0,0 1-1 0 0,-1-1 1 0 0,1 0-1 0 0,-1 0 1 0 0,0-1-1 0 0,-1 1 1 0 0,1-1-1 0 0,0 0 1 0 0,-1 0-1 0 0,0-1 1 0 0,-9 5-1 0 0,-1-2 293 0 0,11-3-277 0 0,-1-1 0 0 0,0 1 1 0 0,1-1-1 0 0,-1 0 0 0 0,0 0 0 0 0,0 0 1 0 0,0-1-1 0 0,1 1 0 0 0,-1-1 1 0 0,0-1-1 0 0,-9 0 0 0 0,-37-8 511 0 0,46 8-624 0 0,0 0 1 0 0,0-1 0 0 0,0 1-1 0 0,1-1 1 0 0,-7-3-1 0 0,-5-2-7 0 0,15 7-114 0 0,0-1 0 0 0,0 1 0 0 0,0-1 0 0 0,0 1 0 0 0,0-1 0 0 0,0 0 0 0 0,1 1 0 0 0,-1-1 0 0 0,0 0 0 0 0,0 0 0 0 0,0 1 0 0 0,1-1 0 0 0,-2-2 0 0 0,-3-4-1398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01.461"/>
    </inkml:context>
    <inkml:brush xml:id="br0">
      <inkml:brushProperty name="width" value="0.1" units="cm"/>
      <inkml:brushProperty name="height" value="0.1" units="cm"/>
      <inkml:brushProperty name="color" value="#004F8B"/>
    </inkml:brush>
  </inkml:definitions>
  <inkml:trace contextRef="#ctx0" brushRef="#br0">0 1 2759 0 0,'0'0'11967'0'0,"2"1"-11894"0"0,2 5-19 0 0,-1 0-1 0 0,1 0 0 0 0,-1 0 1 0 0,0 0-1 0 0,0 0 1 0 0,-1 1-1 0 0,0 0 1 0 0,2 9-1 0 0,6 61 249 0 0,-4-25-85 0 0,1-4 7 0 0,-3-4-80 0 0,-1-10-154 0 0,-2-32 14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01.810"/>
    </inkml:context>
    <inkml:brush xml:id="br0">
      <inkml:brushProperty name="width" value="0.1" units="cm"/>
      <inkml:brushProperty name="height" value="0.1" units="cm"/>
      <inkml:brushProperty name="color" value="#004F8B"/>
    </inkml:brush>
  </inkml:definitions>
  <inkml:trace contextRef="#ctx0" brushRef="#br0">0 101 455 0 0,'2'-1'12044'0'0,"15"-6"-10533"0"0,0 0-1 0 0,-1-2 0 0 0,22-15 1 0 0,-16 10-1260 0 0,24-11 0 0 0,-16 11-481 0 0,-19 16-2086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02.145"/>
    </inkml:context>
    <inkml:brush xml:id="br0">
      <inkml:brushProperty name="width" value="0.1" units="cm"/>
      <inkml:brushProperty name="height" value="0.1" units="cm"/>
      <inkml:brushProperty name="color" value="#004F8B"/>
    </inkml:brush>
  </inkml:definitions>
  <inkml:trace contextRef="#ctx0" brushRef="#br0">0 85 1375 0 0,'14'-23'10950'0'0,"-12"21"-10722"0"0,0 1 0 0 0,0-1 0 0 0,0 1 1 0 0,0-1-1 0 0,0 1 0 0 0,0-1 1 0 0,0 1-1 0 0,3-1 0 0 0,2-2 683 0 0,72-36 1078 0 0,-71 37-2017 0 0,-6 2-108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02.495"/>
    </inkml:context>
    <inkml:brush xml:id="br0">
      <inkml:brushProperty name="width" value="0.1" units="cm"/>
      <inkml:brushProperty name="height" value="0.1" units="cm"/>
      <inkml:brushProperty name="color" value="#004F8B"/>
    </inkml:brush>
  </inkml:definitions>
  <inkml:trace contextRef="#ctx0" brushRef="#br0">1 62 2759 0 0,'0'0'10615'0'0,"2"0"-10191"0"0,2 0-317 0 0,0-1 1 0 0,1 0 0 0 0,-1 0-1 0 0,0 0 1 0 0,0 0-1 0 0,0 0 1 0 0,0-1-1 0 0,0 0 1 0 0,0 0-1 0 0,7-4 1 0 0,16-8 254 0 0,-25 14-268 0 0,12-2 52 0 0,-6 1-112 0 0,-5 1-22 0 0,0 0-1 0 0,0-1 1 0 0,0 1-1 0 0,0-1 1 0 0,0 0 0 0 0,0 0-1 0 0,0 0 1 0 0,0 0-1 0 0,0-1 1 0 0,0 1 0 0 0,-1-1-1 0 0,1 1 1 0 0,-1-1-1 0 0,1 0 1 0 0,-1 0 0 0 0,0 0-1 0 0,4-4 1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03.321"/>
    </inkml:context>
    <inkml:brush xml:id="br0">
      <inkml:brushProperty name="width" value="0.1" units="cm"/>
      <inkml:brushProperty name="height" value="0.1" units="cm"/>
      <inkml:brushProperty name="color" value="#004F8B"/>
    </inkml:brush>
  </inkml:definitions>
  <inkml:trace contextRef="#ctx0" brushRef="#br0">173 15 5239 0 0,'0'0'7463'0'0,"-1"-1"-7325"0"0,1 0 0 0 0,0 0-1 0 0,0 1 1 0 0,0-1 0 0 0,-1 0 0 0 0,1 0 0 0 0,0 0-1 0 0,-1 1 1 0 0,1-1 0 0 0,0 0 0 0 0,-1 0 0 0 0,1 1-1 0 0,-2-2 1 0 0,0 1-64 0 0,-1 1-1 0 0,1-1 1 0 0,0 1-1 0 0,-1 0 1 0 0,1 0-1 0 0,0 0 0 0 0,-1 0 1 0 0,1 0-1 0 0,-1 0 1 0 0,1 1-1 0 0,0-1 1 0 0,0 1-1 0 0,-3 1 1 0 0,-2 0 68 0 0,1 0 1 0 0,0 1-1 0 0,-9 5 1 0 0,8-4-90 0 0,1 1 0 0 0,-1-1 0 0 0,1 1 0 0 0,0 0 0 0 0,0 0 0 0 0,1 0 1 0 0,0 1-1 0 0,0 0 0 0 0,0 0 0 0 0,1 1 0 0 0,-1-1 0 0 0,2 1 0 0 0,-1 0 0 0 0,1 0 0 0 0,-5 12 0 0 0,5-8-24 0 0,0-1 1 0 0,1 1-1 0 0,0-1 0 0 0,1 1 0 0 0,0 0 0 0 0,1 19 0 0 0,5 21-17 0 0,-2-38-12 0 0,5-3 0 0 0,1 2 0 0 0,-8-10 0 0 0,0-1 0 0 0,0 1 0 0 0,0-1 0 0 0,0 0 0 0 0,0 0 0 0 0,0 0 0 0 0,0 1 0 0 0,0-1 0 0 0,1 0 0 0 0,-1-1 0 0 0,3 3 0 0 0,-2-3 0 0 0,1 1 0 0 0,0 0 0 0 0,0-1 0 0 0,0 1 0 0 0,0-1 0 0 0,0 0 0 0 0,0 0 0 0 0,-1 0 0 0 0,1 0 0 0 0,4-2 0 0 0,10 0 27 0 0,-1 0 75 0 0,22-1 1 0 0,-33 2-77 0 0,-1 1 0 0 0,1-1 0 0 0,-1 0 0 0 0,1-1 0 0 0,-1 1 0 0 0,0-1 0 0 0,1 1 0 0 0,-1-1 0 0 0,4-3 0 0 0,-2 2 49 0 0,-1 0 1 0 0,1 1-1 0 0,0-1 1 0 0,8-1 0 0 0,-7 3-10 0 0,12-2 14 0 0,-18 2-152 0 0,0 1 0 0 0,0 0-1 0 0,0-1 1 0 0,0 1 0 0 0,1-1-1 0 0,-1 1 1 0 0,0-1 0 0 0,-1 0 0 0 0,1 1-1 0 0,0-1 1 0 0,0 0 0 0 0,0 0-1 0 0,0 0 1 0 0,0 1 0 0 0,-1-1-1 0 0,1 0 1 0 0,0 0 0 0 0,-1 0 0 0 0,1-2-1 0 0,1 1-806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03.783"/>
    </inkml:context>
    <inkml:brush xml:id="br0">
      <inkml:brushProperty name="width" value="0.1" units="cm"/>
      <inkml:brushProperty name="height" value="0.1" units="cm"/>
      <inkml:brushProperty name="color" value="#004F8B"/>
    </inkml:brush>
  </inkml:definitions>
  <inkml:trace contextRef="#ctx0" brushRef="#br0">0 1 4607 0 0,'0'0'11683'0'0,"2"1"-11614"0"0,3 4-13 0 0,0 1 0 0 0,0-1 0 0 0,-1 1 0 0 0,1 0 0 0 0,6 12 0 0 0,2 13 585 0 0,-1 0-1 0 0,9 41 0 0 0,-21-71-621 0 0,7 33 1545 0 0,-4-28-1125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04.149"/>
    </inkml:context>
    <inkml:brush xml:id="br0">
      <inkml:brushProperty name="width" value="0.1" units="cm"/>
      <inkml:brushProperty name="height" value="0.1" units="cm"/>
      <inkml:brushProperty name="color" value="#004F8B"/>
    </inkml:brush>
  </inkml:definitions>
  <inkml:trace contextRef="#ctx0" brushRef="#br0">0 1 2303 0 0,'0'0'15815'0'0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05.055"/>
    </inkml:context>
    <inkml:brush xml:id="br0">
      <inkml:brushProperty name="width" value="0.1" units="cm"/>
      <inkml:brushProperty name="height" value="0.1" units="cm"/>
      <inkml:brushProperty name="color" value="#004F8B"/>
    </inkml:brush>
  </inkml:definitions>
  <inkml:trace contextRef="#ctx0" brushRef="#br0">116 44 1375 0 0,'10'-6'10799'0'0,"-9"5"-10465"0"0,0 1-1 0 0,0-1 1 0 0,0 0-1 0 0,0 0 1 0 0,0 1-1 0 0,0-1 1 0 0,0 0-1 0 0,-1 0 1 0 0,1 0 0 0 0,0 0-1 0 0,-1 0 1 0 0,2-1-1 0 0,-2 1-265 0 0,0 0 0 0 0,1 0 0 0 0,-1-1 0 0 0,0 1 0 0 0,0 0 0 0 0,0 0 0 0 0,1 0 0 0 0,-1 0 0 0 0,0-1 0 0 0,-1 1 0 0 0,1 0 0 0 0,0 0 0 0 0,0 0 0 0 0,0 0 0 0 0,-1 0 0 0 0,1 0 0 0 0,0-1 0 0 0,-2 0 0 0 0,2 0 320 0 0,-13 2-15 0 0,12 0-345 0 0,-1-1-1 0 0,0 1 1 0 0,0 0-1 0 0,0 0 0 0 0,1 0 1 0 0,-1 1-1 0 0,0-1 0 0 0,0 0 1 0 0,1 1-1 0 0,-1-1 0 0 0,0 1 1 0 0,1-1-1 0 0,-1 1 0 0 0,0 0 1 0 0,1 0-1 0 0,-3 2 1 0 0,-16 10 21 0 0,-19 18 0 0 0,33-26-49 0 0,2-2 0 0 0,1 0 0 0 0,0 0 0 0 0,0 0 0 0 0,0 1 0 0 0,-3 4 0 0 0,5-7-1 0 0,-1 2 3 0 0,1 10-13 0 0,5 12-55 0 0,-4-24 63 0 0,0 1 0 0 0,0 0-1 0 0,1-1 1 0 0,-1 1 0 0 0,1-1-1 0 0,-1 1 1 0 0,1-1 0 0 0,0 1-1 0 0,-1-1 1 0 0,1 1 0 0 0,0-1-1 0 0,0 0 1 0 0,0 1 0 0 0,0-1-1 0 0,0 0 1 0 0,2 2 0 0 0,1 1-1 0 0,-2-2 3 0 0,12 9-51 0 0,-11-9 44 0 0,14 7-48 0 0,-8-5 35 0 0,7 0-6 0 0,27 6 0 0 0,-27-8 11 0 0,-1 1 0 0 0,1 1 0 0 0,28 12 0 0 0,-33-11 16 0 0,-1 1 0 0 0,14 10 0 0 0,-14-9 0 0 0,-2-1 0 0 0,-6-5 0 0 0,-1 0 0 0 0,0 0 0 0 0,0 0 0 0 0,1 1 0 0 0,-1-1 0 0 0,0 0 0 0 0,0 1 0 0 0,0-1 0 0 0,0 1 0 0 0,-1-1-1 0 0,1 1 1 0 0,1 2 0 0 0,0 1 12 0 0,-2-3-7 0 0,1-1 0 0 0,0 0 0 0 0,0 0 0 0 0,0 1 0 0 0,-1-1 0 0 0,1 0 0 0 0,-1 1-1 0 0,1-1 1 0 0,-1 1 0 0 0,1-1 0 0 0,-1 1 0 0 0,0-1 0 0 0,0 0 0 0 0,0 1 0 0 0,0-1 0 0 0,0 1 0 0 0,0-1 0 0 0,0 1 0 0 0,0-1 0 0 0,-1 1 0 0 0,0 2 0 0 0,-1 7 3 0 0,1-7-2 0 0,-1-1 0 0 0,1 1 0 0 0,-1-1 0 0 0,1 1-1 0 0,-1-1 1 0 0,0 0 0 0 0,-1 1 0 0 0,1-1 0 0 0,0 0 0 0 0,-1 0-1 0 0,0-1 1 0 0,0 1 0 0 0,1-1 0 0 0,-1 1 0 0 0,-4 1 0 0 0,1 0 7 0 0,0 0 1 0 0,0-1 0 0 0,0 0-1 0 0,0 0 1 0 0,0-1 0 0 0,0 0-1 0 0,-10 2 1 0 0,6-2 45 0 0,-1-1-1 0 0,1 0 1 0 0,0-1 0 0 0,-16-2-1 0 0,20 2-8 0 0,1-1 0 0 0,-1 0 0 0 0,1-1 0 0 0,0 1 0 0 0,0-1-1 0 0,-1 0 1 0 0,1 0 0 0 0,0-1 0 0 0,-8-5 0 0 0,10 6-7 0 0,1 1-89 0 0,-1 0 0 0 0,0-1 1 0 0,0 0-1 0 0,1 1 0 0 0,-1-1 1 0 0,-2-2-1 0 0,5 3-93 0 0,-1 0 0 0 0,0 0 1 0 0,1 0-1 0 0,-1 0 0 0 0,1 0 0 0 0,-1 0 0 0 0,1 0 0 0 0,-1 0 1 0 0,1-1-1 0 0,0 1 0 0 0,-1-1 0 0 0,-1-7-1297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05.581"/>
    </inkml:context>
    <inkml:brush xml:id="br0">
      <inkml:brushProperty name="width" value="0.1" units="cm"/>
      <inkml:brushProperty name="height" value="0.1" units="cm"/>
      <inkml:brushProperty name="color" value="#004F8B"/>
    </inkml:brush>
  </inkml:definitions>
  <inkml:trace contextRef="#ctx0" brushRef="#br0">0 0 4607 0 0,'0'0'12884'0'0,"2"2"-12680"0"0,4 5-26 0 0,15 23-92 0 0,-3-7-86 0 0,-1 1 0 0 0,23 44 0 0 0,-37-62 21 0 0,0 0 0 0 0,0 1-1 0 0,-1-1 1 0 0,0 1 0 0 0,2 12 0 0 0,-1-5 134 0 0,-3-13-81 0 0,5 7-830 0 0,-2-16-758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05.929"/>
    </inkml:context>
    <inkml:brush xml:id="br0">
      <inkml:brushProperty name="width" value="0.1" units="cm"/>
      <inkml:brushProperty name="height" value="0.1" units="cm"/>
      <inkml:brushProperty name="color" value="#004F8B"/>
    </inkml:brush>
  </inkml:definitions>
  <inkml:trace contextRef="#ctx0" brushRef="#br0">2 1 919 0 0,'0'0'16482'0'0,"0"2"-16209"0"0,0-1-501 0 0,-2 12 872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06.501"/>
    </inkml:context>
    <inkml:brush xml:id="br0">
      <inkml:brushProperty name="width" value="0.1" units="cm"/>
      <inkml:brushProperty name="height" value="0.1" units="cm"/>
      <inkml:brushProperty name="color" value="#004F8B"/>
    </inkml:brush>
  </inkml:definitions>
  <inkml:trace contextRef="#ctx0" brushRef="#br0">165 9 8495 0 0,'0'0'4582'0'0,"-8"-4"-3470"0"0,6 3-1000 0 0,-1 0-1 0 0,1 1 1 0 0,0-1 0 0 0,-1 1 0 0 0,1-1 0 0 0,-1 1 0 0 0,1 0 0 0 0,-1 0 0 0 0,1 0 0 0 0,-1 0 0 0 0,1 0 0 0 0,0 1 0 0 0,-1-1 0 0 0,1 1 0 0 0,0 0 0 0 0,-4 1-1 0 0,-1 1 126 0 0,-1 1 0 0 0,1 1-1 0 0,-10 7 1 0 0,10-7-93 0 0,0 0 0 0 0,-1-1 0 0 0,-8 5 0 0 0,14-8-126 0 0,0 0-6 0 0,0-1 0 0 0,0 1 0 0 0,1 0 0 0 0,-1 0 0 0 0,0 0 0 0 0,0 0 0 0 0,1 0 0 0 0,-1 1 0 0 0,1-1 0 0 0,-1 0 0 0 0,1 1-1 0 0,0-1 1 0 0,0 1 0 0 0,-1-1 0 0 0,1 1 0 0 0,0 0 0 0 0,0-1 0 0 0,1 1 0 0 0,-1 0 0 0 0,0 0 0 0 0,0 0 0 0 0,1 0 0 0 0,-1 3 0 0 0,0-3-12 0 0,0 14 0 0 0,1-4 0 0 0,-1-5-10 0 0,1-4 4 0 0,0 0 1 0 0,0 0 0 0 0,0 0-1 0 0,1 0 1 0 0,-1-1 0 0 0,1 1-1 0 0,0 0 1 0 0,0 0 0 0 0,1 3-1 0 0,0 0 4 0 0,0 0 0 0 0,0 0-1 0 0,1-1 1 0 0,0 1 0 0 0,0-1-1 0 0,1 1 1 0 0,3 4 0 0 0,1-2-7 0 0,-1 0 0 0 0,1-1-1 0 0,0 0 1 0 0,13 9 0 0 0,-11-9 9 0 0,-5-3 0 0 0,-1-1 0 0 0,1 0 0 0 0,1 0 0 0 0,-1 0 0 0 0,10 3 0 0 0,-9-3 0 0 0,-3-2 0 0 0,0 0 0 0 0,-1 0 0 0 0,1 0 0 0 0,0 0 0 0 0,1 0 0 0 0,-1-1 0 0 0,0 1 0 0 0,0-1 0 0 0,0 0 0 0 0,0 0 0 0 0,0 0 0 0 0,6-1 0 0 0,-6 1 0 0 0,0-1 1 0 0,0 1-1 0 0,-1-1 0 0 0,1 0 0 0 0,0 0 0 0 0,0 0 1 0 0,0 0-1 0 0,-1 0 0 0 0,1-1 0 0 0,0 1 0 0 0,-1-1 1 0 0,0 0-1 0 0,1 0 0 0 0,-1 0 0 0 0,0 0 0 0 0,0 0 0 0 0,0 0 1 0 0,0-1-1 0 0,0 1 0 0 0,0 0 0 0 0,1-4 0 0 0,2-2 8 0 0,-2 3 10 0 0,0 0-1 0 0,0 0 1 0 0,-1 0 0 0 0,0 0-1 0 0,0-1 1 0 0,-1 1 0 0 0,1-1-1 0 0,-1 1 1 0 0,0-1 0 0 0,-1 0-1 0 0,1 1 1 0 0,-1-1-1 0 0,0 0 1 0 0,0 0 0 0 0,-1 1-1 0 0,-2-11 1 0 0,2 10 5 0 0,-1-1 0 0 0,0 1 0 0 0,0 0 0 0 0,0-1 1 0 0,-1 1-1 0 0,0 1 0 0 0,0-1 0 0 0,-1 0 0 0 0,0 1 0 0 0,1-1 0 0 0,-2 1 1 0 0,1 0-1 0 0,-1 0 0 0 0,-6-5 0 0 0,6 6-45 0 0,0 0 0 0 0,-1 1-1 0 0,1-1 1 0 0,-1 1 0 0 0,0 0 0 0 0,0 1 0 0 0,0 0-1 0 0,0-1 1 0 0,0 2 0 0 0,0-1 0 0 0,0 1 0 0 0,-1 0 0 0 0,1 0-1 0 0,0 1 1 0 0,-1 0 0 0 0,1 0 0 0 0,-1 0 0 0 0,-6 2 0 0 0,12-2-568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07.060"/>
    </inkml:context>
    <inkml:brush xml:id="br0">
      <inkml:brushProperty name="width" value="0.1" units="cm"/>
      <inkml:brushProperty name="height" value="0.1" units="cm"/>
      <inkml:brushProperty name="color" value="#004F8B"/>
    </inkml:brush>
  </inkml:definitions>
  <inkml:trace contextRef="#ctx0" brushRef="#br0">1 1 1375 0 0,'0'0'13071'0'0,"2"0"-12654"0"0,3 2-247 0 0,0 0 1 0 0,0 1-1 0 0,-1-1 0 0 0,1 1 0 0 0,-1 0 1 0 0,0 0-1 0 0,0 0 0 0 0,0 0 0 0 0,0 1 0 0 0,0 0 1 0 0,3 4-1 0 0,6 9-129 0 0,0 0 1 0 0,13 22-1 0 0,-3-1 70 0 0,-16-27-89 0 0,-5-7 26 0 0,6 7-36 0 0,-1-1-1 0 0,-5-8 0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07.554"/>
    </inkml:context>
    <inkml:brush xml:id="br0">
      <inkml:brushProperty name="width" value="0.1" units="cm"/>
      <inkml:brushProperty name="height" value="0.1" units="cm"/>
      <inkml:brushProperty name="color" value="#004F8B"/>
    </inkml:brush>
  </inkml:definitions>
  <inkml:trace contextRef="#ctx0" brushRef="#br0">1 263 8263 0 0,'0'0'4931'0'0,"2"2"-4719"0"0,10 6 36 0 0,14 8 493 0 0,0-1 1 0 0,33 14-1 0 0,-50-25-565 0 0,-1 0 1 0 0,1 1-1 0 0,7 5 0 0 0,-9-5-58 0 0,1-1 0 0 0,-1 0-1 0 0,9 4 1 0 0,-10-6-84 0 0,-1 0 0 0 0,1 0 0 0 0,-1-1 0 0 0,1 0 0 0 0,-1 0-1 0 0,1 0 1 0 0,0-1 0 0 0,6 0 0 0 0,19-2 61 0 0,-29 3-86 0 0,-1-1 1 0 0,1 0-1 0 0,-1 0 1 0 0,1-1-1 0 0,-1 1 1 0 0,0 0-1 0 0,1 0 0 0 0,-1-1 1 0 0,1 1-1 0 0,-1-1 1 0 0,1 1-1 0 0,-1-1 1 0 0,0 1-1 0 0,1-1 0 0 0,-1 0 1 0 0,0 0-1 0 0,0 0 1 0 0,2-1-1 0 0,2-2 19 0 0,0 1 28 0 0,-1 1-1 0 0,1-1 1 0 0,-1 0 0 0 0,0-1 0 0 0,5-3 0 0 0,-8 5-35 0 0,0 1 1 0 0,0-1-1 0 0,0 1 0 0 0,0-1 0 0 0,0 1 1 0 0,-1-1-1 0 0,1 0 0 0 0,0 1 0 0 0,-1-1 0 0 0,1 0 1 0 0,-1 0-1 0 0,0 1 0 0 0,1-1 0 0 0,-1 0 0 0 0,0 0 1 0 0,0 0-1 0 0,0 1 0 0 0,-1-4 0 0 0,-3-16 262 0 0,-1 1-1 0 0,-1 1 1 0 0,0-1-1 0 0,-2 1 1 0 0,0 0-1 0 0,-1 1 1 0 0,-13-21-1 0 0,17 32-151 0 0,0-1 0 0 0,-11-10 0 0 0,-3-5 55 0 0,12 14-117 0 0,-1 0 0 0 0,0 0 0 0 0,0 1 0 0 0,-1 0 0 0 0,-13-9 0 0 0,18 14-245 0 0,0 0-1 0 0,0 1 0 0 0,0-1 0 0 0,0 1 1 0 0,0 0-1 0 0,0 1 0 0 0,-1-1 0 0 0,1 1 0 0 0,-1-1 1 0 0,1 1-1 0 0,-1 1 0 0 0,1-1 0 0 0,-1 1 1 0 0,0 0-1 0 0,1 0 0 0 0,-9 1 0 0 0,1 2-1223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07.919"/>
    </inkml:context>
    <inkml:brush xml:id="br0">
      <inkml:brushProperty name="width" value="0.1" units="cm"/>
      <inkml:brushProperty name="height" value="0.1" units="cm"/>
      <inkml:brushProperty name="color" value="#004F8B"/>
    </inkml:brush>
  </inkml:definitions>
  <inkml:trace contextRef="#ctx0" brushRef="#br0">0 182 2759 0 0,'0'0'479'0'0,"0"-9"2850"0"0,0 2-2099 0 0,1 0 0 0 0,0 0 0 0 0,0 1 0 0 0,2-8 0 0 0,3-6 438 0 0,10-20-1 0 0,0-1-689 0 0,-15 37-900 0 0,1 0 0 0 0,0 0 1 0 0,-1 0-1 0 0,1 0 0 0 0,4-5 0 0 0,-5 8 58 0 0,9 4-2522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25.638"/>
    </inkml:context>
    <inkml:brush xml:id="br0">
      <inkml:brushProperty name="width" value="0.1" units="cm"/>
      <inkml:brushProperty name="height" value="0.1" units="cm"/>
      <inkml:brushProperty name="color" value="#008C3A"/>
    </inkml:brush>
  </inkml:definitions>
  <inkml:trace contextRef="#ctx0" brushRef="#br0">147 98 1375 0 0,'-3'-26'128'0'0,"-1"-19"13890"0"0,4 45-13989 0 0,-3 5 430 0 0,2 0-427 0 0,1 0 1 0 0,0-1 0 0 0,0 1 0 0 0,1 0 0 0 0,0-1 0 0 0,-1 1-1 0 0,2-1 1 0 0,-1 1 0 0 0,0-1 0 0 0,1 1 0 0 0,0-1 0 0 0,3 6-1 0 0,9 27-12 0 0,-5-6-20 0 0,14 32 0 0 0,-18-50 0 0 0,0 0 0 0 0,1 0 0 0 0,1-1 0 0 0,0 0 0 0 0,9 12 0 0 0,-4-8 86 0 0,-1 0 0 0 0,0 1 0 0 0,-2 0-1 0 0,12 25 1 0 0,8 19-31 0 0,-28-59 7 0 0,-1 4 598 0 0,-5-10-635 0 0,-1-1 0 0 0,1 0 0 0 0,0 0 0 0 0,0 0 0 0 0,0 0 0 0 0,-7-13 0 0 0,5 9-30 0 0,-66-96 369 0 0,73 104-369 0 0,0 1 1 0 0,-1-1-1 0 0,1 0 0 0 0,-1 1 0 0 0,1-1 1 0 0,0 0-1 0 0,-1 1 0 0 0,0-1 0 0 0,1 1 1 0 0,-1-1-1 0 0,1 0 0 0 0,-1 1 0 0 0,0 0 1 0 0,1-1-1 0 0,-1 1 0 0 0,0-1 0 0 0,1 1 1 0 0,-1 0-1 0 0,0-1 0 0 0,0 1 0 0 0,1 0 1 0 0,-1 0-1 0 0,0 0 0 0 0,0-1 0 0 0,1 1 1 0 0,-1 0-1 0 0,0 0 0 0 0,0 0 0 0 0,-1 1 1 0 0,2-2 1 0 0,-1 1 0 0 0,0 0 0 0 0,0 0 0 0 0,1 0 1 0 0,-1-1-1 0 0,0 1 0 0 0,0 0 0 0 0,1-1 0 0 0,-1 1 0 0 0,0-1 1 0 0,1 1-1 0 0,-1-1 0 0 0,0 1 0 0 0,1-1 0 0 0,-1 1 1 0 0,1-1-1 0 0,-1 0 0 0 0,1 1 0 0 0,-1-2 0 0 0,-9-16-21 0 0,5 10-2 0 0,-1-3 14 0 0,3 4-7 0 0,-1 1 1 0 0,0-1 0 0 0,-8-8 0 0 0,12 14 17 0 0,0 1 0 0 0,-1 0 1 0 0,1-1-1 0 0,0 1 1 0 0,-1 0-1 0 0,1 0 0 0 0,-1-1 1 0 0,1 1-1 0 0,-1 0 1 0 0,1 0-1 0 0,-1 0 1 0 0,1-1-1 0 0,-1 1 0 0 0,1 0 1 0 0,-1 0-1 0 0,1 0 1 0 0,-1 0-1 0 0,1 0 0 0 0,-1 0 1 0 0,1 0-1 0 0,-1 0 1 0 0,1 0-1 0 0,-1 0 1 0 0,1 1-1 0 0,-1-1 0 0 0,1 0 1 0 0,-1 0-1 0 0,1 0 1 0 0,-1 1-1 0 0,1-1 0 0 0,-1 0 1 0 0,1 0-1 0 0,-1 1 1 0 0,1-1 3 0 0,-1 1 1 0 0,1-1 0 0 0,-1 0 0 0 0,1 1-1 0 0,-1-1 1 0 0,1 0 0 0 0,-1 0 0 0 0,1 0-1 0 0,-1 1 1 0 0,1-1 0 0 0,-1 0 0 0 0,1 0-1 0 0,-1 0 1 0 0,1 0 0 0 0,-1 0 0 0 0,1 0-1 0 0,-1 0 1 0 0,1 0 0 0 0,-1 0 0 0 0,1 0-1 0 0,-1 0 1 0 0,1-1 0 0 0,-1 1 0 0 0,1 0-1 0 0,-1 0 1 0 0,1 0 0 0 0,-1-1 0 0 0,1 1-1 0 0,-1 0 1 0 0,1-1 0 0 0,-1 1 0 0 0,-3-4 24 0 0,1 0 0 0 0,0-1 0 0 0,1 1 1 0 0,-1-1-1 0 0,-3-7 0 0 0,-5-10-7 0 0,7 16-30 0 0,0-2 31 0 0,-1-1 0 0 0,-1 2 0 0 0,1-1 1 0 0,-1 1-1 0 0,0 0 0 0 0,-1 0 0 0 0,-7-6 0 0 0,13 12-19 0 0,0 1 1 0 0,0-1-1 0 0,0 0 0 0 0,0 1 0 0 0,0-1 0 0 0,0 0 0 0 0,0 0 0 0 0,0 0 1 0 0,1 0-1 0 0,-1 0 0 0 0,0 0 0 0 0,1 0 0 0 0,-1 0 0 0 0,1 0 0 0 0,-1 0 1 0 0,1-1-1 0 0,-1 1 0 0 0,1 0 0 0 0,0 0 0 0 0,-1 0 0 0 0,1-1 0 0 0,0 1 1 0 0,0-2-1 0 0,-1-3 12 0 0,1 4 28 0 0,0-3-46 0 0,1 5-1 0 0,0 0 0 0 0,0 0 0 0 0,-1 0 0 0 0,1 0 0 0 0,0 0 0 0 0,0-1 0 0 0,0 2 1 0 0,-1-1-1 0 0,1 0 0 0 0,0 0 0 0 0,0 0 0 0 0,-1 0 0 0 0,1 0 0 0 0,0 1 0 0 0,0-1 0 0 0,0 1 0 0 0,3 1 4 0 0,0 1 0 0 0,0-1 0 0 0,-1 1 0 0 0,1 1 0 0 0,-1-1 0 0 0,0 0 0 0 0,0 1 0 0 0,0-1 0 0 0,4 8 0 0 0,-5-7 0 0 0,1-1 0 0 0,-1 0 0 0 0,0 0 0 0 0,1 0 0 0 0,-1 0 0 0 0,1 0 0 0 0,0 0 0 0 0,0-1 0 0 0,0 1 0 0 0,0-1 0 0 0,6 3 0 0 0,35 15 2 0 0,43 27 0 0 0,-52-27 42 0 0,0-2 0 0 0,53 20 0 0 0,-8-21 88 0 0,-71-14-116 0 0,-1-1 0 0 0,1 0 0 0 0,0 0 0 0 0,0 0 0 0 0,0-1-1 0 0,0-1 1 0 0,0 1 0 0 0,0-2 0 0 0,15-1 0 0 0,-14 1 40 0 0,0 1 23 0 0,-1-3 9 0 0,-3 0 12 0 0,-5 3 18 0 0,0-1-102 0 0,0 1 0 0 0,-1-1 0 0 0,1 0 0 0 0,0 0 0 0 0,-1 1 0 0 0,1-1 0 0 0,0 0 0 0 0,-1 0 0 0 0,1 0 0 0 0,-1 0 0 0 0,1 0 0 0 0,-1 0 0 0 0,0 0 0 0 0,1 0 0 0 0,-1 0 0 0 0,0 0 0 0 0,0 0 0 0 0,0 0 0 0 0,0 0 0 0 0,0-1 0 0 0,0 1 0 0 0,0-2 0 0 0,0 0-1 0 0,0 0 0 0 0,-1 0 0 0 0,1 0 0 0 0,-1 0 0 0 0,0 0 0 0 0,-1-3 1 0 0,2 5 86 0 0,-1 1-95 0 0,1 0 0 0 0,0 1-1 0 0,0-1 1 0 0,0 0 0 0 0,0 1-1 0 0,0-1 1 0 0,-1 0 0 0 0,1 1-1 0 0,0-1 1 0 0,0 0 0 0 0,0 1 0 0 0,-1-1-1 0 0,1 0 1 0 0,0 0 0 0 0,-1 1-1 0 0,1-1 1 0 0,0 0 0 0 0,0 0-1 0 0,-1 1 1 0 0,1-1 0 0 0,-1 0-1 0 0,1 0 1 0 0,0 0 0 0 0,-1 0 0 0 0,1 0-1 0 0,0 0 1 0 0,-1 0 0 0 0,1 1-1 0 0,0-1 1 0 0,-1 0 0 0 0,1 0-1 0 0,-1 0 1 0 0,1 0 0 0 0,0-1 0 0 0,-1 1-1 0 0,1 0 1 0 0,0 0 0 0 0,-1 0-1 0 0,1 0 1 0 0,-1 0 0 0 0,1 0-1 0 0,0 0 1 0 0,-1-1 0 0 0,1 1-1 0 0,-1 0 1 0 0,-3-6 80 0 0,1 1-1 0 0,-1 0 1 0 0,-4-11 0 0 0,5 10-13 0 0,0 0 0 0 0,0 0 1 0 0,-1 0-1 0 0,-6-8 1 0 0,-21-21 211 0 0,-17-18-11 0 0,6 9-113 0 0,30 29 13 0 0,-23-21 0 0 0,12 24 50 0 0,22 11-183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27.598"/>
    </inkml:context>
    <inkml:brush xml:id="br0">
      <inkml:brushProperty name="width" value="0.1" units="cm"/>
      <inkml:brushProperty name="height" value="0.1" units="cm"/>
      <inkml:brushProperty name="color" value="#008C3A"/>
    </inkml:brush>
  </inkml:definitions>
  <inkml:trace contextRef="#ctx0" brushRef="#br0">266 155 4975 0 0,'-4'-12'231'0'0,"-6"-25"113"0"0,7 6 10586 0 0,4 15-8377 0 0,1-1-343 0 0,-13-1-958 0 0,5 11-902 0 0,5 6-327 0 0,0 0 0 0 0,1 0 0 0 0,-1 0 0 0 0,0 1 0 0 0,1-1 0 0 0,-1 0 0 0 0,0 0 0 0 0,0 1 0 0 0,0-1 0 0 0,0 0 0 0 0,0 1 0 0 0,0-1 0 0 0,0 1 0 0 0,0-1 0 0 0,0 1 0 0 0,0 0 0 0 0,0-1 0 0 0,0 1 0 0 0,0 0 0 0 0,0 0 0 0 0,-2 0 0 0 0,-20-2 200 0 0,20 1-214 0 0,1 0 0 0 0,-1 1 0 0 0,0 0-1 0 0,0 0 1 0 0,0-1 0 0 0,0 2 0 0 0,0-1 0 0 0,0 0-1 0 0,1 1 1 0 0,-1-1 0 0 0,0 1 0 0 0,0 0 0 0 0,0 0 0 0 0,1 0-1 0 0,-4 2 1 0 0,-10 7 8 0 0,0 1-1 0 0,1 0 1 0 0,1 1-1 0 0,0 1 1 0 0,1 0-1 0 0,0 1 1 0 0,-15 22-1 0 0,25-30-32 0 0,1-1-1 0 0,0 0 0 0 0,1 1 1 0 0,-1-1-1 0 0,1 1 1 0 0,0-1-1 0 0,1 1 1 0 0,-1 0-1 0 0,1-1 0 0 0,1 11 1 0 0,-1 7-18 0 0,0-7 16 0 0,1 0-1 0 0,4 22 1 0 0,-3-19 9 0 0,2-4-2 0 0,-1-9 0 0 0,1-2 0 0 0,-1 1 0 0 0,1 0 0 0 0,0-1 0 0 0,1 0 0 0 0,-1 0 0 0 0,1 0 0 0 0,0 0 0 0 0,7 4 0 0 0,-10-7 4 0 0,4 4 3 0 0,0-1-1 0 0,0-1 0 0 0,1 1 1 0 0,-1-1-1 0 0,1-1 1 0 0,0 1-1 0 0,0-1 1 0 0,0 0-1 0 0,0 0 0 0 0,0-1 1 0 0,0 0-1 0 0,0 0 1 0 0,14-1-1 0 0,2 1 5 0 0,-21 0 0 0 0,1-1 0 0 0,0 0 0 0 0,0 0 0 0 0,0 0 0 0 0,0 0 0 0 0,0 0 0 0 0,0 0 0 0 0,0-1 0 0 0,4-1 0 0 0,-5 2 0 0 0,0-1 0 0 0,-1 0 0 0 0,1 1 0 0 0,0-1 0 0 0,0 1 0 0 0,-1-1 0 0 0,1 1 0 0 0,0 0 0 0 0,0 0 0 0 0,-1 0 0 0 0,1 0 0 0 0,0 0 0 0 0,0 0 0 0 0,0 0 0 0 0,-1 0 0 0 0,1 1 0 0 0,2 0 0 0 0,-2 0 0 0 0,-1-1 0 0 0,0 0 0 0 0,1 0 0 0 0,-1 0 0 0 0,0 0 0 0 0,1 0 0 0 0,-1 0 0 0 0,0 0 0 0 0,0 0 0 0 0,1 0 0 0 0,-1-1 0 0 0,0 1 0 0 0,0-1 0 0 0,3 0 0 0 0,18-12-1 0 0,0 1 13 0 0,-17 10 7 0 0,0 0 0 0 0,0 0 0 0 0,0-1 0 0 0,0 0 0 0 0,0 1 0 0 0,0-2 0 0 0,-1 1 0 0 0,1 0 0 0 0,-1-1 0 0 0,0 0 0 0 0,0 0 0 0 0,0 0 0 0 0,5-8 0 0 0,-7 8-6 0 0,0 0 0 0 0,-1 1 0 0 0,0-1 0 0 0,1 0 0 0 0,-1 0 0 0 0,-1 1 0 0 0,1-1 1 0 0,0 0-1 0 0,-1-7 0 0 0,1 1 34 0 0,-2 0 0 0 0,-1-18 0 0 0,0 11-11 0 0,-3-9 11 0 0,-4-4 8 0 0,7 20-18 0 0,-1 1 0 0 0,0 0 1 0 0,-1 0-1 0 0,-5-9 0 0 0,2 6 143 0 0,-21-33 344 0 0,26 42-500 0 0,0 0 1 0 0,-1 0-1 0 0,0 0 0 0 0,0 0 1 0 0,1 0-1 0 0,-2 1 1 0 0,1-1-1 0 0,0 1 1 0 0,0 0-1 0 0,-5-2 0 0 0,3 2-7 0 0,-1 1-1 0 0,1 0 1 0 0,0 0-1 0 0,0 1 1 0 0,-1-1-1 0 0,1 1 1 0 0,-9 1-1 0 0,-2 0 55 0 0,13-1-121 0 0,1 0-1 0 0,-1 0 1 0 0,1 0 0 0 0,0 0-1 0 0,-1 1 1 0 0,1-1 0 0 0,0 1-1 0 0,-1 0 1 0 0,1 0 0 0 0,0 0-1 0 0,0 0 1 0 0,0 0 0 0 0,0 0-1 0 0,0 0 1 0 0,0 1-1 0 0,-3 2 1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28.059"/>
    </inkml:context>
    <inkml:brush xml:id="br0">
      <inkml:brushProperty name="width" value="0.1" units="cm"/>
      <inkml:brushProperty name="height" value="0.1" units="cm"/>
      <inkml:brushProperty name="color" value="#008C3A"/>
    </inkml:brush>
  </inkml:definitions>
  <inkml:trace contextRef="#ctx0" brushRef="#br0">13 16 2759 0 0,'-2'-7'13952'0'0,"-2"-2"-13079"0"0,2 13-327 0 0,-2 17 32 0 0,4-16 929 0 0,7 3-1091 0 0,-1-2-348 0 0,0 1 0 0 0,0-2 0 0 0,1 1 0 0 0,0-1 0 0 0,0 0 0 0 0,11 6 0 0 0,-17-11-66 0 0,6 5 8 0 0,-1 0 0 0 0,1 1 0 0 0,-1-1 0 0 0,0 1 1 0 0,-1 1-1 0 0,8 9 0 0 0,13 16 47 0 0,-15-21-44 0 0,-5-5 1 0 0,0 0 1 0 0,0-1 0 0 0,1 1-1 0 0,9 4 1 0 0,14 14 87 0 0,-28-23-213 0 0,1 6-2038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28.551"/>
    </inkml:context>
    <inkml:brush xml:id="br0">
      <inkml:brushProperty name="width" value="0.1" units="cm"/>
      <inkml:brushProperty name="height" value="0.1" units="cm"/>
      <inkml:brushProperty name="color" value="#008C3A"/>
    </inkml:brush>
  </inkml:definitions>
  <inkml:trace contextRef="#ctx0" brushRef="#br0">1 124 1839 0 0,'0'0'11552'0'0,"0"-3"-11002"0"0,1 0-431 0 0,10-31 1590 0 0,-10 31-1530 0 0,0 1-1 0 0,0-1 1 0 0,1 1-1 0 0,-1 0 1 0 0,1-1-1 0 0,0 1 1 0 0,-1 0-1 0 0,1 0 1 0 0,0 0-1 0 0,0 0 1 0 0,4-2-1 0 0,10-9 608 0 0,-14 12-745 0 0,-1-1 0 0 0,1 0 0 0 0,0 1 1 0 0,0 0-1 0 0,-1-1 0 0 0,1 1 0 0 0,0 0 0 0 0,0 0 0 0 0,1 0 0 0 0,-1 0 1 0 0,0 0-1 0 0,0 1 0 0 0,0-1 0 0 0,1 0 0 0 0,2 1 0 0 0,-1 0 0 0 0,-1 0 0 0 0,0 0-1 0 0,0 0 1 0 0,1 0 0 0 0,-1 0-1 0 0,0-1 1 0 0,0 1 0 0 0,1-1 0 0 0,-1 0-1 0 0,0 0 1 0 0,0 0 0 0 0,0 0-1 0 0,0-1 1 0 0,0 1 0 0 0,0-1 0 0 0,3-2-1 0 0,-4 2-24 0 0,0 1 0 0 0,0 0 0 0 0,0 0 0 0 0,0 0 0 0 0,0 0 0 0 0,0 1 0 0 0,0-1 1 0 0,0 1-1 0 0,0-1 0 0 0,0 1 0 0 0,0 0 0 0 0,4-1 0 0 0,29 3 162 0 0,-20 0-141 0 0,16 3 76 0 0,-27-4-102 0 0,0 0 1 0 0,0 0-1 0 0,0-1 1 0 0,0 1-1 0 0,0-1 1 0 0,1 0-1 0 0,-1 0 1 0 0,0 0-1 0 0,0-1 1 0 0,0 1-1 0 0,7-3 1 0 0,-10 3-5 0 0,1 0-1 0 0,0 0 1 0 0,0 0 0 0 0,0 0 0 0 0,0 0-1 0 0,0 0 1 0 0,0 0 0 0 0,-1 0-1 0 0,1 1 1 0 0,0-1 0 0 0,0 1 0 0 0,0 0-1 0 0,-1-1 1 0 0,1 1 0 0 0,0 0 0 0 0,-1 0-1 0 0,1 0 1 0 0,0 0 0 0 0,-1 0 0 0 0,2 2-1 0 0,-2-2-1 0 0,1 0 0 0 0,-1 0-1 0 0,1 1 1 0 0,-1-1 0 0 0,1 0-1 0 0,0-1 1 0 0,0 1 0 0 0,-1 0-1 0 0,1 0 1 0 0,0-1 0 0 0,0 1-1 0 0,0-1 1 0 0,0 0 0 0 0,-1 1-1 0 0,1-1 1 0 0,0 0 0 0 0,3 0-1 0 0,-4-1-1 0 0,0 1 1 0 0,0 0-1 0 0,-1-1 0 0 0,1 1 0 0 0,0 0 1 0 0,0 0-1 0 0,0-1 0 0 0,0 1 0 0 0,-1 0 1 0 0,1 0-1 0 0,0 0 0 0 0,0 0 0 0 0,0 0 1 0 0,0 0-1 0 0,0 0 0 0 0,-1 1 0 0 0,1-1 1 0 0,0 0-1 0 0,0 0 0 0 0,0 1 0 0 0,0-1 1 0 0,-1 1-1 0 0,1-1 0 0 0,0 0 0 0 0,0 1 0 0 0,-1-1 1 0 0,1 1-1 0 0,0 0 0 0 0,-1-1 0 0 0,1 1 1 0 0,-1-1-1 0 0,1 1 0 0 0,-1 0 0 0 0,1 0 1 0 0,-1-1-1 0 0,1 2 0 0 0,4 5 48 0 0,-1-1 0 0 0,0 0 0 0 0,0 1 0 0 0,-1 0 0 0 0,0 0 0 0 0,0 0 0 0 0,-1 0 0 0 0,0 1 0 0 0,0-1 0 0 0,-1 1-1 0 0,1-1 1 0 0,-2 1 0 0 0,1-1 0 0 0,-1 9 0 0 0,-1-10 26 0 0,1 1 1 0 0,-1-1-1 0 0,0 0 0 0 0,-1 0 0 0 0,1 0 0 0 0,-1 0 1 0 0,-1 0-1 0 0,1 0 0 0 0,-1 0 0 0 0,0-1 0 0 0,0 1 1 0 0,0-1-1 0 0,-5 6 0 0 0,2-6-6 0 0,1 1 0 0 0,-1-1 1 0 0,0 0-1 0 0,0-1 0 0 0,0 1 0 0 0,-1-1 0 0 0,1 0 1 0 0,-1-1-1 0 0,0 1 0 0 0,-9 2 0 0 0,7-4-87 0 0,1 0 1 0 0,0-1-1 0 0,-1 1 0 0 0,1-2 0 0 0,-1 1 0 0 0,-15-2 0 0 0,4 1-682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29.267"/>
    </inkml:context>
    <inkml:brush xml:id="br0">
      <inkml:brushProperty name="width" value="0.1" units="cm"/>
      <inkml:brushProperty name="height" value="0.1" units="cm"/>
      <inkml:brushProperty name="color" value="#008C3A"/>
    </inkml:brush>
  </inkml:definitions>
  <inkml:trace contextRef="#ctx0" brushRef="#br0">185 29 919 0 0,'0'0'5891'0'0,"-17"0"-1094"0"0,9 0-4053 0 0,-1 0 504 0 0,0 0 1 0 0,-16 2 0 0 0,22-1-1091 0 0,0 0 0 0 0,0 0 0 0 0,0 0 0 0 0,0 0-1 0 0,0 0 1 0 0,0 1 0 0 0,0-1 0 0 0,1 1 0 0 0,-1 0 0 0 0,0 0-1 0 0,-3 4 1 0 0,5-5-137 0 0,-11 10 410 0 0,-17 23-1 0 0,26-30-389 0 0,0 1 0 0 0,0 0 0 0 0,0 1 0 0 0,0-1-1 0 0,1 0 1 0 0,0 1 0 0 0,0-1 0 0 0,-1 9 0 0 0,-3 9 133 0 0,5-20-157 0 0,0 1 0 0 0,0-1 0 0 0,0 0 0 0 0,0 1 0 0 0,0-1 0 0 0,1 1 0 0 0,0-1 0 0 0,0 1 0 0 0,0-1 0 0 0,0 1 0 0 0,0-1 0 0 0,1 1 0 0 0,-1-1 0 0 0,1 0 0 0 0,2 6 0 0 0,3 2-17 0 0,-5-9-1 0 0,1 2 0 0 0,0-1-1 0 0,-1 0 1 0 0,0 0 0 0 0,0 0 0 0 0,0 1 0 0 0,0-1 0 0 0,0 5 0 0 0,0-7-2 0 0,-1-1 0 0 0,0 0 1 0 0,1 1-1 0 0,-1-1 1 0 0,0 0-1 0 0,0 1 1 0 0,1-1-1 0 0,-1 0 0 0 0,0 0 1 0 0,1 0-1 0 0,-1 1 1 0 0,1-1-1 0 0,-1 0 1 0 0,0 0-1 0 0,1 0 0 0 0,-1 0 1 0 0,1 0-1 0 0,-1 1 1 0 0,1-1-1 0 0,1 0 1 0 0,3 4 2 0 0,0 0 0 0 0,0 1-1 0 0,0-1 1 0 0,-1 1 0 0 0,0 0 0 0 0,0 0-1 0 0,4 6 1 0 0,10 12-58 0 0,-17-22 58 0 0,-1-1 0 0 0,0 1-1 0 0,1-1 1 0 0,-1 0 0 0 0,0 1-1 0 0,1-1 1 0 0,-1 0 0 0 0,0 1 0 0 0,1-1-1 0 0,-1 0 1 0 0,1 1 0 0 0,-1-1-1 0 0,1 0 1 0 0,-1 0 0 0 0,1 0-1 0 0,-1 1 1 0 0,1-1 0 0 0,-1 0 0 0 0,1 0-1 0 0,-1 0 1 0 0,1 0 0 0 0,-1 0-1 0 0,1 0 1 0 0,-1 0 0 0 0,1 0-1 0 0,-1 0 1 0 0,1 0 0 0 0,-1 0 0 0 0,1 0-1 0 0,-1-1 1 0 0,1 1 0 0 0,-1 0-1 0 0,1 0 1 0 0,-1 0 0 0 0,1-1 0 0 0,-1 1-1 0 0,1 0 1 0 0,0-1 0 0 0,-1 1-1 0 0,1-1 1 0 0,-1 1-1 0 0,1-1 0 0 0,0 1 1 0 0,-1 0-1 0 0,1 0 1 0 0,0-1-1 0 0,-1 1 1 0 0,1 0-1 0 0,0 0 1 0 0,0 0-1 0 0,-1 0 0 0 0,1 0 1 0 0,0 0-1 0 0,0 0 1 0 0,-1 0-1 0 0,1 0 1 0 0,0 0-1 0 0,1 0 1 0 0,0 1-7 0 0,1 1 0 0 0,0-1 0 0 0,-1 1 0 0 0,1-1 0 0 0,-1 1 1 0 0,0 0-1 0 0,3 2 0 0 0,-3-2 7 0 0,0 0 0 0 0,0 0 0 0 0,1 0 1 0 0,-1-1-1 0 0,1 1 0 0 0,0 0 0 0 0,-1-1 0 0 0,5 2 0 0 0,-2-2 12 0 0,0 0-1 0 0,0 0 0 0 0,0-1 1 0 0,0 1-1 0 0,0-1 0 0 0,0 0 1 0 0,0 0-1 0 0,0-1 0 0 0,0 1 1 0 0,0-1-1 0 0,0-1 1 0 0,0 1-1 0 0,0 0 0 0 0,0-1 1 0 0,0 0-1 0 0,7-5 0 0 0,-7 4 62 0 0,1-1-1 0 0,-1 0 1 0 0,0 0 0 0 0,0 0-1 0 0,0-1 1 0 0,-1 0-1 0 0,1 0 1 0 0,-1 0-1 0 0,-1 0 1 0 0,1 0-1 0 0,-1-1 1 0 0,5-9-1 0 0,-4 4 18 0 0,-1-1-1 0 0,0 1 1 0 0,-1 0 0 0 0,0-1-1 0 0,-1 0 1 0 0,0 1-1 0 0,-1-1 1 0 0,0 0 0 0 0,-2-13-1 0 0,0 14 49 0 0,0 1 1 0 0,-5-19-1 0 0,3 17 2 0 0,3 6-70 0 0,-2-1 0 0 0,1 1 0 0 0,-1 1 0 0 0,0-1 0 0 0,0 0 0 0 0,0 1 0 0 0,-1-1 0 0 0,0 1 0 0 0,0 0 0 0 0,-1 0 0 0 0,1 1 0 0 0,-1-1 0 0 0,0 1-1 0 0,0 0 1 0 0,0 0 0 0 0,-1 1 0 0 0,1-1 0 0 0,-1 1 0 0 0,0 0 0 0 0,0 1 0 0 0,0 0 0 0 0,0 0 0 0 0,-1 0 0 0 0,1 1 0 0 0,0-1 0 0 0,-1 1 0 0 0,1 1 0 0 0,-8-1 0 0 0,11 1-40 0 0,-6 0-94 0 0,0 0 0 0 0,0 1 0 0 0,1 0-1 0 0,-13 2 1 0 0,19-2-140 0 0,0 0 0 0 0,-1 0 0 0 0,1 0 0 0 0,0 0 0 0 0,0 0 0 0 0,0 0 0 0 0,0 0 0 0 0,0 1 0 0 0,0-1 0 0 0,0 1 0 0 0,0-1 0 0 0,0 1 0 0 0,1 0 0 0 0,-1 0 0 0 0,1 0 0 0 0,-1 0 0 0 0,1 0 0 0 0,0 0 1 0 0,0 0-1 0 0,-1 3 0 0 0,-2 5-1846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30.952"/>
    </inkml:context>
    <inkml:brush xml:id="br0">
      <inkml:brushProperty name="width" value="0.1" units="cm"/>
      <inkml:brushProperty name="height" value="0.1" units="cm"/>
      <inkml:brushProperty name="color" value="#008C3A"/>
    </inkml:brush>
  </inkml:definitions>
  <inkml:trace contextRef="#ctx0" brushRef="#br0">3 6 3223 0 0,'-2'-5'17336'0'0,"20"26"-17190"0"0,-5-5-52 0 0,13 20 0 0 0,27 55 30 0 0,20 28 101 0 0,-53-88-118 0 0,-19-30 23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31.349"/>
    </inkml:context>
    <inkml:brush xml:id="br0">
      <inkml:brushProperty name="width" value="0.1" units="cm"/>
      <inkml:brushProperty name="height" value="0.1" units="cm"/>
      <inkml:brushProperty name="color" value="#008C3A"/>
    </inkml:brush>
  </inkml:definitions>
  <inkml:trace contextRef="#ctx0" brushRef="#br0">5 451 919 0 0,'-1'-1'13126'0'0,"-2"-7"-11642"0"0,3 4-1304 0 0,-1 1 0 0 0,1-1 0 0 0,0 0 0 0 0,1 0 1 0 0,-1 0-1 0 0,1 0 0 0 0,-1 0 0 0 0,1 0 1 0 0,0 1-1 0 0,1-1 0 0 0,-1 0 0 0 0,3-4 0 0 0,-1 1 20 0 0,1 1 0 0 0,0-1 0 0 0,0 1-1 0 0,1 0 1 0 0,8-9 0 0 0,35-47 601 0 0,20-3-415 0 0,23-24-188 0 0,-71 68-165 0 0,0-2 1 0 0,20-32-1 0 0,-38 51-12 0 0,16-16 85 0 0,-17 19-29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31.780"/>
    </inkml:context>
    <inkml:brush xml:id="br0">
      <inkml:brushProperty name="width" value="0.1" units="cm"/>
      <inkml:brushProperty name="height" value="0.1" units="cm"/>
      <inkml:brushProperty name="color" value="#008C3A"/>
    </inkml:brush>
  </inkml:definitions>
  <inkml:trace contextRef="#ctx0" brushRef="#br0">1 0 11519 0 0,'0'2'528'0'0,"1"4"-10"0"0,3 18 5930 0 0,-3-24-6310 0 0,4 2-80 0 0,-1 0 0 0 0,1 0 0 0 0,0 0 0 0 0,-1 0-1 0 0,0 1 1 0 0,0 0 0 0 0,0 0 0 0 0,0 0 0 0 0,0 0 0 0 0,0 1-1 0 0,-1-1 1 0 0,5 7 0 0 0,-1 1 35 0 0,-1 0 0 0 0,0 0-1 0 0,6 16 1 0 0,-7-15-64 0 0,0 0 1 0 0,1-1-1 0 0,9 13 0 0 0,-3-6 15 0 0,-2 0-1 0 0,15 33 1 0 0,-15-31-31 0 0,14 20 12 0 0,-4-10 10 0 0,-19-28-162 0 0,-1-1 4 0 0,1 1 0 0 0,0 0 0 0 0,0-1 0 0 0,0 1-1 0 0,0-1 1 0 0,0 1 0 0 0,0-1 0 0 0,0 0 0 0 0,0 1 0 0 0,3 1 0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32.113"/>
    </inkml:context>
    <inkml:brush xml:id="br0">
      <inkml:brushProperty name="width" value="0.1" units="cm"/>
      <inkml:brushProperty name="height" value="0.1" units="cm"/>
      <inkml:brushProperty name="color" value="#008C3A"/>
    </inkml:brush>
  </inkml:definitions>
  <inkml:trace contextRef="#ctx0" brushRef="#br0">1 261 8863 0 0,'0'0'808'0'0,"0"-2"-664"0"0,2-5 762 0 0,-1 4 90 0 0,5-12 187 0 0,-4 9-798 0 0,1-1-1 0 0,0 1 0 0 0,0-1 1 0 0,0 1-1 0 0,1 0 1 0 0,4-5-1 0 0,12-15 827 0 0,-14 18-766 0 0,0 0 0 0 0,10-9 0 0 0,26-18 1036 0 0,-26 22-758 0 0,29-29 1 0 0,-44 41-715 0 0,1-1 1 0 0,-1 1-1 0 0,0 0 1 0 0,1 0 0 0 0,-1 0-1 0 0,1 0 1 0 0,0 0 0 0 0,-1 0-1 0 0,1 0 1 0 0,0 0 0 0 0,0 1-1 0 0,-1-1 1 0 0,1 0 0 0 0,0 1-1 0 0,0 0 1 0 0,4-1 0 0 0,-5 1-16 0 0,0 0 0 0 0,0-1 0 0 0,0 1 1 0 0,1-1-1 0 0,-1 1 0 0 0,0-1 1 0 0,0 0-1 0 0,0 1 0 0 0,0-1 1 0 0,0 0-1 0 0,0 0 0 0 0,0 0 1 0 0,0 0-1 0 0,1-1 0 0 0,10-7-1784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32.446"/>
    </inkml:context>
    <inkml:brush xml:id="br0">
      <inkml:brushProperty name="width" value="0.1" units="cm"/>
      <inkml:brushProperty name="height" value="0.1" units="cm"/>
      <inkml:brushProperty name="color" value="#008C3A"/>
    </inkml:brush>
  </inkml:definitions>
  <inkml:trace contextRef="#ctx0" brushRef="#br0">1 232 2759 0 0,'1'-14'204'0'0,"-1"9"-139"0"0,10-17 7445 0 0,-10 21-7407 0 0,2-7 417 0 0,0 0 0 0 0,1 0 0 0 0,0 0 0 0 0,0 0 1 0 0,0 1-1 0 0,5-8 0 0 0,14-19 779 0 0,-13 18-701 0 0,1 1-1 0 0,0 0 0 0 0,18-18 0 0 0,-27 31-667 0 0,0 1 1 0 0,0 0-1 0 0,0 0 1 0 0,0 0-1 0 0,0 0 1 0 0,0 0-1 0 0,0 0 1 0 0,1 0-1 0 0,-1 1 0 0 0,0-1 1 0 0,1 0-1 0 0,-1 1 1 0 0,1-1-1 0 0,-1 1 1 0 0,1-1-1 0 0,-1 1 1 0 0,1 0-1 0 0,1-1 1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32.763"/>
    </inkml:context>
    <inkml:brush xml:id="br0">
      <inkml:brushProperty name="width" value="0.1" units="cm"/>
      <inkml:brushProperty name="height" value="0.1" units="cm"/>
      <inkml:brushProperty name="color" value="#008C3A"/>
    </inkml:brush>
  </inkml:definitions>
  <inkml:trace contextRef="#ctx0" brushRef="#br0">0 176 3223 0 0,'2'-2'2090'0'0,"11"-16"2652"0"0,20-34 0 0 0,-23 33-3725 0 0,1 2 0 0 0,23-29 1 0 0,-18 25-548 0 0,-16 20-264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33.099"/>
    </inkml:context>
    <inkml:brush xml:id="br0">
      <inkml:brushProperty name="width" value="0.1" units="cm"/>
      <inkml:brushProperty name="height" value="0.1" units="cm"/>
      <inkml:brushProperty name="color" value="#008C3A"/>
    </inkml:brush>
  </inkml:definitions>
  <inkml:trace contextRef="#ctx0" brushRef="#br0">0 1 2303 0 0,'0'9'14642'0'0,"1"-8"-14345"0"0,16 18 145 0 0,-11-14-430 0 0,-1 1-1 0 0,0 1 1 0 0,0-1-1 0 0,0 1 1 0 0,0 0-1 0 0,4 11 1 0 0,-5-8 39 0 0,0-1 1 0 0,0 1 0 0 0,1-1-1 0 0,11 15 1 0 0,46 64 130 0 0,-51-74-159 0 0,-9-13-74 0 0,-1 1-1 0 0,1-1 0 0 0,-1 1 1 0 0,1 0-1 0 0,-1-1 1 0 0,0 1-1 0 0,0 0 0 0 0,0 0 1 0 0,0 0-1 0 0,1 2 1 0 0,6 9-3735 0 0,-5-10 2964 0 0,2 3-920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33.546"/>
    </inkml:context>
    <inkml:brush xml:id="br0">
      <inkml:brushProperty name="width" value="0.1" units="cm"/>
      <inkml:brushProperty name="height" value="0.1" units="cm"/>
      <inkml:brushProperty name="color" value="#008C3A"/>
    </inkml:brush>
  </inkml:definitions>
  <inkml:trace contextRef="#ctx0" brushRef="#br0">37 392 919 0 0,'-1'-2'67'0'0,"-8"-22"-99"0"0,5 16 2052 0 0,1-1 1 0 0,0 0-1 0 0,-4-18 0 0 0,4 2 1491 0 0,0 9-2511 0 0,1 1 1 0 0,1-1-1 0 0,0 0 0 0 0,3-24 0 0 0,0 21-297 0 0,1 0 1 0 0,9-28-1 0 0,-10 40-585 0 0,1 1 1 0 0,0-1-1 0 0,0 1 0 0 0,0-1 1 0 0,1 1-1 0 0,-1 0 1 0 0,1 0-1 0 0,1 1 0 0 0,-1-1 1 0 0,7-4-1 0 0,-8 7-93 0 0,0 1-1 0 0,1 0 1 0 0,-1 0 0 0 0,1 0-1 0 0,5-1 1 0 0,6-4 86 0 0,-14 6 22 0 0,1 0-69 0 0,0 0-44 0 0,17-2 24 0 0,-17 3-42 0 0,0 0 0 0 0,0 0 1 0 0,0 0-1 0 0,-1 1 0 0 0,1-1 0 0 0,0 1 0 0 0,0-1 0 0 0,0 1 1 0 0,-1 0-1 0 0,1-1 0 0 0,0 1 0 0 0,-1 0 0 0 0,1 0 0 0 0,0 0 1 0 0,-1 0-1 0 0,1 1 0 0 0,-1-1 0 0 0,0 0 0 0 0,1 1 0 0 0,-1-1 1 0 0,0 1-1 0 0,0-1 0 0 0,0 1 0 0 0,0-1 0 0 0,0 1 0 0 0,0 0 0 0 0,-1-1 1 0 0,1 1-1 0 0,0 3 0 0 0,2 4 68 0 0,0 0 0 0 0,-1 0 1 0 0,-1 0-1 0 0,2 15 0 0 0,-3-5-11 0 0,-1 1-1 0 0,-1 0 1 0 0,-1-1 0 0 0,0 0-1 0 0,-7 23 1 0 0,8-38-34 0 0,2-1-19 0 0,-1 0 0 0 0,0 0 0 0 0,0 0 0 0 0,0 0 0 0 0,-1 0 0 0 0,1 0 0 0 0,-1 0 0 0 0,0-1 0 0 0,1 1 0 0 0,-4 2 0 0 0,3-4 24 0 0,-1-5-83 0 0,0 0-40 0 0,5-10 30 0 0,-1 11 38 0 0,-1 2 18 0 0,1-1 1 0 0,-1 1-1 0 0,1 0 0 0 0,-1 0 1 0 0,1-1-1 0 0,0 1 1 0 0,-1 0-1 0 0,1 0 1 0 0,0 0-1 0 0,0 0 1 0 0,0 0-1 0 0,0 0 0 0 0,1-1 1 0 0,0 0 8 0 0,0 1 0 0 0,0-1 0 0 0,0 0 0 0 0,0 1 0 0 0,0-1 0 0 0,0 1 0 0 0,1-1 1 0 0,-1 1-1 0 0,0 0 0 0 0,1 0 0 0 0,-1 0 0 0 0,1 1 0 0 0,0-1 0 0 0,-1 0 0 0 0,1 1 0 0 0,4 0 0 0 0,-2-1-9 0 0,-1 2-1 0 0,1-1 0 0 0,-1 0 0 0 0,1 1 0 0 0,0 0 1 0 0,-1 0-1 0 0,7 3 0 0 0,-1 1 8 0 0,1 0 0 0 0,-1 1 0 0 0,0 0 0 0 0,-1 1 0 0 0,12 10 0 0 0,-19-15 0 0 0,1 1 0 0 0,0 0 0 0 0,-1-1 1 0 0,0 1-1 0 0,0 0 0 0 0,1 1 0 0 0,-2-1 0 0 0,4 6 0 0 0,8 38-8 0 0,-9-33 0 0 0,-3-12-290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34.582"/>
    </inkml:context>
    <inkml:brush xml:id="br0">
      <inkml:brushProperty name="width" value="0.1" units="cm"/>
      <inkml:brushProperty name="height" value="0.1" units="cm"/>
      <inkml:brushProperty name="color" value="#008C3A"/>
    </inkml:brush>
  </inkml:definitions>
  <inkml:trace contextRef="#ctx0" brushRef="#br0">0 218 2759 0 0,'0'0'15430'0'0,"1"1"-15149"0"0,9 13 100 0 0,0-1 0 0 0,1 0 0 0 0,1-1 0 0 0,16 13 0 0 0,-21-19-363 0 0,1 1-1 0 0,-1 0 0 0 0,0 0 1 0 0,0 1-1 0 0,7 11 1 0 0,26 46 77 0 0,-28-44-87 0 0,5 10 34 0 0,-7-13 36 0 0,20 28 0 0 0,-24-39-56 0 0,-5-6 110 0 0,-2-3-135 0 0,1 0-1 0 0,-1 0 1 0 0,1 0-1 0 0,-1 0 1 0 0,0 0-1 0 0,0 0 1 0 0,0 1-1 0 0,-2-4 1 0 0,3 4 0 0 0,-14-20-223 0 0,-2 0 0 0 0,-17-19 0 0 0,-1-1 226 0 0,-6-16-68 0 0,-6-7 72 0 0,22 42-4 0 0,20 18 0 0 0,3 0-10 0 0,0 2-33 0 0,1 2 43 0 0,0 0-1 0 0,0-1 1 0 0,0 1 0 0 0,1 0-1 0 0,-1 0 1 0 0,0 0 0 0 0,0-1-1 0 0,0 1 1 0 0,1 0 0 0 0,-1 0-1 0 0,0 0 1 0 0,0 0 0 0 0,1-1-1 0 0,-1 1 1 0 0,0 0 0 0 0,0 0-1 0 0,1 0 1 0 0,-1 0 0 0 0,0 0-1 0 0,0 0 1 0 0,1 0 0 0 0,-1 0-1 0 0,0 0 1 0 0,1 0 0 0 0,-1 0-1 0 0,0 0 1 0 0,0 0 0 0 0,1 0-1 0 0,-1 0 1 0 0,0 0 0 0 0,0 0-1 0 0,1 0 1 0 0,-1 0 0 0 0,0 0 0 0 0,1 1-1 0 0,13 0 3 0 0,-14-1-3 0 0,8 2 0 0 0,-1 0 0 0 0,1 0 0 0 0,-1 0 0 0 0,9 5 0 0 0,19 5 60 0 0,7 3-49 0 0,-34-11-2 0 0,-1-1 0 0 0,1 0 0 0 0,0 0 0 0 0,0-1 0 0 0,0 0 0 0 0,0-1 0 0 0,11 1 0 0 0,-9-2-3 0 0,-7 1-2 0 0,-1-1 0 0 0,1 0 0 0 0,0 0 0 0 0,0 0 0 0 0,0 0 0 0 0,-1 0 0 0 0,1-1-1 0 0,0 1 1 0 0,-1-1 0 0 0,1 0 0 0 0,0 0 0 0 0,-1 0 0 0 0,1 0 0 0 0,-1 0 0 0 0,1 0 0 0 0,-1-1-1 0 0,0 1 1 0 0,5-4 0 0 0,-5 1 14 0 0,1 1 0 0 0,0 0 0 0 0,-1-1 0 0 0,0 1 0 0 0,0-1-1 0 0,0 0 1 0 0,0 1 0 0 0,0-1 0 0 0,-1 0 0 0 0,0 0 0 0 0,1 0 0 0 0,-2 0 0 0 0,1-1 0 0 0,0 1-1 0 0,-1 0 1 0 0,0 0 0 0 0,0-8 0 0 0,-2-5 31 0 0,-1 1 1 0 0,0-1-1 0 0,-7-19 0 0 0,4 13-21 0 0,-5-31-27 0 0,5 38-1 0 0,-3 3 13 0 0,6 6 66 0 0,-1-4-141 0 0,1 11 348 0 0,1 5 448 0 0,-1 0-740 0 0,2-4 46 0 0,3-4 186 0 0,-2 3-226 0 0,0-1-1 0 0,1 1 0 0 0,-1-1 0 0 0,0 1 0 0 0,1-1 0 0 0,-1 1 0 0 0,0-1 1 0 0,1 1-1 0 0,-1 0 0 0 0,0-1 0 0 0,1 1 0 0 0,-1 0 0 0 0,1-1 0 0 0,-1 1 1 0 0,1 0-1 0 0,-1-1 0 0 0,1 1 0 0 0,-1 0 0 0 0,1 0 0 0 0,-1 0 0 0 0,1-1 1 0 0,-1 1-1 0 0,1 0 0 0 0,-1 0 0 0 0,1 0 0 0 0,-1 0 0 0 0,1 0 0 0 0,-1 0 1 0 0,1 0-1 0 0,-1 0 0 0 0,2 0 0 0 0,0 2 6 0 0,0-1 0 0 0,0 0 0 0 0,-1 0 0 0 0,1 1 0 0 0,0-1 0 0 0,0 1 0 0 0,-1-1 0 0 0,2 3-1 0 0,45 57 11 0 0,6 6-17 0 0,-44-54 3 0 0,0 0 0 0 0,12 22 0 0 0,-12-18 0 0 0,19 24 0 0 0,-5-14-2 0 0,29 36 15 0 0,-52-61 72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35.010"/>
    </inkml:context>
    <inkml:brush xml:id="br0">
      <inkml:brushProperty name="width" value="0.1" units="cm"/>
      <inkml:brushProperty name="height" value="0.1" units="cm"/>
      <inkml:brushProperty name="color" value="#008C3A"/>
    </inkml:brush>
  </inkml:definitions>
  <inkml:trace contextRef="#ctx0" brushRef="#br0">0 1 1375 0 0,'3'18'9404'0'0,"1"-5"-4704"0"0,8 13-4663 0 0,-4-11 1158 0 0,-6-11-928 0 0,0-1 0 0 0,1 1-1 0 0,0-1 1 0 0,4 6 0 0 0,6 7-3 0 0,-9-11-141 0 0,0-1 0 0 0,0 1 0 0 0,0-1 0 0 0,0 1 0 0 0,9 5 0 0 0,7 7 229 0 0,-12-8-251 0 0,-1 0-1 0 0,0 0 0 0 0,-1 1 1 0 0,0 0-1 0 0,0 0 0 0 0,-1 1 1 0 0,4 12-1 0 0,-3-10-24 0 0,-4-9-46 0 0,8 14 119 0 0,-6-10-82 0 0,-3-6-57 0 0,0 0-1 0 0,0-1 1 0 0,0 1 0 0 0,0 0 0 0 0,0 0-1 0 0,1 0 1 0 0,-1-1 0 0 0,0 1 0 0 0,1-1-1 0 0,2 3 1 0 0,23 22 138 0 0,-25-24-137 0 0,-1 0 1 0 0,1 1-1 0 0,-1-1 0 0 0,1 0 0 0 0,-1 1 0 0 0,2 3 0 0 0,0 1 14 0 0,-2-6-1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35.347"/>
    </inkml:context>
    <inkml:brush xml:id="br0">
      <inkml:brushProperty name="width" value="0.1" units="cm"/>
      <inkml:brushProperty name="height" value="0.1" units="cm"/>
      <inkml:brushProperty name="color" value="#008C3A"/>
    </inkml:brush>
  </inkml:definitions>
  <inkml:trace contextRef="#ctx0" brushRef="#br0">1 1 5527 0 0,'5'25'12172'0'0,"2"-22"-12672"0"0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36.334"/>
    </inkml:context>
    <inkml:brush xml:id="br0">
      <inkml:brushProperty name="width" value="0.1" units="cm"/>
      <inkml:brushProperty name="height" value="0.1" units="cm"/>
      <inkml:brushProperty name="color" value="#008C3A"/>
    </inkml:brush>
  </inkml:definitions>
  <inkml:trace contextRef="#ctx0" brushRef="#br0">1 179 2759 0 0,'0'0'7866'0'0,"1"1"-7129"0"0,17 27 1051 0 0,-9-24-900 0 0,-3-1-628 0 0,-4-1-112 0 0,1 1 0 0 0,0-1 0 0 0,-1 1 0 0 0,1 0 0 0 0,-1 0 0 0 0,0 0 0 0 0,0 1-1 0 0,0-1 1 0 0,-1 0 0 0 0,3 7 0 0 0,-2-5-50 0 0,0 0 0 0 0,0 0-1 0 0,1-1 1 0 0,0 1 0 0 0,3 4-1 0 0,5 7 204 0 0,-9-14-263 0 0,-1 0 0 0 0,0 1 0 0 0,1-1 0 0 0,-1 0 0 0 0,1 0 0 0 0,0 0 0 0 0,0-1 0 0 0,-1 1 0 0 0,1 0 0 0 0,0-1-1 0 0,1 1 1 0 0,-1-1 0 0 0,3 2 0 0 0,-3-1-20 0 0,1-1 0 0 0,-1 1 0 0 0,1 0-1 0 0,-1 0 1 0 0,0 0 0 0 0,0 0 0 0 0,0 0 0 0 0,0 0-1 0 0,0 1 1 0 0,0-1 0 0 0,-1 1 0 0 0,1-1-1 0 0,-1 1 1 0 0,0 0 0 0 0,0 0 0 0 0,0-1 0 0 0,1 7-1 0 0,-1-6-10 0 0,0 0 0 0 0,0 0-1 0 0,0-1 1 0 0,0 1 0 0 0,1 0-1 0 0,-1 0 1 0 0,1-1 0 0 0,-1 1-1 0 0,1 0 1 0 0,0-1 0 0 0,0 0-1 0 0,0 1 1 0 0,0-1 0 0 0,1 0-1 0 0,4 3 1 0 0,-2-2 5 0 0,-1 0 0 0 0,1 1-1 0 0,-1-1 1 0 0,1 1 0 0 0,-1 0 0 0 0,0 0 0 0 0,5 7-1 0 0,-5-5-2 0 0,1-1-1 0 0,0 1 1 0 0,7 4-1 0 0,-11-8-5 0 0,0-1 1 0 0,0 1 0 0 0,0-1-1 0 0,0 1 1 0 0,0 0-1 0 0,0-1 1 0 0,0 1-1 0 0,-1 0 1 0 0,1 0-1 0 0,-1-1 1 0 0,1 1 0 0 0,-1 0-1 0 0,0 0 1 0 0,1 2-1 0 0,-1 1 9 0 0,4 9 47 0 0,-4-12 134 0 0,1-14-65 0 0,-2 4-89 0 0,1 6-74 0 0,-1 0 0 0 0,0 0 0 0 0,-1 1 0 0 0,1-1 0 0 0,0 0 0 0 0,0 1-1 0 0,-1-1 1 0 0,1 0 0 0 0,-3-1 0 0 0,0 0-182 0 0,-3-6-210 0 0,0 2-127 0 0,0-1 0 0 0,1 0 1 0 0,0 0-1 0 0,0 0 0 0 0,-4-10 1 0 0,8 15 403 0 0,1 0 0 0 0,-1 0 0 0 0,1 0 0 0 0,-1 1 0 0 0,0-1 0 0 0,0 1 0 0 0,0 0 0 0 0,-1-1 0 0 0,1 1 0 0 0,-1 0 0 0 0,-3-3 0 0 0,1 2 141 0 0,1-1 1 0 0,-1 0-1 0 0,1-1 1 0 0,0 1 0 0 0,1-1-1 0 0,-1 1 1 0 0,1-1-1 0 0,0 0 1 0 0,-3-7 0 0 0,5 10 36 0 0,1 1 0 0 0,-1 0 0 0 0,0-1 0 0 0,1 1 0 0 0,-1 0 0 0 0,0 0 0 0 0,0 0 1 0 0,0-1-1 0 0,0 1 0 0 0,0 0 0 0 0,0 0 0 0 0,0 1 0 0 0,0-1 0 0 0,0 0 0 0 0,-1 0 1 0 0,1 0-1 0 0,0 1 0 0 0,0-1 0 0 0,-1 1 0 0 0,1-1 0 0 0,-1 1 0 0 0,1-1 0 0 0,-3 1 1 0 0,2-1 38 0 0,1 0-12 0 0,0 0 0 0 0,0 0-1 0 0,0 1 1 0 0,0-1 0 0 0,0 0-1 0 0,0 0 1 0 0,0-1-1 0 0,0 1 1 0 0,1 0 0 0 0,-1 0-1 0 0,0 0 1 0 0,1 0 0 0 0,-1-1-1 0 0,1 1 1 0 0,-1 0 0 0 0,1-2-1 0 0,-3-4 261 0 0,-1 16 577 0 0,1-29-256 0 0,3 18-316 0 0,0-3 181 0 0,0 1 149 0 0,2 13-225 0 0,4 22-74 0 0,-6-29-206 0 0,3-4 54 0 0,-3 1-190 0 0,0 1 0 0 0,0 0 0 0 0,0 0 0 0 0,0 0 0 0 0,0-1 0 0 0,0 1 0 0 0,0 0 0 0 0,0 0 0 0 0,0 0 0 0 0,0 0 0 0 0,0-1 0 0 0,1 1-1 0 0,-1 0 1 0 0,0 0 0 0 0,0 0 0 0 0,0 0 0 0 0,0 0 0 0 0,0-1 0 0 0,0 1 0 0 0,1 0 0 0 0,-1 0 0 0 0,0 0 0 0 0,0 0 0 0 0,0 0 0 0 0,0 0 0 0 0,1 0 0 0 0,-1 0 0 0 0,0 0 0 0 0,0 0-1 0 0,0-1 1 0 0,0 1 0 0 0,1 0 0 0 0,-1 0 0 0 0,0 0 0 0 0,10-4 131 0 0,-10 3-136 0 0,1 1-1 0 0,-1-1 1 0 0,1 1 0 0 0,-1 0 0 0 0,0-1-1 0 0,1 1 1 0 0,-1 0 0 0 0,1-1 0 0 0,-1 1-1 0 0,1 0 1 0 0,-1 0 0 0 0,1-1 0 0 0,-1 1-1 0 0,1 0 1 0 0,0 0 0 0 0,-1 0 0 0 0,1 0-1 0 0,-1 0 1 0 0,1 0 0 0 0,-1 0 0 0 0,1 0-1 0 0,0 0 1 0 0,-1 0 0 0 0,1 0 0 0 0,-1 0-1 0 0,1 0 1 0 0,-1 0 0 0 0,1 1 0 0 0,-1-1-1 0 0,2 0 1 0 0,5 10 48 0 0,-7-9-46 0 0,1 0 0 0 0,-1 0-1 0 0,1 0 1 0 0,-1 0-1 0 0,1 0 1 0 0,-1-1 0 0 0,1 1-1 0 0,0 0 1 0 0,0 0-1 0 0,-1 0 1 0 0,1-1 0 0 0,0 1-1 0 0,0-1 1 0 0,0 1-1 0 0,0 0 1 0 0,-1-1-1 0 0,1 0 1 0 0,0 1 0 0 0,0-1-1 0 0,0 1 1 0 0,0-1-1 0 0,0 0 1 0 0,0 0 0 0 0,2 1-1 0 0,6-2 39 0 0,-7 1-38 0 0,-1 0-1 0 0,0-1 1 0 0,0 1-1 0 0,1 0 1 0 0,-1 0-1 0 0,0 0 1 0 0,1 0-1 0 0,-1 1 1 0 0,0-1-1 0 0,0 0 1 0 0,1 0-1 0 0,-1 1 1 0 0,0-1-1 0 0,0 1 1 0 0,0-1-1 0 0,0 1 1 0 0,1-1-1 0 0,-1 1 1 0 0,0 0-1 0 0,0 0 1 0 0,0-1-1 0 0,0 1 1 0 0,-1 0-1 0 0,3 2 1 0 0,6 10 17 0 0,-6-8-5 0 0,0-1 0 0 0,1 0 1 0 0,-1 0-1 0 0,1 0 0 0 0,6 6 1 0 0,-8-9-16 0 0,0 0 0 0 0,-1 0 1 0 0,1 0-1 0 0,0-1 0 0 0,0 1 1 0 0,-1 0-1 0 0,1-1 0 0 0,0 1 1 0 0,0-1-1 0 0,0 0 0 0 0,0 1 0 0 0,0-1 1 0 0,0 0-1 0 0,0 0 0 0 0,0 0 1 0 0,0-1-1 0 0,0 1 0 0 0,0 0 1 0 0,0-1-1 0 0,2 0 0 0 0,1 0 1 0 0,-1 0 0 0 0,1 0 0 0 0,0 1 0 0 0,0 0 0 0 0,0 0-1 0 0,8 1 1 0 0,-8-1 2 0 0,-1 1-1 0 0,1-1 0 0 0,0 0 0 0 0,-1 0 1 0 0,1 0-1 0 0,-1-1 0 0 0,1 0 1 0 0,5-1-1 0 0,7-1 45 0 0,-15 3-50 0 0,-1 0 0 0 0,1 0 1 0 0,0 0-1 0 0,-1 0 1 0 0,1 0-1 0 0,0-1 0 0 0,-1 1 1 0 0,4-1-1 0 0,1-3 0 0 0,-5 4 3 0 0,0-1 0 0 0,1 0 0 0 0,-1 1 0 0 0,0-1 0 0 0,1 0 0 0 0,-1 1 0 0 0,0 0 0 0 0,1-1 0 0 0,-1 1 0 0 0,1 0 0 0 0,-1 0 0 0 0,0 0 0 0 0,1 0 0 0 0,-1 0 0 0 0,1 0 0 0 0,-1 0 0 0 0,3 1 0 0 0,-3-1 0 0 0,1 0 1 0 0,-1 0-1 0 0,1 0 1 0 0,-1 0-1 0 0,1 0 1 0 0,-1 0 0 0 0,1 0-1 0 0,0-1 1 0 0,-1 1-1 0 0,0-1 1 0 0,1 1 0 0 0,-1-1-1 0 0,2 0 1 0 0,6-2 34 0 0,-6 7 28 0 0,-3-4-65 0 0,0 1 1 0 0,0-1-1 0 0,0 0 0 0 0,0 0 1 0 0,0 0-1 0 0,0 0 0 0 0,0 0 1 0 0,0 0-1 0 0,0 0 0 0 0,0 0 1 0 0,0 1-1 0 0,0-1 0 0 0,0 0 1 0 0,0 0-1 0 0,0 0 0 0 0,0 0 1 0 0,0 0-1 0 0,0 0 0 0 0,1 0 1 0 0,-1 0-1 0 0,0 1 0 0 0,0-1 1 0 0,0 0-1 0 0,0 0 0 0 0,0 0 1 0 0,0 0-1 0 0,0 0 1 0 0,0 0-1 0 0,0 0 0 0 0,0 0 1 0 0,0 0-1 0 0,0 0 0 0 0,1 0 1 0 0,-1 0-1 0 0,0 0 0 0 0,0 1 1 0 0,0-1-1 0 0,0 0 0 0 0,0 0 1 0 0,0 0-1 0 0,0 0 0 0 0,0 0 1 0 0,1 0-1 0 0,-1 0 0 0 0,0 0 1 0 0,0 0-1 0 0,0 0 0 0 0,0 0 1 0 0,0 0-1 0 0,0 0 0 0 0,0 0 1 0 0,0 0-1 0 0,1 0 0 0 0,-1-1 1 0 0,0 1-1 0 0,0 0 0 0 0,0 0 1 0 0,0 0-1 0 0,10-25 124 0 0,-7 17-70 0 0,0 0 0 0 0,0 0 1 0 0,0 0-1 0 0,1-9 0 0 0,-4 15-45 0 0,0 1 1 0 0,0 0-1 0 0,0 0 0 0 0,1-1 0 0 0,-1 1 1 0 0,0 0-1 0 0,-1-1 0 0 0,1 1 0 0 0,0 0 1 0 0,0 0-1 0 0,0-1 0 0 0,-1 1 0 0 0,1 0 1 0 0,-2-2-1 0 0,-1-7 75 0 0,1 4-35 0 0,0-1 0 0 0,0 1 0 0 0,-4-8 0 0 0,-3-7 63 0 0,4 11-15 0 0,0 1 0 0 0,0-1 0 0 0,-1 1-1 0 0,0 1 1 0 0,-1-1 0 0 0,0 1 0 0 0,0 0-1 0 0,-14-11 1 0 0,0-6 74 0 0,18 20-138 0 0,0 0 0 0 0,-1 1 0 0 0,1-1 0 0 0,-1 1 0 0 0,-9-7 0 0 0,3 4-34 0 0,-17-17 0 0 0,8 0-6498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37.065"/>
    </inkml:context>
    <inkml:brush xml:id="br0">
      <inkml:brushProperty name="width" value="0.1" units="cm"/>
      <inkml:brushProperty name="height" value="0.1" units="cm"/>
      <inkml:brushProperty name="color" value="#008C3A"/>
    </inkml:brush>
  </inkml:definitions>
  <inkml:trace contextRef="#ctx0" brushRef="#br0">47 107 9791 0 0,'0'0'475'0'0,"0"-1"-206"0"0,-4-18-293 0 0,2 11 2786 0 0,2 14-272 0 0,2-2-2150 0 0,3 13-83 0 0,5 21-172 0 0,8 25 78 0 0,-11-42-121 0 0,7 39-1 0 0,2 26 35 0 0,2 15 96 0 0,-17-93-456 0 0,2 20 1290 0 0,-3-26-563 0 0,0-4-62 0 0,-4-14-83 0 0,-25-125 278 0 0,26 127-459 0 0,-9-22-1 0 0,-1-8 233 0 0,-20-53 447 0 0,32 95-790 0 0,-19-61 171 0 0,16 49-132 0 0,-2-5 24 0 0,4 15-54 0 0,0 0-1 0 0,1 0 1 0 0,0 0 0 0 0,0-1-1 0 0,0 1 1 0 0,0 0 0 0 0,1-1-1 0 0,0 1 1 0 0,0 0 0 0 0,0-1-1 0 0,0 1 1 0 0,2-8 0 0 0,-2 11 57 0 0,13 6 6 0 0,-7-1-65 0 0,1-1 1 0 0,0 2-1 0 0,-1-1 0 0 0,11 10 0 0 0,5 4-15 0 0,-9-8 2 0 0,0 2 0 0 0,-1-1 0 0 0,0 1 0 0 0,-1 1 0 0 0,11 17 0 0 0,-10-16 51 0 0,1-1-1 0 0,25 22 1 0 0,-17-17-35 0 0,-7-4 44 0 0,0 1 1 0 0,-1 0-1 0 0,12 18 1 0 0,-24-32 172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37.398"/>
    </inkml:context>
    <inkml:brush xml:id="br0">
      <inkml:brushProperty name="width" value="0.1" units="cm"/>
      <inkml:brushProperty name="height" value="0.1" units="cm"/>
      <inkml:brushProperty name="color" value="#008C3A"/>
    </inkml:brush>
  </inkml:definitions>
  <inkml:trace contextRef="#ctx0" brushRef="#br0">0 81 9791 0 0,'2'8'6392'0'0,"15"-22"-5508"0"0,-13 11-498 0 0,0-1 1 0 0,1 1-1 0 0,-1-1 1 0 0,10-4-1 0 0,-13 8 49 0 0,12-11 330 0 0,-7 5-532 0 0,10-8 74 0 0,-16 14-297 0 0,1-1-1 0 0,-1 1 0 0 0,1 0 0 0 0,-1-1 1 0 0,1 1-1 0 0,-1 0 0 0 0,1 0 0 0 0,-1 0 0 0 0,1 0 1 0 0,-1-1-1 0 0,1 1 0 0 0,0 0 0 0 0,-1 0 1 0 0,1 0-1 0 0,-1 0 0 0 0,1 0 0 0 0,-1 0 1 0 0,1 0-1 0 0,0 1 0 0 0,-1-1 0 0 0,1 0 0 0 0,-1 0 1 0 0,1 0-1 0 0,-1 0 0 0 0,1 1 0 0 0,-1-1 1 0 0,2 1-1 0 0,-1-2 2 0 0,-1 1 0 0 0,1-1 1 0 0,0 1-1 0 0,0-1 0 0 0,0 0 0 0 0,0 0 1 0 0,-1 1-1 0 0,1-1 0 0 0,0 0 1 0 0,1-2-1 0 0,-2 3-3 0 0,2-2-430 0 0,5-7 1076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37.905"/>
    </inkml:context>
    <inkml:brush xml:id="br0">
      <inkml:brushProperty name="width" value="0.1" units="cm"/>
      <inkml:brushProperty name="height" value="0.1" units="cm"/>
      <inkml:brushProperty name="color" value="#008C3A"/>
    </inkml:brush>
  </inkml:definitions>
  <inkml:trace contextRef="#ctx0" brushRef="#br0">0 9 5983 0 0,'2'-9'10875'0'0,"-1"10"-10765"0"0,1 0 0 0 0,-1 1 1 0 0,1-1-1 0 0,-1 0 0 0 0,0 0 0 0 0,1 1 0 0 0,-1-1 1 0 0,2 4-1 0 0,-1-2 79 0 0,33 34 1058 0 0,-26-29-1197 0 0,-1 0 0 0 0,0 1 0 0 0,0 0-1 0 0,7 11 1 0 0,3 8 70 0 0,28 34 0 0 0,9 18 16 0 0,-38-53-119 0 0,-14-22-10 0 0,0 1 0 0 0,0-1 1 0 0,0 0-1 0 0,5 5 1 0 0,83 80 674 0 0,-91-89-659 0 0,0-1 0 0 0,0 0 0 0 0,1 1 0 0 0,-1-1-1 0 0,0 0 1 0 0,1 1 0 0 0,-1-1 0 0 0,0 0 0 0 0,1 0 0 0 0,-1 1-1 0 0,1-1 1 0 0,-1 0 0 0 0,0 0 0 0 0,1 0 0 0 0,-1 1 0 0 0,1-1-1 0 0,-1 0 1 0 0,0 0 0 0 0,1 0 0 0 0,-1 0 0 0 0,1 0 0 0 0,-1 0-1 0 0,1 0 1 0 0,-1 0 0 0 0,1 0 0 0 0,-1 0 0 0 0,1 0-1 0 0,0-1 8 0 0,0 1 0 0 0,0-1 0 0 0,-1 1 0 0 0,1-1 0 0 0,0 1 0 0 0,-1-1 0 0 0,1 0-1 0 0,-1 1 1 0 0,1-1 0 0 0,0 0 0 0 0,-1 0 0 0 0,0 1 0 0 0,1-2 0 0 0,11-32 566 0 0,-11 29-421 0 0,2-7-36 0 0,-2 7-93 0 0,0 1 1 0 0,0 0-1 0 0,1 0 0 0 0,-1 0 1 0 0,1 0-1 0 0,0 0 0 0 0,4-7 1 0 0,-4 8-44 0 0,0 1-1 0 0,0-1 1 0 0,-1 0 0 0 0,0 0 0 0 0,1 0 0 0 0,-1 0-1 0 0,0 0 1 0 0,0 0 0 0 0,-1 0 0 0 0,1-5 0 0 0,0 3-1 0 0,0 1-1 0 0,0-1 1 0 0,0 1 0 0 0,1-1 0 0 0,0 1 0 0 0,-1-1 0 0 0,2 1 0 0 0,-1 0 0 0 0,0 0-1 0 0,1 0 1 0 0,4-5 0 0 0,-4 5-2 0 0,-1 0 0 0 0,1 0 0 0 0,-1-1 0 0 0,4-7 0 0 0,-5 8 0 0 0,1-1 0 0 0,1 1 0 0 0,-1 0 0 0 0,0 0 0 0 0,1 0 0 0 0,3-4 0 0 0,5-9 0 0 0,-11 15 0 0 0,0 1 0 0 0,1 0 0 0 0,-1 0 0 0 0,1 0 0 0 0,-1-1 0 0 0,1 1 0 0 0,0 0 0 0 0,0 0 0 0 0,-1 0 0 0 0,1 0 0 0 0,0 0 0 0 0,0 0 0 0 0,0 0 0 0 0,0 0 0 0 0,0 1 0 0 0,0-1 0 0 0,0 0 0 0 0,0 1 0 0 0,0-1 0 0 0,1 0 0 0 0,-1 1 0 0 0,0-1 0 0 0,0 1 0 0 0,0 0 0 0 0,1-1 0 0 0,-1 1 0 0 0,0 0 0 0 0,2 0 0 0 0,-1 0 0 0 0,0 0 0 0 0,0-1 0 0 0,-1 1 0 0 0,1 0 0 0 0,0-1 0 0 0,0 1 0 0 0,0-1 0 0 0,-1 1 0 0 0,1-1 0 0 0,0 0 0 0 0,0 0 0 0 0,-1 0 0 0 0,1 0 0 0 0,-1 0 0 0 0,1 0 0 0 0,-1 0 0 0 0,1-1 0 0 0,-1 1 0 0 0,0 0 0 0 0,0-1 0 0 0,0 1 0 0 0,0-1 0 0 0,2-2 0 0 0,2-3 0 0 0,4-1-11 0 0,-6 8-4 0 0,-1 0 0 0 0,0 0 0 0 0,0 0 0 0 0,1 0-1 0 0,-1 0 1 0 0,0 1 0 0 0,0-1 0 0 0,1 1-1 0 0,-1-1 1 0 0,3 2 0 0 0,-3-1-332 0 0,0 0-1 0 0,0-1 1 0 0,1 1 0 0 0,-1 0 0 0 0,0-1-1 0 0,1 0 1 0 0,-1 0 0 0 0,1 1 0 0 0,-1-1-1 0 0,0-1 1 0 0,4 1 0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42.119"/>
    </inkml:context>
    <inkml:brush xml:id="br0">
      <inkml:brushProperty name="width" value="0.1" units="cm"/>
      <inkml:brushProperty name="height" value="0.1" units="cm"/>
      <inkml:brushProperty name="color" value="#008C3A"/>
    </inkml:brush>
  </inkml:definitions>
  <inkml:trace contextRef="#ctx0" brushRef="#br0">1286 1714 4143 0 0,'0'0'9608'0'0,"-7"-5"-8708"0"0,2 2-623 0 0,3 2-148 0 0,0-1-1 0 0,0 1 1 0 0,0 0 0 0 0,0-1-1 0 0,0 1 1 0 0,0-1 0 0 0,0 0-1 0 0,-2-3 1 0 0,3 3 208 0 0,0 2-295 0 0,1 0 0 0 0,-1 0 0 0 0,1 0 0 0 0,-1 0 0 0 0,1 0-1 0 0,-1-1 1 0 0,1 1 0 0 0,-1 0 0 0 0,1 0 0 0 0,-1 0 0 0 0,1 0-1 0 0,-1 0 1 0 0,1 1 0 0 0,-1-1 0 0 0,1 0 0 0 0,-1 0 0 0 0,1 0 0 0 0,-1 1-1 0 0,0-1-26 0 0,1 0-1 0 0,0 0 1 0 0,-1 0-1 0 0,1 0 0 0 0,-1 0 1 0 0,1 1-1 0 0,-1-1 1 0 0,1 0-1 0 0,-1 0 0 0 0,1 0 1 0 0,-1 0-1 0 0,1 0 1 0 0,-1 0-1 0 0,1 0 0 0 0,-1-1 1 0 0,1 1-1 0 0,0 0 1 0 0,-1 0-1 0 0,1 0 0 0 0,-1 0 1 0 0,1-1-1 0 0,-1 1 1 0 0,1 0-1 0 0,0 0 0 0 0,-1-1 1 0 0,1 1-1 0 0,0 0 1 0 0,-1-1-1 0 0,1 1 0 0 0,0 0 1 0 0,-1-1-1 0 0,1 1 1 0 0,0 0-1 0 0,-1-1 0 0 0,1 1 1 0 0,0-2-1 0 0,-7-8 184 0 0,-6-11 213 0 0,12 20-383 0 0,0 1-1 0 0,0-1 1 0 0,1 0-1 0 0,-1 0 1 0 0,0 1-1 0 0,0-1 1 0 0,0 1-1 0 0,0-1 1 0 0,-1 1-1 0 0,1-1 1 0 0,0 1-1 0 0,0-1 1 0 0,0 1-1 0 0,0 0 0 0 0,0 0 1 0 0,0 0-1 0 0,-1 0 1 0 0,1-1-1 0 0,-1 2 1 0 0,-3-1 58 0 0,0 0 0 0 0,0 0 1 0 0,0-1-1 0 0,0 1 0 0 0,0-1 0 0 0,0 0 1 0 0,0 0-1 0 0,0-1 0 0 0,1 1 0 0 0,-8-4 0 0 0,-1-2 91 0 0,1-1-1 0 0,-15-11 1 0 0,-3-2 34 0 0,-136-89 72 0 0,-11-3-230 0 0,21-4-53 0 0,80 56 0 0 0,55 43-11 0 0,0-1-1 0 0,1-1 1 0 0,1 0-1 0 0,1-1 1 0 0,-26-41-1 0 0,14 13-65 0 0,-41-94-1 0 0,42 68 48 0 0,-34-141-1 0 0,43 101 194 0 0,7 36-17 0 0,1 2 120 0 0,-9-44 180 0 0,14 101-370 0 0,5 16-57 0 0,0-1 1 0 0,1 0-1 0 0,-1 0 0 0 0,1 0 1 0 0,0-7-1 0 0,-2-17-3 0 0,2 27 1 0 0,0 1 0 0 0,0-1 0 0 0,0 0 0 0 0,0 0-1 0 0,0 1 1 0 0,0-1 0 0 0,0 1 0 0 0,-1-1 0 0 0,1 1 0 0 0,0-1 0 0 0,-1 1-1 0 0,1 0 1 0 0,-4-2 0 0 0,-3-3-99 0 0,-6-5 263 0 0,13 10-296 0 0,1 1 1 0 0,-1-1-1 0 0,1 0 1 0 0,-1 1-1 0 0,1-1 1 0 0,0 0-1 0 0,-1 0 1 0 0,1 1-1 0 0,0-1 1 0 0,0 0-1 0 0,0 0 1 0 0,-1 1-1 0 0,1-1 1 0 0,0 0-1 0 0,0-1 1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42.757"/>
    </inkml:context>
    <inkml:brush xml:id="br0">
      <inkml:brushProperty name="width" value="0.1" units="cm"/>
      <inkml:brushProperty name="height" value="0.1" units="cm"/>
      <inkml:brushProperty name="color" value="#008C3A"/>
    </inkml:brush>
  </inkml:definitions>
  <inkml:trace contextRef="#ctx0" brushRef="#br0">0 412 2303 0 0,'5'-27'435'0'0,"-3"-6"5033"0"0,-2-16-3646 0 0,0 17-627 0 0,-2-43 1522 0 0,0 40-1852 0 0,1-1 0 0 0,6-44 0 0 0,-4 73-809 0 0,0 4-2 0 0,-1-1-1 0 0,0 1 0 0 0,1 0 1 0 0,0 0-1 0 0,0-1 0 0 0,0 1 1 0 0,0 0-1 0 0,2-4 0 0 0,-2 6 91 0 0,0 1-84 0 0,4-1-43 0 0,-1 0 0 0 0,1 0-1 0 0,0 1 1 0 0,-1-1 0 0 0,1 1 0 0 0,0 0-1 0 0,0 1 1 0 0,-1-1 0 0 0,1 1 0 0 0,-1 0-1 0 0,6 1 1 0 0,21 4 225 0 0,-27-5-175 0 0,0 0-1 0 0,1 0 1 0 0,-1 0-1 0 0,0 1 1 0 0,0-1 0 0 0,0 1-1 0 0,0 0 1 0 0,-1 0-1 0 0,1 1 1 0 0,0-1 0 0 0,-1 1-1 0 0,5 4 1 0 0,-4-4 135 0 0,0 1 0 0 0,1 0 1 0 0,0-1-1 0 0,0 0 0 0 0,0 0 0 0 0,10 3 0 0 0,-13-5-163 0 0,-1 0 1 0 0,1-1-1 0 0,-1 1 0 0 0,0 0 0 0 0,0 0 0 0 0,1 0 1 0 0,-1 0-1 0 0,0 0 0 0 0,0 0 0 0 0,0 0 0 0 0,0 0 1 0 0,1 2-1 0 0,-1-2-13 0 0,0 1-1 0 0,0-1 1 0 0,-1 0 0 0 0,1 0-1 0 0,0 0 1 0 0,0 0 0 0 0,0 0 0 0 0,0-1-1 0 0,0 1 1 0 0,1 0 0 0 0,-1 0-1 0 0,0-1 1 0 0,0 1 0 0 0,0 0 0 0 0,1-1-1 0 0,-1 1 1 0 0,0-1 0 0 0,1 0-1 0 0,-1 1 1 0 0,0-1 0 0 0,1 0-1 0 0,-1 0 1 0 0,0 0 0 0 0,1 0 0 0 0,-1 0-1 0 0,0 0 1 0 0,1 0 0 0 0,-1-1-1 0 0,0 1 1 0 0,3-1 0 0 0,-3 1-62 0 0,0-1 0 0 0,0 1 0 0 0,1-1 1 0 0,-1 0-1 0 0,0 1 0 0 0,0-1 0 0 0,0 0 0 0 0,0 0 0 0 0,0 1 1 0 0,0-1-1 0 0,0 0 0 0 0,1-2 0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44.922"/>
    </inkml:context>
    <inkml:brush xml:id="br0">
      <inkml:brushProperty name="width" value="0.1" units="cm"/>
      <inkml:brushProperty name="height" value="0.1" units="cm"/>
      <inkml:brushProperty name="color" value="#008C3A"/>
    </inkml:brush>
  </inkml:definitions>
  <inkml:trace contextRef="#ctx0" brushRef="#br0">102 0 6703 0 0,'0'0'6248'0'0,"1"4"-6122"0"0,1 1-65 0 0,0 0 0 0 0,0 0 1 0 0,-1 0-1 0 0,0 0 0 0 0,0 0 1 0 0,-1 0-1 0 0,1 1 0 0 0,-1-1 1 0 0,0 0-1 0 0,-1 6 0 0 0,-16 101 145 0 0,14-100-215 0 0,-1 9 171 0 0,1 0 1 0 0,1 0-1 0 0,1 25 1 0 0,1-44-82 0 0,0 1-1 0 0,-2 26 1144 0 0,2-45-960 0 0,0 11-240 0 0,-1-1-1 0 0,1 0 0 0 0,1 1 0 0 0,-1-1 1 0 0,1 1-1 0 0,0-1 0 0 0,0 1 0 0 0,3-9 1 0 0,1-6-26 0 0,2-20 288 0 0,-3-2 1 0 0,0-64-1 0 0,-4 105 63 0 0,1-16 1691 0 0,0 17-2021 0 0,0 0 0 0 0,-1 0 0 0 0,1 0 0 0 0,0 0 0 0 0,-1 0 0 0 0,1 0-1 0 0,0 0 1 0 0,-1 1 0 0 0,1-1 0 0 0,0 0 0 0 0,-1 0 0 0 0,1 1 0 0 0,0-1 0 0 0,-1 0 0 0 0,1 1-1 0 0,-1-1 1 0 0,1 1 0 0 0,0-1 0 0 0,-1 1 0 0 0,1-1 0 0 0,-1 1 0 0 0,1-1 0 0 0,-1 1 0 0 0,0-1-1 0 0,1 1 1 0 0,0 1 0 0 0,0-1-9 0 0,-1 0 0 0 0,1 0-1 0 0,1 1 1 0 0,-1-1 0 0 0,0 0 0 0 0,0 0-1 0 0,0 0 1 0 0,0-1 0 0 0,1 1 0 0 0,-1 0-1 0 0,0 0 1 0 0,1-1 0 0 0,-1 1-1 0 0,2 0 1 0 0,7 1 63 0 0,-1 0 1 0 0,0 0-1 0 0,10 4 0 0 0,-12-3-5 0 0,0-1 1 0 0,1 1 0 0 0,-1-2-1 0 0,1 1 1 0 0,13 0-1 0 0,-19-1-54 0 0,0-1 0 0 0,0 1 0 0 0,0-1 0 0 0,1 1-1 0 0,-1 0 1 0 0,0 0 0 0 0,0 0 0 0 0,-1 0 0 0 0,1 0 0 0 0,0 1-1 0 0,3 2 1 0 0,14 8 92 0 0,12 2-53 0 0,-23-9-35 0 0,1-1-1 0 0,-1 0 1 0 0,1-1 0 0 0,14 4 0 0 0,-22-7-18 0 0,0 0 0 0 0,0 0 1 0 0,-1 0-1 0 0,1 0 1 0 0,0 1-1 0 0,0-1 0 0 0,-1 0 1 0 0,1-1-1 0 0,0 1 1 0 0,0 0-1 0 0,-1 0 0 0 0,1 0 1 0 0,0 0-1 0 0,0-1 1 0 0,-1 1-1 0 0,1 0 0 0 0,0 0 1 0 0,-1-1-1 0 0,1 1 1 0 0,0-1-1 0 0,-1 1 0 0 0,1-1 1 0 0,0 1-1 0 0,-1-1 1 0 0,1 1-1 0 0,-1-1 0 0 0,1 1 1 0 0,-1-1-1 0 0,1 0 1 0 0,-1 0-1 0 0,12-12 62 0 0,-12 13-58 0 0,1 0 0 0 0,-1-1 0 0 0,0 1-1 0 0,1-1 1 0 0,-1 1 0 0 0,1 0 0 0 0,-1 0-1 0 0,1-1 1 0 0,-1 1 0 0 0,1 0 0 0 0,-1 0 0 0 0,1-1-1 0 0,0 1 1 0 0,-1 0 0 0 0,1 0 0 0 0,-1 0 0 0 0,1 0-1 0 0,-1 0 1 0 0,1 0 0 0 0,0 0 0 0 0,-1 0-1 0 0,1 0 1 0 0,-1 0 0 0 0,1 0 0 0 0,0 0 0 0 0,-1 1-1 0 0,1-1 1 0 0,-1 0 0 0 0,1 0 0 0 0,12 11 28 0 0,-12-10-28 0 0,0 0 129 0 0,4-18 113 0 0,-5 16-240 0 0,-1-1 12 0 0,0-1 1 0 0,1 1 0 0 0,-1 0 0 0 0,0 0 0 0 0,0 0 0 0 0,-1 0-1 0 0,1 0 1 0 0,-2-3 0 0 0,2 5-12 0 0,0 0 0 0 0,0-1 0 0 0,0 1-1 0 0,0 0 1 0 0,0 0 0 0 0,0 0 0 0 0,0 0 0 0 0,0 0-1 0 0,0 1 1 0 0,0-1 0 0 0,0 0 0 0 0,0 0-1 0 0,0 1 1 0 0,0-1 0 0 0,0 0 0 0 0,0 1 0 0 0,0-1-1 0 0,0 1 1 0 0,-1 0 0 0 0,-1 1 1 0 0,0-1-2 0 0,1-1-1 0 0,0 1 1 0 0,0-1 0 0 0,0 0-1 0 0,-1 0 1 0 0,1 0-1 0 0,0 0 1 0 0,-1 0 0 0 0,1 0-1 0 0,0 0 1 0 0,0-1-1 0 0,-1 1 1 0 0,-3-2-1 0 0,-26-15-16 0 0,15 6 16 0 0,13 9-5 0 0,1 0 0 0 0,-1-1 0 0 0,1 0 0 0 0,0 0 0 0 0,0 0 0 0 0,-3-3 0 0 0,4 3 0 0 0,0 1 0 0 0,0 0 0 0 0,0-1 0 0 0,-1 1 0 0 0,1 0 0 0 0,0 0 0 0 0,-1 0 0 0 0,0 1 0 0 0,1-1 0 0 0,-1 1 0 0 0,0-1 0 0 0,0 1 0 0 0,-3-1 0 0 0,-20-7 44 0 0,24 8-42 0 0,-1-1 0 0 0,0 1 0 0 0,0 0 0 0 0,1 0 0 0 0,-1 0 0 0 0,0 1-1 0 0,0-1 1 0 0,0 1 0 0 0,0 0 0 0 0,0-1 0 0 0,0 1 0 0 0,0 0 0 0 0,0 1 0 0 0,0-1 0 0 0,-4 1 0 0 0,-7 4 11 0 0,-22 6 14 0 0,34-10-26 0 0,0-1 0 0 0,0 1 0 0 0,0-1 0 0 0,-1 0 0 0 0,1 0 0 0 0,0 0 0 0 0,0 0 0 0 0,0 0 0 0 0,-1-1 0 0 0,1 1 0 0 0,0 0 0 0 0,-4-2 0 0 0,6 2-1 0 0,0 0 0 0 0,0-1 0 0 0,0 1 0 0 0,0 0 0 0 0,0 0 0 0 0,0 0 0 0 0,-1 0 0 0 0,1 0 0 0 0,0 0 0 0 0,0 0 0 0 0,0 0 0 0 0,0-1 0 0 0,0 1 0 0 0,-1 0 0 0 0,1 0 0 0 0,0 0 0 0 0,0 0 0 0 0,0 0 0 0 0,0 0 0 0 0,-1 0 0 0 0,1 0 0 0 0,0 0 0 0 0,0 0 0 0 0,0 0 0 0 0,-1 0 0 0 0,1 0 0 0 0,0 0 0 0 0,0 0 0 0 0,0 0 0 0 0,0 0 0 0 0,-1 1 0 0 0,1-1 0 0 0,0 0 0 0 0,0 0 0 0 0,0 0 0 0 0,-13 5 0 0 0,12-5 0 0 0,1 0-1 0 0,0 0 1 0 0,0 0-1 0 0,0 0 0 0 0,0 0 1 0 0,0 0-1 0 0,-1 0 1 0 0,1 0-1 0 0,0 0 1 0 0,0 0-1 0 0,0 0 1 0 0,0 0-1 0 0,0 0 1 0 0,0 0-1 0 0,-1 0 1 0 0,1 0-1 0 0,0 0 0 0 0,0 0 1 0 0,0 0-1 0 0,0 0 1 0 0,0 0-1 0 0,-1 0 1 0 0,1 0-1 0 0,0 0 1 0 0,0 0-1 0 0,0 0 1 0 0,0-1-1 0 0,0 1 1 0 0,0 0-1 0 0,0 0 1 0 0,0 0-1 0 0,-1 0 0 0 0,1 0 1 0 0,0 0-1 0 0,0 0 1 0 0,0-1-1 0 0,0 1 1 0 0,0 0-1 0 0,0 0 1 0 0,0 0-1 0 0,0 0 1 0 0,-8-9-62 0 0,5 5-1177 0 0,4 10 845 0 0,-1 2 361 0 0,-4 27-1 0 0,3-25 34 0 0,0-5 0 0 0,0 1 0 0 0,0-1 0 0 0,0 0 0 0 0,0 0 0 0 0,-1 0 0 0 0,-4 8 0 0 0,-13 41 0 0 0,4-10 0 0 0,7-22-5 0 0,5-16 0 0 0,0 0 0 0 0,1 1 0 0 0,-1-1 0 0 0,2 1 0 0 0,-1 0 0 0 0,1 0 0 0 0,0 0 0 0 0,1-1 0 0 0,-1 1 0 0 0,2 9 0 0 0,-2-12-3 0 0,3 15-8 0 0,-1-19-32 0 0,14-44 24 0 0,-15 42 15 0 0,1 1 0 0 0,0-1 0 0 0,-1 1 0 0 0,1-1 0 0 0,0 1 0 0 0,0-1 0 0 0,0 1 0 0 0,0 0 0 0 0,0 0 0 0 0,0-1 0 0 0,0 1 0 0 0,2-1 0 0 0,2-3-6 0 0,-5 5 15 0 0,1 0 0 0 0,-1-1 0 0 0,0 1 0 0 0,0 0 0 0 0,1-1 0 0 0,-1 1 0 0 0,1 0 0 0 0,-1 0 0 0 0,0-1 0 0 0,1 1 0 0 0,-1 0 0 0 0,0 0 0 0 0,1 0 0 0 0,-1 0 0 0 0,1 0 0 0 0,-1-1 0 0 0,0 1 0 0 0,1 0 0 0 0,-1 0 0 0 0,1 0 0 0 0,-1 0 0 0 0,1 0 0 0 0,-1 0 0 0 0,0 0 0 0 0,1 0 0 0 0,-1 0 0 0 0,1 1 0 0 0,-1-1 0 0 0,1 0 0 0 0,-1 0 0 0 0,0 0 0 0 0,1 0 0 0 0,-1 1 0 0 0,0-1 0 0 0,1 0 0 0 0,-1 0 0 0 0,1 1 0 0 0,-1-1 0 0 0,0 1 0 0 0,1-1 0 0 0,1 1 0 0 0,-1-1-1 0 0,1 1 1 0 0,0-1-1 0 0,0 1 1 0 0,0-1 0 0 0,0 0-1 0 0,-1 1 1 0 0,1-1-1 0 0,0 0 1 0 0,0-1 0 0 0,0 1-1 0 0,0 0 1 0 0,0 0-1 0 0,-1-1 1 0 0,1 1-1 0 0,0-1 1 0 0,0 1 0 0 0,0-1-1 0 0,-1 0 1 0 0,1 0-1 0 0,0 0 1 0 0,-1 0-1 0 0,1 0 1 0 0,1-1 0 0 0,-3 1-2 0 0,1 1 0 0 0,0 0 1 0 0,0-1-1 0 0,-1 1 0 0 0,1 0 1 0 0,0 0-1 0 0,0 0 0 0 0,-1-1 1 0 0,1 1-1 0 0,0 0 0 0 0,0 0 1 0 0,0 0-1 0 0,-1 0 0 0 0,1 1 1 0 0,0-1-1 0 0,0 0 0 0 0,-1 0 1 0 0,1 0-1 0 0,1 1 0 0 0,-2-1 2 0 0,1 0-1 0 0,-1 1 0 0 0,1-1 1 0 0,-1 0-1 0 0,1 0 0 0 0,0 0 0 0 0,-1 0 1 0 0,1 0-1 0 0,-1 0 0 0 0,1 1 1 0 0,-1-1-1 0 0,1-1 0 0 0,-1 1 1 0 0,1 0-1 0 0,-1 0 0 0 0,1 0 1 0 0,0 0-1 0 0,-1 0 0 0 0,1 0 0 0 0,-1-1 1 0 0,1 1-1 0 0,-1 0 0 0 0,1 0 1 0 0,-1-1-1 0 0,0 1 0 0 0,1 0 1 0 0,-1-1-1 0 0,1 0 0 0 0,13-21 17 0 0,-11 20 59 0 0,-3 2-73 0 0,1 0 0 0 0,-1 0 0 0 0,1 0 0 0 0,-1 0 0 0 0,1 0 0 0 0,-1 0 0 0 0,1 0 0 0 0,0 0 0 0 0,-1 0 0 0 0,1 0 0 0 0,-1 0 1 0 0,1 0-1 0 0,-1-1 0 0 0,1 1 0 0 0,-1 0 0 0 0,1 0 0 0 0,-1-1 0 0 0,1 1 0 0 0,-1 0 0 0 0,1-1 0 0 0,-1 1 0 0 0,1 0 0 0 0,-1-1 0 0 0,0 1 0 0 0,1-1 0 0 0,-1 1 0 0 0,0-1 0 0 0,1 1 0 0 0,-1-1 0 0 0,0 1 1 0 0,0-1-1 0 0,1 0 0 0 0,0 0-1 0 0,1-5 4 0 0,-2 5-2 0 0,1 0-1 0 0,-1 0 1 0 0,1 0 0 0 0,-1 0 0 0 0,1 0-1 0 0,-1 0 1 0 0,1 0 0 0 0,-1 1-1 0 0,1-1 1 0 0,0 0 0 0 0,0 0-1 0 0,-1 0 1 0 0,1 1 0 0 0,0-1-1 0 0,0 0 1 0 0,0 1 0 0 0,1-2 0 0 0,3 5 18 0 0,-4-5-10 0 0,0 1-1 0 0,0 0 1 0 0,-1 0 0 0 0,1-1-1 0 0,-1 1 1 0 0,1-1 0 0 0,-1 1-1 0 0,1-1 1 0 0,-1-2 0 0 0,4-12-15 0 0,-6 24-875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57.807"/>
    </inkml:context>
    <inkml:brush xml:id="br0">
      <inkml:brushProperty name="width" value="0.1" units="cm"/>
      <inkml:brushProperty name="height" value="0.1" units="cm"/>
      <inkml:brushProperty name="color" value="#008C3A"/>
    </inkml:brush>
  </inkml:definitions>
  <inkml:trace contextRef="#ctx0" brushRef="#br0">7102 754 5759 0 0,'4'6'2755'0'0,"13"1"-2720"0"0,-13-5 29 0 0,-2-3-8 0 0,5-3-35 0 0,-5 3 362 0 0,-1 0-15 0 0,13-18 3190 0 0,-13 16-2534 0 0,5-9-729 0 0,-4 6-234 0 0,4-25 483 0 0,-4 20-350 0 0,-2 0 0 0 0,0 0 0 0 0,-2-18 0 0 0,2 27-109 0 0,-1-1 0 0 0,0 1 0 0 0,1-1 0 0 0,-1 1 0 0 0,0-1 1 0 0,0 1-1 0 0,-3-4 0 0 0,0-1 46 0 0,-2-3 170 0 0,-1-1-1 0 0,-1 1 0 0 0,1 0 1 0 0,-18-15-1 0 0,14 13-291 0 0,-14-15 192 0 0,-2 0 1 0 0,-1 2 0 0 0,-2 1-1 0 0,0 1 1 0 0,-42-24-1 0 0,60 41-89 0 0,-4-3 72 0 0,0 0-1 0 0,-1 1 1 0 0,-28-9 0 0 0,-20-1 1 0 0,-90-23-67 0 0,-163-43 81 0 0,293 76-196 0 0,4 2 13 0 0,-14-5 168 0 0,-63-10 0 0 0,-42-5-5 0 0,38 5-102 0 0,54 12-79 0 0,9 2 11 0 0,-60-5 0 0 0,40 9 66 0 0,-7 0 53 0 0,-71 5 0 0 0,89 0-93 0 0,-79-8 0 0 0,20 0-25 0 0,-103-3 32 0 0,89 3-31 0 0,-53 1-11 0 0,101 5 10 0 0,-153 2 44 0 0,-25 19-54 0 0,-30 6 0 0 0,161-24 0 0 0,-22 1 0 0 0,35-1 27 0 0,-26 3 10 0 0,-133 10-37 0 0,163-12 0 0 0,-14 2 0 0 0,10 5 0 0 0,-69 11 0 0 0,-238 32 0 0 0,332-46 0 0 0,-79 5 0 0 0,93-5 0 0 0,-6 1 0 0 0,46-6 0 0 0,1 2 0 0 0,-1 0 0 0 0,-43 16 0 0 0,37-11 0 0 0,-49 9 0 0 0,-47 5 0 0 0,-21 2 0 0 0,-93 11 0 0 0,90-17 0 0 0,101-11 0 0 0,-186 40 0 0 0,160-19 0 0 0,67-26 0 0 0,0 1 0 0 0,-14 8 0 0 0,17-8 0 0 0,-1 0 0 0 0,1-1 0 0 0,-18 5 0 0 0,-15 4 0 0 0,31-8 0 0 0,0-2 0 0 0,0 0 0 0 0,-12 2 0 0 0,17-4 0 0 0,-1 0 0 0 0,1 1 0 0 0,-1-1 0 0 0,1 1 0 0 0,0 1 0 0 0,0-1 0 0 0,0 1 0 0 0,0 0 0 0 0,-6 4 0 0 0,2 0 0 0 0,-2-2 0 0 0,3 3 0 0 0,0-7 0 0 0,0-4 0 0 0,0 4 0 0 0,9 0-24 0 0,-1-1 1 0 0,0 0-1 0 0,0 1 0 0 0,0-1 0 0 0,0 0 0 0 0,1 0 0 0 0,-1 0 1 0 0,0 0-1 0 0,0 0 0 0 0,0 0 0 0 0,0 0 0 0 0,0 0 1 0 0,1 0-1 0 0,-1-1 0 0 0,0 1 0 0 0,0 0 0 0 0,0 0 0 0 0,0-1 1 0 0,1 1-1 0 0,-1 0 0 0 0,0-1 0 0 0,1 1 0 0 0,-1-1 1 0 0,0 1-1 0 0,0-1 0 0 0,1 0 0 0 0,-1 1 0 0 0,1-1 1 0 0,-1 1-1 0 0,1-1 0 0 0,-1 0 0 0 0,1 0 0 0 0,-1 1 0 0 0,1-1 1 0 0,-1-1-1 0 0,0-1-155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59.130"/>
    </inkml:context>
    <inkml:brush xml:id="br0">
      <inkml:brushProperty name="width" value="0.1" units="cm"/>
      <inkml:brushProperty name="height" value="0.1" units="cm"/>
      <inkml:brushProperty name="color" value="#008C3A"/>
    </inkml:brush>
  </inkml:definitions>
  <inkml:trace contextRef="#ctx0" brushRef="#br0">363 6 6447 0 0,'0'0'499'0'0,"-1"-1"-328"0"0,-9-3 2679 0 0,-3 13-1922 0 0,2 0-922 0 0,0 0-1 0 0,-1-1 0 0 0,0 0 1 0 0,-17 8-1 0 0,24-14 100 0 0,0 1 0 0 0,0 0-1 0 0,0 0 1 0 0,-6 6 0 0 0,8-6-12 0 0,-13 12 732 0 0,15-13-750 0 0,-1-1-1 0 0,1 1 0 0 0,-1-1 1 0 0,0 1-1 0 0,1-1 0 0 0,-1 1 1 0 0,0-1-1 0 0,0 0 0 0 0,0 0 1 0 0,-4 2-1 0 0,3-2 18 0 0,1 1 0 0 0,-1-1-1 0 0,0 1 1 0 0,1 0 0 0 0,-1 0 0 0 0,1 0 0 0 0,-1 0 0 0 0,-2 4-1 0 0,-1 0 40 0 0,5-5-16 0 0,-1 1-10 0 0,-3 2-49 0 0,1 0-32 0 0,1 0 0 0 0,-1 0-1 0 0,1 0 1 0 0,-5 8 0 0 0,-26 29 116 0 0,34-41-138 0 0,0 0 0 0 0,0 0 0 0 0,0 1 0 0 0,-1-1 0 0 0,1 0 0 0 0,0 0 0 0 0,0 1 0 0 0,-1-1 0 0 0,1 0 1 0 0,0 0-1 0 0,0 1 0 0 0,-1-1 0 0 0,1 0 0 0 0,0 0 0 0 0,0 0 0 0 0,-1 0 0 0 0,1 0 0 0 0,0 1 0 0 0,-1-1 0 0 0,1 0 0 0 0,0 0 0 0 0,-1 0 0 0 0,1 0 0 0 0,-1 0 0 0 0,1 0 1 0 0,0 0 0 0 0,-1 0 1 0 0,1 0-1 0 0,0 0 0 0 0,-1 0 0 0 0,1 0 0 0 0,0 0 0 0 0,0 0 0 0 0,-1 1 0 0 0,1-1 0 0 0,0 0 0 0 0,0 0 0 0 0,-1 0 0 0 0,1 0 0 0 0,0 1 0 0 0,0-1 0 0 0,-1 0 0 0 0,1 0 0 0 0,0 0 0 0 0,0 1 0 0 0,0-1 0 0 0,-1 0 0 0 0,1 0 0 0 0,0 1 0 0 0,0-1 0 0 0,0 1 0 0 0,-3 1 63 0 0,1 1 0 0 0,0 0 0 0 0,-1-1 0 0 0,0 1 0 0 0,1-1 0 0 0,-1 0 0 0 0,-6 3 0 0 0,-2 6 248 0 0,9-10-204 0 0,-1 0-67 0 0,0 0 40 0 0,0 0 0 0 0,1 0 0 0 0,-1 0 0 0 0,0-1 0 0 0,0 1 0 0 0,-4-1 0 0 0,5 2 8 0 0,-3 4-18 0 0,0 5 2 0 0,4-8-66 0 0,1-3-9 0 0,0 1 1 0 0,-1-1-1 0 0,1 1 1 0 0,0-1-1 0 0,0 1 1 0 0,0-1-1 0 0,0 1 1 0 0,-1-1 0 0 0,1 0-1 0 0,0 1 1 0 0,0-1-1 0 0,0 1 1 0 0,0-1-1 0 0,0 1 1 0 0,0-1-1 0 0,0 1 1 0 0,0-1-1 0 0,1 1 1 0 0,-1-1-1 0 0,0 1 1 0 0,1 2 14 0 0,2 1 11 0 0,15 8-14 0 0,2 1-12 0 0,-5-4 0 0 0,11 5 0 0 0,-11-5 0 0 0,0 0 0 0 0,19 17 0 0 0,-7-5 0 0 0,21 10 0 0 0,-25-17 0 0 0,-17-12 0 0 0,0-1 0 0 0,1 2 32 0 0,1 0 0 0 0,-1-1 0 0 0,1 0 0 0 0,15 1 0 0 0,-8-2 38 0 0,0-2-1 0 0,22-3 0 0 0,-22 0 117 0 0,-1-1 198 0 0,-12 4-297 0 0,-1 0 0 0 0,1 0 0 0 0,-1-1 0 0 0,0 1 0 0 0,1-1 0 0 0,-1 1 0 0 0,0-1 0 0 0,0 1 0 0 0,0-1 0 0 0,0 0 0 0 0,-1 1 0 0 0,1-1 0 0 0,0-2 0 0 0,0 2-60 0 0,0 1 470 0 0,-3-28-283 0 0,3 20-201 0 0,0 6-9 0 0,-1 1 1 0 0,0-1-1 0 0,1 0 0 0 0,-1 0 1 0 0,-1 1-1 0 0,1-1 1 0 0,0 0-1 0 0,-1 1 0 0 0,1-1 1 0 0,-1 0-1 0 0,0 1 0 0 0,0-1 1 0 0,-1-2-1 0 0,-4-10 274 0 0,-1 0-1 0 0,-1 1 1 0 0,0 0 0 0 0,-15-20-1 0 0,12 19-173 0 0,4 2-33 0 0,6 10-60 0 0,-1 0 0 0 0,1 0 0 0 0,-1 0 0 0 0,0 0 0 0 0,0 0 0 0 0,0 0 0 0 0,0 0 0 0 0,-1 1 0 0 0,-2-3 1 0 0,5 4-17 0 0,-1 0 1 0 0,0 1 0 0 0,1-1-1 0 0,-1 0 1 0 0,0 0 0 0 0,1 0 0 0 0,-1 0-1 0 0,1 0 1 0 0,0 0 0 0 0,-1 0 0 0 0,1 0-1 0 0,0 0 1 0 0,-1 0 0 0 0,1-1 0 0 0,-1-3-6 0 0,-2-1 11 0 0,1 0-1 0 0,0 0 0 0 0,0 0 1 0 0,-1-13-1 0 0,-1-3-12 0 0,3 18-31 0 0,0-4 22 0 0,1 6-39 0 0,0 6-124 0 0,-3 19 121 0 0,1-3-34 0 0,1 1 0 0 0,1 38 0 0 0,2-52 97 0 0,-1 0 0 0 0,-1 0 0 0 0,1 0 0 0 0,-2 12 0 0 0,0-5 0 0 0,2-2 0 0 0,0-8 0 0 0,-1 0 0 0 0,0 0 0 0 0,0 0 0 0 0,-1 0 0 0 0,1 0 0 0 0,-1 0 0 0 0,0 0 0 0 0,0 0 0 0 0,-2 5 0 0 0,-5 17 11 0 0,7-25-4 0 0,1 0 1 0 0,-1 0 0 0 0,0 1-1 0 0,1-1 1 0 0,-1 0-1 0 0,0 0 1 0 0,0 0-1 0 0,0 0 1 0 0,-1 1-1 0 0,1-1 15 0 0,1-1 0 0 0,-1 0-1 0 0,1 1 1 0 0,0-1-1 0 0,-1 0 1 0 0,1 1-1 0 0,0-1 1 0 0,-1 1 0 0 0,1-1-1 0 0,0 1 1 0 0,-1-1-1 0 0,1 0 1 0 0,0 1-1 0 0,0-1 1 0 0,0 1-1 0 0,-1-1 1 0 0,1 1 0 0 0,0 0-1 0 0,-10-14 138 0 0,6 9-118 0 0,2 1-27 0 0,1 0 0 0 0,-1 0-1 0 0,1-1 1 0 0,0 1 0 0 0,0 0 0 0 0,0 0 0 0 0,0-1-1 0 0,0-5 1 0 0,-1-2 1 0 0,0-5 28 0 0,4-13 9 0 0,-3 7-30 0 0,-1 2-22 0 0,1 14 0 0 0,0 1 0 0 0,-1-1 0 0 0,1 1 0 0 0,-1 0 0 0 0,-5-9 0 0 0,7 13 0 0 0,-7-9-16 0 0,7 10 12 0 0,0 0 1 0 0,-1-1-1 0 0,1 1 0 0 0,-1 0 0 0 0,1 0 0 0 0,-1 0 1 0 0,1-1-1 0 0,-1 1 0 0 0,1 0 0 0 0,-1 0 0 0 0,1 0 0 0 0,-1 0 1 0 0,1 0-1 0 0,-1 0 0 0 0,1 0 0 0 0,-1 0 0 0 0,1 0 1 0 0,-1 0-1 0 0,1 0 0 0 0,-1 1 0 0 0,-2 1-22 0 0,1 0 0 0 0,0 0 0 0 0,0 0-1 0 0,0 0 1 0 0,0 0 0 0 0,-3 5 0 0 0,-2 2-44 0 0,0-2 37 0 0,1 1 1 0 0,1 0 0 0 0,-1 0-1 0 0,1 0 1 0 0,-6 16-1 0 0,7-13 33 0 0,0-2 15 0 0,3-7 158 0 0,2-5-151 0 0,0 1-1 0 0,0-1 0 0 0,0 0 1 0 0,0 1-1 0 0,1-1 0 0 0,-1 1 1 0 0,1 0-1 0 0,-1-1 0 0 0,4-2 1 0 0,3-6 3 0 0,-7 8-17 0 0,1 1-1 0 0,0-1 1 0 0,-1 0 0 0 0,0 0-1 0 0,1 0 1 0 0,-1 0 0 0 0,0 0-1 0 0,0 0 1 0 0,-1 0 0 0 0,1 0-1 0 0,-1 0 1 0 0,1 0 0 0 0,-1 0-1 0 0,0-5 1 0 0,-1-4 6 0 0,1-4 46 0 0,-4 5-60 0 0,2 9 2 0 0,-11-7 30 0 0,9 11-116 0 0,-6 12-10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7:54.017"/>
    </inkml:context>
    <inkml:brush xml:id="br0">
      <inkml:brushProperty name="width" value="0.1" units="cm"/>
      <inkml:brushProperty name="height" value="0.1" units="cm"/>
      <inkml:brushProperty name="color" value="#5D4753"/>
    </inkml:brush>
  </inkml:definitions>
  <inkml:trace contextRef="#ctx0" brushRef="#br0">70 178 5239 0 0,'0'0'235'0'0,"0"-5"-6"0"0,-1-19 2661 0 0,-1 19-2120 0 0,0 0 1 0 0,1-1-1 0 0,-1 1 1 0 0,-1 0-1 0 0,1 0 0 0 0,-1 1 1 0 0,0-1-1 0 0,-5-5 1 0 0,1-2 320 0 0,3-7 836 0 0,4 15-1802 0 0,-1-7 283 0 0,1 11-396 0 0,0 0-1 0 0,0 0 1 0 0,0 0-1 0 0,0 0 1 0 0,0 0 0 0 0,0 0-1 0 0,0 0 1 0 0,0 0-1 0 0,0 0 1 0 0,0 0 0 0 0,0 0-1 0 0,0 0 1 0 0,0 0-1 0 0,1 0 1 0 0,-1-1 0 0 0,0 1-1 0 0,0 0 1 0 0,0 0-1 0 0,0 0 1 0 0,0 0-1 0 0,0 0 1 0 0,0 0 0 0 0,0 0-1 0 0,0 0 1 0 0,0 0-1 0 0,0 0 1 0 0,0 0 0 0 0,0 0-1 0 0,0 0 1 0 0,0 0-1 0 0,0 0 1 0 0,0 0-1 0 0,0 0 1 0 0,0 0 0 0 0,1 0-1 0 0,-1 0 1 0 0,0 0-1 0 0,0 0 1 0 0,0 0 0 0 0,0 0-1 0 0,0 0 1 0 0,0 0-1 0 0,0 0 1 0 0,0 0 0 0 0,0 0-1 0 0,0 0 1 0 0,0 0-1 0 0,0 0 1 0 0,0 0-1 0 0,0 1 1 0 0,0-1 0 0 0,0 0-1 0 0,0 0 1 0 0,0 0-1 0 0,0 0 1 0 0,0 0 0 0 0,0 0-1 0 0,0 0 1 0 0,0 0-1 0 0,0 0 1 0 0,1 0 0 0 0,-1 0-1 0 0,0 0 1 0 0,0 0-1 0 0,0 0 1 0 0,0 0-1 0 0,0 0 1 0 0,0 0 0 0 0,0 0-1 0 0,9 19 1716 0 0,-5-9-1360 0 0,5 9-367 0 0,-1 1 0 0 0,-1 0 0 0 0,6 28 0 0 0,8 65 0 0 0,-15-73 0 0 0,2 7 7 0 0,26 129 50 0 0,-30-161-46 0 0,-4-13 183 0 0,0-5-167 0 0,0 0-1 0 0,0 0 1 0 0,0 0-1 0 0,0 0 1 0 0,-1 0-1 0 0,1 1 1 0 0,-2-5-1 0 0,0-2-3 0 0,-3-10 79 0 0,-11-32 0 0 0,0 1-23 0 0,5 10 91 0 0,-17-38-1 0 0,20 59-85 0 0,-1 0-1 0 0,-1 0 0 0 0,-21-30 0 0 0,19 33 34 0 0,11 15 11 0 0,0 0-105 0 0,-2-3 106 0 0,3 4-126 0 0,0 0-1 0 0,0-1 1 0 0,1 1 0 0 0,-1 0-1 0 0,0 0 1 0 0,1-1-1 0 0,-1 1 1 0 0,0 0-1 0 0,0 0 1 0 0,1 0 0 0 0,-1 0-1 0 0,0-1 1 0 0,1 1-1 0 0,-1 0 1 0 0,0 0 0 0 0,1 0-1 0 0,-1 0 1 0 0,0 0-1 0 0,1 0 1 0 0,-1 0-1 0 0,0 0 1 0 0,1 0 0 0 0,-1 0-1 0 0,0 0 1 0 0,1 0-1 0 0,-1 0 1 0 0,0 0-1 0 0,1 0 1 0 0,-1 1 0 0 0,1-1-1 0 0,8 1-3 0 0,0 0-1 0 0,0 1 0 0 0,0 0 1 0 0,-1 1-1 0 0,1 0 0 0 0,0 0 1 0 0,-1 1-1 0 0,0 0 1 0 0,11 7-1 0 0,4 5-13 0 0,36 32-1 0 0,-38-30 8 0 0,44 30-1 0 0,11 5 7 0 0,-56-37 5 0 0,1-2 0 0 0,0 0 1 0 0,39 18-1 0 0,-21-21 50 0 0,-38-11-52 0 0,-1 0 0 0 0,1 0 0 0 0,0 0 0 0 0,-1 0 0 0 0,1 1 0 0 0,-1-1 0 0 0,1 0-1 0 0,0 0 1 0 0,-1 0 0 0 0,1-1 0 0 0,-1 1 0 0 0,1 0 0 0 0,0 0 0 0 0,-1 0 0 0 0,1 0 0 0 0,-1 0 0 0 0,1-1 0 0 0,0 1 0 0 0,1-4 32 0 0,-2 4-31 0 0,2-4 23 0 0,0 0-1 0 0,0 1 0 0 0,0-1 0 0 0,-1 0 0 0 0,0 0 0 0 0,0 0 0 0 0,0 0 0 0 0,0 0 0 0 0,0 0 0 0 0,-1 0 0 0 0,0 0 1 0 0,0-7-1 0 0,-1-7 82 0 0,-6-27 1 0 0,5 35-98 0 0,-43-197 183 0 0,43 199-191 0 0,0-4 43 0 0,-1 1-1 0 0,-1 0 1 0 0,1 1-1 0 0,-2-1 0 0 0,-8-16 1 0 0,12 25-38 0 0,-1-1 1 0 0,1 1 0 0 0,0-1-1 0 0,0 0 1 0 0,1 0 0 0 0,-1 1-1 0 0,0-6 1 0 0,1 3-187 0 0,3-4-1999 0 0,1 0 874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7:54.813"/>
    </inkml:context>
    <inkml:brush xml:id="br0">
      <inkml:brushProperty name="width" value="0.1" units="cm"/>
      <inkml:brushProperty name="height" value="0.1" units="cm"/>
      <inkml:brushProperty name="color" value="#5D4753"/>
    </inkml:brush>
  </inkml:definitions>
  <inkml:trace contextRef="#ctx0" brushRef="#br0">130 41 6335 0 0,'0'0'10372'0'0,"3"-17"-8380"0"0,-3 15-1893 0 0,-1 1 0 0 0,1 0-1 0 0,-1-1 1 0 0,1 1 0 0 0,-1 0-1 0 0,0 0 1 0 0,0 0 0 0 0,1 0-1 0 0,-1 0 1 0 0,0-1 0 0 0,0 1-1 0 0,0 1 1 0 0,0-1 0 0 0,0 0-1 0 0,0 0 1 0 0,0 0 0 0 0,-1 1-1 0 0,1-1 1 0 0,0 0 0 0 0,0 1-1 0 0,-1-1 1 0 0,1 1 0 0 0,0-1-1 0 0,0 1 1 0 0,-1 0 0 0 0,1 0-1 0 0,-1-1 1 0 0,1 1-1 0 0,0 0 1 0 0,-1 0 0 0 0,1 0-1 0 0,0 1 1 0 0,-1-1 0 0 0,1 0-1 0 0,0 0 1 0 0,-1 1 0 0 0,-1 0-1 0 0,-2 1-46 0 0,0 0 0 0 0,0 0 0 0 0,1 0 0 0 0,0 1 0 0 0,-1 0 0 0 0,1 0 0 0 0,0 0 0 0 0,0 0-1 0 0,0 0 1 0 0,1 1 0 0 0,-1 0 0 0 0,1 0 0 0 0,0 0 0 0 0,0 0 0 0 0,0 0 0 0 0,1 1-1 0 0,-4 8 1 0 0,2-3-63 0 0,0 1 0 0 0,1-1-1 0 0,1 1 1 0 0,0 0-1 0 0,0 0 1 0 0,1 0 0 0 0,1 13-1 0 0,0-10-3 0 0,1-1 1 0 0,0 1-1 0 0,1-1 0 0 0,1 0 1 0 0,0 0-1 0 0,1 0 0 0 0,0 0 1 0 0,1 0-1 0 0,1-1 0 0 0,0 0 1 0 0,0 0-1 0 0,1-1 0 0 0,1 1 1 0 0,12 14-1 0 0,-19-25 13 0 0,1 1 0 0 0,-1-1 0 0 0,0 0 0 0 0,1 1 0 0 0,-1-1 0 0 0,1 0 0 0 0,-1 0 0 0 0,1 0 0 0 0,-1 0 0 0 0,1 0 0 0 0,0 0 0 0 0,0 0 0 0 0,-1-1 0 0 0,1 1 0 0 0,0-1 0 0 0,0 1 0 0 0,2 0 0 0 0,4 0-15 0 0,13 10 4 0 0,-16-9 13 0 0,-1 1 1 0 0,1-1-1 0 0,-1 0 0 0 0,1 0 0 0 0,0 0 0 0 0,0-1 1 0 0,0 1-1 0 0,5 0 0 0 0,-2 0 0 0 0,-4-2 0 0 0,0 1 0 0 0,-1-1 0 0 0,1 1 0 0 0,0-1 0 0 0,-1 0 0 0 0,1 0 0 0 0,5-1 0 0 0,-6 1 5 0 0,-1 0 0 0 0,1-1 0 0 0,-1 1 0 0 0,1-1 1 0 0,-1 1-1 0 0,1-1 0 0 0,-1 0 0 0 0,1 0 0 0 0,-1 0 0 0 0,0 0 0 0 0,1 0 0 0 0,-1-1 0 0 0,0 1 0 0 0,0 0 0 0 0,3-4 0 0 0,-2 2 4 0 0,-1 0 0 0 0,0 0 0 0 0,0 0 0 0 0,0-1 0 0 0,-1 1 0 0 0,1 0-1 0 0,-1-1 1 0 0,0 1 0 0 0,0-1 0 0 0,1-7 0 0 0,1-7 27 0 0,0 0-1 0 0,-2-1 1 0 0,0 1 0 0 0,-1-1-1 0 0,-1 1 1 0 0,-1-1 0 0 0,0 1-1 0 0,-7-24 1 0 0,6 33 44 0 0,0-1-1 0 0,-1 1 1 0 0,0 0-1 0 0,-1 0 1 0 0,-10-14 0 0 0,-35-37 966 0 0,46 55-942 0 0,1 2-47 0 0,0 0 0 0 0,0 0 0 0 0,-1 0-1 0 0,1 0 1 0 0,-1 0 0 0 0,1 1 0 0 0,-1 0 0 0 0,0 0-1 0 0,0 0 1 0 0,-4-2 0 0 0,6 4-49 0 0,0-1 0 0 0,1 1 0 0 0,-1-1 0 0 0,0 1 0 0 0,1 0 0 0 0,-1 0 0 0 0,0 0 0 0 0,1 0 0 0 0,-1 0 0 0 0,0 0 0 0 0,0 1 0 0 0,1-1 0 0 0,-1 0 0 0 0,1 1 0 0 0,-1-1-1 0 0,0 1 1 0 0,1 0 0 0 0,-1 0 0 0 0,1-1 0 0 0,-1 1 0 0 0,1 0 0 0 0,0 0 0 0 0,-1 0 0 0 0,1 1 0 0 0,0-1 0 0 0,0 0 0 0 0,0 0 0 0 0,-2 3 0 0 0,2-3-40 0 0,0 1-365 0 0,-1 0 0 0 0,1 0 1 0 0,-1 0-1 0 0,1 0 0 0 0,0 0 0 0 0,-1 0 0 0 0,1 1 0 0 0,1-1 0 0 0,-1 1 0 0 0,0-1 0 0 0,0 5 1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7:55.291"/>
    </inkml:context>
    <inkml:brush xml:id="br0">
      <inkml:brushProperty name="width" value="0.1" units="cm"/>
      <inkml:brushProperty name="height" value="0.1" units="cm"/>
      <inkml:brushProperty name="color" value="#5D4753"/>
    </inkml:brush>
  </inkml:definitions>
  <inkml:trace contextRef="#ctx0" brushRef="#br0">1 1 10943 0 0,'0'0'9455'0'0,"1"1"-9260"0"0,4 5-90 0 0,6 10-40 0 0,0 0 0 0 0,-1 0 0 0 0,0 1 0 0 0,12 32 0 0 0,17 74 135 0 0,-12-41-120 0 0,-16-47-533 0 0,-11-33-234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7:55.755"/>
    </inkml:context>
    <inkml:brush xml:id="br0">
      <inkml:brushProperty name="width" value="0.1" units="cm"/>
      <inkml:brushProperty name="height" value="0.1" units="cm"/>
      <inkml:brushProperty name="color" value="#5D4753"/>
    </inkml:brush>
  </inkml:definitions>
  <inkml:trace contextRef="#ctx0" brushRef="#br0">1 96 1375 0 0,'1'-1'12991'0'0,"4"-2"-12532"0"0,-1-1 1 0 0,0 0-1 0 0,0 0 1 0 0,6-7-1 0 0,11-11 763 0 0,-15 17-1097 0 0,0 0 0 0 0,0 0 1 0 0,0 1-1 0 0,0 0 0 0 0,1 0 1 0 0,-1 1-1 0 0,1 0 0 0 0,0 0 1 0 0,0 1-1 0 0,1-1 0 0 0,-1 2 1 0 0,0-1-1 0 0,1 1 0 0 0,-1 0 1 0 0,1 0-1 0 0,-1 1 0 0 0,1 0 1 0 0,-1 0-1 0 0,1 1 0 0 0,-1 0 1 0 0,0 1-1 0 0,1-1 0 0 0,-1 1 1 0 0,0 1-1 0 0,10 4 0 0 0,69 31 499 0 0,-73-32-602 0 0,0 0 0 0 0,-1 0 0 0 0,0 1 0 0 0,-1 1-1 0 0,19 15 1 0 0,-24-18 1 0 0,-1 1 0 0 0,1 0 0 0 0,-1 0 0 0 0,0 1 0 0 0,-1 0 0 0 0,1-1 0 0 0,-1 2 0 0 0,-1-1 0 0 0,1 0 0 0 0,4 16 0 0 0,-5-12 28 0 0,0 0 0 0 0,-1 0 0 0 0,-1 0 1 0 0,1 1-1 0 0,-1 11 0 0 0,-2-16-18 0 0,0 1 0 0 0,0-1 0 0 0,0 0 1 0 0,0 1-1 0 0,-1-1 0 0 0,-1 0 0 0 0,1 0 0 0 0,-7 12 0 0 0,6-15 33 0 0,1 0 0 0 0,-1 0-1 0 0,0 0 1 0 0,0 0-1 0 0,0-1 1 0 0,0 1 0 0 0,-1-1-1 0 0,0 1 1 0 0,1-1-1 0 0,-1-1 1 0 0,-1 1 0 0 0,1 0-1 0 0,0-1 1 0 0,-7 3-1 0 0,5-3 13 0 0,0 0-1 0 0,-1-1 0 0 0,1 1 1 0 0,0-1-1 0 0,-1 0 0 0 0,1-1 1 0 0,0 0-1 0 0,-1 0 0 0 0,1 0 1 0 0,-10-2-1 0 0,-5-1 16 0 0,16 3-237 0 0,1 0-1 0 0,0-1 1 0 0,0 1 0 0 0,0-1 0 0 0,0 0 0 0 0,0 0 0 0 0,0 0 0 0 0,1-1 0 0 0,-7-2 0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7:56.421"/>
    </inkml:context>
    <inkml:brush xml:id="br0">
      <inkml:brushProperty name="width" value="0.1" units="cm"/>
      <inkml:brushProperty name="height" value="0.1" units="cm"/>
      <inkml:brushProperty name="color" value="#5D4753"/>
    </inkml:brush>
  </inkml:definitions>
  <inkml:trace contextRef="#ctx0" brushRef="#br0">194 51 455 0 0,'0'0'7452'0'0,"-15"-8"-1449"0"0,5-2-5048 0 0,9 8-822 0 0,0 1-1 0 0,0-1 1 0 0,-1 1 0 0 0,1 0-1 0 0,0 0 1 0 0,0-1-1 0 0,-1 1 1 0 0,1 0 0 0 0,-3-1-1 0 0,-3-2 308 0 0,-20-8 1101 0 0,25 12-1484 0 0,1-1 0 0 0,0 1-1 0 0,-1-1 1 0 0,1 1-1 0 0,-1 0 1 0 0,1 0 0 0 0,-1 0-1 0 0,1 0 1 0 0,-1 0-1 0 0,1 0 1 0 0,0 0 0 0 0,-1 1-1 0 0,1-1 1 0 0,-1 0-1 0 0,1 1 1 0 0,0-1 0 0 0,-2 2-1 0 0,-4 2-5 0 0,1 0 0 0 0,-1 1 0 0 0,1 0 0 0 0,0 0-1 0 0,1 0 1 0 0,-1 1 0 0 0,1-1 0 0 0,0 1 0 0 0,0 1 0 0 0,1-1 0 0 0,0 1-1 0 0,0 0 1 0 0,0 0 0 0 0,1 0 0 0 0,0 0 0 0 0,1 0 0 0 0,0 1 0 0 0,0-1-1 0 0,0 1 1 0 0,-1 12 0 0 0,2-5-57 0 0,1 0-1 0 0,0 0 1 0 0,1 0-1 0 0,0 0 0 0 0,7 29 1 0 0,0-14-4 0 0,23 53-1 0 0,-29-78 3 0 0,0-1-1 0 0,-1-1 1 0 0,0 0-1 0 0,1-1 0 0 0,0 1 0 0 0,-1 0 0 0 0,1 0 1 0 0,0-1-1 0 0,1 1 0 0 0,-1-1 0 0 0,0 0 0 0 0,1 1 1 0 0,-1-1-1 0 0,1 0 0 0 0,5 2 0 0 0,-1 1 2 0 0,0-2 0 0 0,0 1 0 0 0,0-1-1 0 0,1 0 1 0 0,-1-1 0 0 0,1 1 0 0 0,-1-1-1 0 0,1-1 1 0 0,0 0 0 0 0,0 0 0 0 0,10 0 0 0 0,-15-1-4 0 0,0 0 1 0 0,-1 1 0 0 0,1-1 0 0 0,0-1-1 0 0,-1 1 1 0 0,1 0 0 0 0,0-1 0 0 0,-1 1-1 0 0,1-1 1 0 0,4-1 0 0 0,0-1 21 0 0,-1 1 35 0 0,0-1 1 0 0,1 1-1 0 0,-1-1 0 0 0,-1 0 0 0 0,1 0 1 0 0,0-1-1 0 0,-1 0 0 0 0,0 0 0 0 0,0 0 0 0 0,0-1 1 0 0,0 1-1 0 0,-1-1 0 0 0,0 0 0 0 0,0-1 1 0 0,0 1-1 0 0,0-1 0 0 0,-1 1 0 0 0,0-1 0 0 0,0 0 1 0 0,-1 0-1 0 0,1-1 0 0 0,-2 1 0 0 0,1 0 0 0 0,0-1 1 0 0,-1 1-1 0 0,0-13 0 0 0,-1-9 357 0 0,-6-47 0 0 0,4 65-276 0 0,0-1 0 0 0,-1 1 1 0 0,0-1-1 0 0,0 1 0 0 0,-1 0 1 0 0,-1 0-1 0 0,-7-13 0 0 0,6 14 79 0 0,1 1-1 0 0,-1 0 1 0 0,-11-11-1 0 0,13 15-130 0 0,1 1-1 0 0,-1 0 1 0 0,0 0 0 0 0,0 1-1 0 0,-1-1 1 0 0,1 1-1 0 0,0 0 1 0 0,-1 0 0 0 0,-6-1-1 0 0,0 0 26 0 0,1 0 0 0 0,-1 2 0 0 0,0-1 0 0 0,0 1 0 0 0,-13 1 1 0 0,21 0-314 0 0,-1 0 0 0 0,0 0 0 0 0,0 0 0 0 0,0 1 0 0 0,1 0 0 0 0,-1 0 0 0 0,0 0 0 0 0,1 0 0 0 0,-1 1 0 0 0,1-1 0 0 0,-1 1 0 0 0,1 0 0 0 0,0 0 0 0 0,0 0 0 0 0,0 0 0 0 0,0 1 0 0 0,0-1 0 0 0,-4 5 0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7:57.151"/>
    </inkml:context>
    <inkml:brush xml:id="br0">
      <inkml:brushProperty name="width" value="0.1" units="cm"/>
      <inkml:brushProperty name="height" value="0.1" units="cm"/>
      <inkml:brushProperty name="color" value="#5D4753"/>
    </inkml:brush>
  </inkml:definitions>
  <inkml:trace contextRef="#ctx0" brushRef="#br0">0 1 1375 0 0,'0'0'19783'0'0,"2"1"-19575"0"0,4 5-203 0 0,0 0 1 0 0,-1 0 0 0 0,0 0-1 0 0,0 1 1 0 0,0-1 0 0 0,-1 1-1 0 0,4 9 1 0 0,24 58 42 0 0,-14-28-25 0 0,46 126-64 0 0,-40-98-3137 0 0,-18-59 1514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7:57.801"/>
    </inkml:context>
    <inkml:brush xml:id="br0">
      <inkml:brushProperty name="width" value="0.1" units="cm"/>
      <inkml:brushProperty name="height" value="0.1" units="cm"/>
      <inkml:brushProperty name="color" value="#5D4753"/>
    </inkml:brush>
  </inkml:definitions>
  <inkml:trace contextRef="#ctx0" brushRef="#br0">13 218 4143 0 0,'0'0'191'0'0,"0"-1"-11"0"0,-5-10-329 0 0,4 9 955 0 0,0 0 1 0 0,0 0-1 0 0,0 0 1 0 0,0 0-1 0 0,0 0 1 0 0,1 0-1 0 0,-1-1 1 0 0,1 1-1 0 0,0 0 1 0 0,-1 0-1 0 0,1 0 1 0 0,0-1-1 0 0,1-3 1 0 0,6-12-430 0 0,0 8-169 0 0,0 1 0 0 0,1-1 0 0 0,0 1 0 0 0,0 1 0 0 0,1-1 0 0 0,0 1 0 0 0,1 1 0 0 0,-1 0 0 0 0,2 0 0 0 0,-1 1 0 0 0,1 0 0 0 0,-1 1 0 0 0,20-7 0 0 0,2-1 115 0 0,-19 6-183 0 0,1 2-1 0 0,23-7 1 0 0,-33 11-126 0 0,0 0 0 0 0,0 0 1 0 0,0 1-1 0 0,0 0 0 0 0,1 0 0 0 0,-1 0 1 0 0,0 0-1 0 0,0 0 0 0 0,0 1 0 0 0,0 0 1 0 0,0 0-1 0 0,0 0 0 0 0,0 0 0 0 0,4 3 1 0 0,-8-4-14 0 0,1 1 0 0 0,0-1-1 0 0,0 1 0 0 0,0-1 1 0 0,0 1-1 0 0,0-1 1 0 0,0 0-1 0 0,0 1 1 0 0,0-1-1 0 0,0 0 1 0 0,0 0-1 0 0,0 1 1 0 0,0-1-1 0 0,0 0 0 0 0,0 0 1 0 0,0 0-1 0 0,0 0 1 0 0,0-1-1 0 0,0 1 1 0 0,2 0-1 0 0,-3-1 4 0 0,1 1 1 0 0,0 0-1 0 0,0 0 0 0 0,-1 0 0 0 0,1 0 1 0 0,0 0-1 0 0,0 0 0 0 0,-1 0 0 0 0,1 0 1 0 0,0 1-1 0 0,0-1 0 0 0,-1 0 0 0 0,1 0 1 0 0,0 1-1 0 0,0-1 0 0 0,-1 0 0 0 0,1 1 1 0 0,0-1-1 0 0,-1 1 0 0 0,1-1 0 0 0,0 2 1 0 0,1-1 21 0 0,0 1 1 0 0,-1 0-1 0 0,1 0 1 0 0,-1 0 0 0 0,0 0-1 0 0,0 0 1 0 0,1 3-1 0 0,1 2 68 0 0,0 0-1 0 0,-1 0 1 0 0,2 14-1 0 0,-4-9 96 0 0,0 0 0 0 0,0 0 0 0 0,-1 0 0 0 0,-4 17 0 0 0,1 2 18 0 0,2-22-134 0 0,0 0 1 0 0,0 0-1 0 0,-5 12 0 0 0,-1 6 85 0 0,3-23-57 0 0,3-5-87 0 0,2-4 16 0 0,1 2-40 0 0,5-5-29 0 0,-3 4 4 0 0,1 1 29 0 0,1 0 0 0 0,-1 0-1 0 0,0 0 1 0 0,1 1 0 0 0,0 0 0 0 0,-1 0 0 0 0,1 0-1 0 0,0 0 1 0 0,0 1 0 0 0,0 0 0 0 0,9-1-1 0 0,1 0-43 0 0,-14 2 50 0 0,0 0 0 0 0,0 0 0 0 0,0 0 0 0 0,0 0 0 0 0,0 0 1 0 0,0 0-1 0 0,0 0 0 0 0,0 0 0 0 0,0 0 0 0 0,0 1 0 0 0,0-1 0 0 0,2 1 0 0 0,9 3-4 0 0,-7-3 4 0 0,1 1 0 0 0,-1 1 0 0 0,0-1 0 0 0,0 1 0 0 0,0 0 0 0 0,-1 0 0 0 0,1 0 0 0 0,-1 1 0 0 0,1-1 0 0 0,-1 1 0 0 0,0 0 0 0 0,-1 0 0 0 0,1 1 0 0 0,3 4 0 0 0,3 8 0 0 0,0 1 1 0 0,12 30-1 0 0,2 4 10 0 0,-21-46 11 0 0,7 18 11 0 0,-10-23-15 0 0,1 0 0 0 0,-1 0 0 0 0,1 0-1 0 0,-1 0 1 0 0,0 0 0 0 0,0 1 0 0 0,0-1 0 0 0,0 0-1 0 0,0 0 1 0 0,0 2 0 0 0,0 16-2938 0 0,0-26 1377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7:58.513"/>
    </inkml:context>
    <inkml:brush xml:id="br0">
      <inkml:brushProperty name="width" value="0.1" units="cm"/>
      <inkml:brushProperty name="height" value="0.1" units="cm"/>
      <inkml:brushProperty name="color" value="#5D4753"/>
    </inkml:brush>
  </inkml:definitions>
  <inkml:trace contextRef="#ctx0" brushRef="#br0">16 87 2759 0 0,'7'-15'15516'0'0,"-4"19"-15420"0"0,-1 1 0 0 0,1-1 0 0 0,-1 1-1 0 0,0 0 1 0 0,0 0 0 0 0,0 0 0 0 0,0 0-1 0 0,-1 0 1 0 0,0 0 0 0 0,1 8 0 0 0,-1 11 52 0 0,-1 25 0 0 0,0-9 2 0 0,2 144 680 0 0,-2-152-768 0 0,0-29-14 0 0,-1 3-21 0 0,0-4 226 0 0,-6-26-37 0 0,-3-27-188 0 0,2 0 0 0 0,-2-55 0 0 0,4 36 24 0 0,3 36 18 0 0,2-68 0 0 0,6 74-16 0 0,-2 22-44 0 0,6 10 1 0 0,11 13 42 0 0,19 12 11 0 0,19 16-64 0 0,-46-35-13 0 0,0 1-1 0 0,0 1 1 0 0,-1 0 0 0 0,13 19-1 0 0,-15-19 29 0 0,0-1-1 0 0,0 1 1 0 0,1-2-1 0 0,1 1 1 0 0,0-1 0 0 0,0-1-1 0 0,1 0 1 0 0,14 8-1 0 0,-19-12-2039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7:58.897"/>
    </inkml:context>
    <inkml:brush xml:id="br0">
      <inkml:brushProperty name="width" value="0.1" units="cm"/>
      <inkml:brushProperty name="height" value="0.1" units="cm"/>
      <inkml:brushProperty name="color" value="#5D4753"/>
    </inkml:brush>
  </inkml:definitions>
  <inkml:trace contextRef="#ctx0" brushRef="#br0">0 80 1375 0 0,'0'0'10971'0'0,"6"-10"-8226"0"0,2 4-2285 0 0,0 0-1 0 0,1 0 1 0 0,0 1-1 0 0,0 0 1 0 0,0 1-1 0 0,0 0 1 0 0,14-4-1 0 0,49-17 1029 0 0,-71 24-1978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7:59.277"/>
    </inkml:context>
    <inkml:brush xml:id="br0">
      <inkml:brushProperty name="width" value="0.1" units="cm"/>
      <inkml:brushProperty name="height" value="0.1" units="cm"/>
      <inkml:brushProperty name="color" value="#5D4753"/>
    </inkml:brush>
  </inkml:definitions>
  <inkml:trace contextRef="#ctx0" brushRef="#br0">1 1 4607 0 0,'0'0'13103'0'0,"1"2"-12879"0"0,7 14-5 0 0,13 25 298 0 0,30 86-1 0 0,-28-58-345 0 0,-2-14 455 0 0,-21-53-350 0 0,6 3-1364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7:59.643"/>
    </inkml:context>
    <inkml:brush xml:id="br0">
      <inkml:brushProperty name="width" value="0.1" units="cm"/>
      <inkml:brushProperty name="height" value="0.1" units="cm"/>
      <inkml:brushProperty name="color" value="#5D4753"/>
    </inkml:brush>
  </inkml:definitions>
  <inkml:trace contextRef="#ctx0" brushRef="#br0">1 171 5063 0 0,'0'0'390'0'0,"7"-15"1722"0"0,19-37 7382 0 0,-3 6-7340 0 0,-16 33-1955 0 0,0 0 0 0 0,14-17 0 0 0,-20 29-654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8:00.422"/>
    </inkml:context>
    <inkml:brush xml:id="br0">
      <inkml:brushProperty name="width" value="0.1" units="cm"/>
      <inkml:brushProperty name="height" value="0.1" units="cm"/>
      <inkml:brushProperty name="color" value="#5D4753"/>
    </inkml:brush>
  </inkml:definitions>
  <inkml:trace contextRef="#ctx0" brushRef="#br0">0 158 4607 0 0,'0'0'11459'0'0,"2"0"-11346"0"0,6-2-7 0 0,0-1 0 0 0,0 0 0 0 0,-1 0 1 0 0,0-1-1 0 0,1 1 0 0 0,-1-2 0 0 0,12-9 0 0 0,8-3 325 0 0,-12 7-3 0 0,1 1-1 0 0,0 0 0 0 0,1 1 1 0 0,0 1-1 0 0,34-9 0 0 0,-36 13-304 0 0,0 0 0 0 0,-1 0-1 0 0,1-2 1 0 0,23-10 0 0 0,-29 10-59 0 0,8-5 62 0 0,-17 10-126 0 0,0 0 1 0 0,0 0-1 0 0,0 0 0 0 0,0 0 0 0 0,0 0 0 0 0,0 1 1 0 0,0-1-1 0 0,-1 0 0 0 0,1 0 0 0 0,0 0 0 0 0,0 0 1 0 0,0 0-1 0 0,0 1 0 0 0,0-1 0 0 0,0 0 0 0 0,0 0 1 0 0,1 0-1 0 0,-1 0 0 0 0,0 1 0 0 0,0-1 0 0 0,0 0 1 0 0,0 0-1 0 0,0 0 0 0 0,0 0 0 0 0,0 0 0 0 0,0 0 1 0 0,0 1-1 0 0,0-1 0 0 0,0 0 0 0 0,0 0 0 0 0,1 0 1 0 0,-1 0-1 0 0,0 0 0 0 0,0 0 0 0 0,0 0 0 0 0,0 1 1 0 0,0-1-1 0 0,0 0 0 0 0,1 0 0 0 0,-1 0 0 0 0,0 0 1 0 0,0 0-1 0 0,0 0 0 0 0,0 0 0 0 0,0 0 0 0 0,1 0 1 0 0,-1 0-1 0 0,0 0 0 0 0,0 0 0 0 0,0 0 0 0 0,0 0 1 0 0,1 0-1 0 0,-1 0 0 0 0,0 0 0 0 0,0 0 0 0 0,0 0 1 0 0,0 0-1 0 0,0 0 0 0 0,1 0 0 0 0,-1 0 0 0 0,0-1 1 0 0,0 1-1 0 0,0 0 0 0 0,0 0 0 0 0,-3 11-1 0 0,-27 49 39 0 0,18-39 2 0 0,-10 26 0 0 0,-45 122-19 0 0,55-141 56 0 0,8-17-11 0 0,-1 0 0 0 0,2 0 0 0 0,-5 19 0 0 0,-16 93 627 0 0,24-123-676 0 0,1 1 0 0 0,0-1-1 0 0,0 1 1 0 0,0-1 0 0 0,0 0-1 0 0,0 1 1 0 0,0-1 0 0 0,0 0-1 0 0,0 0 1 0 0,0 0-1 0 0,0 1 1 0 0,0-1 0 0 0,0 0-1 0 0,0 0 1 0 0,2-1 0 0 0,-3 1-1 0 0,9-1-16 0 0,0 0-1 0 0,0 0 1 0 0,0-1-1 0 0,0-1 1 0 0,0 1-1 0 0,-1-1 1 0 0,11-6 0 0 0,-9 5 11 0 0,0 0 0 0 0,-1 0 0 0 0,1 1 1 0 0,0 0-1 0 0,12-1 0 0 0,-20 4-15 0 0,-1-1 0 0 0,1 1 0 0 0,-1 0 0 0 0,1 0 0 0 0,-1 0-1 0 0,1 0 1 0 0,-1 0 0 0 0,1 0 0 0 0,-1 0 0 0 0,1 0 0 0 0,-1 1 0 0 0,1-1-1 0 0,-1 0 1 0 0,1 1 0 0 0,-1-1 0 0 0,1 1 0 0 0,0 0 0 0 0,13 7-154 0 0,1 0-4052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8:00.772"/>
    </inkml:context>
    <inkml:brush xml:id="br0">
      <inkml:brushProperty name="width" value="0.1" units="cm"/>
      <inkml:brushProperty name="height" value="0.1" units="cm"/>
      <inkml:brushProperty name="color" value="#5D4753"/>
    </inkml:brush>
  </inkml:definitions>
  <inkml:trace contextRef="#ctx0" brushRef="#br0">0 100 6447 0 0,'9'-3'10550'0'0,"-2"-5"-10154"0"0,1 0 0 0 0,0 1 0 0 0,0 0 0 0 0,1 1 1 0 0,0-1-1 0 0,0 2 0 0 0,1 0 0 0 0,-1 0 1 0 0,1 0-1 0 0,0 1 0 0 0,17-4 0 0 0,4 1-138 0 0,1 1 0 0 0,60-3-1 0 0,-84 9-1750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8:07.409"/>
    </inkml:context>
    <inkml:brush xml:id="br0">
      <inkml:brushProperty name="width" value="0.1" units="cm"/>
      <inkml:brushProperty name="height" value="0.1" units="cm"/>
      <inkml:brushProperty name="color" value="#5D4753"/>
    </inkml:brush>
  </inkml:definitions>
  <inkml:trace contextRef="#ctx0" brushRef="#br0">1 489 3455 0 0,'0'0'158'0'0,"0"5"-10"0"0,0 14-75 0 0,0-14 1791 0 0,0-4-1675 0 0,0 1 0 0 0,0-1-1 0 0,0 1 1 0 0,0-1 0 0 0,1 0 0 0 0,-1 1-1 0 0,0-1 1 0 0,1 1 0 0 0,-1-1-1 0 0,1 0 1 0 0,0 1 0 0 0,-1-1 0 0 0,1 0-1 0 0,0 1 1 0 0,0-1 0 0 0,0 0 0 0 0,2 2-1 0 0,0 0-106 0 0,1 0 1 0 0,0-1-1 0 0,0 1 0 0 0,7 2 0 0 0,11 8 651 0 0,-14-10-586 0 0,0 1 0 0 0,0-1 0 0 0,0 0 0 0 0,1 0 0 0 0,-1-1 0 0 0,14 2 0 0 0,27 7 420 0 0,-41-9-492 0 0,0 0-1 0 0,0-1 0 0 0,9 1 0 0 0,22 4 211 0 0,-7 3-33 0 0,10 4 109 0 0,1-2 0 0 0,84 9-1 0 0,-30-3 24 0 0,-1-7 144 0 0,-88-10-448 0 0,0-1 0 0 0,0 0 0 0 0,0 0 0 0 0,0 0 0 0 0,13-5 0 0 0,10-2 192 0 0,-1 3-40 0 0,45-10 216 0 0,-46 9-254 0 0,39-4 1 0 0,7-1 16 0 0,-54 7-130 0 0,22 0 0 0 0,-23 3 23 0 0,26-5 1 0 0,3-6 105 0 0,35-6 120 0 0,103-8 127 0 0,-71 5-257 0 0,-54 7-112 0 0,13-2-20 0 0,35-7 80 0 0,21-4 108 0 0,-49 8-32 0 0,-59 13-158 0 0,0-1-1 0 0,-1-1 1 0 0,0-1 0 0 0,22-13-1 0 0,9-3 45 0 0,250-115 220 0 0,-49 51 58 0 0,-237 83-357 0 0,24-7 29 0 0,-1-3 1 0 0,55-29-1 0 0,-86 40-61 0 0,0 1-1 0 0,1 0 1 0 0,14-3 0 0 0,18-6 96 0 0,-11 1 195 0 0,-25 8-222 0 0,-5 3 260 0 0,0 0-274 0 0,0-5-189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8:08.848"/>
    </inkml:context>
    <inkml:brush xml:id="br0">
      <inkml:brushProperty name="width" value="0.1" units="cm"/>
      <inkml:brushProperty name="height" value="0.1" units="cm"/>
      <inkml:brushProperty name="color" value="#5D4753"/>
    </inkml:brush>
  </inkml:definitions>
  <inkml:trace contextRef="#ctx0" brushRef="#br0">40 40 1839 0 0,'-32'-27'11140'0'0,"26"21"-10508"0"0,5 5-252 0 0,3 1-253 0 0,22-3 137 0 0,1 1 0 0 0,0 2 1 0 0,-1 0-1 0 0,39 7 0 0 0,-52-6-101 0 0,25 2-1 0 0,-25-3-15 0 0,0 0 1 0 0,18 5-1 0 0,-21-4-100 0 0,-1 1-1 0 0,0 0 1 0 0,0 1 0 0 0,0-1-1 0 0,0 2 1 0 0,-1-1 0 0 0,1 1-1 0 0,7 5 1 0 0,-10-6-37 0 0,-2-1 13 0 0,19 7-3 0 0,-8-3-8 0 0,-12-6-1 0 0,23 14 278 0 0,-22-13 135 0 0,-2-1-393 0 0,0 0 0 0 0,0-1-1 0 0,0 1 1 0 0,0 0 0 0 0,0 0-1 0 0,0 0 1 0 0,0-1 0 0 0,0 1 0 0 0,0 0-1 0 0,0 0 1 0 0,0-1 0 0 0,0 1-1 0 0,-1 0 1 0 0,1 0 0 0 0,0 0 0 0 0,0-1-1 0 0,0 1 1 0 0,0 0 0 0 0,0 0-1 0 0,-1 0 1 0 0,1 0 0 0 0,0-1-1 0 0,0 1 1 0 0,0 0 0 0 0,-1 0 0 0 0,1 0-1 0 0,0 0 1 0 0,0 0 0 0 0,0 0-1 0 0,-1 0 1 0 0,1 0 0 0 0,0 0-1 0 0,0 0 1 0 0,-1-1 0 0 0,-3 6-20 0 0,-22 26-9 0 0,22-25-2 0 0,0 0 0 0 0,0 0 0 0 0,1 1 0 0 0,0 0 0 0 0,-4 13 0 0 0,2-6 0 0 0,0-1 0 0 0,-1 0 0 0 0,-10 18 0 0 0,-14 22 0 0 0,11-20 11 0 0,18-31 42 0 0,-1 1 40 0 0,2-2-13 0 0,0-1-1 0 0,0 0 1 0 0,0 0 0 0 0,0 1-1 0 0,0-1 1 0 0,-1 0 0 0 0,1 1-1 0 0,0-1 1 0 0,0 0-1 0 0,0 0 1 0 0,0 1 0 0 0,-1-1-1 0 0,1 0 1 0 0,0 0-1 0 0,0 0 1 0 0,-1 1 0 0 0,1-1-1 0 0,0 0 1 0 0,0 0 0 0 0,-1 0-1 0 0,1 0 1 0 0,0 0-1 0 0,0 1 1 0 0,-1-1 0 0 0,1 0-1 0 0,-1 0 1 0 0,-44-82 395 0 0,39 71-465 0 0,-15-30 1 0 0,-13-47 53 0 0,29 76-5 0 0,4 10 95 0 0,0-1-100 0 0,-1 0-7 0 0,-6-33 44 0 0,5 25-101 0 0,3 9-45 0 0,0 4-16 0 0,3 6 36 0 0,0 1-1 0 0,-1-1 0 0 0,1 10 1 0 0,-2-9 36 0 0,1 0 0 0 0,0-1 1 0 0,0 1-1 0 0,6 12 0 0 0,2 11-1 0 0,-1-11 0 0 0,-5-16 0 0 0,14 31 0 0 0,-16-32 0 0 0,4 15 12 0 0,-5-17 144 0 0,0-4-141 0 0,0-1 0 0 0,0 1-1 0 0,0-1 1 0 0,0 1 0 0 0,0-1-1 0 0,0 0 1 0 0,-1 1 0 0 0,1-6-1 0 0,0 2 17 0 0,1-23 49 0 0,-2 19-67 0 0,2-28 41 0 0,-1-4-44 0 0,1 21-22 0 0,-2 20-14 0 0,1 3-12 0 0,4 6-50 0 0,-2-4 12 0 0,5 5 16 0 0,2 1 48 0 0,0 1 12 0 0,-1-3 0 0 0,0-3 11 0 0,-5-4 32 0 0,5 1-22 0 0,-6-2 34 0 0,-4-3 3 0 0,1 0-45 0 0,-1-6-19 0 0,-1 6 17 0 0,1 0 1 0 0,-1 1 0 0 0,0-1-1 0 0,0 1 1 0 0,-5-4-1 0 0,3 1-11 0 0,-24-18 0 0 0,20 14 0 0 0,1 2-15 0 0,6 5-59 0 0,-3 7-1 0 0,0 2-382 0 0,-2-1-3 0 0,4-4-11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46.710"/>
    </inkml:context>
    <inkml:brush xml:id="br0">
      <inkml:brushProperty name="width" value="0.1" units="cm"/>
      <inkml:brushProperty name="height" value="0.1" units="cm"/>
      <inkml:brushProperty name="color" value="#008C3A"/>
    </inkml:brush>
  </inkml:definitions>
  <inkml:trace contextRef="#ctx0" brushRef="#br0">1535 35 4143 0 0,'0'0'15327'0'0,"1"-2"-14928"0"0,-1 2-368 0 0,1-1 1 0 0,-1 1 0 0 0,0-1-1 0 0,0 1 1 0 0,0 0 0 0 0,1-1-1 0 0,-1 1 1 0 0,0-1 0 0 0,0 1-1 0 0,0-1 1 0 0,0 1 0 0 0,0 0-1 0 0,0-1 1 0 0,0 1 0 0 0,0-1 0 0 0,0 1-1 0 0,0-1 1 0 0,0 1 0 0 0,0-1-1 0 0,0 1 1 0 0,0-1 0 0 0,0 1-1 0 0,0 0 1 0 0,0-1 0 0 0,0 1-1 0 0,-1-1 1 0 0,1 1 0 0 0,-1-1 0 0 0,0 0 27 0 0,0 0 0 0 0,0 0 0 0 0,0 0 0 0 0,0 0 1 0 0,-1 0-1 0 0,1 0 0 0 0,0 0 0 0 0,-1 1 1 0 0,1-1-1 0 0,-3 0 0 0 0,-6-2 81 0 0,-1 1-1 0 0,1 0 0 0 0,-1 1 1 0 0,0 0-1 0 0,1 1 1 0 0,-17 1-1 0 0,-1 0-76 0 0,-58 6 79 0 0,50-3-127 0 0,4 1-3 0 0,1 1 0 0 0,0 2-1 0 0,0 1 1 0 0,1 1 0 0 0,-33 17 0 0 0,-169 98-10 0 0,200-106-40 0 0,-12 9 13 0 0,2 2 1 0 0,1 2 0 0 0,-46 46-1 0 0,30-21-23 0 0,3 2 0 0 0,-55 78-1 0 0,76-84-13 0 0,-41 86-1 0 0,12-19 76 0 0,29-60-31 0 0,3 1-1 0 0,3 2 1 0 0,3 1 0 0 0,-21 84-1 0 0,39-122 17 0 0,-3 5 124 0 0,2 1 1 0 0,2 0 0 0 0,-3 50-1 0 0,8-81 398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47.395"/>
    </inkml:context>
    <inkml:brush xml:id="br0">
      <inkml:brushProperty name="width" value="0.1" units="cm"/>
      <inkml:brushProperty name="height" value="0.1" units="cm"/>
      <inkml:brushProperty name="color" value="#008C3A"/>
    </inkml:brush>
  </inkml:definitions>
  <inkml:trace contextRef="#ctx0" brushRef="#br0">1 0 2303 0 0,'0'0'11027'0'0,"1"1"-10840"0"0,3 4-101 0 0,0 1 0 0 0,0-1-1 0 0,0 0 1 0 0,2 8 0 0 0,14 18 74 0 0,-4-8 20 0 0,15 27 0 0 0,-19-28 103 0 0,28 35-1 0 0,-25-37 44 0 0,18 32 1 0 0,-4-5 74 0 0,-12-21-276 0 0,-13-19-41 0 0,0 0 1 0 0,1 0 0 0 0,0 0-1 0 0,0-1 1 0 0,0 1-1 0 0,1-1 1 0 0,0-1-1 0 0,0 1 1 0 0,8 5-1 0 0,-12-11 100 0 0,15 15 255 0 0,-16-15-398 0 0,-1 1-1 0 0,1-1 1 0 0,-1 0-1 0 0,0 0 1 0 0,1 0 0 0 0,-1 0-1 0 0,1 0 1 0 0,-1 0 0 0 0,1 0-1 0 0,-1 0 1 0 0,1 0 0 0 0,-1 0-1 0 0,0 0 1 0 0,1 0 0 0 0,-1 0-1 0 0,1 0 1 0 0,-1 0 0 0 0,1-1-1 0 0,-1 1 1 0 0,0 0 0 0 0,1 0-1 0 0,-1 0 1 0 0,1-1-1 0 0,-1 1 1 0 0,0 0 0 0 0,1-1-1 0 0,7-12 466 0 0,-1-21 286 0 0,-7 32-635 0 0,1-8-13 0 0,-1 7-112 0 0,1-1 0 0 0,-1 0 1 0 0,1 0-1 0 0,0 0 0 0 0,0 1 0 0 0,1-1 0 0 0,-1 0 0 0 0,1 1 0 0 0,0 0 0 0 0,0-1 0 0 0,0 1 0 0 0,0 0 0 0 0,5-6 0 0 0,28-36-32 0 0,27-39 0 0 0,19-44 144 0 0,-71 115-202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48.413"/>
    </inkml:context>
    <inkml:brush xml:id="br0">
      <inkml:brushProperty name="width" value="0.1" units="cm"/>
      <inkml:brushProperty name="height" value="0.1" units="cm"/>
      <inkml:brushProperty name="color" value="#008C3A"/>
    </inkml:brush>
  </inkml:definitions>
  <inkml:trace contextRef="#ctx0" brushRef="#br0">1 0 1375 0 0,'1'2'9411'0'0,"10"11"-8966"0"0,0 1-1 0 0,1-1 1 0 0,0-1 0 0 0,1 0-1 0 0,1-1 1 0 0,-1 0 0 0 0,18 9-1 0 0,150 74 959 0 0,-179-93-1324 0 0,0 0-1 0 0,0 0 1 0 0,-1 0 0 0 0,1 0-1 0 0,0 1 1 0 0,-1-1 0 0 0,1 0-1 0 0,-1 1 1 0 0,1-1 0 0 0,-1 1-1 0 0,0-1 1 0 0,1 1 0 0 0,0 2-1 0 0,-14-2 144 0 0,9-2-217 0 0,1 0 1 0 0,-1 0 0 0 0,1 0-1 0 0,-1-1 1 0 0,1 1-1 0 0,-1-1 1 0 0,1 1 0 0 0,-1-1-1 0 0,1 0 1 0 0,-1 0 0 0 0,1 0-1 0 0,0 0 1 0 0,-1 0 0 0 0,1-1-1 0 0,-3-1 1 0 0,-1-3 27 0 0,0 0 0 0 0,0 0 1 0 0,-7-10-1 0 0,10 12-23 0 0,0 0 1 0 0,0 0-1 0 0,-1 0 0 0 0,1 0 0 0 0,-1 1 1 0 0,0-1-1 0 0,0 1 0 0 0,0 0 0 0 0,0 0 1 0 0,-1 0-1 0 0,-7-3 0 0 0,3 4-10 0 0,9 2-1 0 0,-1-1 0 0 0,1 1-1 0 0,-1 0 1 0 0,1 0 0 0 0,-1 0-1 0 0,1 0 1 0 0,-1 0 0 0 0,1 0-1 0 0,-1 0 1 0 0,1 0 0 0 0,-1 0 0 0 0,0 0-1 0 0,1 0 1 0 0,-1 0 0 0 0,1 0-1 0 0,-1 0 1 0 0,1 1 0 0 0,-1-1-1 0 0,1 0 1 0 0,-1 0 0 0 0,1 1-1 0 0,-1-1 1 0 0,1 0 0 0 0,0 1-1 0 0,-1-1 1 0 0,1 0 0 0 0,-1 1 0 0 0,1-1-1 0 0,0 0 1 0 0,-1 1 0 0 0,1-1-1 0 0,-1 1 1 0 0,-4 14-65 0 0,5-13 58 0 0,-2 12-28 0 0,1 1-1 0 0,0-1 1 0 0,1 1 0 0 0,0 0-1 0 0,1-1 1 0 0,1 1 0 0 0,4 15-1 0 0,-6-27 37 0 0,5 9-10 0 0,-5-12 10 0 0,1 1 1 0 0,0-1 0 0 0,-1 0-1 0 0,1 0 1 0 0,-1 0 0 0 0,1 1-1 0 0,0-1 1 0 0,-1 0 0 0 0,1 0-1 0 0,0 0 1 0 0,-1 0 0 0 0,1 0-1 0 0,0 0 1 0 0,-1 0 0 0 0,1 0-1 0 0,-1-1 1 0 0,2 1 0 0 0,-1 0 4 0 0,1-1 13 0 0,0 1-1 0 0,0 0 1 0 0,0-1-1 0 0,0 1 1 0 0,0-1 0 0 0,0 0-1 0 0,0 0 1 0 0,-1 0-1 0 0,1 0 1 0 0,0 0 0 0 0,0 0-1 0 0,-1 0 1 0 0,1 0-1 0 0,-1-1 1 0 0,1 1 0 0 0,-1-1-1 0 0,1 1 1 0 0,-1-1-1 0 0,0 1 1 0 0,0-1 0 0 0,0 0-1 0 0,0 0 1 0 0,0 1 0 0 0,0-1-1 0 0,1-3 1 0 0,0-4 40 0 0,0 0 1 0 0,-1-1-1 0 0,0 1 1 0 0,0-1 0 0 0,-1-11-1 0 0,0 19 22 0 0,-13 6 0 0 0,11-2-79 0 0,-1 1-1 0 0,1-1 1 0 0,-1 1-1 0 0,1 0 1 0 0,0 0-1 0 0,0-1 1 0 0,-3 8 0 0 0,3-7-14 0 0,0 1 0 0 0,0 0 0 0 0,-1-1 0 0 0,-4 6 0 0 0,3-4 11 0 0,0 1 0 0 0,-1 0 0 0 0,2 0 0 0 0,-1 0 0 0 0,-4 10 0 0 0,6-10 2 0 0,6-10 0 0 0,5-11 0 0 0,-3 1-6 0 0,-3 7-1 0 0,0-1 0 0 0,0 1-1 0 0,1 0 1 0 0,0 0 0 0 0,1 0-1 0 0,0 0 1 0 0,0 1 0 0 0,6-7-1 0 0,-4 8-2 0 0,-5 6 5 0 0,-1-1 1 0 0,0 1 0 0 0,1 0-1 0 0,-1 0 1 0 0,0 0-1 0 0,0 0 1 0 0,0 0 0 0 0,0 0-1 0 0,0 0 1 0 0,0 0 0 0 0,2 2-1 0 0,-3-3 4 0 0,4 7-5 0 0,-1-1 0 0 0,1 1 1 0 0,-1 0-1 0 0,-1 0 0 0 0,1 0 0 0 0,-1 0 0 0 0,0 0 0 0 0,-1 0 0 0 0,2 16 0 0 0,6 23 1 0 0,-7-40 16 0 0,-1-5 298 0 0,0-12-173 0 0,0 8-113 0 0,-6-13 100 0 0,4 13-101 0 0,-1 0 1 0 0,1 1-1 0 0,-1-1 0 0 0,0 1 1 0 0,0-1-1 0 0,0 1 1 0 0,0 0-1 0 0,0 0 1 0 0,0 0-1 0 0,-1 0 1 0 0,-4-3-1 0 0,4 2 22 0 0,-1 1-1 0 0,1-1 0 0 0,0 0 1 0 0,-5-4-1 0 0,2-1 138 0 0,-1 1-1 0 0,-14-12 0 0 0,13 13-71 0 0,1 0-1 0 0,0-1 0 0 0,-7-9 0 0 0,-23-28-46 0 0,37 66-296 0 0,1-12 173 0 0,-1-7 56 0 0,0 0 0 0 0,1-1 0 0 0,-1 1 1 0 0,1 0-1 0 0,0 0 0 0 0,0 0 0 0 0,0-1 0 0 0,0 1 0 0 0,1-1 0 0 0,-1 1 0 0 0,1-1 0 0 0,-1 1 0 0 0,4 2 0 0 0,-5-4 1 0 0,1 0 0 0 0,0 1 0 0 0,0-1 0 0 0,0 0-1 0 0,1 0 1 0 0,-1 0 0 0 0,0 0 0 0 0,0 0 0 0 0,1 0 0 0 0,-1 0-1 0 0,0 0 1 0 0,1 0 0 0 0,-1-1 0 0 0,3 2 0 0 0,-1-1 13 0 0,-2 0 44 0 0,2-7 93 0 0,-2 5-121 0 0,0 0 0 0 0,0 0 0 0 0,-1 0 0 0 0,1 0 1 0 0,0 0-1 0 0,-1 0 0 0 0,1 0 0 0 0,-1 0 1 0 0,0 0-1 0 0,1 0 0 0 0,-1-1 0 0 0,-10-24-174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50.389"/>
    </inkml:context>
    <inkml:brush xml:id="br0">
      <inkml:brushProperty name="width" value="0.1" units="cm"/>
      <inkml:brushProperty name="height" value="0.1" units="cm"/>
      <inkml:brushProperty name="color" value="#008C3A"/>
    </inkml:brush>
  </inkml:definitions>
  <inkml:trace contextRef="#ctx0" brushRef="#br0">5372 258 4607 0 0,'0'0'208'0'0,"2"-4"-9"0"0,4-10 45 0 0,-6 12 126 0 0,1 0-1 0 0,0 0 0 0 0,0 1 1 0 0,0-1-1 0 0,0 0 1 0 0,1 1-1 0 0,-1-1 1 0 0,0 1-1 0 0,1-1 1 0 0,1-1-1 0 0,-2 3-218 0 0,0-1 1 0 0,0 0-1 0 0,0 1 1 0 0,0-1-1 0 0,-1 0 1 0 0,1 0-1 0 0,0 1 1 0 0,-1-1-1 0 0,1 0 1 0 0,-1 0-1 0 0,1 0 1 0 0,-1 0-1 0 0,1 0 1 0 0,-1 0-1 0 0,0 0 1 0 0,1 0-1 0 0,-1 0 1 0 0,0 0-1 0 0,0 0 1 0 0,0 0-1 0 0,0 0 0 0 0,0-2 1 0 0,0-6 1229 0 0,-1 0 1 0 0,-3-16-1 0 0,3 21-929 0 0,1 2 176 0 0,-1 0-11 0 0,-2-4-443 0 0,0 1-1 0 0,1 0 1 0 0,-2 0-1 0 0,1 0 1 0 0,-1 0-1 0 0,1 1 1 0 0,-1 0-1 0 0,0-1 1 0 0,-1 1-1 0 0,1 0 1 0 0,-1 1-1 0 0,0-1 1 0 0,0 1-1 0 0,0 0 1 0 0,-6-2-1 0 0,-12-7 187 0 0,0 2 0 0 0,0 1 0 0 0,-1 1 0 0 0,0 1 0 0 0,-29-4 0 0 0,8 4-89 0 0,-50-5 182 0 0,46 12-338 0 0,1 2 0 0 0,0 2-1 0 0,-60 14 1 0 0,12-2-61 0 0,19-3-17 0 0,0 3 0 0 0,-111 40 0 0 0,-142 84-137 0 0,145-64 100 0 0,26-13 0 0 0,59-22 0 0 0,-31 15 0 0 0,22 1-43 0 0,2 5 1 0 0,-184 141-1 0 0,263-181 39 0 0,-227 186-45 0 0,85-70 36 0 0,75-64 15 0 0,-145 143-2 0 0,-89 141-72 0 0,25 20 0 0 0,91-108 72 0 0,99-125 0 0 0,71-87 0 0 0,-195 273 0 0 0,192-266 0 0 0,-155 263 11 0 0,162-256-4 0 0,-98 184-25 0 0,124-231 15 0 0,-5 9-17 0 0,1 1-1 0 0,-20 62 1 0 0,-11 36-8 0 0,-5 22-8 0 0,-19 82 36 0 0,33-114 0 0 0,-13 32 0 0 0,22-70 0 0 0,-35 165 0 0 0,56-181-97 0 0,2 104-1 0 0,5-89 61 0 0,1-5-307 0 0,14 120 0 0 0,-4-146 229 0 0,17 55 0 0 0,-4-22 49 0 0,-30-104-7844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6:52.520"/>
    </inkml:context>
    <inkml:brush xml:id="br0">
      <inkml:brushProperty name="width" value="0.1" units="cm"/>
      <inkml:brushProperty name="height" value="0.1" units="cm"/>
      <inkml:brushProperty name="color" value="#008C3A"/>
    </inkml:brush>
  </inkml:definitions>
  <inkml:trace contextRef="#ctx0" brushRef="#br0">22 160 8719 0 0,'-5'6'4055'0'0,"-12"11"-2071"0"0,20-6-1809 0 0,-2-7-127 0 0,1 1 0 0 0,0-1 0 0 0,0 1 0 0 0,0-1 0 0 0,1 0-1 0 0,0 0 1 0 0,0 0 0 0 0,0-1 0 0 0,0 1 0 0 0,0 0 0 0 0,7 4 0 0 0,-4-2 65 0 0,0 0 0 0 0,10 13 0 0 0,-12-13-85 0 0,-1-1-9 0 0,1 0 1 0 0,-1-1-1 0 0,1 0 0 0 0,-1 1 1 0 0,8 4-1 0 0,6 7 60 0 0,-12-11-60 0 0,-1-1 1 0 0,1 0-1 0 0,0-1 1 0 0,9 6-1 0 0,33 22 45 0 0,-30-24-63 0 0,-12-7 3 0 0,-1 0 7 0 0,4 2 36 0 0,-1 1 0 0 0,0 0-1 0 0,0 0 1 0 0,9 7 0 0 0,20 8-9 0 0,-23-15-38 0 0,-2-7 11 0 0,-1 2 32 0 0,-8 2-38 0 0,-1 0 1 0 0,1 0-1 0 0,0 0 1 0 0,-1 0-1 0 0,1-1 1 0 0,-1 1-1 0 0,1 0 1 0 0,-1-1-1 0 0,1 1 1 0 0,-1-1-1 0 0,1 1 1 0 0,-1-1 0 0 0,0 0-1 0 0,1 0 1 0 0,-1 0-1 0 0,0 0 1 0 0,1 0-1 0 0,-1 0 1 0 0,0 0-1 0 0,0 0 1 0 0,0 0-1 0 0,0 0 1 0 0,0 0-1 0 0,0-1 1 0 0,0 1 0 0 0,-1-1-1 0 0,2 0 1 0 0,8-12 161 0 0,3-3 10 0 0,-11 15-148 0 0,-1-1 0 0 0,1 1 0 0 0,0 0 0 0 0,0-1 0 0 0,0 1 0 0 0,4-3 0 0 0,-4 2-22 0 0,1 1-1 0 0,-1 0 1 0 0,0-1-1 0 0,0 1 1 0 0,-1-1-1 0 0,1 1 1 0 0,0-1-1 0 0,1-3 1 0 0,10-15 18 0 0,-1 6-5 0 0,1-1-1 0 0,-2-1 1 0 0,0 0-1 0 0,-1 0 1 0 0,9-23 0 0 0,-9 13 48 0 0,-1 1 0 0 0,-2-2 0 0 0,-1 1 1 0 0,4-40-1 0 0,-9 61-11 0 0,-1 5 23 0 0,-1 0-64 0 0,1 1 0 0 0,0-1 0 0 0,0 1-1 0 0,0 0 1 0 0,-1-1 0 0 0,1 1 0 0 0,0 0-1 0 0,0-1 1 0 0,-1 1 0 0 0,1-1 0 0 0,0 1-1 0 0,-1 0 1 0 0,1 0 0 0 0,-1-1 0 0 0,1 1-1 0 0,0 0 1 0 0,-1 0 0 0 0,1-1 0 0 0,-1 1-1 0 0,1 0 1 0 0,0 0 0 0 0,-1 0 0 0 0,1 0-1 0 0,-1 0 1 0 0,1-1 0 0 0,-1 1 0 0 0,1 0-1 0 0,-1 0 1 0 0,1 0 0 0 0,-1 0 0 0 0,1 1 0 0 0,-1-1-1 0 0,1 0 1 0 0,0 0 0 0 0,-1 0 0 0 0,1 0-1 0 0,-2 1 1 0 0,-26 5 1 0 0,15-3 54 0 0,-38 5 432 0 0,-79 0-1 0 0,111-8-415 0 0,-1 1-1 0 0,0 1 1 0 0,1 0 0 0 0,-30 8-1 0 0,42-8-73 0 0,1 0 0 0 0,0 0 1 0 0,0 1-1 0 0,0-1 0 0 0,0 1 0 0 0,0 1 0 0 0,1-1 0 0 0,-1 1 0 0 0,1 0 0 0 0,0 0 1 0 0,0 1-1 0 0,1-1 0 0 0,-1 1 0 0 0,1 0 0 0 0,0 0 0 0 0,0 1 0 0 0,-3 5 1 0 0,6-9-70 0 0,5 17-179 0 0,1-6 195 0 0,0-1 1 0 0,0 0-1 0 0,2 0 1 0 0,-1 0-1 0 0,1-1 1 0 0,11 13-1 0 0,-4-5 42 0 0,-8-10 3 0 0,1 0 0 0 0,1 0-1 0 0,11 9 1 0 0,-16-15-22 0 0,2 3 55 0 0,-3-5 269 0 0,-8 6-184 0 0,-5 8-131 0 0,8-12-20 0 0,1 0 0 0 0,-1 0 0 0 0,1 0 0 0 0,0 0 0 0 0,0 0 0 0 0,0 1 0 0 0,0-1 0 0 0,1 1 0 0 0,-1 0 1 0 0,1-1-1 0 0,0 1 0 0 0,0 0 0 0 0,0 0 0 0 0,0 4 0 0 0,0 0-37 0 0,0-7-7 0 0,2-1-76 0 0,0-1 144 0 0,0 1-1 0 0,0-1 0 0 0,0 1 1 0 0,0-1-1 0 0,0 1 1 0 0,-1-1-1 0 0,1 0 0 0 0,0 1 1 0 0,0-1-1 0 0,-1 0 0 0 0,1 0 1 0 0,0 1-1 0 0,-1-1 1 0 0,1 0-1 0 0,0-1 0 0 0,8-14-43 0 0,-3 2 46 0 0,-1 1 1 0 0,0-1-1 0 0,-1 0 0 0 0,0-1 1 0 0,-2 1-1 0 0,3-23 0 0 0,-4 30-22 0 0,-4 30-48 0 0,3-21-24 0 0,-1 2-50 0 0,0-1 119 0 0,3-8-1074 0 0,2-3 1081 0 0,4-3-35 0 0,19-10-131 0 0,-17 14 121 0 0,-5 3 76 0 0,4-6 53 0 0,-8 9-11 0 0,1 18-51 0 0,-1-13-20 0 0,0 1 0 0 0,0-1 0 0 0,0 1 0 0 0,-1 7 0 0 0,0-11 18 0 0,0-1 0 0 0,0 0 0 0 0,0 0 0 0 0,0 0 0 0 0,0 0 0 0 0,0 0 0 0 0,0 0 0 0 0,0 0 0 0 0,0 0 0 0 0,0 0 0 0 0,0 0 0 0 0,0 0 0 0 0,0 0 0 0 0,0 1 0 0 0,0-1 0 0 0,0 0 0 0 0,0 0 0 0 0,0 0 0 0 0,0 0 0 0 0,0 0 0 0 0,0 0 0 0 0,0 0 0 0 0,0 0 0 0 0,0 0 0 0 0,0 0 0 0 0,0 0 0 0 0,0 0 0 0 0,0 0 0 0 0,0 0 0 0 0,0 1 0 0 0,0-1 0 0 0,0 0 0 0 0,0 0 0 0 0,0 0 0 0 0,-1 0 0 0 0,1 0 0 0 0,0 0 0 0 0,0 0 0 0 0,0 0 0 0 0,0 0 0 0 0,0 0 0 0 0,0 0 0 0 0,0 0 0 0 0,0 0 0 0 0,0 0 0 0 0,0 0 0 0 0,0 0 0 0 0,0 0 0 0 0,-1 0 0 0 0,1 0 0 0 0,0 0 0 0 0,0 0 0 0 0,0 0 0 0 0,0 0 0 0 0,0 0 0 0 0,0 0 0 0 0,0 0 0 0 0,0 0 0 0 0,-5-5 0 0 0,-3-5 0 0 0,-16-50 0 0 0,24 59-1 0 0,0 1 0 0 0,0 0-1 0 0,0 0 1 0 0,0 0 0 0 0,0 0 0 0 0,0 0-1 0 0,0-1 1 0 0,0 1 0 0 0,0 0 0 0 0,0 0-1 0 0,0 0 1 0 0,0 0 0 0 0,0 0 0 0 0,0-1-1 0 0,0 1 1 0 0,0 0 0 0 0,0 0 0 0 0,-1 0-1 0 0,1 0 1 0 0,0 0 0 0 0,0 0 0 0 0,0 0-1 0 0,0 0 1 0 0,0-1 0 0 0,0 1 0 0 0,-1 0-1 0 0,1 0 1 0 0,0 0 0 0 0,0 0-1 0 0,0 0 1 0 0,0 0 0 0 0,0 0 0 0 0,-1 0-1 0 0,1 0 1 0 0,0 0 0 0 0,0 0 0 0 0,0 0-1 0 0,0 0 1 0 0,0 0 0 0 0,-1 0 0 0 0,1 0-1 0 0,0 0 1 0 0,0 0 0 0 0,0 0 0 0 0,0 0-1 0 0,0 0 1 0 0,-1 0 0 0 0,1 0 0 0 0,0 0-1 0 0,0 1 1 0 0,0-1 0 0 0,0 0 0 0 0,0 0-1 0 0,0 0 1 0 0,0 0 0 0 0,-1 0 0 0 0,1 0-1 0 0,0 0 1 0 0,0 0 0 0 0,0 1 0 0 0,0-1-1 0 0,0 0 1 0 0,0 0 0 0 0,0 0-1 0 0,0 0 1 0 0,-4 9-24 0 0,4-9 20 0 0,-4 10-33 0 0,0-1 1 0 0,1 1 0 0 0,1-1-1 0 0,-1 1 1 0 0,2 0-1 0 0,-1 0 1 0 0,1 0-1 0 0,1 0 1 0 0,1 12-1 0 0,-1-20-26 0 0,1-5 66 0 0,1 0 0 0 0,0 1 0 0 0,0-1 1 0 0,-1 0-1 0 0,2-4 0 0 0,-2 6-3 0 0,5-13 73 0 0,-1-1 0 0 0,0 1 0 0 0,-1-1 0 0 0,-1 0-1 0 0,0 0 1 0 0,-1 0 0 0 0,0-28 0 0 0,-2 35-47 0 0,-2 7 31 0 0,-1 6-47 0 0,-1 7-14 0 0,-3 25-124 0 0,1 0 0 0 0,-1 55 0 0 0,6-82 124 0 0,1 25 89 0 0,2-42 0 0 0,4-17-36 0 0,2 1 0 0 0,15-33 0 0 0,-23 57-49 0 0,0-1 0 0 0,0 0 0 0 0,0 0-1 0 0,0 0 1 0 0,0 0 0 0 0,0 1 0 0 0,0-1 0 0 0,0 0-1 0 0,0 0 1 0 0,0 0 0 0 0,1 1 0 0 0,-1-1-1 0 0,0 0 1 0 0,0 0 0 0 0,0 0 0 0 0,0 0 0 0 0,0 0-1 0 0,0 1 1 0 0,1-1 0 0 0,-1 0 0 0 0,0 0 0 0 0,0 0-1 0 0,0 0 1 0 0,0 0 0 0 0,1 0 0 0 0,-1 0-1 0 0,0 0 1 0 0,0 0 0 0 0,0 0 0 0 0,0 0 0 0 0,1 0-1 0 0,-1 1 1 0 0,0-1 0 0 0,0 0 0 0 0,0 0 0 0 0,1 0-1 0 0,-1-1 1 0 0,0 1 0 0 0,0 0 0 0 0,0 0 0 0 0,0 0-1 0 0,1 0 1 0 0,-1 0 0 0 0,0 0 0 0 0,0 0-1 0 0,0 0 1 0 0,1 0 0 0 0,-1 0 0 0 0,0 0 0 0 0,0 0-1 0 0,0-1 1 0 0,0 1 0 0 0,0 0 0 0 0,1 0 0 0 0,-1 0-1 0 0,0 0 1 0 0,0 0 0 0 0,0-1 0 0 0,0 1-1 0 0,0 0 1 0 0,0 0 0 0 0,0 0 0 0 0,0 0 0 0 0,0-1-1 0 0,0 1 1 0 0,2 4-7 0 0,-1 0-1 0 0,1 0 1 0 0,-1 0-1 0 0,-1 0 0 0 0,1 0 1 0 0,0 0-1 0 0,-1 0 1 0 0,0 0-1 0 0,0 7 1 0 0,-1-3-14 0 0,2 1 1 0 0,-1 0 0 0 0,3 13 0 0 0,-3-22 20 0 0,0 0 0 0 0,1 0 0 0 0,-1 1 0 0 0,0-1 1 0 0,0 0-1 0 0,0 0 0 0 0,0 0 0 0 0,0 0 0 0 0,1 0 1 0 0,-1 0-1 0 0,0 0 0 0 0,0 0 0 0 0,0 0 1 0 0,1 0-1 0 0,-1 1 0 0 0,0-1 0 0 0,0 0 0 0 0,0 0 1 0 0,1 0-1 0 0,-1 0 0 0 0,0 0 0 0 0,0-1 0 0 0,0 1 1 0 0,1 0-1 0 0,-1 0 0 0 0,0 0 0 0 0,0 0 0 0 0,0 0 1 0 0,0 0-1 0 0,1 0 0 0 0,-1 0 0 0 0,0 0 1 0 0,0 0-1 0 0,0 0 0 0 0,0-1 0 0 0,1 1 0 0 0,-1 0 1 0 0,0 0-1 0 0,0 0 0 0 0,0 0 0 0 0,0 0 0 0 0,0-1 1 0 0,1 1-1 0 0,6-7-18 0 0,5-11 19 0 0,0-1 0 0 0,-2-1 0 0 0,0 1 0 0 0,9-29 0 0 0,-15 38 0 0 0,1-5 11 0 0,-5 14 122 0 0,-6 7 14 0 0,2-5-134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7:04.117"/>
    </inkml:context>
    <inkml:brush xml:id="br0">
      <inkml:brushProperty name="width" value="0.1" units="cm"/>
      <inkml:brushProperty name="height" value="0.1" units="cm"/>
      <inkml:brushProperty name="color" value="#008C3A"/>
    </inkml:brush>
  </inkml:definitions>
  <inkml:trace contextRef="#ctx0" brushRef="#br0">11459 230 6127 0 0,'-7'0'4874'0'0,"7"0"-4758"0"0,-16-7 5333 0 0,3 2-5390 0 0,12 5 323 0 0,-2-1-190 0 0,-3-1-34 0 0,-1 0 0 0 0,0 0 0 0 0,1-1 0 0 0,-8-4 0 0 0,12 6 27 0 0,-10-3 168 0 0,6 3-227 0 0,-1 0-1 0 0,1 0 1 0 0,-12-1-1 0 0,-12-1 188 0 0,4 0-37 0 0,22 3-228 0 0,-1 0-1 0 0,1-1 1 0 0,-1 1-1 0 0,1-1 1 0 0,-7-2-1 0 0,-6-2 273 0 0,-34-6-1 0 0,27 7-143 0 0,1 2-50 0 0,19 1-109 0 0,-1 1 0 0 0,1 0 0 0 0,0-1 0 0 0,0 1 0 0 0,-7-3 0 0 0,2 0 11 0 0,0 1 1 0 0,0 0-1 0 0,0 0 0 0 0,-11 1 1 0 0,-16-4 58 0 0,28 4-53 0 0,-1 0 0 0 0,0 1-1 0 0,1 0 1 0 0,-16 2 0 0 0,14-1 18 0 0,-1 0 0 0 0,-16-1 1 0 0,-15-3 54 0 0,-16-1 100 0 0,-22-2 32 0 0,21 3-99 0 0,55 2-129 0 0,-8 1 24 0 0,1-2-1 0 0,0 1 1 0 0,-1-2-1 0 0,-15-4 1 0 0,-51-18 58 0 0,63 23-93 0 0,-1 0 0 0 0,1 1 0 0 0,-20 0 0 0 0,18 1 0 0 0,-1 0 0 0 0,-20-4 0 0 0,31 3 0 0 0,-1 1 0 0 0,0 0 0 0 0,0 0 0 0 0,1 1 0 0 0,-12 2 0 0 0,-12 1 0 0 0,10-1 0 0 0,18-2 0 0 0,-1-1 0 0 0,0 1 0 0 0,1-1 0 0 0,-1 1 0 0 0,0-1 0 0 0,-7-1 0 0 0,-12-2 0 0 0,-31 0 0 0 0,23 2 0 0 0,5 0 0 0 0,16 2 0 0 0,-1-2 0 0 0,-17-2 0 0 0,4-1 0 0 0,14 3 4 0 0,0-1-1 0 0,-13-3 1 0 0,6 0 9 0 0,-1 1 0 0 0,1 0 1 0 0,-36-1-1 0 0,43 5-13 0 0,1 1 0 0 0,0 0 0 0 0,-12 2 0 0 0,11-1 0 0 0,0 0 0 0 0,-14 0 0 0 0,-7-1 0 0 0,20 0 0 0 0,1 0 0 0 0,0-1 0 0 0,-16-2 0 0 0,-59-3 0 0 0,60 5 0 0 0,21 0 0 0 0,-1 0 0 0 0,1 0 0 0 0,-1 0 0 0 0,1 0 0 0 0,-6-2 0 0 0,-11-3 0 0 0,-1 1 0 0 0,0 1 0 0 0,-30-1 0 0 0,37 4 0 0 0,0 0 0 0 0,0-1 0 0 0,0-1 0 0 0,-26-7 0 0 0,27 7 0 0 0,0 0 0 0 0,0 0 0 0 0,0 1 0 0 0,0 1 0 0 0,-20 3 0 0 0,14-2 0 0 0,10-1 0 0 0,-6 1 0 0 0,-1-1 0 0 0,-20-2 0 0 0,-49-4 0 0 0,66 4 0 0 0,0 2 0 0 0,-31 3 0 0 0,43-2 0 0 0,-1-1 0 0 0,0 0 0 0 0,-16-3 0 0 0,-10 0 0 0 0,-35-2 0 0 0,-46 3 0 0 0,84 0 0 0 0,-54 4 0 0 0,58 0 0 0 0,25-2 0 0 0,-24 1 0 0 0,-38-3 0 0 0,-12-1 93 0 0,69 3-65 0 0,0 0-1 0 0,-1 0 0 0 0,-14 3 0 0 0,-14 1 48 0 0,-2-1-54 0 0,30-1-8 0 0,0-2 1 0 0,-1 1 0 0 0,-17-2-1 0 0,8 0 8 0 0,0 0-1 0 0,-21 3 1 0 0,30-1-19 0 0,-26 3 22 0 0,25-2-11 0 0,0-1 1 0 0,-18 0-1 0 0,-40 2-13 0 0,14 0 0 0 0,42-2 0 0 0,0 0 0 0 0,-24 6 0 0 0,-5 1 0 0 0,-166 18 0 0 0,104-6 0 0 0,77-16-1 0 0,-4 1 7 0 0,-46 1 0 0 0,61-5 14 0 0,-26 4 0 0 0,2 1-7 0 0,-10 1-13 0 0,34-4 0 0 0,1 0 0 0 0,-21 0 0 0 0,-48 2 0 0 0,21-1 0 0 0,53-3 0 0 0,0 1 0 0 0,0 0 0 0 0,-16 5 0 0 0,-20 3 0 0 0,20-6 0 0 0,-30 10 0 0 0,44-12 0 0 0,0 0 0 0 0,-15 1 0 0 0,17-2 0 0 0,-1 0 0 0 0,0 1 0 0 0,-13 3 0 0 0,-112 34 0 0 0,117-34 0 0 0,-34 5 0 0 0,8-2 0 0 0,7 0 0 0 0,11-2 0 0 0,-46 14 0 0 0,-210 75 0 0 0,238-81 0 0 0,-150 55 0 0 0,144-51 0 0 0,-90 26 15 0 0,-37 14 23 0 0,-113 53-51 0 0,268-101 13 0 0,-28 15 0 0 0,0 0 0 0 0,-135 37 0 0 0,68-26 0 0 0,111-33 0 0 0,-26 7 0 0 0,1 2 0 0 0,0 2 0 0 0,-41 23 0 0 0,41-19 0 0 0,-1-1 0 0 0,-40 14 0 0 0,4-1 0 0 0,-13 6 0 0 0,-80 41 0 0 0,-293 166-11 0 0,384-199-17 0 0,45-27 16 0 0,-55 27-1 0 0,-137 59 13 0 0,185-86 0 0 0,-55 38 0 0 0,20-11 0 0 0,-99 65 0 0 0,129-84 0 0 0,-63 56 0 0 0,24-18 0 0 0,2-3 0 0 0,-18 14 0 0 0,1-2 0 0 0,-9 6 0 0 0,87-68 0 0 0,-15 10 0 0 0,-31 27 0 0 0,-48 40 0 0 0,65-54 0 0 0,-43 42 0 0 0,10 0 0 0 0,-144 150 0 0 0,183-181 0 0 0,18-21 0 0 0,-31 28 0 0 0,-71 65 3 0 0,95-86-8 0 0,0 0 1 0 0,-25 40-1 0 0,-22 30-36 0 0,25-36 29 0 0,12-20 12 0 0,22-28 0 0 0,-20 31 0 0 0,8-5 0 0 0,-35 61 0 0 0,55-93 0 0 0,0-2 0 0 0,0 1 0 0 0,-12 11 0 0 0,-5 7 0 0 0,1 0 0 0 0,13-16 0 0 0,-1 1 0 0 0,-9 16 0 0 0,-128 241-72 0 0,106-197 72 0 0,24-43 0 0 0,0 1 0 0 0,2 0 0 0 0,-11 34 0 0 0,21-47 0 0 0,1-4 0 0 0,0 0 0 0 0,-1-1 0 0 0,-8 15 0 0 0,-53 104 0 0 0,57-114 0 0 0,1 1 0 0 0,-9 30 0 0 0,-2 1 0 0 0,-6 15 0 0 0,-20 42 0 0 0,38-90 0 0 0,-41 86 0 0 0,12 6 0 0 0,25-74 0 0 0,4-10 0 0 0,-10 22 0 0 0,9-26 0 0 0,-8 38 0 0 0,4-16 0 0 0,-18 69 0 0 0,9-21 42 0 0,0-2 33 0 0,8-49-61 0 0,-40 147 47 0 0,50-171-61 0 0,-7 37 0 0 0,-7 85 0 0 0,9-26 53 0 0,3-46 26 0 0,3-32-76 0 0,-13 66 1 0 0,8-65 3 0 0,2 0 0 0 0,2 1 1 0 0,0 52-1 0 0,4-57-7 0 0,-2 28 0 0 0,1-49 0 0 0,1 1 0 0 0,-1-1 0 0 0,2 0 0 0 0,2 14 0 0 0,-2-13 0 0 0,0-1 0 0 0,0 1 0 0 0,-2-1 0 0 0,1 14 0 0 0,-3 84 0 0 0,3-92 0 0 0,0 0 0 0 0,2 1 0 0 0,-1-1 0 0 0,2-1 0 0 0,5 17 0 0 0,-4-20 0 0 0,1 1 14 0 0,-2-5 85 0 0,11 7-7 0 0,-6-5-73 0 0,-5-5-25 0 0,0 1 0 0 0,-1-1 0 0 0,1 1 0 0 0,-1 0 0 0 0,0 0 0 0 0,3 7-1 0 0,1 6 18 0 0,-4-12-11 0 0,1 1 0 0 0,0-1 0 0 0,0 0 0 0 0,0 0 0 0 0,0 0 0 0 0,8 6 0 0 0,-12-12 0 0 0,6 6-11 0 0,3-1-31 0 0,0 2 31 0 0,-2-2 22 0 0,-5-4 46 0 0,3 3 28 0 0,-3-2-6 0 0,3 3-154 0 0,-4-4-402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2T12:47:05.215"/>
    </inkml:context>
    <inkml:brush xml:id="br0">
      <inkml:brushProperty name="width" value="0.1" units="cm"/>
      <inkml:brushProperty name="height" value="0.1" units="cm"/>
      <inkml:brushProperty name="color" value="#008C3A"/>
    </inkml:brush>
  </inkml:definitions>
  <inkml:trace contextRef="#ctx0" brushRef="#br0">18 192 919 0 0,'-18'12'15258'0'0,"24"-6"-15140"0"0,-4-5 12 0 0,0 1 4 0 0,21 31 286 0 0,-16-22-268 0 0,1 0-1 0 0,12 13 1 0 0,-14-19-95 0 0,10 1 114 0 0,-8-4-130 0 0,11 5 81 0 0,-16-6-56 0 0,1 0 0 0 0,-1 0 0 0 0,1 0 0 0 0,-1 1 0 0 0,1-1 0 0 0,-1 1 0 0 0,0 0 0 0 0,0 0 0 0 0,3 3 0 0 0,8 1 110 0 0,-3-1-96 0 0,-5-3-46 0 0,-5-2-27 0 0,1 1 0 0 0,-1-1 0 0 0,0 1 0 0 0,1-1 0 0 0,-1 1 0 0 0,0 0 1 0 0,1 0-1 0 0,-1 0 0 0 0,0-1 0 0 0,0 1 0 0 0,0 0 0 0 0,0 0 0 0 0,2 3 0 0 0,13 14 89 0 0,-15-16-41 0 0,1-3 19 0 0,1-1-12 0 0,-1 1 0 0 0,1-1 0 0 0,-1 0 0 0 0,1-1-1 0 0,-1 1 1 0 0,0 0 0 0 0,0-1 0 0 0,0 1 0 0 0,0-1 0 0 0,0 0 0 0 0,0 1-1 0 0,-1-1 1 0 0,0 0 0 0 0,1 0 0 0 0,0-4 0 0 0,0-1 99 0 0,0 0 0 0 0,-1-1 0 0 0,0 1 0 0 0,0-16 0 0 0,0 3-113 0 0,6-33-1 0 0,-4 33-44 0 0,2-33-1 0 0,-2-70 43 0 0,-3 131-45 0 0,-2 19 0 0 0,-1-6 27 0 0,-1-1 0 0 0,-1-1 0 0 0,0 1 0 0 0,-2-1 0 0 0,0 0 0 0 0,-10 19 1 0 0,14-32-27 0 0,0 0 1 0 0,-1-1 0 0 0,1 0 0 0 0,-1 1 0 0 0,-7 5 0 0 0,1-1 19 0 0,2 0 0 0 0,-10 11 0 0 0,14-13-31 0 0,11-22-108 0 0,36-66 106 0 0,-31 60-18 0 0,15-39 0 0 0,-25 57 28 0 0,-2 3-2 0 0,1-1 0 0 0,-1 0 0 0 0,0 0 1 0 0,1 1-1 0 0,-1-1 0 0 0,0 0 0 0 0,0 0 1 0 0,0 0-1 0 0,0 0 0 0 0,1 0 0 0 0,-1 1 0 0 0,0-1 1 0 0,-1 0-1 0 0,1 0 0 0 0,0 0 0 0 0,0-1 1 0 0,-9 9-75 0 0,-11 13 12 0 0,0 0 0 0 0,2 2 0 0 0,-23 32 0 0 0,34-43 66 0 0,7-11 0 0 0,0 0 0 0 0,-1 0-1 0 0,1 0 1 0 0,0 0 0 0 0,0 0-1 0 0,0 1 1 0 0,0-1 0 0 0,0 0-1 0 0,0 0 1 0 0,0 0 0 0 0,0 0-1 0 0,-1 0 1 0 0,1 0 0 0 0,0 0-1 0 0,0 1 1 0 0,0-1 0 0 0,0 0 0 0 0,0 0-1 0 0,-1 0 1 0 0,1 0 0 0 0,0 0-1 0 0,0 0 1 0 0,0 0 0 0 0,0 0-1 0 0,0 0 1 0 0,-1 0 0 0 0,1 0-1 0 0,0 0 1 0 0,0 0 0 0 0,0 0-1 0 0,0 0 1 0 0,-1 0 0 0 0,1 0 0 0 0,0 0-1 0 0,0 0 1 0 0,0 0 0 0 0,0 0-1 0 0,0 0 1 0 0,-1 0 0 0 0,1 0-1 0 0,0 0 1 0 0,0-1 0 0 0,0 1-1 0 0,0 0 1 0 0,0 0 0 0 0,-1 0-1 0 0,1 0 1 0 0,0 0 0 0 0,0 0 0 0 0,0 0-1 0 0,0-1 1 0 0,0 1 0 0 0,0 0-1 0 0,0 0 1 0 0,0 0 0 0 0,0 0-1 0 0,0 0 1 0 0,-1-1 0 0 0,1 1-1 0 0,0 0 1 0 0,0 0 0 0 0,0 0-1 0 0,0 0 1 0 0,0-1 0 0 0,0 1 0 0 0,0 0-1 0 0,0-8-38 0 0,0 5 39 0 0,-1-1 0 0 0,1 0 0 0 0,0 0-1 0 0,1 0 1 0 0,-1 1 0 0 0,1-5 0 0 0,2-25-129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7:28.445"/>
    </inkml:context>
    <inkml:brush xml:id="br0">
      <inkml:brushProperty name="width" value="0.1" units="cm"/>
      <inkml:brushProperty name="height" value="0.1" units="cm"/>
      <inkml:brushProperty name="color" value="#5D4753"/>
    </inkml:brush>
  </inkml:definitions>
  <inkml:trace contextRef="#ctx0" brushRef="#br0">2656 125 1375 0 0,'0'0'14036'0'0,"4"-16"-12404"0"0,-6 10-1425 0 0,0 1-1 0 0,0-1 0 0 0,0 0 1 0 0,-1 1-1 0 0,0-1 0 0 0,0 1 1 0 0,-4-6-1 0 0,4 9-114 0 0,0-1 1 0 0,0 1-1 0 0,0 0 0 0 0,0 0 1 0 0,0 1-1 0 0,0-1 1 0 0,-1 0-1 0 0,1 1 0 0 0,-6-2 1 0 0,3 1 48 0 0,-13-5 124 0 0,1 0 0 0 0,-1 2 0 0 0,0 0 0 0 0,-1 1 0 0 0,1 1 0 0 0,-1 0 0 0 0,-19 1 0 0 0,23 2-180 0 0,8-1-44 0 0,0 1 0 0 0,0 1-1 0 0,-13 1 1 0 0,12-1 18 0 0,0 0-1 0 0,0 0 1 0 0,0-1 0 0 0,-12-1-1 0 0,9 0-26 0 0,0 1 0 0 0,-13 1-1 0 0,-62 11 157 0 0,77-10-189 0 0,5-2 3 0 0,0 1 1 0 0,0 1-1 0 0,0-1 0 0 0,-7 4 1 0 0,-23 8 55 0 0,29-11-59 0 0,-1 0 0 0 0,1 0 1 0 0,-1 1-1 0 0,1 0 0 0 0,-8 6 0 0 0,-119 88 65 0 0,75-59-50 0 0,44-31-7 0 0,1 1 1 0 0,1 0 0 0 0,-1 1 0 0 0,2 0-1 0 0,-15 15 1 0 0,-5 10-7 0 0,-60 72-62 0 0,69-81 61 0 0,15-17 0 0 0,1 0 0 0 0,0 0 0 0 0,-9 14 0 0 0,5-6 0 0 0,-1 0 0 0 0,0-1 0 0 0,-1 0 0 0 0,-18 16 0 0 0,16-17 0 0 0,1 0 0 0 0,1 1 0 0 0,0 0 0 0 0,-11 20 0 0 0,16-23 0 0 0,-2 0 0 0 0,1-1 0 0 0,-21 20 0 0 0,2-1 0 0 0,-1-1 0 0 0,-2 0 0 0 0,-58 42 0 0 0,84-68 0 0 0,-48 35 106 0 0,-59 32 0 0 0,42-33 77 0 0,-27 15-250 0 0,47-26 67 0 0,-27 20 0 0 0,29-20 0 0 0,25-15 0 0 0,16-8 0 0 0,-1 0 0 0 0,1-1 0 0 0,-11 3 0 0 0,11-3 0 0 0,0-1 0 0 0,0 1 0 0 0,0 1 0 0 0,0-1 0 0 0,-6 5 0 0 0,-29 16-7 0 0,26-15-2 0 0,0 0 0 0 0,0 1 0 0 0,1 1 1 0 0,1 0-1 0 0,-17 17 0 0 0,9-6 9 0 0,-1 0 0 0 0,-35 25 0 0 0,46-36 40 0 0,1-1 1 0 0,-13 16-1 0 0,-8 8-110 0 0,2-5 41 0 0,0 3 0 0 0,-43 59 0 0 0,54-61 29 0 0,1 0 0 0 0,-22 53 0 0 0,33-66-27 0 0,1 0 0 0 0,-3 21 0 0 0,-5 15-28 0 0,4-15 55 0 0,7-27 0 0 0,0-1 0 0 0,-5 13 0 0 0,-1 3 0 0 0,1 1 0 0 0,1 1 0 0 0,2-1 0 0 0,0 1 0 0 0,2 0 0 0 0,1 42 0 0 0,4 25 47 0 0,5-1-1 0 0,23 109 1 0 0,23 68 232 0 0,-37-209-188 0 0,-5-23-65 0 0,22 67 157 0 0,-11-36-53 0 0,-7-20-42 0 0,-5-19-22 0 0,5 31 0 0 0,-11-42 10 0 0,1 1-1 0 0,1-1 0 0 0,1 0 0 0 0,19 34 0 0 0,-17-37-19 0 0,1 0-1 0 0,1-1 0 0 0,0 0 0 0 0,0 0 0 0 0,29 23 0 0 0,-12-12-42 0 0,-14-11 4 0 0,1 0 0 0 0,29 18 0 0 0,-5-3 35 0 0,-29-21-31 0 0,0 0 0 0 0,1-1 0 0 0,15 8 0 0 0,46 17 142 0 0,78 22 0 0 0,-105-39-137 0 0,-24-9 7 0 0,26 4-1 0 0,19 5 42 0 0,78 25 92 0 0,-116-35-128 0 0,0-1 0 0 0,0-1-1 0 0,34 0 1 0 0,111-9 189 0 0,-141 4-188 0 0,-1 1 0 0 0,59 6 0 0 0,-61-4-39 0 0,1 0 0 0 0,46-4 0 0 0,-70 1 0 0 0,51-2 36 0 0,62-13 0 0 0,17-2 28 0 0,-81 10-64 0 0,58-16 0 0 0,-82 14 45 0 0,-1-2 1 0 0,-1-1-1 0 0,0-2 0 0 0,28-18 1 0 0,-26 12 4 0 0,40-35 0 0 0,-35 26-33 0 0,-15 12-17 0 0,31-23 0 0 0,-23 20 16 0 0,-16 10 0 0 0,0 2 0 0 0,22-12 0 0 0,66-32-16 0 0,-81 39 0 0 0,0-1 0 0 0,32-31 0 0 0,-44 39 0 0 0,35-35 0 0 0,41-33 0 0 0,28-4 0 0 0,50-26 0 0 0,10 10 0 0 0,-147 82 0 0 0,92-34 0 0 0,-37 17 0 0 0,-34 12 0 0 0,0 2 0 0 0,2 3 0 0 0,60-10 0 0 0,-68 19 4 0 0,0 2-1 0 0,78 5 1 0 0,-96-1 2 0 0,-1 1 0 0 0,1 1 0 0 0,39 12 0 0 0,62 32 15 0 0,-12-5-13 0 0,-9-10-8 0 0,142 26 0 0 0,-199-50 0 0 0,53 10 0 0 0,125 6 0 0 0,-150-23 0 0 0,73 5 0 0 0,-103-4 9 0 0,1-3-1 0 0,-1-1 1 0 0,51-9-1 0 0,-8 1 11 0 0,-20 4 32 0 0,65-6 57 0 0,-108 8-75 0 0,1-2-1 0 0,-1-1 0 0 0,30-10 0 0 0,-13 1 20 0 0,-12 4 24 0 0,43-20-1 0 0,-19 4-38 0 0,68-25 1 0 0,42-16 68 0 0,-151 62-102 0 0,-1 0 0 0 0,0-1 0 0 0,-1 0 0 0 0,15-12 0 0 0,33-38 52 0 0,-38 37-46 0 0,-3 1 11 0 0,0-2 1 0 0,-1 0 0 0 0,-2-1-1 0 0,23-44 1 0 0,-16 29-13 0 0,-1 1-3 0 0,-5 12 6 0 0,-1-1-1 0 0,-1-1 1 0 0,-2 0-1 0 0,9-29 1 0 0,-12 27-9 0 0,1-1 9 0 0,-1-1 0 0 0,-2 0 1 0 0,-1 0-1 0 0,2-42 0 0 0,-9 32 49 0 0,-1 0-1 0 0,-15-66 0 0 0,-11 3-49 0 0,20 68 37 0 0,-2 0 0 0 0,-1 0-1 0 0,-30-57 1 0 0,39 85-47 0 0,-14-29 19 0 0,-25-50 77 0 0,24 56 1 0 0,-1 0 0 0 0,-26-28 0 0 0,-17-16 120 0 0,49 60-164 0 0,0 0 0 0 0,-1 1-1 0 0,0 1 1 0 0,-25-16 0 0 0,16 10 15 0 0,-17-8 9 0 0,0 1 0 0 0,-2 2 1 0 0,-63-25-1 0 0,46 25-78 0 0,22 7 22 0 0,-55-17 1 0 0,18 8-4 0 0,-63-20-19 0 0,80 29 0 0 0,21 6 0 0 0,-53-8 0 0 0,-49-19 0 0 0,102 29 0 0 0,0 2 0 0 0,-43-3 0 0 0,54 6 0 0 0,9 2 0 0 0,-26-1 0 0 0,29 2 0 0 0,0-1 0 0 0,-24-4 0 0 0,-10-1 0 0 0,-59-9 0 0 0,10 2 0 0 0,3 2 0 0 0,46 5 0 0 0,-50 0 0 0 0,-29 0 0 0 0,53 1 0 0 0,-38-9 0 0 0,-1 7 0 0 0,-21-4 0 0 0,101 7 0 0 0,0-2 0 0 0,-35-11 0 0 0,-126-44 0 0 0,156 49 0 0 0,-104-31 0 0 0,107 33 0 0 0,19 5 0 0 0,-29-5 0 0 0,20 6 0 0 0,-27-9 0 0 0,-5-1 0 0 0,32 7 0 0 0,-44-18 0 0 0,40 14 0 0 0,-9-7 0 0 0,28 12 0 0 0,-1 1 0 0 0,-12-4 0 0 0,13 5 0 0 0,0 0-1 0 0,1 0 1 0 0,-14-10 0 0 0,11 6-10 0 0,-24-19-44 0 0,13 8 55 0 0,12 12-1 0 0,-17-15 0 0 0,6 3 0 0 0,-21-19 0 0 0,26 25 0 0 0,0-1 0 0 0,1 0 0 0 0,0-2 0 0 0,-16-21 0 0 0,8 4 0 0 0,20 26 0 0 0,2 5 0 0 0,0 0 0 0 0,0 0 0 0 0,-1 0 0 0 0,1 1 0 0 0,-1-1 0 0 0,1 0 0 0 0,-1 1 0 0 0,0-1 0 0 0,-3-2 0 0 0,-5-4-4 0 0,0 0 1 0 0,-15-9-1 0 0,14 12-51 0 0,-8 2 57 0 0,-14-7-2 0 0,32 9 0 0 0,-2 1 0 0 0,0-1 0 0 0,1 1 0 0 0,-1-1 0 0 0,0 0 0 0 0,1 0 0 0 0,-1 0 0 0 0,1-1 0 0 0,-1 1 0 0 0,1-1 0 0 0,-3-2 0 0 0,-3-1 0 0 0,0 1 0 0 0,6 3-6 0 0,0 0 1 0 0,1 0-1 0 0,-1 1 0 0 0,0-1 1 0 0,0 0-1 0 0,0 1 0 0 0,-1-1 0 0 0,1 1 1 0 0,0-1-1 0 0,-3 1 0 0 0,-18-2 5 0 0,20 0 1 0 0,2 2 0 0 0,0 0 0 0 0,1-1 0 0 0,-1 1 0 0 0,0 0 0 0 0,0 0 0 0 0,1-1 0 0 0,-1 1 0 0 0,0 0 0 0 0,0 0 0 0 0,0 0 0 0 0,1 0 0 0 0,-1 0 0 0 0,0 0 0 0 0,0 0 0 0 0,0 0 0 0 0,1 0 0 0 0,-1 0 0 0 0,-1 1 0 0 0,-16 1-8 0 0,-22 4-48 0 0,37-5 56 0 0,-37 2 0 0 0,32-4 0 0 0,1 0 0 0 0,-2 0 0 0 0,-1 3 0 0 0,-15-1-3104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15.445"/>
    </inkml:context>
    <inkml:brush xml:id="br0">
      <inkml:brushProperty name="width" value="0.1" units="cm"/>
      <inkml:brushProperty name="height" value="0.1" units="cm"/>
      <inkml:brushProperty name="color" value="#FF0000"/>
    </inkml:brush>
  </inkml:definitions>
  <inkml:trace contextRef="#ctx0" brushRef="#br0">175 72 9791 0 0,'-1'-1'1991'0'0,"-26"-14"1225"0"0,22 12-2707 0 0,0 0 0 0 0,0 0 0 0 0,0 0 0 0 0,0 1-1 0 0,-9-4 1 0 0,14 6-496 0 0,-1 0 0 0 0,1 0 0 0 0,0 0 1 0 0,0 0-1 0 0,-1 0 0 0 0,1 0 0 0 0,0 0 0 0 0,0 0 0 0 0,-1 0 0 0 0,1 0 0 0 0,0 0 0 0 0,0 0 0 0 0,-1 0 0 0 0,1 0 1 0 0,0 0-1 0 0,0 0 0 0 0,0 0 0 0 0,-1 0 0 0 0,1 0 0 0 0,0 0 0 0 0,0 0 0 0 0,-1 1 0 0 0,1-1 0 0 0,0 0 0 0 0,0 0 1 0 0,0 0-1 0 0,-1 1 0 0 0,1-1-1 0 0,0 0 1 0 0,-1 0 0 0 0,1 0-1 0 0,0 1 1 0 0,0-1 0 0 0,-1 0 0 0 0,1 0-1 0 0,0 0 1 0 0,0 0 0 0 0,-1 0-1 0 0,1 1 1 0 0,0-1 0 0 0,-1 0-1 0 0,1 0 1 0 0,0 0 0 0 0,-1 0 0 0 0,1 0-1 0 0,0 0 1 0 0,-1 0 0 0 0,1 0-1 0 0,0 0 1 0 0,-1 0 0 0 0,1 0 0 0 0,-1-1-1 0 0,-1 1 12 0 0,0 0 1 0 0,-1 0-1 0 0,1 1 0 0 0,0-1 0 0 0,0 0 0 0 0,-1 1 0 0 0,1-1 0 0 0,0 1 1 0 0,0 0-1 0 0,0 0 0 0 0,0 0 0 0 0,0 0 0 0 0,0 0 0 0 0,-3 2 0 0 0,1-1 29 0 0,0 1-1 0 0,0-1 1 0 0,0 0-1 0 0,-6 1 0 0 0,8-2-39 0 0,1-1 0 0 0,-1 0 1 0 0,1 1-1 0 0,0-1 0 0 0,-1 1 0 0 0,1 0 0 0 0,0-1 0 0 0,-1 1 0 0 0,1 0 1 0 0,0 0-1 0 0,0-1 0 0 0,-2 3 0 0 0,2-1-11 0 0,-1 0 0 0 0,1 1 0 0 0,0-1 0 0 0,0 1 0 0 0,0 0 0 0 0,0-1-1 0 0,0 1 1 0 0,0 0 0 0 0,1-1 0 0 0,-1 4 0 0 0,0-3-3 0 0,1-1 0 0 0,0 1 0 0 0,-1 0-1 0 0,1-1 1 0 0,1 1 0 0 0,-1-1 0 0 0,0 1 0 0 0,0 0-1 0 0,1-1 1 0 0,1 4 0 0 0,4 8-67 0 0,-2-12 73 0 0,-2-1-9 0 0,7 4 4 0 0,-6-4 0 0 0,1 0 0 0 0,-1-1 0 0 0,1 0 0 0 0,-1 0 0 0 0,6-1 0 0 0,12 1 0 0 0,-15 1 52 0 0,0 0-1 0 0,-1 0 1 0 0,1-1 0 0 0,0 0-1 0 0,-1-1 1 0 0,1 1 0 0 0,0-1-1 0 0,-1 0 1 0 0,1 0-1 0 0,-1-1 1 0 0,6-2 0 0 0,-8 3 47 0 0,0 0 0 0 0,0-1 1 0 0,0 0-1 0 0,-1 0 1 0 0,1 0-1 0 0,-1 0 0 0 0,0 0 1 0 0,1 0-1 0 0,-1-1 1 0 0,0 1-1 0 0,0-1 0 0 0,-1 1 1 0 0,1-1-1 0 0,0 0 0 0 0,-1 0 1 0 0,0 1-1 0 0,1-1 1 0 0,-1 0-1 0 0,0 0 0 0 0,0-6 1 0 0,0 8 377 0 0,-7-17 66 0 0,4 14-439 0 0,0-4 7 0 0,-2 1 0 0 0,1-1 0 0 0,-1 1 0 0 0,0 0 1 0 0,0 0-1 0 0,-1 0 0 0 0,-7-8 0 0 0,11 14-95 0 0,0 1 0 0 0,0-1-1 0 0,-1 0 1 0 0,1 1 0 0 0,0-1-1 0 0,0 1 1 0 0,0-1 0 0 0,0 1-1 0 0,-1-1 1 0 0,1 1 0 0 0,0 0-1 0 0,-1 0 1 0 0,1-1 0 0 0,0 1-1 0 0,0 0 1 0 0,-1 0 0 0 0,1 1 0 0 0,0-1-1 0 0,-1 0 1 0 0,1 0 0 0 0,0 0-1 0 0,0 1 1 0 0,-2 0 0 0 0,-1 0-2 0 0,0 1 1 0 0,1-1 0 0 0,-1 1 0 0 0,1 0 0 0 0,-1 0-1 0 0,-3 4 1 0 0,4-4-28 0 0,0 1-1 0 0,0-1 1 0 0,1 1-1 0 0,-1 0 1 0 0,1 0-1 0 0,0 0 1 0 0,0 0-1 0 0,0 0 1 0 0,0 0-1 0 0,0 1 1 0 0,1-1 0 0 0,0 1-1 0 0,-1-1 1 0 0,1 1-1 0 0,1-1 1 0 0,-1 1-1 0 0,0 0 1 0 0,1-1-1 0 0,0 1 1 0 0,0 0-1 0 0,0 0 1 0 0,0-1-1 0 0,0 1 1 0 0,1 0-1 0 0,0-1 1 0 0,0 1 0 0 0,0 0-1 0 0,0-1 1 0 0,0 1-1 0 0,1-1 1 0 0,0 0-1 0 0,-1 1 1 0 0,1-1-1 0 0,0 0 1 0 0,1 0-1 0 0,-1 0 1 0 0,0 0-1 0 0,1-1 1 0 0,5 5-1 0 0,4-1-28 0 0,-9-5 37 0 0,0-1 0 0 0,0 0 0 0 0,1 0 0 0 0,-1 0 0 0 0,0 0 0 0 0,0 0 0 0 0,0-1 0 0 0,0 1 0 0 0,1-1 1 0 0,-1 0-1 0 0,0 0 0 0 0,0 0 0 0 0,0-1 0 0 0,-1 1 0 0 0,1-1 0 0 0,0 1 0 0 0,0-1 0 0 0,-1 0 0 0 0,1 0 0 0 0,-1 0 0 0 0,0 0 0 0 0,4-5 0 0 0,8-7 316 0 0,-13 13 17 0 0,-6-10-200 0 0,-4 0-13 0 0,9 11-150 0 0,0 0 0 0 0,0 0-1 0 0,0 0 1 0 0,0-1 0 0 0,-1 1 0 0 0,1 0 0 0 0,0 0-1 0 0,0 0 1 0 0,0 0 0 0 0,0 0 0 0 0,-1 0-1 0 0,1 0 1 0 0,0 0 0 0 0,0 0 0 0 0,0 0 0 0 0,-1 0-1 0 0,1 0 1 0 0,0 0 0 0 0,0 0 0 0 0,0 1-1 0 0,0-1 1 0 0,-1 0 0 0 0,1 0 0 0 0,0 0-1 0 0,0 0 1 0 0,0 0 0 0 0,0 0 0 0 0,-1 0 0 0 0,1 0-1 0 0,0 1 1 0 0,0-1 0 0 0,0 0 0 0 0,0 0-1 0 0,0 0 1 0 0,0 0 0 0 0,-1 1 0 0 0,0 1-406 0 0,0 1 0 0 0,0 0 0 0 0,0-1 1 0 0,1 1-1 0 0,-1 0 0 0 0,1 0 0 0 0,-1 4 1 0 0,0 10-1254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19.691"/>
    </inkml:context>
    <inkml:brush xml:id="br0">
      <inkml:brushProperty name="width" value="0.1" units="cm"/>
      <inkml:brushProperty name="height" value="0.1" units="cm"/>
      <inkml:brushProperty name="color" value="#FF0000"/>
    </inkml:brush>
  </inkml:definitions>
  <inkml:trace contextRef="#ctx0" brushRef="#br0">73 1 5063 0 0,'0'0'10788'0'0,"-1"0"-10624"0"0,-2 0-105 0 0,0 0-21 0 0,0 0 1 0 0,0 0-1 0 0,1 0 1 0 0,-1 1-1 0 0,0-1 1 0 0,1 1-1 0 0,-1-1 1 0 0,0 1-1 0 0,1 0 1 0 0,-1 0 0 0 0,1 0-1 0 0,-1 1 1 0 0,1-1-1 0 0,0 0 1 0 0,-1 1-1 0 0,1 0 1 0 0,0-1-1 0 0,-2 4 1 0 0,-3 2 26 0 0,6-7-59 0 0,0 1-1 0 0,1-1 1 0 0,-1 1-1 0 0,1-1 0 0 0,-1 1 1 0 0,0-1-1 0 0,1 1 1 0 0,-1 0-1 0 0,1-1 1 0 0,-1 1-1 0 0,1 0 1 0 0,0-1-1 0 0,-1 1 0 0 0,1 0 1 0 0,0 0-1 0 0,0 0 1 0 0,-1-1-1 0 0,1 2 1 0 0,0 1 8 0 0,-1-1-22 0 0,1 0 0 0 0,0 1 0 0 0,0-1 1 0 0,0 1-1 0 0,0-1 0 0 0,0 1 1 0 0,0-1-1 0 0,1 0 0 0 0,-1 1 0 0 0,1-1 1 0 0,0 0-1 0 0,-1 1 0 0 0,1-1 1 0 0,0 0-1 0 0,1 0 0 0 0,-1 0 0 0 0,2 4 1 0 0,-2-6 4 0 0,8 11-62 0 0,-5-10 69 0 0,-2 0-7 0 0,-2-1 2 0 0,2 1 10 0 0,1 1 0 0 0,-1-1 0 0 0,0 0 1 0 0,1 0-1 0 0,0 0 0 0 0,-1 0 0 0 0,1 0 0 0 0,-1 0 0 0 0,1-1 0 0 0,3 1 0 0 0,5-2 5 0 0,0 0-1 0 0,23-6 0 0 0,-34 7-8 0 0,1 0 0 0 0,-1 0 0 0 0,1 0 1 0 0,0 0-1 0 0,-1 0 0 0 0,1 0 0 0 0,-1 0 0 0 0,1-1 0 0 0,0 1 1 0 0,-1 0-1 0 0,1 0 0 0 0,-1 0 0 0 0,1-1 0 0 0,-1 1 0 0 0,1 0 1 0 0,-1-1-1 0 0,1 1 0 0 0,-1 0 0 0 0,1-1 0 0 0,-1 1 1 0 0,1-1-1 0 0,0 0 18 0 0,0 0 45 0 0,3-8 364 0 0,-4 7-380 0 0,0-1-1 0 0,0 1 1 0 0,0-1 0 0 0,0 1-1 0 0,0 0 1 0 0,-1-1 0 0 0,1 1-1 0 0,-1-1 1 0 0,0 1-1 0 0,0 0 1 0 0,0-1 0 0 0,0 1-1 0 0,0 0 1 0 0,0 0-1 0 0,0 0 1 0 0,-1 0 0 0 0,1 0-1 0 0,-3-3 1 0 0,1 3 33 0 0,1-1 0 0 0,-1 1 0 0 0,0-1 0 0 0,0 1 0 0 0,0 0 0 0 0,0 0 0 0 0,0 0 0 0 0,0 0 1 0 0,0 0-1 0 0,-1 1 0 0 0,1 0 0 0 0,-4-2 0 0 0,5 4-58 0 0,-1-1 0 0 0,1 0 0 0 0,0 1 0 0 0,0 0 0 0 0,-1-1 0 0 0,1 1 0 0 0,0 0 0 0 0,0 0 0 0 0,0 0 0 0 0,-4 3 0 0 0,4-3-36 0 0,-1 1 0 0 0,1 0 0 0 0,0-1-1 0 0,-1 1 1 0 0,1 0 0 0 0,0 0 0 0 0,0 0-1 0 0,0 1 1 0 0,0-1 0 0 0,1 0 0 0 0,-1 1-1 0 0,-1 2 1 0 0,0 2-23 0 0,3-7 30 0 0,-2 7-62 0 0,3 10 66 0 0,-1-14-9 0 0,0 0 0 0 0,0-1 0 0 0,1 1 0 0 0,-1 0 0 0 0,1-1 0 0 0,0 1-1 0 0,0 0 1 0 0,0-1 0 0 0,0 1 0 0 0,0-1 0 0 0,0 1 0 0 0,1-1 0 0 0,-1 0 0 0 0,1 1 0 0 0,-1-1-1 0 0,1 0 1 0 0,4 3 0 0 0,-4-3-3 0 0,0 0 1 0 0,0 0-1 0 0,1-1 0 0 0,-1 1 0 0 0,0-1 0 0 0,1 0 0 0 0,-1 0 0 0 0,1 0 1 0 0,-1 0-1 0 0,1 0 0 0 0,0 0 0 0 0,3 0 0 0 0,-1 0 10 0 0,1 0 0 0 0,-1-1 0 0 0,1 1 0 0 0,0-1 0 0 0,7-1 0 0 0,1 0 11 0 0,-8 0-3 0 0,0 1 0 0 0,0-1 0 0 0,0 0 0 0 0,0-1 0 0 0,0 1 0 0 0,0-1 0 0 0,7-4 0 0 0,-12 5 5 0 0,0 1-1 0 0,0-1 1 0 0,0 1 0 0 0,0-1 0 0 0,-1 0 0 0 0,1 0 0 0 0,0 0-1 0 0,0 1 1 0 0,-1-1 0 0 0,1 0 0 0 0,-1 0 0 0 0,1 0-1 0 0,-1 0 1 0 0,1 0 0 0 0,-1 0 0 0 0,1 0 0 0 0,-1 0-1 0 0,0 0 1 0 0,0 0 0 0 0,1-2 0 0 0,-1-24 616 0 0,-1 17-162 0 0,1 9-436 0 0,-1-1-1 0 0,1 1 0 0 0,0 0 1 0 0,-1 0-1 0 0,1 0 1 0 0,-1 0-1 0 0,0 0 0 0 0,1 0 1 0 0,-1 0-1 0 0,0 0 1 0 0,1 0-1 0 0,-1 0 0 0 0,0 1 1 0 0,0-1-1 0 0,0 0 1 0 0,-1 0-1 0 0,-16-11 368 0 0,8 9-329 0 0,1 1 0 0 0,0 0 0 0 0,0 0-1 0 0,-1 1 1 0 0,-18-1 0 0 0,20 3-69 0 0,0 4 0 0 0,8-5-5 0 0,-2 1 0 0 0,0 0 0 0 0,1 1 0 0 0,-1-1 0 0 0,0 1 0 0 0,1-1 0 0 0,-1 1 0 0 0,1-1 0 0 0,-1 1 0 0 0,1 0 0 0 0,0 0 0 0 0,-1 0 0 0 0,1 0 0 0 0,0 0 0 0 0,-1 3 0 0 0,2-3-9 0 0,-1 0-1 0 0,0 0 1 0 0,1 0-1 0 0,-1-1 0 0 0,1 1 1 0 0,-1 0-1 0 0,1 0 1 0 0,0 1-1 0 0,0-1 1 0 0,0 0-1 0 0,0 0 1 0 0,0 0-1 0 0,0 0 1 0 0,1 0-1 0 0,-1 0 1 0 0,1 0-1 0 0,-1 0 0 0 0,3 3 1 0 0,0 4-94 0 0,6 17-180 0 0,-9-25 290 0 0,1 1 1 0 0,0-1-1 0 0,-1 1 0 0 0,1-1 0 0 0,0 0 1 0 0,0 1-1 0 0,0-1 0 0 0,0 0 0 0 0,0 1 1 0 0,0-1-1 0 0,1 0 0 0 0,-1 0 0 0 0,0 0 0 0 0,0 0 1 0 0,1 0-1 0 0,-1 0 0 0 0,1-1 0 0 0,-1 1 1 0 0,1 0-1 0 0,-1-1 0 0 0,1 1 0 0 0,-1-1 1 0 0,1 1-1 0 0,0-1 0 0 0,2 0 0 0 0,1 1-17 0 0,-2 1 27 0 0,-2-2-9 0 0,0 0 0 0 0,0 1 0 0 0,0-1 0 0 0,1 0 0 0 0,-1 0 0 0 0,0 0 0 0 0,0 0 0 0 0,0 0 0 0 0,1 0-1 0 0,-1 0 1 0 0,0 0 0 0 0,0 0 0 0 0,2-1 0 0 0,18-1-13 0 0,-20 2 19 0 0,1 0 0 0 0,-1 0 0 0 0,0 0 1 0 0,0-1-1 0 0,1 1 0 0 0,-1 0 1 0 0,0-1-1 0 0,0 1 0 0 0,0-1 0 0 0,1 1 1 0 0,-1-1-1 0 0,0 0 0 0 0,0 1 1 0 0,0-1-1 0 0,0 0 0 0 0,0 0 0 0 0,0 0 1 0 0,0 0-1 0 0,-1 0 0 0 0,1 0 1 0 0,0 0-1 0 0,0 0 0 0 0,-1 0 0 0 0,1 0 1 0 0,0-3-1 0 0,0 3 8 0 0,-1 1-10 0 0,0-1 0 0 0,1 1-1 0 0,-1 0 1 0 0,0-1 0 0 0,0 1-1 0 0,0 0 1 0 0,0-1 0 0 0,1 1-1 0 0,-1 0 1 0 0,0-1 0 0 0,0 1 0 0 0,0 0-1 0 0,0-1 1 0 0,0 1 0 0 0,0 0-1 0 0,0-1 1 0 0,0 1 0 0 0,0-1-1 0 0,0 1 1 0 0,0 0 0 0 0,0-1 0 0 0,-1-12 128 0 0,1 9-127 0 0,0 0-1 0 0,-1 0 1 0 0,1 0 0 0 0,-1 1 0 0 0,0-1-1 0 0,0 0 1 0 0,0 1 0 0 0,0-1 0 0 0,0 1 0 0 0,-1-1-1 0 0,0 1 1 0 0,0-1 0 0 0,0 1 0 0 0,0 0-1 0 0,0 0 1 0 0,0 0 0 0 0,-1 0 0 0 0,0 1-1 0 0,1-1 1 0 0,-1 0 0 0 0,0 1 0 0 0,0 0 0 0 0,-1 0-1 0 0,1 0 1 0 0,0 0 0 0 0,-1 1 0 0 0,1-1-1 0 0,-1 1 1 0 0,1 0 0 0 0,-1-1 0 0 0,0 2 0 0 0,1-1-1 0 0,-1 0 1 0 0,-6 1 0 0 0,7 0 5 0 0,1-1-8 0 0,1 1 1 0 0,-1 0-1 0 0,0 0 1 0 0,0 0-1 0 0,0 0 1 0 0,0 0-1 0 0,0 1 0 0 0,-2 0 1 0 0,1 0-14 0 0,0 0 0 0 0,0 1-1 0 0,0-1 1 0 0,1 1 0 0 0,-1-1 0 0 0,1 1-1 0 0,-1 0 1 0 0,1 0 0 0 0,-3 3 0 0 0,3-3 1 0 0,1 0 0 0 0,0-1 1 0 0,-1 1-1 0 0,1 0 0 0 0,0 0 1 0 0,0 0-1 0 0,0 0 0 0 0,0 0 1 0 0,0 0-1 0 0,0 0 1 0 0,0 1-1 0 0,1-1 0 0 0,-1 0 1 0 0,1 0-1 0 0,0 1 0 0 0,0-1 1 0 0,0 0-1 0 0,0 1 0 0 0,0-1 1 0 0,0 0-1 0 0,0 0 0 0 0,2 4 0 0 0,-1-3-35 0 0,0-1 41 0 0,0-1 1 0 0,0 0-1 0 0,0 0 1 0 0,0 1-1 0 0,0-1 1 0 0,0 0-1 0 0,1 0 0 0 0,-1 0 1 0 0,0-1-1 0 0,0 1 1 0 0,1 0-1 0 0,-1 0 1 0 0,1-1-1 0 0,-1 1 1 0 0,1-1-1 0 0,-1 1 0 0 0,3 0 1 0 0,2 0-1 0 0,18 6 1 0 0,-22-6 0 0 0,-1-1 0 0 0,0 0 0 0 0,0 1 0 0 0,0-1 0 0 0,0 0 0 0 0,0 0 0 0 0,0 1 0 0 0,0-1 0 0 0,0 0 0 0 0,0 0 0 0 0,1 0 0 0 0,-1 0 0 0 0,0-1 0 0 0,0 1 0 0 0,0 0 0 0 0,0 0 0 0 0,0-1 0 0 0,0 1 0 0 0,0-1 0 0 0,0 1 0 0 0,0-1 0 0 0,1 0 0 0 0,3-2 0 0 0,-4 3 17 0 0,0 0-1 0 0,0 0 1 0 0,0-1-1 0 0,0 1 1 0 0,0 0-1 0 0,0-1 1 0 0,0 1-1 0 0,0-1 1 0 0,-1 1-1 0 0,1-1 1 0 0,0 0-1 0 0,0 1 1 0 0,0-1-1 0 0,-1 0 1 0 0,1 0-1 0 0,1-1 1 0 0,-2 2-11 0 0,0-1 0 0 0,0 1 0 0 0,0-1 1 0 0,0 1-1 0 0,0-1 0 0 0,1 0 0 0 0,-1 1 1 0 0,0-1-1 0 0,0 1 0 0 0,0-1 0 0 0,-1 1 1 0 0,1-1-1 0 0,0 0 0 0 0,0 1 0 0 0,0-1 1 0 0,0 1-1 0 0,0-1 0 0 0,-1 1 0 0 0,1-1 1 0 0,-1 0-1 0 0,0-1 39 0 0,-1-1 0 0 0,0 1 0 0 0,0 0 1 0 0,0 0-1 0 0,0 0 0 0 0,-5-4 0 0 0,5 5-26 0 0,-1-1 1 0 0,1 1-1 0 0,-1-1 0 0 0,1 1 1 0 0,-1 0-1 0 0,1 0 0 0 0,-1 0 0 0 0,0 0 1 0 0,1 1-1 0 0,-1-1 0 0 0,0 1 1 0 0,0 0-1 0 0,0-1 0 0 0,0 1 1 0 0,1 1-1 0 0,-1-1 0 0 0,0 0 0 0 0,0 1 1 0 0,0-1-1 0 0,-4 2 0 0 0,4-1-400 0 0,0 1 0 0 0,0-1-1 0 0,0 1 1 0 0,1-1 0 0 0,-1 1-1 0 0,-4 4 1 0 0,-3 2-1044 0 0,1 0-14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41.976"/>
    </inkml:context>
    <inkml:brush xml:id="br0">
      <inkml:brushProperty name="width" value="0.1" units="cm"/>
      <inkml:brushProperty name="height" value="0.1" units="cm"/>
      <inkml:brushProperty name="color" value="#004F8B"/>
    </inkml:brush>
  </inkml:definitions>
  <inkml:trace contextRef="#ctx0" brushRef="#br0">137 31 7367 0 0,'0'0'550'0'0,"-4"-2"-369"0"0,-17-7 3648 0 0,-3 1-1961 0 0,3 8-896 0 0,20 0-824 0 0,-9 7 336 0 0,-7 12-153 0 0,16-17-208 0 0,0-1-33 0 0,-5 16 102 0 0,6-16 32 0 0,-1 1-160 0 0,-2 1-34 0 0,2-1-33 0 0,0-1 1 0 0,0 1-1 0 0,0-1 1 0 0,0 1-1 0 0,0-1 0 0 0,1 1 1 0 0,-1 0-1 0 0,1-1 1 0 0,-1 1-1 0 0,1 0 0 0 0,0 0 1 0 0,-1-1-1 0 0,1 1 1 0 0,0 2-1 0 0,-1 0-9 0 0,1-2 12 0 0,-1 0-1 0 0,1 0 0 0 0,0 0 0 0 0,0 0 0 0 0,0 0 0 0 0,0 0 0 0 0,0 0 0 0 0,0 0 0 0 0,1-1 0 0 0,-1 1 0 0 0,1 0 0 0 0,-1 0 0 0 0,1 0 1 0 0,1 3-1 0 0,-1-4-53 0 0,1 3-11 0 0,-2-3 62 0 0,0 0 0 0 0,1-1 0 0 0,-1 1-1 0 0,0 0 1 0 0,0 0 0 0 0,1-1 0 0 0,-1 1 0 0 0,0 0 0 0 0,1 0 0 0 0,-1-1-1 0 0,1 1 1 0 0,-1-1 0 0 0,1 1 0 0 0,-1 0 0 0 0,1-1 0 0 0,-1 1 0 0 0,1-1 0 0 0,-1 1-1 0 0,2 0 1 0 0,-1 0 3 0 0,-1 0 1 0 0,1 0-1 0 0,0-1 0 0 0,0 1 0 0 0,0 0 0 0 0,0 0 0 0 0,0 0 1 0 0,0 0-1 0 0,0-1 0 0 0,0 1 0 0 0,0-1 0 0 0,0 1 1 0 0,0-1-1 0 0,0 1 0 0 0,1-1 0 0 0,-1 1 0 0 0,0-1 0 0 0,0 0 1 0 0,1 0-1 0 0,-1 0 0 0 0,2 0 0 0 0,1 1-4 0 0,0-1 2 0 0,-2 1 7 0 0,-1 0 1 0 0,1-1-1 0 0,-1 0 1 0 0,1 1-1 0 0,-1-1 1 0 0,1 0-1 0 0,-1 0 1 0 0,1 0-1 0 0,-1 0 1 0 0,1 0-1 0 0,-1 0 1 0 0,1 0-1 0 0,-1 0 0 0 0,1-1 1 0 0,-1 1-1 0 0,1-1 1 0 0,-1 1-1 0 0,1-1 1 0 0,-1 1-1 0 0,1-1 1 0 0,-1 0-1 0 0,0 0 1 0 0,1 0-1 0 0,-1 1 1 0 0,2-3-1 0 0,6-3 93 0 0,-5 3 38 0 0,0 1-1 0 0,0 0 1 0 0,0-1-1 0 0,-1 0 0 0 0,0 0 1 0 0,1 0-1 0 0,-1 0 1 0 0,0-1-1 0 0,0 1 1 0 0,4-8-1 0 0,-6 7-1 0 0,0 0 0 0 0,0 0-1 0 0,0 0 1 0 0,-1 0-1 0 0,1-1 1 0 0,-1 1 0 0 0,0 0-1 0 0,-1 0 1 0 0,1 0 0 0 0,-1-1-1 0 0,1 1 1 0 0,-1 0 0 0 0,0 0-1 0 0,-1 0 1 0 0,1 0 0 0 0,-4-6-1 0 0,4 9 187 0 0,-25-13 416 0 0,12 8-328 0 0,11 5-386 0 0,1 0 0 0 0,0 0 0 0 0,-1 0 0 0 0,1 0 0 0 0,-1 0 1 0 0,1 0-1 0 0,-1 1 0 0 0,1-1 0 0 0,-1 1 0 0 0,0 0 0 0 0,1 0 0 0 0,-1 0 0 0 0,-3 0 1 0 0,4 0-34 0 0,0 1 1 0 0,1-1 0 0 0,-1 0 0 0 0,0 1-1 0 0,0-1 1 0 0,1 1 0 0 0,-1 0 0 0 0,0-1-1 0 0,1 1 1 0 0,-1 0 0 0 0,0 0 0 0 0,1 0-1 0 0,-1 0 1 0 0,1 0 0 0 0,0 0 0 0 0,-1 1-1 0 0,1-1 1 0 0,-2 3 0 0 0,2-3 7 0 0,0 0 0 0 0,0 0-1 0 0,0 0 1 0 0,0 1 0 0 0,0-1 0 0 0,1 0 0 0 0,-1 0-1 0 0,0 1 1 0 0,1-1 0 0 0,-1 1 0 0 0,0-1 0 0 0,1 0 0 0 0,0 1-1 0 0,-1-1 1 0 0,1 1 0 0 0,0-1 0 0 0,0 1 0 0 0,0-1 0 0 0,0 1-1 0 0,0-1 1 0 0,0 1 0 0 0,1 1 0 0 0,0 3-10 0 0,-2 12-87 0 0,1-17 96 0 0,0-1 0 0 0,0 1 0 0 0,0 0 0 0 0,0 0 0 0 0,0 0 1 0 0,0 0-1 0 0,1 0 0 0 0,-1-1 0 0 0,0 1 0 0 0,0 0 0 0 0,1 0 0 0 0,-1 0 0 0 0,0-1 0 0 0,1 1 1 0 0,-1 0-1 0 0,1 0 0 0 0,0 0 0 0 0,0 1-2 0 0,0 0 12 0 0,1 0 0 0 0,-1 1 0 0 0,1-1 0 0 0,-1 0 0 0 0,1 0 0 0 0,0 0 0 0 0,4 3 1 0 0,-5-4-61 0 0,1 0-10 0 0,-2 0 48 0 0,1 0 4 0 0,0 0 0 0 0,1 0 1 0 0,-1 0-1 0 0,0 0 0 0 0,0 0 0 0 0,1 0 0 0 0,-1-1 0 0 0,1 1 0 0 0,-1 0 0 0 0,0-1 0 0 0,1 1 0 0 0,1-1 1 0 0,5-1 43 0 0,2-3-22 0 0,-9 3-2 0 0,1 1 0 0 0,0-1 0 0 0,-1 0 0 0 0,1 0 0 0 0,0 0 0 0 0,-1 0 0 0 0,1 0 0 0 0,-1 0 0 0 0,0 0-1 0 0,1 0 1 0 0,-1-1 0 0 0,0 1 0 0 0,0 0 0 0 0,0-1 0 0 0,0 1 0 0 0,0-1 0 0 0,0 0 0 0 0,0 1 0 0 0,0-1 0 0 0,-1 0 0 0 0,1 1 0 0 0,-1-1-1 0 0,1 0 1 0 0,0-2 0 0 0,-1 1 20 0 0,-1 0 0 0 0,1 0 0 0 0,0 0 1 0 0,-1 0-1 0 0,0 0 0 0 0,1 0 0 0 0,-1 0 0 0 0,-1 0 0 0 0,1 1 0 0 0,-2-4 0 0 0,3 5-27 0 0,0 1 0 0 0,0-1 0 0 0,0 1 0 0 0,0-1 0 0 0,-1 0 0 0 0,1 1 0 0 0,0-1 0 0 0,-1 1 0 0 0,1-1 0 0 0,0 0 0 0 0,-1 1 1 0 0,1-1-1 0 0,-1 1 0 0 0,1-1 0 0 0,-1 1 0 0 0,1 0 0 0 0,-2-1 0 0 0,-9-8 72 0 0,9 8-61 0 0,0 0 0 0 0,0-1 0 0 0,0 1 0 0 0,0 0 1 0 0,-1 0-1 0 0,1 1 0 0 0,0-1 0 0 0,-1 0 0 0 0,1 1 0 0 0,-1-1 0 0 0,1 1 1 0 0,0 0-1 0 0,-4 0 0 0 0,-25 2 11 0 0,22 2-37 0 0,4 3-56 0 0,-1 3-8 0 0,0 4 22 0 0,8-9 54 0 0,-1-3-10 0 0,0 3-99 0 0,0 0-1 0 0,0 0 0 0 0,1 0 1 0 0,4 8-1 0 0,-5-11-278 0 0,1 1 0 0 0,-1-1 1 0 0,1 0-1 0 0,0 0 0 0 0,-1 0 1 0 0,1 0-1 0 0,0-1 0 0 0,0 1 1 0 0,0 0-1 0 0,0-1 0 0 0,3 2 1 0 0,5 2-1369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43.979"/>
    </inkml:context>
    <inkml:brush xml:id="br0">
      <inkml:brushProperty name="width" value="0.1" units="cm"/>
      <inkml:brushProperty name="height" value="0.1" units="cm"/>
      <inkml:brushProperty name="color" value="#FF0000"/>
    </inkml:brush>
  </inkml:definitions>
  <inkml:trace contextRef="#ctx0" brushRef="#br0">108 41 6967 0 0,'-5'-10'10671'0'0,"3"9"-10574"0"0,-1 0 0 0 0,0-1 0 0 0,0 1 1 0 0,1 0-1 0 0,-1 0 0 0 0,0 1 0 0 0,0-1 0 0 0,-6 0 1 0 0,8 1 396 0 0,-1 0-238 0 0,-52 35 296 0 0,53-34-549 0 0,0 0-1 0 0,0 1 1 0 0,0-1-1 0 0,0 0 1 0 0,0 1-1 0 0,0-1 1 0 0,1 0-1 0 0,-1 1 1 0 0,1-1 0 0 0,-1 1-1 0 0,1-1 1 0 0,-1 1-1 0 0,1-1 1 0 0,0 1-1 0 0,0-1 1 0 0,0 1-1 0 0,0-1 1 0 0,0 3-1 0 0,-1 8 25 0 0,-2-1 20 0 0,3-7-39 0 0,5 11-98 0 0,-5-13 85 0 0,1 0 0 0 0,-1 0 0 0 0,1-1 0 0 0,-1 1 0 0 0,1 0 0 0 0,0 0 0 0 0,0-1 0 0 0,2 4 0 0 0,4-1-17 0 0,-5-3 15 0 0,2 1 3 0 0,0 0 0 0 0,0-1 0 0 0,0 1 0 0 0,0-1 1 0 0,0 0-1 0 0,0 0 0 0 0,0 0 0 0 0,0-1 1 0 0,0 1-1 0 0,0-1 0 0 0,0 0 0 0 0,8-1 1 0 0,3 1-2 0 0,-12 0 0 0 0,6-1 16 0 0,10-10-81 0 0,-15 10 49 0 0,-1 0-1 0 0,16-15 91 0 0,-18 15 26 0 0,1 0 1 0 0,0-1-1 0 0,0 1 1 0 0,0-1-1 0 0,-1 0 1 0 0,1 0-1 0 0,-1 1 1 0 0,1-1-1 0 0,-1 0 1 0 0,0 0-1 0 0,0 0 1 0 0,0 0-1 0 0,0-1 1 0 0,0 1-1 0 0,0 0 1 0 0,-1 0-1 0 0,1-1 1 0 0,-1 1-1 0 0,1 0 1 0 0,-1-1-1 0 0,0 1 1 0 0,0 0-1 0 0,0-1 1 0 0,0 1-1 0 0,-1 0 1 0 0,0-4-1 0 0,0-8 191 0 0,0 12-230 0 0,1-1 0 0 0,0 0 1 0 0,-1 1-1 0 0,1-1 0 0 0,-1 0 0 0 0,-1-3 0 0 0,1 5 13 0 0,-11-17 70 0 0,6 11-86 0 0,5 6-45 0 0,0-1 1 0 0,0 1-1 0 0,0 1 0 0 0,0-1 0 0 0,0 0 0 0 0,0 0 1 0 0,0 0-1 0 0,0 0 0 0 0,-1 1 0 0 0,1-1 1 0 0,0 1-1 0 0,0-1 0 0 0,-1 1 0 0 0,1-1 0 0 0,0 1 1 0 0,-1 0-1 0 0,1-1 0 0 0,0 1 0 0 0,-1 0 0 0 0,1 0 1 0 0,-1 0-1 0 0,-1 0 0 0 0,-1 1 14 0 0,0 0 0 0 0,-1 0 0 0 0,1 1-1 0 0,0-1 1 0 0,-4 3 0 0 0,8-4-22 0 0,-2 0-2 0 0,1 1 1 0 0,0 0-1 0 0,0-1 0 0 0,1 1 1 0 0,-1 0-1 0 0,0 0 0 0 0,0 0 1 0 0,0 0-1 0 0,0 0 0 0 0,0 1 1 0 0,-6 6-54 0 0,4-8 45 0 0,2 0 10 0 0,0 0 0 0 0,1 0-1 0 0,-1 0 1 0 0,1 0 0 0 0,-1 0 0 0 0,0 1 0 0 0,1-1-1 0 0,-1 0 1 0 0,1 0 0 0 0,-1 1 0 0 0,1-1 0 0 0,-1 0 0 0 0,1 0-1 0 0,-1 1 1 0 0,1-1 0 0 0,-1 0 0 0 0,1 1 0 0 0,0-1-1 0 0,-1 1 1 0 0,1-1 0 0 0,-1 1 0 0 0,1-1 0 0 0,0 1 0 0 0,-1-1-1 0 0,1 2 1 0 0,-2 0-5 0 0,0 0 0 0 0,1-1 0 0 0,0 1 0 0 0,0-1 0 0 0,0 1 0 0 0,0 0 1 0 0,0 0-1 0 0,1 0 0 0 0,-1-1 0 0 0,1 1 0 0 0,-1 0 0 0 0,0 2 0 0 0,1 2-11 0 0,0-1 0 0 0,0 1 0 0 0,0-1 0 0 0,0 0 0 0 0,1 1 0 0 0,0-1 0 0 0,0 0 0 0 0,1 0 0 0 0,-1 1 0 0 0,1-1 0 0 0,5 9 0 0 0,-7-12 16 0 0,1-1 0 0 0,0 1 0 0 0,0-1 0 0 0,0 1 0 0 0,0-1 0 0 0,1 1 0 0 0,-1-1 0 0 0,0 0 0 0 0,0 1 0 0 0,1-1 0 0 0,-1 0 0 0 0,1 0 0 0 0,-1 0 0 0 0,1 0 0 0 0,1 1 0 0 0,4 1 0 0 0,-5-1 0 0 0,0-1 0 0 0,0 1 0 0 0,0-1 0 0 0,0 0 0 0 0,0 1 0 0 0,1-1 0 0 0,-1 0 0 0 0,0 0 0 0 0,1 0 0 0 0,-1-1 0 0 0,1 1 0 0 0,-1-1 0 0 0,4 1 0 0 0,3 0 0 0 0,-3 0 0 0 0,-5 0 0 0 0,1-1 0 0 0,0 1 0 0 0,-1-1 0 0 0,1 0 0 0 0,0 0 0 0 0,-1 0 0 0 0,1 0 0 0 0,0 0 0 0 0,0 0 0 0 0,-1 0 0 0 0,1-1 0 0 0,-1 1 0 0 0,1 0 0 0 0,0-1 0 0 0,-1 0 0 0 0,1 1 0 0 0,1-2 0 0 0,24-9-64 0 0,-25 10 73 0 0,-1 1-1 0 0,1-1 1 0 0,0 0-1 0 0,0 0 1 0 0,-1-1-1 0 0,1 1 1 0 0,0 0-1 0 0,-1 0 1 0 0,0-1 0 0 0,1 1-1 0 0,-1-1 1 0 0,0 1-1 0 0,1-1 1 0 0,-1 0-1 0 0,0 1 1 0 0,0-1-1 0 0,0 0 1 0 0,-1 0-1 0 0,1 0 1 0 0,0 0 0 0 0,-1 0-1 0 0,1 0 1 0 0,-1 0-1 0 0,0 0 1 0 0,0 0-1 0 0,1 0 1 0 0,-1 0-1 0 0,0 0 1 0 0,-1 0-1 0 0,1 0 1 0 0,-1-3-1 0 0,0 1 53 0 0,0 0 0 0 0,0 0-1 0 0,-1 0 1 0 0,1 0 0 0 0,-1 0-1 0 0,0 0 1 0 0,0 0-1 0 0,0 1 1 0 0,-1-1 0 0 0,1 1-1 0 0,-1-1 1 0 0,0 1 0 0 0,0 0-1 0 0,0 0 1 0 0,0 1 0 0 0,-4-4-1 0 0,4 5-40 0 0,0-1 1 0 0,-1 1-1 0 0,1 0 0 0 0,0 0 0 0 0,0 0 0 0 0,-1 0 1 0 0,1 1-1 0 0,0-1 0 0 0,-1 1 0 0 0,1 0 0 0 0,-1 0 1 0 0,1 0-1 0 0,0 0 0 0 0,-1 1 0 0 0,1-1 0 0 0,0 1 1 0 0,-1 0-1 0 0,-3 2 0 0 0,4-2-26 0 0,-1 1 0 0 0,0 0 1 0 0,1 0-1 0 0,0 0 0 0 0,-1 0 0 0 0,1 1 0 0 0,0-1 0 0 0,0 1 0 0 0,0 0 0 0 0,-2 3 1 0 0,-2 1-10 0 0,6-4-8 0 0,0-1 0 0 0,0 1 0 0 0,1-1 0 0 0,-1 1 0 0 0,1 0 0 0 0,-1-1 0 0 0,1 1 0 0 0,0 0 0 0 0,0 0 0 0 0,0-1 0 0 0,0 4 0 0 0,1-3 13 0 0,-1 0-1 0 0,1 0 0 0 0,0 0 0 0 0,0 0 1 0 0,0-1-1 0 0,0 1 0 0 0,0 0 0 0 0,1 0 1 0 0,-1-1-1 0 0,1 1 0 0 0,0-1 0 0 0,2 3 0 0 0,0 1-19 0 0,-2-3 21 0 0,-1-2 4 0 0,-1 1 0 0 0,1-1 0 0 0,0 0 0 0 0,0 0 0 0 0,0 0 0 0 0,0 0-1 0 0,0 0 1 0 0,0 0 0 0 0,0-1 0 0 0,1 1 0 0 0,-1 0 0 0 0,2 0 0 0 0,3 4-20 0 0,-2-2 10 0 0,-1 0-1 0 0,0-1 0 0 0,1 0 0 0 0,0 0 0 0 0,5 2 0 0 0,-4-2 26 0 0,1-1-1 0 0,0 0 0 0 0,0 0 1 0 0,0 0-1 0 0,10-1 0 0 0,-10-1-9 0 0,0 1 0 0 0,-1-1 0 0 0,1 0 0 0 0,-1-1 0 0 0,0 1 0 0 0,10-6 0 0 0,5 0 0 0 0,-18 7 3 0 0,-1 0 0 0 0,-1 0 1 0 0,1-1-1 0 0,0 1 0 0 0,-1 0 0 0 0,1 0 0 0 0,0-1 1 0 0,-1 1-1 0 0,1 0 0 0 0,-1-1 0 0 0,1 1 0 0 0,-1 0 1 0 0,1-1-1 0 0,-1 1 0 0 0,1-1 0 0 0,-1 1 1 0 0,1-1-1 0 0,-1 1 0 0 0,1-2 0 0 0,0 2 65 0 0,-1-2 12 0 0,1 0-67 0 0,0 0 0 0 0,0 1-1 0 0,-1-1 1 0 0,1 0 0 0 0,-1 0 0 0 0,0 0 0 0 0,1 0-1 0 0,-1 0 1 0 0,0 0 0 0 0,0 0 0 0 0,0 0-1 0 0,-1 0 1 0 0,1 0 0 0 0,0 0 0 0 0,-1 0 0 0 0,1 0-1 0 0,-1 0 1 0 0,-1-3 0 0 0,-1 1-5 0 0,0 0 0 0 0,0 0 0 0 0,0 1 0 0 0,0-1 0 0 0,-1 1 1 0 0,1 0-1 0 0,-1 0 0 0 0,0 0 0 0 0,-7-4 0 0 0,-2-4-8 0 0,12 9 3 0 0,-1 0 0 0 0,1 1 0 0 0,-1-1 0 0 0,1 1 0 0 0,-1-1 0 0 0,0 1 0 0 0,0 0 0 0 0,0 0 0 0 0,0-1 0 0 0,0 1 0 0 0,0 1 0 0 0,0-1 0 0 0,0 0 0 0 0,0 0 0 0 0,0 1 0 0 0,-1-1 0 0 0,1 1 0 0 0,0 0 0 0 0,0 0 0 0 0,0 0 0 0 0,-1 0 0 0 0,1 0 0 0 0,-4 1 0 0 0,-2 0-3 0 0,1 1 0 0 0,2 4-11 0 0,3-3-42 0 0,1-2-51 0 0,0 1 0 0 0,0-1 0 0 0,0 1-1 0 0,1-1 1 0 0,-1 1 0 0 0,0 0 0 0 0,1-1 0 0 0,-1 1 0 0 0,1 0-1 0 0,0-1 1 0 0,0 1 0 0 0,-1 0 0 0 0,1 0 0 0 0,0-1 0 0 0,0 1-1 0 0,0 0 1 0 0,1 0 0 0 0,-1-1 0 0 0,0 1 0 0 0,1 0 0 0 0,-1 0-1 0 0,1-1 1 0 0,0 1 0 0 0,-1-1 0 0 0,1 1 0 0 0,0 0 0 0 0,1 1-1 0 0,1 2-435 0 0,4 8-579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46.410"/>
    </inkml:context>
    <inkml:brush xml:id="br0">
      <inkml:brushProperty name="width" value="0.1" units="cm"/>
      <inkml:brushProperty name="height" value="0.1" units="cm"/>
      <inkml:brushProperty name="color" value="#004F8B"/>
    </inkml:brush>
  </inkml:definitions>
  <inkml:trace contextRef="#ctx0" brushRef="#br0">122 62 7255 0 0,'0'0'1618'0'0,"-1"-11"2875"0"0,1 10-4276 0 0,-1 0 0 0 0,1 0 0 0 0,-1 0-1 0 0,0-1 1 0 0,0 1 0 0 0,1 0 0 0 0,-1 0 0 0 0,0 0 0 0 0,0 0 0 0 0,0 0 0 0 0,0 0-1 0 0,0 1 1 0 0,0-1 0 0 0,0 0 0 0 0,0 0 0 0 0,0 1 0 0 0,-1-1 0 0 0,1 1 0 0 0,-2-2-1 0 0,-2 2-50 0 0,1-1 0 0 0,0 0-1 0 0,-1 1 1 0 0,-6 0 0 0 0,9 0-27 0 0,-1 0-52 0 0,1 1-1 0 0,-1-1 1 0 0,1 1 0 0 0,-1 0-1 0 0,1 0 1 0 0,-1 0 0 0 0,1 0-1 0 0,-4 2 1 0 0,-5 3 45 0 0,9-5-121 0 0,1 0-1 0 0,-1 0 1 0 0,0 0 0 0 0,1 1-1 0 0,-1-1 1 0 0,1 0-1 0 0,-1 1 1 0 0,1 0 0 0 0,0-1-1 0 0,-1 1 1 0 0,1 0 0 0 0,0-1-1 0 0,0 1 1 0 0,0 0-1 0 0,1 0 1 0 0,-2 3 0 0 0,0 1 20 0 0,0 1 1 0 0,0-1-1 0 0,0 12 1 0 0,1-17-33 0 0,1 0 1 0 0,0-1 0 0 0,0 1-1 0 0,0 0 1 0 0,0-1 0 0 0,0 1-1 0 0,0 0 1 0 0,0-1-1 0 0,0 1 1 0 0,0 0 0 0 0,0-1-1 0 0,0 1 1 0 0,0 0-1 0 0,0-1 1 0 0,0 1 0 0 0,1 0-1 0 0,-1-1 1 0 0,0 1 0 0 0,0-1-1 0 0,1 1 1 0 0,-1 0-1 0 0,1-1 1 0 0,-1 1 0 0 0,0-1-1 0 0,1 1 1 0 0,-1-1-1 0 0,2 1 1 0 0,-1 1-9 0 0,1 1-1 0 0,1 1 0 0 0,-1-1 0 0 0,0 0 0 0 0,1 0 0 0 0,0 1 0 0 0,0-2 0 0 0,0 1 0 0 0,0 0 0 0 0,0-1 0 0 0,0 1 0 0 0,1-1 0 0 0,-1 0 0 0 0,1 0 0 0 0,0-1-1 0 0,-1 1 1 0 0,1-1 0 0 0,0 1 0 0 0,0-1 0 0 0,0 0 0 0 0,0-1 0 0 0,0 1 0 0 0,0-1 0 0 0,0 0 0 0 0,0 0 0 0 0,0 0 0 0 0,5-1 0 0 0,-2 0 17 0 0,0 0-1 0 0,-1 0 1 0 0,1-1-1 0 0,-1 0 1 0 0,7-3-1 0 0,-1 1 42 0 0,-10 3 5 0 0,1 0 0 0 0,-1 0 1 0 0,0 0-1 0 0,1 0 0 0 0,-1 0 1 0 0,0 0-1 0 0,0 0 0 0 0,1-1 0 0 0,-1 1 1 0 0,0-1-1 0 0,-1 1 0 0 0,1-1 0 0 0,0 0 1 0 0,0 0-1 0 0,-1 0 0 0 0,1 0 1 0 0,-1 0-1 0 0,1 0 0 0 0,-1 0 0 0 0,0 0 1 0 0,0-1-1 0 0,0 1 0 0 0,1-5 1 0 0,-1 3 85 0 0,-1 0 0 0 0,1-1 1 0 0,-1 1-1 0 0,0 0 0 0 0,0-1 1 0 0,0 1-1 0 0,0 0 0 0 0,-1-1 0 0 0,0 1 1 0 0,0 0-1 0 0,0-1 0 0 0,0 1 1 0 0,-1 0-1 0 0,1 0 0 0 0,-1 0 1 0 0,0 0-1 0 0,-1 0 0 0 0,1 1 1 0 0,-5-7-1 0 0,5 9-96 0 0,0-1 1 0 0,1 1-1 0 0,-1-1 0 0 0,0 1 1 0 0,0 0-1 0 0,0 0 1 0 0,0 0-1 0 0,0 0 0 0 0,-3-1 1 0 0,-1-1-19 0 0,-9-1 14 0 0,5 2-25 0 0,8 1-14 0 0,0 0 0 0 0,-1 0 0 0 0,1 0 0 0 0,0 0 0 0 0,-1 1 0 0 0,1-1 0 0 0,-1 1 0 0 0,0-1 0 0 0,1 1 0 0 0,-1 0 0 0 0,1 0 0 0 0,-1 0 0 0 0,1 1 0 0 0,-1-1 0 0 0,1 0 0 0 0,-1 1 0 0 0,1 0 0 0 0,-1 0 0 0 0,1-1 0 0 0,0 1 0 0 0,-1 1 0 0 0,1-1 0 0 0,0 0 0 0 0,0 0 0 0 0,0 1 0 0 0,0 0 0 0 0,0-1 0 0 0,0 1 0 0 0,-2 2 0 0 0,-10 14-105 0 0,14-18 99 0 0,-1 1 1 0 0,0 0-1 0 0,1-1 0 0 0,-1 1 1 0 0,1 0-1 0 0,-1-1 1 0 0,1 1-1 0 0,0 0 0 0 0,-1 0 1 0 0,1 0-1 0 0,0-1 1 0 0,-1 1-1 0 0,1 0 0 0 0,0 0 1 0 0,0 0-1 0 0,0 0 1 0 0,0 0-1 0 0,0-1 1 0 0,0 1-1 0 0,0 1 0 0 0,0 1-8 0 0,-1 3-4 0 0,1 0 1 0 0,-1 1 0 0 0,1-1-1 0 0,0 0 1 0 0,0 0 0 0 0,1 0-1 0 0,0 0 1 0 0,0 0 0 0 0,3 9-1 0 0,-3-12 10 0 0,0 0 0 0 0,0 0 0 0 0,1 0-1 0 0,0 0 1 0 0,-1 0 0 0 0,1 0 0 0 0,0-1-1 0 0,0 1 1 0 0,1-1 0 0 0,-1 1-1 0 0,0-1 1 0 0,1 0 0 0 0,0 0 0 0 0,-1 0-1 0 0,1 0 1 0 0,0-1 0 0 0,0 1-1 0 0,6 2 1 0 0,-5-3 6 0 0,1 1 0 0 0,0 0 0 0 0,0-1 0 0 0,0 0 0 0 0,0 0 0 0 0,0-1-1 0 0,0 1 1 0 0,0-1 0 0 0,0 0 0 0 0,1-1 0 0 0,-1 1 0 0 0,0-1 0 0 0,0 0 0 0 0,0 0 0 0 0,0-1 0 0 0,-1 1 0 0 0,1-1-1 0 0,0 0 1 0 0,-1 0 0 0 0,9-6 0 0 0,-10 7 15 0 0,0-1 0 0 0,-1 0 0 0 0,1-1 0 0 0,-1 1 0 0 0,1 0 0 0 0,-1-1 0 0 0,0 1 0 0 0,0-1 0 0 0,0 0 0 0 0,0 0 0 0 0,0 1 0 0 0,-1-1 0 0 0,1 0 0 0 0,-1-1 0 0 0,0 1 0 0 0,0 0 0 0 0,0 0 0 0 0,0 0 0 0 0,0-7 0 0 0,-1 6 31 0 0,-1-1 0 0 0,0 1-1 0 0,0 0 1 0 0,0 0 0 0 0,-1 0-1 0 0,1 0 1 0 0,-1 0 0 0 0,-4-6-1 0 0,4 7-16 0 0,0 0-1 0 0,0 1 0 0 0,-1-1 1 0 0,0 1-1 0 0,1 0 0 0 0,-1-1 0 0 0,0 1 1 0 0,0 1-1 0 0,0-1 0 0 0,0 0 1 0 0,-1 1-1 0 0,1-1 0 0 0,0 1 0 0 0,-1 0 1 0 0,1 0-1 0 0,-1 0 0 0 0,1 1 0 0 0,-1-1 1 0 0,1 1-1 0 0,-1 0 0 0 0,1 0 1 0 0,-1 0-1 0 0,-5 1 0 0 0,4 0-39 0 0,1 0-1 0 0,-1 0 0 0 0,1 1 1 0 0,-1 0-1 0 0,1-1 1 0 0,0 2-1 0 0,0-1 0 0 0,0 0 1 0 0,0 1-1 0 0,0 0 1 0 0,1-1-1 0 0,-1 1 0 0 0,1 1 1 0 0,0-1-1 0 0,0 1 1 0 0,0-1-1 0 0,0 1 0 0 0,0 0 1 0 0,1 0-1 0 0,0 0 1 0 0,0 0-1 0 0,0 0 0 0 0,0 1 1 0 0,0-1-1 0 0,1 1 1 0 0,0-1-1 0 0,0 1 0 0 0,0-1 1 0 0,1 8-1 0 0,-1-8-3 0 0,1 1-1 0 0,1-1 1 0 0,-1 1 0 0 0,1-1-1 0 0,0 1 1 0 0,0-1 0 0 0,2 7-1 0 0,-2-10 12 0 0,-1 1 0 0 0,0-1 0 0 0,1 1 0 0 0,-1-1 0 0 0,1 0 0 0 0,0 1 0 0 0,-1-1-1 0 0,1 0 1 0 0,0 0 0 0 0,0 1 0 0 0,0-1 0 0 0,0 0 0 0 0,0 0 0 0 0,0 0 0 0 0,0 0-1 0 0,0 0 1 0 0,0 0 0 0 0,2 1 0 0 0,1 0-6 0 0,-3-1 10 0 0,1 0-1 0 0,-1 0 0 0 0,0 0 0 0 0,0 0 1 0 0,1 0-1 0 0,-1 0 0 0 0,1 0 0 0 0,-1-1 1 0 0,0 1-1 0 0,1-1 0 0 0,-1 1 0 0 0,1-1 0 0 0,0 1 1 0 0,-1-1-1 0 0,1 0 0 0 0,-1 0 0 0 0,4 0 1 0 0,0 0-2 0 0,1 1-9 0 0,-1-1 1 0 0,0 0-1 0 0,1 0 0 0 0,-1-1 0 0 0,1 1 0 0 0,-1-1 1 0 0,0 0-1 0 0,1-1 0 0 0,8-3 0 0 0,-3 3 11 0 0,-9 2 3 0 0,0-1 0 0 0,1 1 0 0 0,-1-1 0 0 0,0 0 0 0 0,0 0 0 0 0,1 1 0 0 0,-1-2 0 0 0,0 1 0 0 0,0 0 0 0 0,0 0 0 0 0,0-1 0 0 0,0 1 0 0 0,0-1 0 0 0,-1 1 0 0 0,1-1 0 0 0,3-3 0 0 0,-4 2 22 0 0,0 1 1 0 0,1 0-1 0 0,-1 0 0 0 0,0-1 1 0 0,0 1-1 0 0,0-1 1 0 0,-1 1-1 0 0,1-1 0 0 0,-1 1 1 0 0,1-1-1 0 0,-1 0 1 0 0,0 1-1 0 0,0-1 0 0 0,0 1 1 0 0,0-1-1 0 0,0 0 0 0 0,0 1 1 0 0,-1-1-1 0 0,0 1 1 0 0,1-1-1 0 0,-1 1 0 0 0,0-1 1 0 0,-2-2-1 0 0,1 0 43 0 0,0 1-1 0 0,0-1 0 0 0,-1 1 1 0 0,1 0-1 0 0,-1 0 0 0 0,0 0 0 0 0,0 0 1 0 0,-1 0-1 0 0,1 1 0 0 0,-1-1 1 0 0,-6-4-1 0 0,-17-5 63 0 0,21 11-128 0 0,5 2 0 0 0,1 0 0 0 0,-1 0 0 0 0,0 0 0 0 0,1 0 0 0 0,-1 0 0 0 0,1 1 0 0 0,-1-1 0 0 0,1 0 0 0 0,-1 0 0 0 0,0 0 0 0 0,1 0 0 0 0,-1 1 0 0 0,1-1 0 0 0,-1 0 0 0 0,1 1 0 0 0,0-1 0 0 0,-1 0 0 0 0,1 1 0 0 0,-1-1 0 0 0,1 0 0 0 0,-1 1 0 0 0,1-1 0 0 0,0 1 0 0 0,-1-1 0 0 0,1 2 0 0 0,-1-1 0 0 0,-1 1-358 0 0,0 0 0 0 0,1 0-1 0 0,-1 0 1 0 0,1 0 0 0 0,-1 1 0 0 0,1-1-1 0 0,0 0 1 0 0,0 1 0 0 0,0-1 0 0 0,0 1 0 0 0,1-1-1 0 0,-1 1 1 0 0,1-1 0 0 0,-1 1 0 0 0,1 0-1 0 0,0-1 1 0 0,0 1 0 0 0,0 0 0 0 0,0-1-1 0 0,1 4 1 0 0,0 0-903 0 0,1 0 0 0 0,0 0 0 0 0,0 0 0 0 0,0 0 0 0 0,1-1 0 0 0,-1 1-1 0 0,7 8 1 0 0,0-1-3879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52.138"/>
    </inkml:context>
    <inkml:brush xml:id="br0">
      <inkml:brushProperty name="width" value="0.1" units="cm"/>
      <inkml:brushProperty name="height" value="0.1" units="cm"/>
      <inkml:brushProperty name="color" value="#FF0000"/>
    </inkml:brush>
  </inkml:definitions>
  <inkml:trace contextRef="#ctx0" brushRef="#br0">188 43 455 0 0,'0'0'7210'0'0,"0"0"-7152"0"0,0 0 0 0 0,0 0 0 0 0,0 0 1 0 0,0 0-1 0 0,-1-1 0 0 0,1 1 0 0 0,0 0 1 0 0,0 0-1 0 0,0 0 0 0 0,0-1 0 0 0,0 1 1 0 0,0 0-1 0 0,0 0 0 0 0,0-1 0 0 0,0 1 1 0 0,0 0-1 0 0,0 0 0 0 0,0 0 0 0 0,0-1 1 0 0,0 1-1 0 0,0 0 0 0 0,0 0 0 0 0,0 0 1 0 0,0-1-1 0 0,0 1 0 0 0,1 0 0 0 0,-1 0 1 0 0,0 0-1 0 0,0-1 0 0 0,0 1 0 0 0,0 0 1 0 0,2-1 97 0 0,-1 0-1 0 0,1 0 1 0 0,-1 0 0 0 0,1 0 0 0 0,0 0 0 0 0,-1 1 0 0 0,1-1 0 0 0,0 1-1 0 0,2-1 1 0 0,13-6 5956 0 0,-20 5-5597 0 0,1 0-1 0 0,0 0 0 0 0,0 0 1 0 0,-1 0-1 0 0,1 0 0 0 0,-1 1 1 0 0,0-1-1 0 0,-3 0 1 0 0,3 1-391 0 0,-1 0 1 0 0,0 0 0 0 0,0 1 0 0 0,1-1 0 0 0,-1 1 0 0 0,0 0-1 0 0,0 0 1 0 0,0 0 0 0 0,0 1 0 0 0,1-1 0 0 0,-1 1 0 0 0,0 0-1 0 0,-3 1 1 0 0,-4 2 23 0 0,0 0-1 0 0,0 0 0 0 0,-10 7 1 0 0,12-6-135 0 0,0 1 1 0 0,0-1 0 0 0,1 1-1 0 0,0 1 1 0 0,-9 8-1 0 0,14-12-9 0 0,0 1-1 0 0,1 0 1 0 0,-1 0-1 0 0,1-1 0 0 0,0 1 1 0 0,0 1-1 0 0,0-1 1 0 0,0 0-1 0 0,0 0 1 0 0,1 1-1 0 0,0-1 0 0 0,0 1 1 0 0,0 8-1 0 0,0-10-4 0 0,1-1-1 0 0,1 0 1 0 0,-1 1 0 0 0,0-1-1 0 0,0 1 1 0 0,1-1-1 0 0,0 1 1 0 0,-1-1 0 0 0,1 0-1 0 0,0 1 1 0 0,0-1-1 0 0,0 0 1 0 0,0 0 0 0 0,1 0-1 0 0,-1 0 1 0 0,3 3-1 0 0,-1-2-3 0 0,0 0-1 0 0,1 0 0 0 0,-1 0 0 0 0,1 0 0 0 0,0-1 1 0 0,-1 1-1 0 0,1-1 0 0 0,7 3 0 0 0,-4-3 0 0 0,-1 0 0 0 0,0 0 1 0 0,0 0-1 0 0,1-1 0 0 0,-1 0 0 0 0,0 0 0 0 0,1-1 0 0 0,-1 0 1 0 0,1 0-1 0 0,-1 0 0 0 0,1-1 0 0 0,11-2 0 0 0,-13 1 36 0 0,0 0-1 0 0,0 0 1 0 0,0 0-1 0 0,-1 0 0 0 0,1-1 1 0 0,-1 0-1 0 0,1 0 1 0 0,-1 0-1 0 0,0-1 1 0 0,0 0-1 0 0,6-7 1 0 0,-8 9 19 0 0,-1 0 1 0 0,1-1 0 0 0,-1 0-1 0 0,0 1 1 0 0,1-1-1 0 0,-1 0 1 0 0,0 1 0 0 0,-1-1-1 0 0,1 0 1 0 0,0 0-1 0 0,-1 0 1 0 0,0 0 0 0 0,0 0-1 0 0,0 0 1 0 0,0 0 0 0 0,0 0-1 0 0,0 0 1 0 0,-1 1-1 0 0,1-1 1 0 0,-1 0 0 0 0,0 0-1 0 0,-2-5 1 0 0,0 2 89 0 0,0-1 0 0 0,-1 0 0 0 0,0 1 0 0 0,0 0 0 0 0,-1 0 0 0 0,1 0-1 0 0,-10-9 1 0 0,10 12-94 0 0,1 0-1 0 0,-1 0 1 0 0,0 0-1 0 0,0 1 0 0 0,0-1 1 0 0,0 1-1 0 0,0 0 1 0 0,0 0-1 0 0,-1 1 0 0 0,1-1 1 0 0,-1 1-1 0 0,1 0 1 0 0,-7-1-1 0 0,7 2-26 0 0,0 0 0 0 0,1 0 0 0 0,-1 1 0 0 0,1-1 0 0 0,-1 1 0 0 0,1 0 0 0 0,-1 0 0 0 0,1 0 0 0 0,-1 0 0 0 0,1 1 0 0 0,0 0 1 0 0,0-1-1 0 0,0 1 0 0 0,0 0 0 0 0,0 1 0 0 0,0-1 0 0 0,0 0 0 0 0,-4 6 0 0 0,4-5-27 0 0,0 0 0 0 0,1 1 0 0 0,-1 0-1 0 0,1 0 1 0 0,-1 0 0 0 0,1 0 0 0 0,0 0 0 0 0,1 0 0 0 0,-1 0 0 0 0,1 0 0 0 0,0 1 0 0 0,0-1 0 0 0,0 1 0 0 0,0 5 0 0 0,1-2-7 0 0,0 0-1 0 0,1 0 1 0 0,0 0 0 0 0,0-1 0 0 0,1 1 0 0 0,0 0 0 0 0,0-1 0 0 0,1 0 0 0 0,6 13-1 0 0,-8-17 11 0 0,1 0 0 0 0,0 0 0 0 0,1 0 0 0 0,-1 0 0 0 0,0-1 0 0 0,1 1 0 0 0,-1-1 0 0 0,1 0 0 0 0,0 1 0 0 0,0-1 0 0 0,0 0 0 0 0,0-1 0 0 0,0 1 0 0 0,1 0 0 0 0,-1-1 0 0 0,0 0-1 0 0,1 0 1 0 0,-1 0 0 0 0,1 0 0 0 0,-1 0 0 0 0,1-1 0 0 0,-1 0 0 0 0,6 1 0 0 0,-3-2 12 0 0,0 1 0 0 0,1-1 0 0 0,-1 0 0 0 0,0 0 0 0 0,0-1 0 0 0,0 1 0 0 0,0-1 0 0 0,0-1 0 0 0,0 1 0 0 0,-1-1 0 0 0,11-7 0 0 0,-13 8-1 0 0,0 0-1 0 0,0-1 1 0 0,0 1-1 0 0,0-1 1 0 0,0 0-1 0 0,-1 0 1 0 0,1 0-1 0 0,-1 0 1 0 0,0-1-1 0 0,0 1 1 0 0,0-1-1 0 0,0 1 1 0 0,-1-1-1 0 0,0 1 1 0 0,1-1-1 0 0,-1 0 1 0 0,-1 0-1 0 0,1 1 1 0 0,0-1-1 0 0,-1-5 1 0 0,0 5 5 0 0,0 0 1 0 0,-1 0-1 0 0,1 0 1 0 0,-1 0-1 0 0,0 0 1 0 0,0 1-1 0 0,0-1 1 0 0,-1 0-1 0 0,0 0 1 0 0,1 1-1 0 0,-1-1 0 0 0,0 1 1 0 0,-1 0-1 0 0,1-1 1 0 0,-6-4-1 0 0,6 6-3 0 0,0 0-1 0 0,0 0 0 0 0,0 0 1 0 0,-1 0-1 0 0,1 1 0 0 0,-1-1 1 0 0,0 1-1 0 0,1 0 0 0 0,-1 0 1 0 0,0 0-1 0 0,0 0 0 0 0,0 0 1 0 0,1 1-1 0 0,-1-1 0 0 0,0 1 1 0 0,0-1-1 0 0,0 1 0 0 0,0 0 1 0 0,0 0-1 0 0,0 1 0 0 0,0-1 1 0 0,-3 1-1 0 0,-5 3-6 0 0,-3 2-12 0 0,12-1-14 0 0,1-2 11 0 0,-2 1-3 0 0,1 1 1 0 0,0-1 0 0 0,0 1 0 0 0,0 0-1 0 0,1 0 1 0 0,-1-1 0 0 0,1 1 0 0 0,-1 6-1 0 0,2-8 8 0 0,0-1-1 0 0,0 1 1 0 0,0-1-1 0 0,0 0 1 0 0,1 1-1 0 0,-1-1 1 0 0,1 0-1 0 0,-1 1 1 0 0,1-1-1 0 0,0 0 1 0 0,0 0-1 0 0,0 1 1 0 0,0-1-1 0 0,0 0 1 0 0,0 0-1 0 0,1 0 1 0 0,-1 0-1 0 0,1 0 1 0 0,2 2-1 0 0,0-1 1 0 0,-1-1-1 0 0,1 0 0 0 0,0 1 1 0 0,-1-1-1 0 0,1-1 1 0 0,0 1-1 0 0,0-1 0 0 0,0 1 1 0 0,0-1-1 0 0,0 0 0 0 0,0 0 1 0 0,1-1-1 0 0,-1 0 0 0 0,0 1 1 0 0,0-1-1 0 0,0-1 0 0 0,1 1 1 0 0,-1 0-1 0 0,0-1 0 0 0,6-2 1 0 0,-6 2 26 0 0,0 0 0 0 0,-1 0-1 0 0,0 0 1 0 0,1-1 0 0 0,-1 1 0 0 0,0-1 0 0 0,0 0 0 0 0,1 0 0 0 0,-1 0 0 0 0,-1 0-1 0 0,1-1 1 0 0,0 1 0 0 0,-1-1 0 0 0,1 0 0 0 0,-1 0 0 0 0,0 0 0 0 0,0 0 0 0 0,0 0-1 0 0,0 0 1 0 0,0 0 0 0 0,-1-1 0 0 0,0 1 0 0 0,2-7 0 0 0,-2 5 21 0 0,-1 0 0 0 0,1 0 0 0 0,-1 0 0 0 0,-1-1 0 0 0,1 1 0 0 0,-1 0 0 0 0,0 0 0 0 0,0 0 0 0 0,0-1 0 0 0,-1 1 0 0 0,0 1 0 0 0,-3-9 0 0 0,3 9 17 0 0,-1 0 1 0 0,1 1-1 0 0,0-1 0 0 0,-1 1 0 0 0,1-1 1 0 0,-1 1-1 0 0,0 0 0 0 0,0 0 0 0 0,-1 0 1 0 0,1 0-1 0 0,-1 1 0 0 0,1-1 0 0 0,-1 1 1 0 0,0 0-1 0 0,-6-3 0 0 0,7 4-39 0 0,0 1 1 0 0,-1-1-1 0 0,1 1 0 0 0,-1-1 0 0 0,1 1 1 0 0,-1 0-1 0 0,1 0 0 0 0,-1 1 0 0 0,1-1 1 0 0,0 1-1 0 0,-1-1 0 0 0,1 1 0 0 0,0 0 1 0 0,-1 1-1 0 0,1-1 0 0 0,0 0 0 0 0,-5 4 0 0 0,6-4-79 0 0,0 0 0 0 0,0 0 1 0 0,1 1-1 0 0,-1-1 0 0 0,1 1 0 0 0,-1-1 0 0 0,1 1 0 0 0,-1-1 0 0 0,1 1 0 0 0,0 0 0 0 0,0-1 0 0 0,0 1 0 0 0,0 0 0 0 0,0 0 0 0 0,0 0 0 0 0,0 0 0 0 0,1 0 0 0 0,-1 0 0 0 0,1 0 0 0 0,-1 0 0 0 0,1 0 0 0 0,0 0 0 0 0,0 1 0 0 0,0-1 0 0 0,0 0 0 0 0,0 0 0 0 0,0 0 0 0 0,1 0 0 0 0,0 3 0 0 0,5 9-1627 0 0,2 0-77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53.207"/>
    </inkml:context>
    <inkml:brush xml:id="br0">
      <inkml:brushProperty name="width" value="0.1" units="cm"/>
      <inkml:brushProperty name="height" value="0.1" units="cm"/>
      <inkml:brushProperty name="color" value="#FF0000"/>
    </inkml:brush>
  </inkml:definitions>
  <inkml:trace contextRef="#ctx0" brushRef="#br0">103 84 10823 0 0,'0'0'1086'0'0,"2"-1"-990"0"0,15-11 6894 0 0,-18 3-4606 0 0,-7-4-725 0 0,6 11-1589 0 0,1 0 0 0 0,-1 0 1 0 0,0 0-1 0 0,0 0 0 0 0,-1 1 1 0 0,1-1-1 0 0,0 0 0 0 0,0 1 0 0 0,-1 0 1 0 0,1 0-1 0 0,-1 0 0 0 0,1 0 1 0 0,-1 0-1 0 0,0 0 0 0 0,1 0 0 0 0,-1 1 1 0 0,0 0-1 0 0,1-1 0 0 0,-1 1 1 0 0,0 0-1 0 0,0 0 0 0 0,1 0 1 0 0,-1 1-1 0 0,0-1 0 0 0,1 1 0 0 0,-1-1 1 0 0,0 1-1 0 0,1 0 0 0 0,-1 0 1 0 0,1 0-1 0 0,-5 3 0 0 0,3-2-75 0 0,4-2 5 0 0,-1 1 0 0 0,1-1 1 0 0,-1 0-1 0 0,1 0 0 0 0,-1 0 1 0 0,1 0-1 0 0,0 1 0 0 0,-1-1 1 0 0,1 0-1 0 0,0 0 0 0 0,-1 1 0 0 0,1-1 1 0 0,-1 0-1 0 0,1 1 0 0 0,0-1 1 0 0,0 0-1 0 0,-1 1 0 0 0,1-1 0 0 0,0 0 1 0 0,0 1-1 0 0,-1 0 0 0 0,-4 10-85 0 0,-6 11 17 0 0,10-11 68 0 0,1-9-7 0 0,0 0 0 0 0,1 0 0 0 0,-1-1 0 0 0,1 1 0 0 0,-1 0-1 0 0,1 0 1 0 0,0 0 0 0 0,-1-1 0 0 0,1 1 0 0 0,0 0 0 0 0,0-1 0 0 0,1 1 0 0 0,-1-1 0 0 0,0 1-1 0 0,0-1 1 0 0,1 0 0 0 0,1 2 0 0 0,0-1-6 0 0,1 1 1 0 0,0-1-1 0 0,-1 0 0 0 0,1 0 0 0 0,0-1 0 0 0,0 1 1 0 0,0-1-1 0 0,1 0 0 0 0,6 1 0 0 0,-6-2 24 0 0,1 0 0 0 0,0 0 0 0 0,0 0 0 0 0,0-1 0 0 0,9-2 0 0 0,-5 1-24 0 0,-6 1-29 0 0,-2-1 51 0 0,0 1 0 0 0,0 0 0 0 0,0 0 0 0 0,0-1 0 0 0,0 1 0 0 0,0-1 0 0 0,-1 1 0 0 0,1-1 0 0 0,0 0 0 0 0,-1 0 0 0 0,0 0 0 0 0,1 0 0 0 0,-1 0 0 0 0,0 0 0 0 0,0 0 0 0 0,0 0 0 0 0,0 0 0 0 0,0-1 0 0 0,0 1 0 0 0,-1 0 0 0 0,1-1 0 0 0,-1 1 1 0 0,0 0-1 0 0,0-1 0 0 0,0 1 0 0 0,0 0 0 0 0,0-1 0 0 0,0 1 0 0 0,-1-3 0 0 0,0 0 6 0 0,-1 0 0 0 0,0 0 0 0 0,0 0 0 0 0,0 1 0 0 0,-1-1 0 0 0,1 1 1 0 0,-1-1-1 0 0,0 1 0 0 0,-1 0 0 0 0,-4-5 0 0 0,6 8 49 0 0,-36-10 192 0 0,35 11-251 0 0,0 0 1 0 0,1 0-1 0 0,-1 0 0 0 0,0 0 1 0 0,1 1-1 0 0,-1-1 0 0 0,0 1 1 0 0,1-1-1 0 0,-1 1 0 0 0,1 0 0 0 0,-1 0 1 0 0,1 0-1 0 0,-4 2 0 0 0,5-2-8 0 0,-1 1-1 0 0,0-1 1 0 0,1 0-1 0 0,0 1 1 0 0,-1-1-1 0 0,1 1 1 0 0,0 0-1 0 0,0 0 1 0 0,0-1-1 0 0,0 1 1 0 0,0 0-1 0 0,0 0 0 0 0,0 0 1 0 0,1 0-1 0 0,-1 0 1 0 0,1 0-1 0 0,-1 3 1 0 0,-1 12-43 0 0,1 0-1 0 0,1 32 1 0 0,2-32 20 0 0,2-13 10 0 0,-1-1 5 0 0,-1 1 8 0 0,0-1 0 0 0,0 1 0 0 0,0-1 1 0 0,1 0-1 0 0,0 0 0 0 0,0 0 0 0 0,-1 0 1 0 0,2 0-1 0 0,-1 0 0 0 0,0-1 0 0 0,0 0 1 0 0,1 0-1 0 0,0 0 0 0 0,-1 0 0 0 0,1 0 1 0 0,0-1-1 0 0,0 1 0 0 0,0-1 0 0 0,0 0 0 0 0,0 0 1 0 0,0-1-1 0 0,0 1 0 0 0,0-1 0 0 0,0 0 1 0 0,0 0-1 0 0,6-1 0 0 0,-8 1 3 0 0,0 0 0 0 0,0-1 0 0 0,1 1 0 0 0,-1 0 0 0 0,0-1 0 0 0,1 0 0 0 0,-1 1 0 0 0,0-1 0 0 0,0 0 0 0 0,0 0 0 0 0,0-1 0 0 0,0 1 0 0 0,0 0 0 0 0,0 0 0 0 0,0-1 0 0 0,-1 0 0 0 0,1 1 0 0 0,0-1 0 0 0,-1 0 0 0 0,3-3 0 0 0,-3 4 12 0 0,1-1-1 0 0,-1 1 0 0 0,0-1 1 0 0,0 0-1 0 0,0 0 1 0 0,0 1-1 0 0,0-1 0 0 0,0 0 1 0 0,0 0-1 0 0,0 0 1 0 0,-1 0-1 0 0,1 0 1 0 0,-1 0-1 0 0,1 0 0 0 0,-1 0 1 0 0,0-1-1 0 0,0 1 1 0 0,0 0-1 0 0,0 0 0 0 0,0 0 1 0 0,-1-3-1 0 0,0 4-6 0 0,1-4 10 0 0,-1 0 1 0 0,-1 0-1 0 0,1 0 1 0 0,-1 0-1 0 0,0 0 0 0 0,0 0 1 0 0,0 0-1 0 0,-1 0 0 0 0,-5-7 1 0 0,6 10-17 0 0,1 0 0 0 0,-1 1 1 0 0,1-1-1 0 0,-1 1 1 0 0,0-1-1 0 0,0 1 1 0 0,1 0-1 0 0,-1 0 1 0 0,0-1-1 0 0,0 1 1 0 0,0 0-1 0 0,0 1 0 0 0,0-1 1 0 0,-1 0-1 0 0,1 1 1 0 0,0-1-1 0 0,0 1 1 0 0,0 0-1 0 0,-1-1 1 0 0,1 1-1 0 0,0 0 1 0 0,0 0-1 0 0,-1 1 0 0 0,1-1 1 0 0,0 0-1 0 0,-3 2 1 0 0,-2-1 7 0 0,5 0-6 0 0,0-1 0 0 0,0 0 1 0 0,0 1-1 0 0,-1-1 0 0 0,1 1 1 0 0,0 0-1 0 0,0-1 0 0 0,0 1 1 0 0,0 0-1 0 0,0 0 0 0 0,1 1 1 0 0,-1-1-1 0 0,0 0 0 0 0,0 0 1 0 0,1 1-1 0 0,-1-1 0 0 0,1 1 1 0 0,-1 0-1 0 0,1-1 0 0 0,0 1 1 0 0,-1 0-1 0 0,1 0 0 0 0,0 0 1 0 0,0 0-1 0 0,1 0 0 0 0,-1 0 0 0 0,0 0 1 0 0,1 0-1 0 0,-1 0 0 0 0,1 0 1 0 0,-1 1-1 0 0,1-1 0 0 0,0 0 1 0 0,0 2-1 0 0,0 37-161 0 0,0-40 159 0 0,0 0-1 0 0,0 1 1 0 0,0-1-1 0 0,0 0 1 0 0,0 1-1 0 0,0-1 1 0 0,1 0-1 0 0,-1 1 0 0 0,0-1 1 0 0,1 0-1 0 0,-1 0 1 0 0,1 1-1 0 0,-1-1 1 0 0,1 0-1 0 0,0 0 1 0 0,-1 0-1 0 0,1 0 1 0 0,0 0-1 0 0,2 2 1 0 0,1 1 20 0 0,-4-3-19 0 0,1 0 0 0 0,-1-1 0 0 0,1 1 0 0 0,-1 0 0 0 0,1-1 0 0 0,-1 1 0 0 0,1 0 0 0 0,0-1 0 0 0,-1 1 0 0 0,1-1 0 0 0,0 1 0 0 0,0-1 0 0 0,0 1-1 0 0,-1-1 1 0 0,1 1 0 0 0,0-1 0 0 0,0 0 0 0 0,0 0 0 0 0,0 1 0 0 0,-1-1 0 0 0,1 0 0 0 0,0 0 0 0 0,0 0 0 0 0,0 0 0 0 0,0 0 0 0 0,0 0 0 0 0,0 0 0 0 0,0 0-1 0 0,0-1 1 0 0,1 1-11 0 0,0-1-1 0 0,0 0 0 0 0,0 0 0 0 0,0 0 1 0 0,0 0-1 0 0,-1-1 0 0 0,4-1 0 0 0,-3 1-9 0 0,18-9-1465 0 0,-7 5-549 0 0,-4 2 788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55.386"/>
    </inkml:context>
    <inkml:brush xml:id="br0">
      <inkml:brushProperty name="width" value="0.1" units="cm"/>
      <inkml:brushProperty name="height" value="0.1" units="cm"/>
      <inkml:brushProperty name="color" value="#FF0000"/>
    </inkml:brush>
  </inkml:definitions>
  <inkml:trace contextRef="#ctx0" brushRef="#br0">155 71 8519 0 0,'0'0'638'0'0,"2"-6"-388"0"0,8-21 6597 0 0,-19 11-4926 0 0,7 14-1729 0 0,0 1 0 0 0,0-1 0 0 0,-1 1 0 0 0,1 0 0 0 0,0 0 0 0 0,-1 0 0 0 0,1 0 0 0 0,-1 0-1 0 0,1 1 1 0 0,-1-1 0 0 0,1 1 0 0 0,-1-1 0 0 0,0 1 0 0 0,1 0 0 0 0,-4 0 0 0 0,3 1-155 0 0,-1-1 1 0 0,1 0 0 0 0,0 1-1 0 0,-1-1 1 0 0,1 1 0 0 0,0 0-1 0 0,0 0 1 0 0,0 0-1 0 0,-1 1 1 0 0,1-1 0 0 0,0 1-1 0 0,1 0 1 0 0,-1-1 0 0 0,0 1-1 0 0,0 1 1 0 0,1-1-1 0 0,0 0 1 0 0,-1 1 0 0 0,1-1-1 0 0,0 1 1 0 0,0-1 0 0 0,-2 4-1 0 0,2-3-29 0 0,1-1 1 0 0,-1 1-1 0 0,1-1 0 0 0,-1 1 1 0 0,1-1-1 0 0,0 1 1 0 0,-1 3-1 0 0,0 31 47 0 0,2-35-71 0 0,0 0 1 0 0,1 0 0 0 0,-1 0 0 0 0,1 0 0 0 0,0 0 0 0 0,0 0 0 0 0,-1 0 0 0 0,3 3 0 0 0,-1-2 2 0 0,3 5-15 0 0,-3-7 87 0 0,12 0 62 0 0,-11-1-125 0 0,1 0 0 0 0,-1 0 0 0 0,1 0 0 0 0,-1 0 0 0 0,1-1 0 0 0,-1 1 0 0 0,1-1 0 0 0,-1 0 0 0 0,1 0 0 0 0,-1 0 0 0 0,0 0 0 0 0,0-1 0 0 0,0 1 0 0 0,1-1-1 0 0,-1 0 1 0 0,-1 0 0 0 0,1 0 0 0 0,5-5 0 0 0,30-25 156 0 0,-37 31-118 0 0,-1 0 0 0 0,1-1 0 0 0,0 1 0 0 0,-1 0 0 0 0,1 0 0 0 0,0-1-1 0 0,-1 1 1 0 0,0 0 0 0 0,1 0 0 0 0,-1-1 0 0 0,0 1 0 0 0,0-1 0 0 0,1 1 0 0 0,-1 0 0 0 0,0-1-1 0 0,-1 1 1 0 0,1 0 0 0 0,0-1 0 0 0,0 1 0 0 0,0 0 0 0 0,-1-1 0 0 0,1 1 0 0 0,-2-2 0 0 0,1-1 58 0 0,-1 0 0 0 0,1 0 0 0 0,-1 1 0 0 0,0-1 0 0 0,-1 1-1 0 0,-2-5 1 0 0,3 6-63 0 0,0-1 0 0 0,0 2-1 0 0,0-1 1 0 0,0 0 0 0 0,-1 0-1 0 0,1 1 1 0 0,0-1 0 0 0,-1 1-1 0 0,1 0 1 0 0,-1-1 0 0 0,1 1-1 0 0,-1 0 1 0 0,0 1 0 0 0,1-1-1 0 0,-1 0 1 0 0,0 1 0 0 0,1-1-1 0 0,-1 1 1 0 0,0 0 0 0 0,0 0-1 0 0,-4 1 1 0 0,3 0 12 0 0,0 0 0 0 0,0 0 1 0 0,-1 0-1 0 0,1 1 0 0 0,0-1 0 0 0,0 1 1 0 0,0 0-1 0 0,1 1 0 0 0,-1-1 0 0 0,0 1 1 0 0,1-1-1 0 0,-6 7 0 0 0,4-5-54 0 0,1 1 1 0 0,1 0-1 0 0,-1 0 0 0 0,0 0 1 0 0,1 1-1 0 0,0-1 0 0 0,1 1 0 0 0,-1-1 1 0 0,1 1-1 0 0,0 0 0 0 0,0 0 1 0 0,1 0-1 0 0,0 0 0 0 0,0 1 1 0 0,0-1-1 0 0,1 9 0 0 0,1-10-1 0 0,-1-1 0 0 0,1 1-1 0 0,1-1 1 0 0,-1 1 0 0 0,1-1 0 0 0,-1 1 0 0 0,1-1-1 0 0,4 6 1 0 0,2 3 12 0 0,-4-11 4 0 0,0-1 9 0 0,5 6 31 0 0,4 0-58 0 0,-7-8-7 0 0,-4 0 9 0 0,10 1 27 0 0,0-1-1 0 0,0-1 1 0 0,0 0-1 0 0,-1-1 1 0 0,1 0 0 0 0,18-9-1 0 0,-28 11 3 0 0,0 1 0 0 0,0-2-1 0 0,0 1 1 0 0,0 0 0 0 0,0 0 0 0 0,0 0-1 0 0,-1-1 1 0 0,1 1 0 0 0,-1-1 0 0 0,1 0-1 0 0,-1 1 1 0 0,1-1 0 0 0,-1 0 0 0 0,0 0-1 0 0,0 0 1 0 0,0 0 0 0 0,0 0 0 0 0,0 0 0 0 0,0 0-1 0 0,-1 0 1 0 0,1 0 0 0 0,-1 0 0 0 0,1-1-1 0 0,-1 1 1 0 0,0 0 0 0 0,0 0 0 0 0,0 0-1 0 0,0-5 1 0 0,0 4 41 0 0,0 0 0 0 0,0 0 0 0 0,-1 0 0 0 0,1 0 1 0 0,-1 0-1 0 0,0 0 0 0 0,1 0 0 0 0,-1 0 0 0 0,-1 0 0 0 0,1 1 0 0 0,0-1 0 0 0,-1 0 0 0 0,-2-3 0 0 0,2 4-16 0 0,1 0-1 0 0,-1 1 0 0 0,1-1 1 0 0,-1 1-1 0 0,0-1 0 0 0,0 1 1 0 0,0 0-1 0 0,0 0 0 0 0,0 0 1 0 0,0 0-1 0 0,0 0 0 0 0,0 0 1 0 0,-1 1-1 0 0,1-1 0 0 0,0 1 1 0 0,0-1-1 0 0,0 1 0 0 0,-1 0 1 0 0,-2 0-1 0 0,2 0-28 0 0,-1 0 0 0 0,1 0 0 0 0,-1 0 0 0 0,1 1 0 0 0,-1-1 0 0 0,1 1 0 0 0,-1 0 1 0 0,1 0-1 0 0,0 1 0 0 0,-1-1 0 0 0,-2 2 0 0 0,3-1-20 0 0,0 1-1 0 0,0-1 1 0 0,0 1 0 0 0,0 0 0 0 0,1 0 0 0 0,0 0 0 0 0,-1 0-1 0 0,1 0 1 0 0,0 0 0 0 0,0 1 0 0 0,1-1 0 0 0,-3 7-1 0 0,2-6-41 0 0,1 12 1 0 0,2-13 34 0 0,-1-2 7 0 0,0 1-1 0 0,1 0 1 0 0,-1 0-1 0 0,1-1 1 0 0,0 1-1 0 0,-1 0 1 0 0,1-1-1 0 0,0 1 1 0 0,0 0-1 0 0,0-1 1 0 0,0 1-1 0 0,0-1 1 0 0,1 0-1 0 0,-1 1 1 0 0,0-1-1 0 0,1 0 1 0 0,-1 0-1 0 0,0 0 1 0 0,1 0-1 0 0,0 0 1 0 0,-1 0 0 0 0,1 0-1 0 0,0 0 1 0 0,-1-1-1 0 0,1 1 1 0 0,2 0-1 0 0,0 0 2 0 0,1 0 0 0 0,-1 0 1 0 0,1-1-1 0 0,0 0 0 0 0,-1 0 0 0 0,1 0 0 0 0,6-1 0 0 0,-10 1 7 0 0,1 0 1 0 0,1 0-1 0 0,-1-1 1 0 0,1 1-1 0 0,-1 0 1 0 0,0-1 0 0 0,1 1-1 0 0,-1-1 1 0 0,4-2-1 0 0,-5 2 3 0 0,0 0-1 0 0,0 0 1 0 0,0 0-1 0 0,0 0 0 0 0,0-1 1 0 0,0 1-1 0 0,0 0 0 0 0,0-1 1 0 0,0 1-1 0 0,0-3 1 0 0,0 2 1 0 0,-1 1 9 0 0,0 0 1 0 0,1 0 0 0 0,-1-1-1 0 0,0 1 1 0 0,0 0 0 0 0,0 0-1 0 0,-1-1 1 0 0,1 1 0 0 0,0 0-1 0 0,0 0 1 0 0,-1-1 0 0 0,0-1-1 0 0,0-2 25 0 0,-1-3 2 0 0,-1 0 0 0 0,1 1 1 0 0,-2-1-1 0 0,1 1 0 0 0,-9-14 0 0 0,10 17-37 0 0,0 0-1 0 0,-1 0 1 0 0,0 1-1 0 0,0-1 1 0 0,0 1 0 0 0,0 0-1 0 0,-1-1 1 0 0,1 2 0 0 0,-1-1-1 0 0,0 0 1 0 0,0 1-1 0 0,-4-3 1 0 0,6 5-7 0 0,0-1 0 0 0,1 1 0 0 0,-1 0-1 0 0,0 0 1 0 0,0 0 0 0 0,1 0 0 0 0,-1 0 0 0 0,0 0-1 0 0,0 1 1 0 0,1-1 0 0 0,-1 0 0 0 0,0 1 0 0 0,1 0 0 0 0,-1-1-1 0 0,1 1 1 0 0,-3 1 0 0 0,0 2-59 0 0,0-1 1 0 0,0 1-1 0 0,0 1 0 0 0,0-1 1 0 0,1 1-1 0 0,-1-1 0 0 0,1 1 0 0 0,1 0 1 0 0,-4 7-1 0 0,-2 7-1572 0 0,-6 24 0 0 0,14-43 1617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56.228"/>
    </inkml:context>
    <inkml:brush xml:id="br0">
      <inkml:brushProperty name="width" value="0.1" units="cm"/>
      <inkml:brushProperty name="height" value="0.1" units="cm"/>
      <inkml:brushProperty name="color" value="#FF0000"/>
    </inkml:brush>
  </inkml:definitions>
  <inkml:trace contextRef="#ctx0" brushRef="#br0">125 56 919 0 0,'-1'-2'13383'0'0,"-4"-1"-12264"0"0,3 0-673 0 0,-1 1-1 0 0,-1-1 0 0 0,1 1 0 0 0,0 0 0 0 0,0 0 1 0 0,-1 0-1 0 0,-5-2 0 0 0,7 4-171 0 0,-17 1 156 0 0,19-1-424 0 0,-1 0 0 0 0,0 0 0 0 0,0 0 0 0 0,0 0 0 0 0,1 1 0 0 0,-1-1 0 0 0,0 0 0 0 0,0 0-1 0 0,1 1 1 0 0,-1-1 0 0 0,0 1 0 0 0,1-1 0 0 0,-1 1 0 0 0,0-1 0 0 0,0 1 0 0 0,-10 15 67 0 0,2 0-57 0 0,4-9-16 0 0,4-6 0 0 0,-1 1 0 0 0,1-1 0 0 0,0 1 0 0 0,0-1 0 0 0,1 1 0 0 0,-1-1 0 0 0,0 1 0 0 0,0 0 0 0 0,1-1 0 0 0,-1 1 0 0 0,1 0 0 0 0,0 0 0 0 0,-1-1 0 0 0,1 1 0 0 0,0 0 0 0 0,0 0 0 0 0,1 3 0 0 0,0 10-11 0 0,2-11-14 0 0,-1-2 8 0 0,0 0 12 0 0,-1 0 0 0 0,1 0 0 0 0,0 0 1 0 0,0 0-1 0 0,0 0 0 0 0,0 0 0 0 0,1-1 0 0 0,-1 1 0 0 0,0-1 1 0 0,1 1-1 0 0,-1-1 0 0 0,1 0 0 0 0,-1 0 0 0 0,1 0 1 0 0,0 0-1 0 0,-1 0 0 0 0,1-1 0 0 0,0 1 0 0 0,0-1 0 0 0,-1 0 1 0 0,1 0-1 0 0,5 0 0 0 0,-3 0 19 0 0,0-1-1 0 0,0 1 1 0 0,-1-1 0 0 0,1 0 0 0 0,0 0 0 0 0,-1 0-1 0 0,1-1 1 0 0,-1 0 0 0 0,1 0 0 0 0,-1 0-1 0 0,0 0 1 0 0,7-5 0 0 0,-9 5 77 0 0,0 0 0 0 0,0 0 0 0 0,-1-1 0 0 0,1 1-1 0 0,-1-1 1 0 0,1 1 0 0 0,-1-1 0 0 0,0 1 0 0 0,0-1 0 0 0,0 0 0 0 0,0 0 0 0 0,0 1 0 0 0,-1-1 0 0 0,1 0 0 0 0,-1 0 0 0 0,0 0-1 0 0,0 0 1 0 0,0 1 0 0 0,0-1 0 0 0,-1-6 0 0 0,0 3 110 0 0,-1 1 1 0 0,1-1-1 0 0,-1 0 0 0 0,0 0 1 0 0,0 1-1 0 0,0-1 0 0 0,-1 1 1 0 0,-6-10-1 0 0,7 14-151 0 0,1 0-1 0 0,0 0 1 0 0,0 0-1 0 0,-1-1 1 0 0,1 2-1 0 0,-1-1 1 0 0,1 0-1 0 0,-1 0 1 0 0,1 0-1 0 0,-1 1 1 0 0,1-1-1 0 0,-1 1 1 0 0,0-1-1 0 0,1 1 1 0 0,-1-1-1 0 0,0 1 1 0 0,1 0-1 0 0,-1 0 1 0 0,-3 0-1 0 0,2 0-5 0 0,-1 1 0 0 0,1-1 0 0 0,-1 1-1 0 0,1 0 1 0 0,-1 0 0 0 0,1 0 0 0 0,-1 0-1 0 0,-2 2 1 0 0,-1 0-19 0 0,1 0-1 0 0,1 1 1 0 0,-1 0 0 0 0,0 0 0 0 0,1 0-1 0 0,0 1 1 0 0,0 0 0 0 0,-8 8-1 0 0,11-8-36 0 0,-1 0 0 0 0,1-1-1 0 0,-1 1 1 0 0,1 0 0 0 0,1 0-1 0 0,-1 1 1 0 0,1-1 0 0 0,0 0-1 0 0,0 0 1 0 0,0 1 0 0 0,1-1-1 0 0,0 1 1 0 0,0-1 0 0 0,1 7-1 0 0,-2-11 7 0 0,1 1 0 0 0,0-1-1 0 0,0 1 1 0 0,0 0-1 0 0,0-1 1 0 0,1 1 0 0 0,-1-1-1 0 0,0 1 1 0 0,1-1-1 0 0,-1 1 1 0 0,1-1 0 0 0,0 1-1 0 0,-1-1 1 0 0,1 1-1 0 0,0-1 1 0 0,0 0 0 0 0,1 2-1 0 0,1 1-6 0 0,4 4-38 0 0,-4-6 49 0 0,11 8 2 0 0,-9-9-4 0 0,-1-1-3 0 0,12 5-53 0 0,-13-4 49 0 0,-1 0 0 0 0,1 0 0 0 0,0 0 1 0 0,-1 0-1 0 0,1 0 0 0 0,0-1 0 0 0,0 1 0 0 0,0-1 0 0 0,-1 0 0 0 0,1 0 1 0 0,0 0-1 0 0,0 0 0 0 0,0-1 0 0 0,0 1 0 0 0,-1-1 0 0 0,1 1 0 0 0,4-3 0 0 0,15-6-65 0 0,-18 8 91 0 0,-1 0 0 0 0,1-1 1 0 0,0 1-1 0 0,-1-1 1 0 0,0 0-1 0 0,1 0 0 0 0,-1 0 1 0 0,0 0-1 0 0,0-1 1 0 0,0 1-1 0 0,3-5 0 0 0,-5 6 8 0 0,-1 0 0 0 0,1 0 0 0 0,-1 0 0 0 0,1 0-1 0 0,-1 0 1 0 0,0-1 0 0 0,1 1 0 0 0,-1 0-1 0 0,0 0 1 0 0,0 0 0 0 0,0 0 0 0 0,0-1 0 0 0,0 1-1 0 0,0 0 1 0 0,0 0 0 0 0,0 0 0 0 0,-1-1-1 0 0,1 1 1 0 0,0 0 0 0 0,-1-1 0 0 0,-11-23 745 0 0,8 19-520 0 0,3 3-160 0 0,-1 0-1 0 0,-1 0 1 0 0,1 0 0 0 0,0 0 0 0 0,-1 0-1 0 0,0 0 1 0 0,1 1 0 0 0,-1-1-1 0 0,0 1 1 0 0,0 0 0 0 0,-1 0-1 0 0,1 0 1 0 0,0 0 0 0 0,-1 0-1 0 0,1 1 1 0 0,-7-3 0 0 0,-4 1-9 0 0,12 3-78 0 0,1-1 0 0 0,0 1 1 0 0,0 0-1 0 0,-1-1 0 0 0,1 1 0 0 0,0 0 0 0 0,-1 0 1 0 0,1 0-1 0 0,0 0 0 0 0,-1 0 0 0 0,1 0 0 0 0,0 0 1 0 0,-1 0-1 0 0,1 0 0 0 0,0 1 0 0 0,-1-1 1 0 0,1 0-1 0 0,0 1 0 0 0,0-1 0 0 0,-1 1 0 0 0,1 0 1 0 0,0-1-1 0 0,0 1 0 0 0,0 0 0 0 0,0 0 0 0 0,-2 1 1 0 0,-6 7-107 0 0,-10 10-489 0 0,12-15-1174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7:58.493"/>
    </inkml:context>
    <inkml:brush xml:id="br0">
      <inkml:brushProperty name="width" value="0.1" units="cm"/>
      <inkml:brushProperty name="height" value="0.1" units="cm"/>
      <inkml:brushProperty name="color" value="#004F8B"/>
    </inkml:brush>
  </inkml:definitions>
  <inkml:trace contextRef="#ctx0" brushRef="#br0">95 64 9327 0 0,'0'0'706'0'0,"-1"-15"-444"0"0,1 14-148 0 0,0 0-1 0 0,0 0 1 0 0,0 0 0 0 0,0 0-1 0 0,0 0 1 0 0,0 0-1 0 0,-1 1 1 0 0,1-1 0 0 0,0 0-1 0 0,-1 0 1 0 0,1 0-1 0 0,0 0 1 0 0,-1 0-1 0 0,1 0 1 0 0,-1 1 0 0 0,0-1-1 0 0,1 0 1 0 0,-1 0-1 0 0,0 1 1 0 0,1-1-1 0 0,-2 0 1 0 0,1 0 42 0 0,0 1 1 0 0,-1 0-1 0 0,1 0 1 0 0,0 0-1 0 0,0 0 0 0 0,-1 0 1 0 0,1 0-1 0 0,0 0 0 0 0,0 0 1 0 0,-1 1-1 0 0,1-1 1 0 0,0 0-1 0 0,0 1 0 0 0,0-1 1 0 0,0 1-1 0 0,-3 0 1 0 0,0 2-62 0 0,0-1 0 0 0,0 1 1 0 0,-1 0-1 0 0,2 0 0 0 0,-8 7 1 0 0,-6 5-104 0 0,16-13-7 0 0,-1 1 1 0 0,1-1 0 0 0,-1 1 0 0 0,1 0 0 0 0,0-1-1 0 0,0 1 1 0 0,0 0 0 0 0,-1 5 0 0 0,2-8 12 0 0,-1 14 2 0 0,2-11 0 0 0,0-1 0 0 0,4 5 0 0 0,-1-5 0 0 0,-1 0 0 0 0,1 0 0 0 0,0-1 0 0 0,0 1 0 0 0,3 0 0 0 0,3-1 0 0 0,-5-1 28 0 0,0 0-1 0 0,1 0 1 0 0,-1-1-1 0 0,1 0 1 0 0,-1 0-1 0 0,0 0 0 0 0,0-1 1 0 0,1 1-1 0 0,-1-1 1 0 0,0 0-1 0 0,8-6 1 0 0,0 1 217 0 0,-11 6-220 0 0,-1 0 1 0 0,1 0-1 0 0,-1 0 1 0 0,1 0-1 0 0,-1 0 1 0 0,0 0-1 0 0,0 0 0 0 0,1 0 1 0 0,-1-1-1 0 0,0 1 1 0 0,1-3-1 0 0,-1 3 93 0 0,0-1-53 0 0,-1 1 0 0 0,1-1-1 0 0,-1 1 1 0 0,1 0 0 0 0,-1-1 0 0 0,0 1 0 0 0,0-1 0 0 0,0 1 0 0 0,1-1 0 0 0,-1-1 0 0 0,-1 1-17 0 0,1 0-1 0 0,0 0 0 0 0,0 0 0 0 0,-1 0 1 0 0,1 0-1 0 0,-1 0 0 0 0,1 1 1 0 0,-1-1-1 0 0,0 0 0 0 0,0 0 1 0 0,0 0-1 0 0,0 1 0 0 0,0-1 1 0 0,0 1-1 0 0,0-1 0 0 0,-1 1 0 0 0,1-1 1 0 0,-1 1-1 0 0,-2-3 0 0 0,2 3 31 0 0,-1-1 0 0 0,0 1 0 0 0,1-1 0 0 0,-1 1 0 0 0,0 0 0 0 0,1 0 0 0 0,-1 0-1 0 0,0 0 1 0 0,0 1 0 0 0,0-1 0 0 0,0 1 0 0 0,-3-1 0 0 0,5 2-70 0 0,0-1-1 0 0,0 0 1 0 0,0 0 0 0 0,0 1 0 0 0,0-1-1 0 0,0 1 1 0 0,0-1 0 0 0,0 1 0 0 0,0-1-1 0 0,0 1 1 0 0,0-1 0 0 0,0 1 0 0 0,1 0-1 0 0,-1 0 1 0 0,-1 0 0 0 0,1 1-3 0 0,-1-1-6 0 0,0 0-1 0 0,1 0 1 0 0,0 1-1 0 0,-1-1 1 0 0,1 0-1 0 0,0 1 1 0 0,-1-1-1 0 0,1 1 1 0 0,0-1-1 0 0,0 1 1 0 0,0 0-1 0 0,0-1 1 0 0,1 1-1 0 0,-1 0 1 0 0,0 0-1 0 0,1 0 1 0 0,-1-1-1 0 0,1 1 1 0 0,0 0-1 0 0,0 0 1 0 0,-1 0 0 0 0,1 0-1 0 0,1 3 1 0 0,-1 1-260 0 0,1-3 253 0 0,0 1 0 0 0,0-1 0 0 0,0 1-1 0 0,0-1 1 0 0,1 1 0 0 0,3 5 0 0 0,-2-4 41 0 0,-3-4-30 0 0,0-1 1 0 0,1 0-1 0 0,-1 1 0 0 0,0-1 0 0 0,0 1 1 0 0,1-1-1 0 0,-1 0 0 0 0,0 1 1 0 0,1-1-1 0 0,-1 0 0 0 0,1 1 0 0 0,-1-1 1 0 0,0 0-1 0 0,1 0 0 0 0,-1 1 0 0 0,1-1 1 0 0,-1 0-1 0 0,1 0 0 0 0,0 0 0 0 0,1 1 7 0 0,7 2 43 0 0,3-4-14 0 0,-8 0-11 0 0,-1 1 1 0 0,1-1-1 0 0,0 0 1 0 0,-1 0-1 0 0,1 0 1 0 0,-1-1-1 0 0,1 1 1 0 0,-1-1-1 0 0,0 0 1 0 0,1 0-1 0 0,-1 0 0 0 0,0 0 1 0 0,0 0-1 0 0,-1-1 1 0 0,1 1-1 0 0,0-1 1 0 0,-1 0-1 0 0,1 0 1 0 0,3-6-1 0 0,-6 7 30 0 0,0 0 0 0 0,0 0-1 0 0,0 0 1 0 0,0 0 0 0 0,0 0 0 0 0,0 0-1 0 0,0 0 1 0 0,-1 0 0 0 0,1 1 0 0 0,-1-1-1 0 0,1 0 1 0 0,-1 0 0 0 0,0 0 0 0 0,0 0-1 0 0,1 1 1 0 0,-1-1 0 0 0,-2-2-1 0 0,2 2 82 0 0,-2-3 58 0 0,1 1 1 0 0,-1-1-1 0 0,0 1 1 0 0,0 0-1 0 0,-1 0 1 0 0,1 0 0 0 0,-1 0-1 0 0,-6-4 1 0 0,9 7-165 0 0,-1 0 1 0 0,1 0-1 0 0,-1 0 0 0 0,1 1 1 0 0,-1-1-1 0 0,0 0 1 0 0,1 1-1 0 0,-1-1 0 0 0,0 1 1 0 0,1 0-1 0 0,-1-1 0 0 0,0 1 1 0 0,0 0-1 0 0,1 0 1 0 0,-1 0-1 0 0,0 0 0 0 0,0 1 1 0 0,1-1-1 0 0,-1 0 1 0 0,0 1-1 0 0,1-1 0 0 0,-1 1 1 0 0,0 0-1 0 0,1-1 1 0 0,-1 1-1 0 0,1 0 0 0 0,-1 0 1 0 0,-1 1-1 0 0,-1 1-27 0 0,0 1-1 0 0,0-1 0 0 0,0 1 1 0 0,0 0-1 0 0,1 0 1 0 0,0 0-1 0 0,-1 0 1 0 0,1 0-1 0 0,-2 6 1 0 0,2-5-672 0 0,1 1 1 0 0,0-1 0 0 0,0 0-1 0 0,-2 12 1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00.608"/>
    </inkml:context>
    <inkml:brush xml:id="br0">
      <inkml:brushProperty name="width" value="0.1" units="cm"/>
      <inkml:brushProperty name="height" value="0.1" units="cm"/>
      <inkml:brushProperty name="color" value="#004F8B"/>
    </inkml:brush>
  </inkml:definitions>
  <inkml:trace contextRef="#ctx0" brushRef="#br0">74 84 7831 0 0,'0'0'706'0'0,"0"-1"-434"0"0,1-1 20 0 0,0 0 0 0 0,-1 0 0 0 0,1 0 0 0 0,-1 0 0 0 0,1 0 0 0 0,-1 0 0 0 0,0-1 0 0 0,0 1 0 0 0,0 0 0 0 0,0 0 0 0 0,0 0 0 0 0,-1 0 0 0 0,1 0 0 0 0,-1 0 1 0 0,1 0-1 0 0,-1 0 0 0 0,0 0 0 0 0,1 0 0 0 0,-1 0 0 0 0,0 0 0 0 0,0 0 0 0 0,-4-3 529 0 0,3 4-604 0 0,-1-1 0 0 0,0 1-1 0 0,1 1 1 0 0,-1-1 0 0 0,0 0 0 0 0,-5 0-1 0 0,7 1-125 0 0,0 0 325 0 0,-1 0-218 0 0,-5 1-13 0 0,5-1-8 0 0,-5 6 146 0 0,4-5-302 0 0,-4 5 41 0 0,6-4-59 0 0,0-1-3 0 0,1-1 0 0 0,0 0 0 0 0,-1 1 1 0 0,1-1-1 0 0,0 0 0 0 0,0 1 0 0 0,-1-1 0 0 0,1 0 1 0 0,0 1-1 0 0,0-1 0 0 0,-1 1 0 0 0,1-1 1 0 0,0 1-1 0 0,0-1 0 0 0,0 1 0 0 0,0-1 0 0 0,0 0 1 0 0,0 1-1 0 0,0-1 0 0 0,0 1 0 0 0,0-1 1 0 0,0 1-1 0 0,0-1 0 0 0,0 1 0 0 0,0-1 0 0 0,0 1 1 0 0,0 0-1 0 0,2 6-9 0 0,-1-6-45 0 0,48 0 44 0 0,-47-1 14 0 0,0 0 1 0 0,-1 0 0 0 0,1 0-1 0 0,0-1 1 0 0,-1 1 0 0 0,1-1-1 0 0,0 1 1 0 0,-1-1 0 0 0,1 0-1 0 0,-1 1 1 0 0,1-1 0 0 0,-1 0 0 0 0,1 0-1 0 0,-1 0 1 0 0,2-2 0 0 0,3-1 5 0 0,-6 3 7 0 0,0 0-1 0 0,1 0 1 0 0,-1 0 0 0 0,0-1-1 0 0,1 1 1 0 0,-1 0 0 0 0,0 0 0 0 0,0-1-1 0 0,0 1 1 0 0,0 0 0 0 0,0 0-1 0 0,-1-1 1 0 0,1 1 0 0 0,-1-1 0 0 0,1 0 43 0 0,-1-1 1 0 0,0 2-1 0 0,0-1 1 0 0,0 0-1 0 0,0 0 1 0 0,-1 0 0 0 0,1 0-1 0 0,0 1 1 0 0,-1-1-1 0 0,1 0 1 0 0,-1 1 0 0 0,0 0-1 0 0,-2-2 1 0 0,3 2-37 0 0,-1 1 0 0 0,0-1 0 0 0,1 1 0 0 0,-1-1 0 0 0,0 1 0 0 0,0 0 0 0 0,1 0 0 0 0,-1-1 0 0 0,0 1 0 0 0,0 1 0 0 0,1-1 0 0 0,-1 0 0 0 0,0 0 0 0 0,0 1 0 0 0,1-1 0 0 0,-1 1 0 0 0,0-1 0 0 0,1 1 0 0 0,-1 0 0 0 0,1 0 0 0 0,-1-1 0 0 0,1 1 0 0 0,-1 0 0 0 0,1 0 0 0 0,-2 2 0 0 0,0-1-23 0 0,1 0 1 0 0,-1 1-1 0 0,0-1 1 0 0,1 1-1 0 0,0-1 1 0 0,-4 7-1 0 0,5-9-3 0 0,1 1 1 0 0,-1-1-1 0 0,1 1 0 0 0,-1 0 0 0 0,1-1 0 0 0,-1 1 0 0 0,1-1 1 0 0,0 1-1 0 0,-1 0 0 0 0,1 0 0 0 0,0-1 0 0 0,0 1 1 0 0,-1 0-1 0 0,1 0 0 0 0,0-1 0 0 0,0 1 0 0 0,0 0 0 0 0,0 0 1 0 0,0 0-1 0 0,0-1 0 0 0,0 1 0 0 0,0 0 0 0 0,1 1 1 0 0,-1 1-22 0 0,-1 34-103 0 0,1-35 117 0 0,0-1 0 0 0,0 1 0 0 0,0 0 0 0 0,0 0 0 0 0,0-1 0 0 0,0 1 0 0 0,0 0 0 0 0,1 0 0 0 0,-1-1 0 0 0,1 1 0 0 0,0 0 0 0 0,-1-1 0 0 0,1 1 0 0 0,0-1 0 0 0,0 1 0 0 0,0-1 0 0 0,0 1 0 0 0,0-1 0 0 0,0 1 0 0 0,0-1 0 0 0,1 0 0 0 0,-1 0 0 0 0,0 0 0 0 0,1 0 0 0 0,2 2 0 0 0,-2-1-7 0 0,0-1 11 0 0,0 1 1 0 0,0-1 0 0 0,1 0 0 0 0,-1 0-1 0 0,0 1 1 0 0,1-1 0 0 0,-1-1-1 0 0,0 1 1 0 0,1 0 0 0 0,-1-1 0 0 0,1 1-1 0 0,-1-1 1 0 0,1 0 0 0 0,-1 1 0 0 0,1-1-1 0 0,0-1 1 0 0,-1 1 0 0 0,5-1 0 0 0,-2 0 21 0 0,0 0 7 0 0,0 0 1 0 0,0-1-1 0 0,-1 1 1 0 0,1-1-1 0 0,0 0 1 0 0,-1 0-1 0 0,0-1 1 0 0,0 1-1 0 0,0-1 1 0 0,0 0-1 0 0,0 0 1 0 0,0-1-1 0 0,3-3 1 0 0,-5 5 30 0 0,0 0 1 0 0,-1 0 0 0 0,1 0 0 0 0,0 0 0 0 0,-1 0 0 0 0,0 0-1 0 0,0 0 1 0 0,0-1 0 0 0,0 1 0 0 0,0-1 0 0 0,0 1 0 0 0,0 0 0 0 0,-1-1-1 0 0,1 1 1 0 0,-1-1 0 0 0,0 1 0 0 0,0-1 0 0 0,0 1 0 0 0,0-1-1 0 0,0 0 1 0 0,0 1 0 0 0,-1-1 0 0 0,1 1 0 0 0,-1 0 0 0 0,0-1-1 0 0,0 1 1 0 0,-1-4 0 0 0,-9-6 688 0 0,10 10-360 0 0,-1 1-31 0 0,0 0-318 0 0,0-1-1 0 0,0 1 0 0 0,0-1 0 0 0,0 1 1 0 0,0 0-1 0 0,0 0 0 0 0,-1 0 0 0 0,1 0 0 0 0,0 0 1 0 0,-1 1-1 0 0,1-1 0 0 0,0 0 0 0 0,-1 1 1 0 0,1 0-1 0 0,-1 0 0 0 0,1 0 0 0 0,-1 0 0 0 0,1 0 1 0 0,0 0-1 0 0,-4 1 0 0 0,4 0-115 0 0,0 0 1 0 0,0-1-1 0 0,1 1 0 0 0,-1 0 1 0 0,0 0-1 0 0,1 0 0 0 0,-1 0 1 0 0,1 0-1 0 0,-1 0 0 0 0,1 1 1 0 0,-1-1-1 0 0,1 1 0 0 0,0-1 1 0 0,0 0-1 0 0,0 1 0 0 0,0 0 1 0 0,0-1-1 0 0,0 1 0 0 0,0 0 1 0 0,1-1-1 0 0,-1 1 0 0 0,0 0 1 0 0,0 2-1 0 0,-2 8-591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08.398"/>
    </inkml:context>
    <inkml:brush xml:id="br0">
      <inkml:brushProperty name="width" value="0.1" units="cm"/>
      <inkml:brushProperty name="height" value="0.1" units="cm"/>
      <inkml:brushProperty name="color" value="#FF0000"/>
    </inkml:brush>
  </inkml:definitions>
  <inkml:trace contextRef="#ctx0" brushRef="#br0">42 6 2415 0 0,'0'0'170'0'0,"18"2"4124"0"0,19-2 6501 0 0,-47-4-10519 0 0,8 3-224 0 0,0 1 0 0 0,0-1 1 0 0,0 1-1 0 0,0-1 0 0 0,0 1 0 0 0,0 0 1 0 0,0-1-1 0 0,0 1 0 0 0,-1 0 0 0 0,1 0 0 0 0,0 1 1 0 0,0-1-1 0 0,0 0 0 0 0,0 1 0 0 0,0-1 1 0 0,0 1-1 0 0,0 0 0 0 0,0 0 0 0 0,0 0 1 0 0,0 0-1 0 0,1 0 0 0 0,-4 2 0 0 0,-1 0 145 0 0,4-2-165 0 0,1-1 0 0 0,-1 1 0 0 0,1 0-1 0 0,-1 0 1 0 0,1 0 0 0 0,0 0-1 0 0,-1 0 1 0 0,1 0 0 0 0,0 0 0 0 0,0 0-1 0 0,0 0 1 0 0,0 0 0 0 0,0 1-1 0 0,0-1 1 0 0,0 0 0 0 0,1 1 0 0 0,-2 1-1 0 0,-1 4-28 0 0,3-6-29 0 0,-1 0 1 0 0,1 1-1 0 0,0-1 0 0 0,0 0 1 0 0,0 0-1 0 0,0 1 0 0 0,0-1 1 0 0,0 0-1 0 0,0 0 1 0 0,0 1-1 0 0,0-1 0 0 0,1 2 1 0 0,0 0 3 0 0,-1-1 16 0 0,0-1-1 0 0,0 1 1 0 0,1 0-1 0 0,-1-1 1 0 0,0 1 0 0 0,1 0-1 0 0,-1-1 1 0 0,1 1-1 0 0,-1-1 1 0 0,1 1-1 0 0,0-1 1 0 0,0 1-1 0 0,1 1 1 0 0,1 1 0 0 0,3 2 17 0 0,-4-5 15 0 0,-1 0 1 0 0,1 0 0 0 0,1-1-1 0 0,-1 1 1 0 0,0-1-1 0 0,0 0 1 0 0,0 1 0 0 0,0-1-1 0 0,0 0 1 0 0,4 0-1 0 0,2 0 5 0 0,-2 1-10 0 0,-1-1 1 0 0,1 1 0 0 0,-1-1 0 0 0,1 0 0 0 0,-1-1 0 0 0,1 1-1 0 0,4-2 1 0 0,-8 1 9 0 0,0 1-1 0 0,0-1 0 0 0,-1 1 1 0 0,1-1-1 0 0,0 0 0 0 0,-1 0 1 0 0,1 0-1 0 0,0 0 0 0 0,-1 0 1 0 0,0 0-1 0 0,1 0 0 0 0,-1 0 1 0 0,0-1-1 0 0,1 1 0 0 0,-1 0 1 0 0,0-1-1 0 0,0 1 0 0 0,0-1 1 0 0,0 0-1 0 0,0 1 0 0 0,-1-1 0 0 0,1 0 1 0 0,1-3-1 0 0,-2 4 120 0 0,0 1-130 0 0,0 0 0 0 0,1-1 0 0 0,-1 1 1 0 0,0 0-1 0 0,0-1 0 0 0,1 1 0 0 0,-1 0 1 0 0,0-1-1 0 0,0 1 0 0 0,0 0 0 0 0,0-1 1 0 0,0 1-1 0 0,0-1 0 0 0,1 1 1 0 0,-1 0-1 0 0,0-1 0 0 0,0 1 0 0 0,0-1 1 0 0,0 1-1 0 0,0 0 0 0 0,-1-1 0 0 0,1 1 1 0 0,0-1-1 0 0,0 1 0 0 0,0 0 1 0 0,0-1-1 0 0,0 1 0 0 0,0 0 0 0 0,-1-1 1 0 0,1 1-1 0 0,0 0 0 0 0,-1-1 0 0 0,-7-12 541 0 0,3 8-473 0 0,1 1-16 0 0,0 0 0 0 0,0 1 1 0 0,-1-1-1 0 0,1 1 0 0 0,-10-5 0 0 0,12 7-59 0 0,0 0 0 0 0,1 0-1 0 0,-1 0 1 0 0,0 1 0 0 0,0-1 0 0 0,0 0 0 0 0,0 1-1 0 0,0 0 1 0 0,0-1 0 0 0,-1 1 0 0 0,1 0-1 0 0,0 0 1 0 0,0 0 0 0 0,0 0 0 0 0,0 0-1 0 0,-3 1 1 0 0,1 1-14 0 0,1-1-1 0 0,0 0 1 0 0,0 1-1 0 0,0-1 1 0 0,0 1-1 0 0,0 0 1 0 0,1 0-1 0 0,-1 0 1 0 0,1 0-1 0 0,-1 1 1 0 0,1-1-1 0 0,0 1 1 0 0,-3 2-1 0 0,2-1-37 0 0,2-3 32 0 0,0 1 1 0 0,0-1-1 0 0,0 0 0 0 0,0 1 1 0 0,1-1-1 0 0,-1 1 1 0 0,0-1-1 0 0,1 1 0 0 0,-1 0 1 0 0,1-1-1 0 0,0 1 0 0 0,-1 0 1 0 0,1 1-1 0 0,-1 1-19 0 0,0-2 19 0 0,1 0 0 0 0,0 0 1 0 0,0 0-1 0 0,0 0 0 0 0,0 0 1 0 0,0-1-1 0 0,0 1 0 0 0,0 0 1 0 0,1 0-1 0 0,-1 0 0 0 0,1 2 0 0 0,-1-1 17 0 0,0 2 12 0 0,9 10-22 0 0,-7-12-25 0 0,1 1-1 0 0,-1-1 0 0 0,1-1 0 0 0,0 1 0 0 0,0 0 0 0 0,4 2 0 0 0,4-1 26 0 0,-5-3 5 0 0,0 0 0 0 0,0-1 0 0 0,1 0 0 0 0,-1 0 0 0 0,0 0-1 0 0,1-1 1 0 0,-1 0 0 0 0,0-1 0 0 0,0 1 0 0 0,0-1 0 0 0,0 0 0 0 0,0 0 0 0 0,0-1 0 0 0,-1 0-1 0 0,1 0 1 0 0,-1 0 0 0 0,9-7 0 0 0,-12 8-16 0 0,8-9-37 0 0,-10 10 74 0 0,1 0 0 0 0,0-1 0 0 0,-1 1-1 0 0,1 0 1 0 0,0 0 0 0 0,-1 0-1 0 0,0-1 1 0 0,1 1 0 0 0,-1 0-1 0 0,0-1 1 0 0,0 1 0 0 0,1 0 0 0 0,-1 0-1 0 0,0-1 1 0 0,0 1 0 0 0,-1 0-1 0 0,1-1 1 0 0,0 1 0 0 0,0 0-1 0 0,-1-1 1 0 0,0-1 0 0 0,0 0 49 0 0,0 1 0 0 0,0-1 1 0 0,-1 1-1 0 0,1-1 0 0 0,-1 1 0 0 0,0 0 1 0 0,0 0-1 0 0,-3-3 0 0 0,-32-21 642 0 0,34 23-674 0 0,2 3-40 0 0,1 0 0 0 0,0-1 0 0 0,-1 1 0 0 0,1 0 0 0 0,0-1 0 0 0,-1 1 0 0 0,1 0 0 0 0,-1 0 0 0 0,1-1 0 0 0,0 1 0 0 0,-1 0 0 0 0,1 0 0 0 0,-1 0-1 0 0,1-1 1 0 0,-1 1 0 0 0,1 0 0 0 0,-1 0 0 0 0,1 0 0 0 0,-1 0 0 0 0,1 0 0 0 0,-1 0 0 0 0,1 0 0 0 0,-1 0 0 0 0,1 0 0 0 0,-1 0 0 0 0,1 0 0 0 0,-1 1 0 0 0,1-1 0 0 0,-1 0 0 0 0,0 0 0 0 0,0 1 1 0 0,0-1-48 0 0,0 0 0 0 0,0 0 0 0 0,0 0 1 0 0,0 1-1 0 0,0-1 0 0 0,0 0 0 0 0,0 0 0 0 0,0 1 0 0 0,0-1 0 0 0,1 1 0 0 0,-1-1 0 0 0,0 1 0 0 0,0-1 0 0 0,0 1 1 0 0,1-1-1 0 0,-1 1 0 0 0,0 0 0 0 0,0 0 0 0 0,0 0 0 0 0,-1 2-306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11.179"/>
    </inkml:context>
    <inkml:brush xml:id="br0">
      <inkml:brushProperty name="width" value="0.1" units="cm"/>
      <inkml:brushProperty name="height" value="0.1" units="cm"/>
      <inkml:brushProperty name="color" value="#004F8B"/>
    </inkml:brush>
  </inkml:definitions>
  <inkml:trace contextRef="#ctx0" brushRef="#br0">53 88 5927 0 0,'0'0'8056'0'0,"-7"-6"-6108"0"0,-6-2-1432 0 0,6 5-501 0 0,0 4 60 0 0,5-1 14 0 0,2 1-30 0 0,-4 5-55 0 0,-3 9 2 0 0,1-1-18 0 0,6-14 9 0 0,0 1 0 0 0,1-1 1 0 0,-1 1-1 0 0,0-1 0 0 0,0 1 0 0 0,0-1 0 0 0,0 1 0 0 0,1-1 0 0 0,-1 1 0 0 0,0-1 0 0 0,0 1 0 0 0,1-1 0 0 0,-1 1 0 0 0,0-1 1 0 0,1 0-1 0 0,-1 1 0 0 0,1-1 0 0 0,-1 0 0 0 0,1 1 0 0 0,0 0 1 0 0,6 5 2 0 0,2-3 0 0 0,-3-3 36 0 0,0 0-1 0 0,0 0 1 0 0,0 0-1 0 0,0-1 1 0 0,0 0-1 0 0,0 0 1 0 0,0 0-1 0 0,0-1 1 0 0,0 1-1 0 0,0-2 1 0 0,-1 1 0 0 0,1-1-1 0 0,4-2 1 0 0,-9 4 26 0 0,1 0 0 0 0,-1 0 0 0 0,0 0 1 0 0,0-1-1 0 0,0 1 0 0 0,0 0 0 0 0,0 0 1 0 0,0-1-1 0 0,0 1 0 0 0,0 0 0 0 0,-1-1 1 0 0,1 1-1 0 0,0-1 0 0 0,-1 1 0 0 0,1-1 1 0 0,-1 1-1 0 0,1-1 0 0 0,-1 1 0 0 0,0-1 1 0 0,0 1-1 0 0,0-1 0 0 0,0 1 0 0 0,0-1 1 0 0,0 0-1 0 0,0 1 0 0 0,0-1 0 0 0,-1 1 1 0 0,1-1-1 0 0,-1 1 0 0 0,1-1 1 0 0,-1 1-1 0 0,0-1 0 0 0,1 1 0 0 0,-1-1 1 0 0,0 1-1 0 0,0 0 0 0 0,0 0 0 0 0,0-1 1 0 0,-1 0-1 0 0,0-1 59 0 0,-1 1 1 0 0,1-1 0 0 0,-1 1-1 0 0,1-1 1 0 0,-1 1-1 0 0,0 0 1 0 0,0 0 0 0 0,0 0-1 0 0,0 0 1 0 0,0 1-1 0 0,0-1 1 0 0,-1 1-1 0 0,1 0 1 0 0,0 0 0 0 0,-1 0-1 0 0,-4 0 1 0 0,5 1-12 0 0,0 0 0 0 0,1 1 0 0 0,-1-1 0 0 0,0 1 1 0 0,0 0-1 0 0,1 0 0 0 0,-5 2 0 0 0,6-2-111 0 0,0-1 0 0 0,-1 1 1 0 0,1-1-1 0 0,0 1 0 0 0,1-1 0 0 0,-1 1 0 0 0,0 0 0 0 0,0 0 1 0 0,0-1-1 0 0,0 1 0 0 0,0 0 0 0 0,1 0 0 0 0,-1 0 1 0 0,0 0-1 0 0,1 0 0 0 0,-1 0 0 0 0,1 0 0 0 0,-1 0 0 0 0,1 0 1 0 0,-1 0-1 0 0,1 0 0 0 0,0 0 0 0 0,0 0 0 0 0,-1 3 0 0 0,1 0-18 0 0,-2 2-2 0 0,0 0 0 0 0,1 0 0 0 0,0 0 1 0 0,1 1-1 0 0,-1-1 0 0 0,1 0 0 0 0,1 0 0 0 0,-1 1 0 0 0,1-1 0 0 0,0 0 0 0 0,2 8 0 0 0,-1-12 15 0 0,-1 1 0 0 0,1-1-1 0 0,0 0 1 0 0,0 1 0 0 0,0-1-1 0 0,0 0 1 0 0,0 0 0 0 0,1-1-1 0 0,-1 1 1 0 0,5 2 0 0 0,-3-2-18 0 0,7 4-24 0 0,13-4 215 0 0,-23-1-165 0 0,1-1 0 0 0,-1 0 0 0 0,1 0 0 0 0,-1 0 0 0 0,1 1-1 0 0,-1-1 1 0 0,1-1 0 0 0,-1 1 0 0 0,0 0 0 0 0,1 0 0 0 0,-1 0 0 0 0,1-1 0 0 0,-1 1 0 0 0,1-1 0 0 0,-1 1 0 0 0,0-1 0 0 0,1 0 0 0 0,-1 1 0 0 0,0-1 0 0 0,0 0 0 0 0,0 0 0 0 0,1 0 0 0 0,-1 0 0 0 0,0 0-1 0 0,1-1 1 0 0,4-4-44 0 0,-3 4 82 0 0,0 0 0 0 0,0 0 0 0 0,0 0 0 0 0,-1-1 1 0 0,1 1-1 0 0,-1-1 0 0 0,0 1 0 0 0,0-1 0 0 0,0 0 0 0 0,0 0 0 0 0,0 0 0 0 0,0 0 1 0 0,-1 0-1 0 0,0 0 0 0 0,1 0 0 0 0,-1 0 0 0 0,0-1 0 0 0,-1 1 0 0 0,1 0 1 0 0,-1-1-1 0 0,1 1 0 0 0,-1-1 0 0 0,0 1 0 0 0,0-1 0 0 0,0 1 0 0 0,-1 0 1 0 0,1-1-1 0 0,-1 1 0 0 0,0-1 0 0 0,0 1 0 0 0,0 0 0 0 0,-1 0 0 0 0,1 0 1 0 0,-1-1-1 0 0,1 1 0 0 0,-1 1 0 0 0,-4-7 0 0 0,3 6 106 0 0,1 0 0 0 0,-1 0 0 0 0,0 0 0 0 0,0 0 0 0 0,0 0 0 0 0,0 0 0 0 0,-1 1 0 0 0,1-1 0 0 0,-7-2 0 0 0,8 4-132 0 0,1 1-1 0 0,-1-1 0 0 0,1 1 1 0 0,-1 0-1 0 0,1 0 0 0 0,-1 0 1 0 0,1 0-1 0 0,-1 0 0 0 0,1 0 1 0 0,-1 0-1 0 0,1 0 0 0 0,-1 0 1 0 0,1 1-1 0 0,0-1 0 0 0,-1 1 1 0 0,1-1-1 0 0,-1 1 0 0 0,1 0 1 0 0,0-1-1 0 0,-1 1 0 0 0,1 0 1 0 0,0 0-1 0 0,0 0 0 0 0,0 0 0 0 0,-1 0 1 0 0,1 0-1 0 0,0 0 0 0 0,1 0 1 0 0,-1 0-1 0 0,-2 3 0 0 0,1-1-20 0 0,0 1 0 0 0,0-1 0 0 0,0 1 0 0 0,0-1 0 0 0,0 1 0 0 0,1 0-1 0 0,-1 0 1 0 0,0 5 0 0 0,2-7-230 0 0,-1 0 0 0 0,1 0 0 0 0,0 1-1 0 0,0-1 1 0 0,0 0 0 0 0,0 0 0 0 0,1 0 0 0 0,-1 0-1 0 0,0 0 1 0 0,1 0 0 0 0,0 3 0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57.852"/>
    </inkml:context>
    <inkml:brush xml:id="br0">
      <inkml:brushProperty name="width" value="0.1" units="cm"/>
      <inkml:brushProperty name="height" value="0.1" units="cm"/>
      <inkml:brushProperty name="color" value="#FF0000"/>
    </inkml:brush>
  </inkml:definitions>
  <inkml:trace contextRef="#ctx0" brushRef="#br0">120 27 1375 0 0,'0'0'13810'0'0,"-17"2"-11788"0"0,2 1-1578 0 0,13-3-272 0 0,-8 6 274 0 0,9-5-408 0 0,-2-1-29 0 0,-5 10 308 0 0,7-9-306 0 0,0 0-7 0 0,1-1-1 0 0,-1 0 0 0 0,1 1 1 0 0,-1-1-1 0 0,1 1 0 0 0,0-1 0 0 0,-1 1 1 0 0,1-1-1 0 0,-1 1 0 0 0,1 0 1 0 0,0-1-1 0 0,0 1 0 0 0,-1-1 1 0 0,1 1-1 0 0,0 0 0 0 0,0-1 1 0 0,0 1-1 0 0,0-1 0 0 0,0 1 1 0 0,0 1-1 0 0,-2 0 11 0 0,1 15-15 0 0,4-3 1 0 0,2-11 0 0 0,-4-3 0 0 0,1 1 10 0 0,-1 0 1 0 0,0 0-1 0 0,1 0 0 0 0,-1 0 0 0 0,0 0 0 0 0,1-1 0 0 0,-1 1 1 0 0,1-1-1 0 0,-1 1 0 0 0,1-1 0 0 0,0 1 0 0 0,-1-1 0 0 0,1 0 1 0 0,-1 0-1 0 0,1 0 0 0 0,0 0 0 0 0,-1 0 0 0 0,1 0 0 0 0,0 0 1 0 0,-1 0-1 0 0,1-1 0 0 0,1 0 0 0 0,5 0 80 0 0,-6 1-35 0 0,0-1-1 0 0,0 1 1 0 0,0 0-1 0 0,-1-1 1 0 0,1 0-1 0 0,0 1 1 0 0,0-1-1 0 0,-1 0 0 0 0,4-1 1 0 0,0-1 115 0 0,-3 2 50 0 0,6-9 489 0 0,-8 9-657 0 0,1 0-1 0 0,0 0 0 0 0,-1 0 1 0 0,1 1-1 0 0,-1-1 0 0 0,1 0 1 0 0,-1 0-1 0 0,1 0 1 0 0,-1 0-1 0 0,0 0 0 0 0,0 0 1 0 0,1 0-1 0 0,-1 0 0 0 0,0 0 1 0 0,0 0-1 0 0,0 0 1 0 0,0 0-1 0 0,0 0 0 0 0,0 0 1 0 0,0 0-1 0 0,0 0 0 0 0,0 0 1 0 0,-1 1-1 0 0,1-1 1 0 0,0 0-1 0 0,-1 0 0 0 0,1 0 1 0 0,0 0-1 0 0,-1 0 0 0 0,1 0 1 0 0,-1 0-1 0 0,0-1 1 0 0,-1 0 16 0 0,0-1 1 0 0,-1 1-1 0 0,1 0 1 0 0,0-1-1 0 0,-1 1 1 0 0,1 0-1 0 0,-1 0 1 0 0,-5-3-1 0 0,6 5-55 0 0,1-1 0 0 0,0 1 1 0 0,-1-1-1 0 0,1 1 0 0 0,0 0 0 0 0,-1 0 0 0 0,1 0 0 0 0,0 0 0 0 0,-1 0 0 0 0,1 0 1 0 0,0 0-1 0 0,-1 0 0 0 0,1 0 0 0 0,0 1 0 0 0,-1-1 0 0 0,1 0 0 0 0,0 1 1 0 0,-1-1-1 0 0,0 2 0 0 0,-6-1 13 0 0,5 0-24 0 0,1-1 1 0 0,0 1-1 0 0,0 0 0 0 0,-1-1 0 0 0,1 1 1 0 0,0 0-1 0 0,0 0 0 0 0,0 0 1 0 0,0 1-1 0 0,0-1 0 0 0,0 0 1 0 0,0 1-1 0 0,0-1 0 0 0,1 1 1 0 0,-1 0-1 0 0,-1 2 0 0 0,0-2-9 0 0,1 1 0 0 0,1-1 1 0 0,-1 1-1 0 0,0 0 0 0 0,1 0 0 0 0,-1 0 0 0 0,1 0 0 0 0,0 0 0 0 0,0 0 1 0 0,0 0-1 0 0,0 0 0 0 0,1 0 0 0 0,-1 0 0 0 0,1 1 0 0 0,0-1 0 0 0,0 0 1 0 0,0 0-1 0 0,0 1 0 0 0,0-1 0 0 0,1 0 0 0 0,0 0 0 0 0,-1 0 0 0 0,1 0 1 0 0,0 0-1 0 0,1 0 0 0 0,-1 0 0 0 0,0 0 0 0 0,1 0 0 0 0,0 0 0 0 0,0 0 1 0 0,0-1-1 0 0,0 1 0 0 0,0-1 0 0 0,4 4 0 0 0,10 6 7 0 0,-14-10 2 0 0,0-1-1 0 0,0 0 0 0 0,1 1 1 0 0,-1-1-1 0 0,1 0 1 0 0,-1 0-1 0 0,1-1 0 0 0,0 1 1 0 0,-1 0-1 0 0,1-1 0 0 0,-1 0 1 0 0,1 1-1 0 0,0-1 1 0 0,0 0-1 0 0,3-1 0 0 0,5 0 19 0 0,0-1 0 0 0,15-5 0 0 0,-16 4-3 0 0,-7 2 16 0 0,-1 0 0 0 0,1 0 0 0 0,-1 0 1 0 0,1 0-1 0 0,-1-1 0 0 0,0 1 0 0 0,1-1 0 0 0,-1 1 0 0 0,0-1 1 0 0,0 0-1 0 0,0 0 0 0 0,0 0 0 0 0,0 0 0 0 0,-1 0 0 0 0,1 0 1 0 0,-1-1-1 0 0,1 1 0 0 0,-1-1 0 0 0,0 1 0 0 0,0-1 0 0 0,0 1 1 0 0,0-1-1 0 0,0 0 0 0 0,0-4 0 0 0,0 3 27 0 0,-1 1 1 0 0,0-1-1 0 0,0 1 0 0 0,0-1 0 0 0,0 0 0 0 0,0 1 1 0 0,-1-1-1 0 0,1 0 0 0 0,-1 1 0 0 0,0-1 0 0 0,0 1 1 0 0,-1 0-1 0 0,1-1 0 0 0,-1 1 0 0 0,1 0 0 0 0,-1 0 1 0 0,0 0-1 0 0,-3-4 0 0 0,1 4-44 0 0,1-1 0 0 0,-1 1 0 0 0,0 0 0 0 0,0 0 0 0 0,0 0 0 0 0,-1 0 1 0 0,1 1-1 0 0,-1-1 0 0 0,0 1 0 0 0,1 0 0 0 0,-1 1 0 0 0,0-1 0 0 0,0 1 0 0 0,0 0 0 0 0,0 0 0 0 0,0 1 0 0 0,0-1 0 0 0,0 1 0 0 0,0 0 0 0 0,-1 1 0 0 0,1-1 0 0 0,0 1 1 0 0,0 0-1 0 0,0 0 0 0 0,0 1 0 0 0,1-1 0 0 0,-1 1 0 0 0,0 0 0 0 0,1 0 0 0 0,-1 1 0 0 0,1 0 0 0 0,-1-1 0 0 0,1 1 0 0 0,0 1 0 0 0,1-1 0 0 0,-1 1 0 0 0,0-1 0 0 0,1 1 0 0 0,0 0 1 0 0,0 0-1 0 0,0 0 0 0 0,0 1 0 0 0,-2 4 0 0 0,4-6-27 0 0,0 1 0 0 0,0-1 1 0 0,1 1-1 0 0,-1-1 0 0 0,1 1 0 0 0,-1 0 1 0 0,1-1-1 0 0,0 1 0 0 0,1 0 0 0 0,-1-1 1 0 0,1 1-1 0 0,-1-1 0 0 0,1 1 0 0 0,0-1 1 0 0,0 1-1 0 0,1-1 0 0 0,-1 0 0 0 0,1 1 1 0 0,-1-1-1 0 0,1 0 0 0 0,0 0 0 0 0,0 0 1 0 0,1 0-1 0 0,-1 0 0 0 0,1-1 1 0 0,-1 1-1 0 0,1-1 0 0 0,0 0 0 0 0,0 0 1 0 0,0 0-1 0 0,0 0 0 0 0,0 0 0 0 0,0 0 1 0 0,0-1-1 0 0,6 2 0 0 0,-2-1 8 0 0,1 0-1 0 0,-1 0 1 0 0,1-1 0 0 0,-1-1-1 0 0,1 1 1 0 0,-1-1-1 0 0,1 0 1 0 0,-1-1 0 0 0,1 0-1 0 0,-1 0 1 0 0,1 0-1 0 0,-1-1 1 0 0,0 0 0 0 0,1-1-1 0 0,-1 1 1 0 0,0-2-1 0 0,-1 1 1 0 0,1-1 0 0 0,11-8-1 0 0,-13 8 19 0 0,0 0-1 0 0,-1 0 1 0 0,1 0 0 0 0,-1-1-1 0 0,0 0 1 0 0,5-7-1 0 0,-8 10 7 0 0,0-1-1 0 0,0 1 0 0 0,0 0 0 0 0,-1-1 0 0 0,1 1 0 0 0,-1-1 1 0 0,1 1-1 0 0,-1-1 0 0 0,0 1 0 0 0,0-1 0 0 0,0 1 0 0 0,0-1 0 0 0,0 1 1 0 0,0-1-1 0 0,-1 1 0 0 0,1-1 0 0 0,-1 1 0 0 0,-2-5 0 0 0,1 2 64 0 0,0 0 0 0 0,0-1 0 0 0,-1 1 0 0 0,1 1 0 0 0,-1-1 0 0 0,-1 0 0 0 0,1 1-1 0 0,-7-8 1 0 0,7 10-41 0 0,1 0-1 0 0,-1 0 1 0 0,0 1-1 0 0,1-1 1 0 0,-1 1-1 0 0,0-1 0 0 0,0 1 1 0 0,0 0-1 0 0,0 0 1 0 0,0 0-1 0 0,0 0 1 0 0,0 1-1 0 0,-1-1 0 0 0,1 1 1 0 0,0 0-1 0 0,0 0 1 0 0,-4 1-1 0 0,2-1-33 0 0,0 1 1 0 0,0 0-1 0 0,0 0 0 0 0,0 0 1 0 0,1 0-1 0 0,-1 1 0 0 0,0 0 1 0 0,1 0-1 0 0,-1 0 0 0 0,1 1 1 0 0,0 0-1 0 0,0 0 0 0 0,0 0 1 0 0,0 0-1 0 0,0 0 0 0 0,1 1 1 0 0,-1-1-1 0 0,-4 8 0 0 0,2-2-413 0 0,3 1-1337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59.014"/>
    </inkml:context>
    <inkml:brush xml:id="br0">
      <inkml:brushProperty name="width" value="0.1" units="cm"/>
      <inkml:brushProperty name="height" value="0.1" units="cm"/>
      <inkml:brushProperty name="color" value="#004F8B"/>
    </inkml:brush>
  </inkml:definitions>
  <inkml:trace contextRef="#ctx0" brushRef="#br0">156 73 4607 0 0,'0'0'11927'0'0,"-17"-5"-9000"0"0,-9-4-1398 0 0,1 1-208 0 0,24 8-1293 0 0,0 0 0 0 0,0-1 0 0 0,0 1 0 0 0,0 0 0 0 0,0 0 1 0 0,0 0-1 0 0,0 0 0 0 0,0-1 0 0 0,0 2 0 0 0,0-1 0 0 0,-1 0 0 0 0,1 0 0 0 0,0 0 0 0 0,0 0 0 0 0,0 1 0 0 0,0-1 0 0 0,0 0 0 0 0,0 1 0 0 0,0-1 0 0 0,0 1 0 0 0,0-1 1 0 0,0 1-1 0 0,0 0 0 0 0,0-1 0 0 0,1 1 0 0 0,-1 0 0 0 0,0 0 0 0 0,0-1 0 0 0,1 1 0 0 0,-1 0 0 0 0,-1 2 0 0 0,-1 2 113 0 0,0-1-1 0 0,1 1 0 0 0,-1 0 1 0 0,-3 11-1 0 0,6-14-148 0 0,-1 0 0 0 0,0 0 0 0 0,1 0 0 0 0,-1 0 0 0 0,1 0 0 0 0,0 1 0 0 0,0-1 0 0 0,0 0 0 0 0,0 0 0 0 0,0 0 0 0 0,0 0 0 0 0,0 0 0 0 0,1 1 1 0 0,-1-1-1 0 0,1 0 0 0 0,-1 0 0 0 0,1 0 0 0 0,0 0 0 0 0,1 2 0 0 0,-1-2 4 0 0,1 0-8 0 0,-1 1-1 0 0,1-1 0 0 0,0 0 0 0 0,0 1 0 0 0,0-1 1 0 0,0 0-1 0 0,1 0 0 0 0,-1 0 0 0 0,5 2 0 0 0,-6-3 14 0 0,0 0-1 0 0,1 0 1 0 0,-1 0-1 0 0,0 0 0 0 0,0-1 1 0 0,1 1-1 0 0,-1 0 0 0 0,0-1 1 0 0,1 1-1 0 0,-1-1 0 0 0,1 0 1 0 0,-1 1-1 0 0,1-1 0 0 0,-1 0 1 0 0,1 0-1 0 0,-1 0 0 0 0,1 0 1 0 0,-1 0-1 0 0,3-1 1 0 0,1 0 2 0 0,1 1-1 0 0,-1 0 3 0 0,-1-1 1 0 0,1 1-1 0 0,-1-1 0 0 0,1 0 0 0 0,-1 0 0 0 0,1 0 0 0 0,-1-1 1 0 0,0 1-1 0 0,0-1 0 0 0,1 0 0 0 0,4-4 0 0 0,-7 5 45 0 0,0 0-1 0 0,0-1 0 0 0,-1 1 1 0 0,1-1-1 0 0,0 0 1 0 0,-1 1-1 0 0,1-1 1 0 0,-1 0-1 0 0,1 0 1 0 0,-1 0-1 0 0,0 0 1 0 0,0 0-1 0 0,0-1 0 0 0,0 1 1 0 0,0 0-1 0 0,0 0 1 0 0,-1-1-1 0 0,1 1 1 0 0,-1 0-1 0 0,1-1 1 0 0,-1 1-1 0 0,0-1 0 0 0,0 1 1 0 0,0 0-1 0 0,0-1 1 0 0,-1 1-1 0 0,1 0 1 0 0,-1-1-1 0 0,1 1 1 0 0,-1 0-1 0 0,0-1 0 0 0,0 1 1 0 0,0 0-1 0 0,-2-3 1 0 0,1 2 25 0 0,0 0 0 0 0,0-1 0 0 0,-1 1 1 0 0,0 0-1 0 0,0 0 0 0 0,0 1 0 0 0,0-1 0 0 0,0 1 1 0 0,0-1-1 0 0,-1 1 0 0 0,1 0 0 0 0,-1 0 0 0 0,1 0 1 0 0,-8-1-1 0 0,5 0-47 0 0,0 0 1 0 0,-1 1-1 0 0,1 0 1 0 0,-1 1-1 0 0,-11-2 0 0 0,15 3-22 0 0,1 0-1 0 0,-1 0 0 0 0,1 0 1 0 0,-1 0-1 0 0,1 1 0 0 0,0-1 1 0 0,-1 1-1 0 0,1-1 0 0 0,-1 1 1 0 0,1 0-1 0 0,0 0 0 0 0,0 0 1 0 0,-1 0-1 0 0,1 1 0 0 0,0-1 1 0 0,0 1-1 0 0,0-1 0 0 0,0 1 1 0 0,-2 2-1 0 0,0 1-16 0 0,1-1-1 0 0,-1 0 1 0 0,1 1 0 0 0,0 0-1 0 0,0 0 1 0 0,1 0-1 0 0,-1 0 1 0 0,1 0 0 0 0,0 0-1 0 0,-1 7 1 0 0,2-8 4 0 0,1-1 0 0 0,0 0 0 0 0,0 0-1 0 0,0 0 1 0 0,0 0 0 0 0,0 1 0 0 0,0-1 0 0 0,1 0 0 0 0,0 0 0 0 0,0 0 0 0 0,-1 0 0 0 0,2 0 0 0 0,-1 0 0 0 0,0 0 0 0 0,1 0 0 0 0,-1 0 0 0 0,1-1 0 0 0,0 1 0 0 0,3 3-1 0 0,-2-3 3 0 0,1 1-1 0 0,-1-1 1 0 0,1-1 0 0 0,0 1-1 0 0,-1 0 1 0 0,1-1-1 0 0,1 0 1 0 0,-1 0-1 0 0,0 0 1 0 0,0 0-1 0 0,1-1 1 0 0,-1 0-1 0 0,1 0 1 0 0,-1 0-1 0 0,1 0 1 0 0,-1-1-1 0 0,8 1 1 0 0,-5-2-3 0 0,1 1 1 0 0,-1-1-1 0 0,1 0 1 0 0,-1 0-1 0 0,1-1 1 0 0,-1 0-1 0 0,0-1 1 0 0,0 1-1 0 0,0-1 1 0 0,7-4-1 0 0,-11 5 27 0 0,0 0-1 0 0,-1-1 0 0 0,1 1 1 0 0,-1 0-1 0 0,1-1 1 0 0,-1 1-1 0 0,0-1 0 0 0,0 0 1 0 0,0 1-1 0 0,0-1 1 0 0,0 0-1 0 0,-1 0 1 0 0,1 0-1 0 0,0-5 0 0 0,-1 6-2 0 0,0 0 0 0 0,-1-1 0 0 0,1 1-1 0 0,-1-1 1 0 0,1 1 0 0 0,-1-1 0 0 0,0 1-1 0 0,0-1 1 0 0,0 1 0 0 0,-1-1-1 0 0,1 1 1 0 0,0-1 0 0 0,-1 1 0 0 0,0-1-1 0 0,1 1 1 0 0,-1 0 0 0 0,0-1 0 0 0,-1 1-1 0 0,1 0 1 0 0,-2-3 0 0 0,-13-17 228 0 0,6 8 54 0 0,-17-18 1 0 0,24 30-258 0 0,1 0-1 0 0,-1 0 1 0 0,0 1 0 0 0,0-1-1 0 0,0 1 1 0 0,0 0 0 0 0,0 0-1 0 0,0 0 1 0 0,0 0 0 0 0,-1 1-1 0 0,-3-1 1 0 0,5 1-27 0 0,0 0 1 0 0,0 0-1 0 0,0 0 0 0 0,0 0 0 0 0,-1 0 1 0 0,1 1-1 0 0,0-1 0 0 0,0 1 0 0 0,0 0 1 0 0,0-1-1 0 0,0 1 0 0 0,1 0 0 0 0,-1 0 1 0 0,0 0-1 0 0,0 0 0 0 0,0 1 1 0 0,1-1-1 0 0,-1 0 0 0 0,1 1 0 0 0,-1-1 1 0 0,1 1-1 0 0,-2 2 0 0 0,1 5-29 0 0,0 1-54 0 0,2-9 32 0 0,0 0 0 0 0,0 0 0 0 0,-1 0 0 0 0,1 0 0 0 0,0 0 0 0 0,0 0 0 0 0,0 0 0 0 0,1 0 0 0 0,-1 1 0 0 0,0-1 0 0 0,0 0 0 0 0,0 0 0 0 0,1 0 0 0 0,-1 0 0 0 0,1 0-1 0 0,-1 0 1 0 0,1 0 0 0 0,-1 0 0 0 0,1 0 0 0 0,0 0 0 0 0,-1-1 0 0 0,1 1 0 0 0,1 2 0 0 0,-1-3-17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59.967"/>
    </inkml:context>
    <inkml:brush xml:id="br0">
      <inkml:brushProperty name="width" value="0.1" units="cm"/>
      <inkml:brushProperty name="height" value="0.1" units="cm"/>
      <inkml:brushProperty name="color" value="#004F8B"/>
    </inkml:brush>
  </inkml:definitions>
  <inkml:trace contextRef="#ctx0" brushRef="#br0">273 82 8287 0 0,'0'0'7619'0'0,"-19"-13"-2438"0"0,14 12-5072 0 0,0 0 0 0 0,0 1-1 0 0,0 0 1 0 0,0-1 0 0 0,0 1-1 0 0,1 1 1 0 0,-1-1-1 0 0,0 1 1 0 0,0 0 0 0 0,0 0-1 0 0,1 0 1 0 0,-1 1 0 0 0,0 0-1 0 0,1-1 1 0 0,0 2 0 0 0,-1-1-1 0 0,1 0 1 0 0,0 1 0 0 0,-6 5-1 0 0,4-4-102 0 0,0 2 0 0 0,2 4-22 0 0,4-9-53 0 0,1 1-116 0 0,5 6 163 0 0,3-1-20 0 0,-4-4 40 0 0,-1-1 1 0 0,1-1-1 0 0,0 1 0 0 0,0-1 1 0 0,0 0-1 0 0,0 0 1 0 0,0 0-1 0 0,0 0 0 0 0,0-1 1 0 0,6 0-1 0 0,-8-1 6 0 0,0 1 1 0 0,0 0-1 0 0,0-1 0 0 0,0 0 0 0 0,0 0 0 0 0,0 0 0 0 0,0 0 1 0 0,0 0-1 0 0,0-1 0 0 0,0 1 0 0 0,-1-1 0 0 0,1 0 0 0 0,0 1 1 0 0,-1-1-1 0 0,0-1 0 0 0,1 1 0 0 0,1-2 0 0 0,-3 2 81 0 0,0 1-41 0 0,0-1-1 0 0,0 1 0 0 0,0-1 1 0 0,0 1-1 0 0,-1-1 0 0 0,1 1 1 0 0,0-1-1 0 0,-1 1 0 0 0,1-1 1 0 0,-1 0-1 0 0,0 1 0 0 0,1-1 1 0 0,-1-3-1 0 0,0 3 33 0 0,-1-1 0 0 0,1 1 0 0 0,-1 0 0 0 0,1-1 0 0 0,-1 1 0 0 0,0 0 0 0 0,0 0 0 0 0,0-1 0 0 0,0 1 0 0 0,0 0 0 0 0,-1 0 0 0 0,1 0-1 0 0,-1 0 1 0 0,1 0 0 0 0,-1 1 0 0 0,0-1 0 0 0,1 0 0 0 0,-1 1 0 0 0,0-1 0 0 0,-4-1 0 0 0,3 1-38 0 0,1 0 1 0 0,-1 1-1 0 0,0-1 0 0 0,0 1 1 0 0,0 0-1 0 0,0 0 0 0 0,0 0 1 0 0,0 1-1 0 0,-1-1 0 0 0,1 0 1 0 0,0 1-1 0 0,0 0 0 0 0,0 0 0 0 0,-1 0 1 0 0,-3 1-1 0 0,3 0-42 0 0,1 0 0 0 0,-1 0 0 0 0,0 1 0 0 0,1-1 0 0 0,-1 1 0 0 0,1 0 0 0 0,0 0 0 0 0,0 0 0 0 0,-1 0 0 0 0,1 1 0 0 0,1-1 0 0 0,-1 1 0 0 0,0 0 0 0 0,-3 4 0 0 0,3-3-6 0 0,0 1 0 0 0,0 0-1 0 0,1 0 1 0 0,-1 1 0 0 0,1-1 0 0 0,0 1 0 0 0,0-1-1 0 0,-1 12 1 0 0,3-15 11 0 0,0 0 0 0 0,0 0 1 0 0,0 0-1 0 0,0 0 0 0 0,0-1 0 0 0,1 1 0 0 0,-1 0 0 0 0,1 0 1 0 0,-1 0-1 0 0,1 0 0 0 0,0 0 0 0 0,0-1 0 0 0,0 1 0 0 0,0 0 1 0 0,1 1-1 0 0,1 2 6 0 0,1-1 0 0 0,-1 0 0 0 0,1-1-1 0 0,6 6 1 0 0,-8-7-6 0 0,0 0 0 0 0,0-1-1 0 0,0 1 1 0 0,0-1 0 0 0,0 1-1 0 0,0-1 1 0 0,1 0 0 0 0,-1 0-1 0 0,0 0 1 0 0,1 0 0 0 0,-1 0-1 0 0,1-1 1 0 0,-1 1 0 0 0,1-1-1 0 0,0 0 1 0 0,3 1 0 0 0,0-1-2 0 0,-2 0 11 0 0,-1 0 0 0 0,0 0 0 0 0,0 0 0 0 0,0 0 0 0 0,1 0-1 0 0,-1-1 1 0 0,0 1 0 0 0,0-1 0 0 0,0 0 0 0 0,0 0 0 0 0,0 0 0 0 0,0 0 0 0 0,0-1-1 0 0,-1 1 1 0 0,1-1 0 0 0,0 0 0 0 0,-1 0 0 0 0,1 0 0 0 0,-1 0 0 0 0,0 0 0 0 0,1 0-1 0 0,-1-1 1 0 0,0 1 0 0 0,0-1 0 0 0,-1 1 0 0 0,1-1 0 0 0,0 0 0 0 0,-1 0 0 0 0,0 0-1 0 0,0 0 1 0 0,0 0 0 0 0,0 0 0 0 0,0 0 0 0 0,0 0 0 0 0,-1 0 0 0 0,0 0 0 0 0,1 0-1 0 0,-1-1 1 0 0,0 1 0 0 0,-1 0 0 0 0,1 0 0 0 0,0 0 0 0 0,-2-5 0 0 0,-1 1 119 0 0,1 0-1 0 0,-2 1 1 0 0,1-1 0 0 0,-1 1 0 0 0,0-1 0 0 0,0 1 0 0 0,0 0-1 0 0,-1 0 1 0 0,0 1 0 0 0,0 0 0 0 0,-1-1 0 0 0,0 2-1 0 0,1-1 1 0 0,-14-7 0 0 0,16 10-162 0 0,-1 0 0 0 0,1 1-1 0 0,-1-1 1 0 0,0 1 0 0 0,0-1 0 0 0,0 1-1 0 0,0 0 1 0 0,0 1 0 0 0,0-1 0 0 0,0 1-1 0 0,0-1 1 0 0,0 1 0 0 0,0 0 0 0 0,0 1-1 0 0,0-1 1 0 0,0 1 0 0 0,0 0 0 0 0,0 0-1 0 0,0 0 1 0 0,0 0 0 0 0,1 1 0 0 0,-1 0-1 0 0,0-1 1 0 0,1 1 0 0 0,-1 1 0 0 0,1-1-1 0 0,0 0 1 0 0,-5 5 0 0 0,-32 35-2477 0 0,4 5-5147 0 0,24-28 4461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01.031"/>
    </inkml:context>
    <inkml:brush xml:id="br0">
      <inkml:brushProperty name="width" value="0.1" units="cm"/>
      <inkml:brushProperty name="height" value="0.1" units="cm"/>
      <inkml:brushProperty name="color" value="#004F8B"/>
    </inkml:brush>
  </inkml:definitions>
  <inkml:trace contextRef="#ctx0" brushRef="#br0">156 53 5927 0 0,'4'-20'16832'0'0,"-8"18"-16595"0"0,1 0 0 0 0,-1 1 0 0 0,0-1 0 0 0,0 1 0 0 0,0 0-1 0 0,0 0 1 0 0,0 0 0 0 0,-6 0 0 0 0,7 1-199 0 0,0 0 0 0 0,0 1 0 0 0,0-1 0 0 0,0 1-1 0 0,0 0 1 0 0,0 0 0 0 0,0 0 0 0 0,0 0 0 0 0,0 0 0 0 0,0 1-1 0 0,1-1 1 0 0,-4 3 0 0 0,-5 3 14 0 0,5-4-19 0 0,0 1 1 0 0,0 1 0 0 0,-10 8-1 0 0,14-11-39 0 0,0 0 1 0 0,0 1-1 0 0,1-1 0 0 0,-1 1 0 0 0,0 0 0 0 0,1-1 0 0 0,-1 1 0 0 0,1 0 0 0 0,0 0 1 0 0,0 0-1 0 0,0 0 0 0 0,0 0 0 0 0,0 5 0 0 0,1-6-10 0 0,1 1 1 0 0,-1 0-1 0 0,1 0 0 0 0,0 0 1 0 0,-1 0-1 0 0,1 0 0 0 0,0-1 1 0 0,1 1-1 0 0,-1 0 0 0 0,0-1 1 0 0,1 1-1 0 0,0-1 0 0 0,-1 0 0 0 0,1 1 1 0 0,0-1-1 0 0,3 2 0 0 0,8 8-64 0 0,-8-11 67 0 0,-2-1 0 0 0,2 2 15 0 0,1-1-1 0 0,-1 0 1 0 0,0 0 0 0 0,0-1 0 0 0,1 0 0 0 0,-1 1 0 0 0,1-2 0 0 0,-1 1-1 0 0,0-1 1 0 0,1 0 0 0 0,-1 0 0 0 0,0 0 0 0 0,0-1 0 0 0,0 1-1 0 0,0-1 1 0 0,0 0 0 0 0,0-1 0 0 0,-1 0 0 0 0,1 1 0 0 0,-1-1-1 0 0,1-1 1 0 0,-1 1 0 0 0,0-1 0 0 0,0 1 0 0 0,-1-1 0 0 0,1 0-1 0 0,-1 0 1 0 0,5-7 0 0 0,-7 8 34 0 0,0 0-1 0 0,0 0 0 0 0,0 0 1 0 0,0 0-1 0 0,-1 0 1 0 0,1 0-1 0 0,-1 0 0 0 0,1 0 1 0 0,-1 0-1 0 0,0 0 1 0 0,0 0-1 0 0,-1 0 0 0 0,1 0 1 0 0,-1 0-1 0 0,1 0 1 0 0,-1 0-1 0 0,0 0 0 0 0,0 0 1 0 0,0 1-1 0 0,0-1 1 0 0,-1 0-1 0 0,1 1 1 0 0,-1-1-1 0 0,0 0 0 0 0,-2-2 1 0 0,1 2 17 0 0,0 0 0 0 0,0 0 0 0 0,0 0 0 0 0,0 0 1 0 0,-1 1-1 0 0,1-1 0 0 0,-1 1 0 0 0,0 0 0 0 0,1 0 0 0 0,-1 0 0 0 0,0 0 1 0 0,0 1-1 0 0,0 0 0 0 0,0 0 0 0 0,0 0 0 0 0,-1 0 0 0 0,-5 0 0 0 0,6 1-43 0 0,0 0 0 0 0,0 0 0 0 0,0 0-1 0 0,0 1 1 0 0,0 0 0 0 0,0-1 0 0 0,0 1-1 0 0,0 1 1 0 0,0-1 0 0 0,0 1 0 0 0,1-1-1 0 0,-1 1 1 0 0,1 0 0 0 0,-1 0-1 0 0,1 0 1 0 0,0 1 0 0 0,0-1 0 0 0,0 1-1 0 0,-4 4 1 0 0,4-4-23 0 0,-1 1-1 0 0,1 0 1 0 0,-1 0-1 0 0,1 0 1 0 0,0 0-1 0 0,1 1 1 0 0,-1-1-1 0 0,1 1 1 0 0,0-1-1 0 0,0 1 1 0 0,0 0-1 0 0,1 0 1 0 0,-1 0-1 0 0,1 0 1 0 0,0 7-1 0 0,1-8-1 0 0,-1 0 0 0 0,1-1 0 0 0,1 1 0 0 0,-1 0 0 0 0,1 0 0 0 0,-1 0 0 0 0,1 0 0 0 0,0-1 0 0 0,1 1 0 0 0,-1 0 0 0 0,1-1 0 0 0,-1 1 0 0 0,1-1 0 0 0,0 1 0 0 0,0-1 0 0 0,1 0 0 0 0,-1 0 0 0 0,1 0 0 0 0,4 5 0 0 0,-3-5-5 0 0,0-1 0 0 0,0 1-1 0 0,0 0 1 0 0,1-1 0 0 0,-1 0 0 0 0,0 0-1 0 0,1 0 1 0 0,-1-1 0 0 0,1 0 0 0 0,0 1-1 0 0,0-2 1 0 0,-1 1 0 0 0,1 0 0 0 0,0-1-1 0 0,7 0 1 0 0,-3-1 25 0 0,-1 0-1 0 0,0 0 1 0 0,0 0 0 0 0,0-1 0 0 0,0-1-1 0 0,0 1 1 0 0,12-7 0 0 0,-18 8 8 0 0,0 0 1 0 0,0 0-1 0 0,0-1 1 0 0,0 1-1 0 0,0 0 1 0 0,0-1-1 0 0,0 0 1 0 0,0 1-1 0 0,-1-1 1 0 0,1 0-1 0 0,-1 0 1 0 0,1 0-1 0 0,-1 0 1 0 0,0 0-1 0 0,0 0 1 0 0,0 0-1 0 0,0 0 1 0 0,0-1-1 0 0,0 1 1 0 0,0 0-1 0 0,-1-1 1 0 0,0 1-1 0 0,1 0 1 0 0,-1-1-1 0 0,0 1 1 0 0,0 0-1 0 0,0-1 1 0 0,0 1-1 0 0,0-1 1 0 0,-2-4-1 0 0,1 3 39 0 0,0-1 13 0 0,0 0 1 0 0,0 0-1 0 0,-1 0 0 0 0,0 0 0 0 0,0 0 0 0 0,0 0 1 0 0,0 1-1 0 0,-1-1 0 0 0,-5-7 0 0 0,6 11-15 0 0,0-1 1 0 0,0 1-1 0 0,0 0 0 0 0,0-1 1 0 0,0 1-1 0 0,-5-1 0 0 0,2-1 5 0 0,2 2-45 0 0,1 1 0 0 0,0-1 0 0 0,-1 0 0 0 0,1 1 0 0 0,-1-1 0 0 0,1 1 0 0 0,-1-1 0 0 0,0 1 0 0 0,1 0 0 0 0,-1 0 0 0 0,1 1 0 0 0,-1-1-1 0 0,1 0 1 0 0,-1 1 0 0 0,1 0 0 0 0,-5 1 0 0 0,3-1 1 0 0,1 1 0 0 0,0-1 0 0 0,-1 1 0 0 0,1 0 0 0 0,0 0 0 0 0,0 1 0 0 0,0-1-1 0 0,1 0 1 0 0,-1 1 0 0 0,-4 5 0 0 0,3-4-17 0 0,3-3 1 0 0,0 1 1 0 0,-1-1-1 0 0,1 0 0 0 0,0 1 0 0 0,1-1 1 0 0,-1 1-1 0 0,0-1 0 0 0,0 1 0 0 0,1-1 1 0 0,-1 1-1 0 0,0 0 0 0 0,1-1 0 0 0,0 1 0 0 0,-1 2 1 0 0,-2 41-138 0 0,3-44 134 0 0,0 0-1 0 0,0 0 1 0 0,0 0-1 0 0,0 0 1 0 0,1 0-1 0 0,-1 0 1 0 0,1 0-1 0 0,-1-1 0 0 0,0 1 1 0 0,1 0-1 0 0,-1 0 1 0 0,1 0-1 0 0,0-1 1 0 0,-1 1-1 0 0,1 0 1 0 0,-1-1-1 0 0,1 1 0 0 0,1 0 1 0 0,11 9-339 0 0,7-2-1396 0 0,-10-6-50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02.115"/>
    </inkml:context>
    <inkml:brush xml:id="br0">
      <inkml:brushProperty name="width" value="0.1" units="cm"/>
      <inkml:brushProperty name="height" value="0.1" units="cm"/>
      <inkml:brushProperty name="color" value="#004F8B"/>
    </inkml:brush>
  </inkml:definitions>
  <inkml:trace contextRef="#ctx0" brushRef="#br0">142 76 7079 0 0,'0'0'7864'0'0,"-15"-14"-4168"0"0,9 12-3379 0 0,3 1-111 0 0,-1-1 0 0 0,0 1 0 0 0,0 0 0 0 0,1 0 0 0 0,-1 1 0 0 0,0-1 0 0 0,0 1 0 0 0,0 0 0 0 0,-5 0 1 0 0,-3 1 22 0 0,10-1-192 0 0,-1 0 0 0 0,1 0 0 0 0,0 0 0 0 0,0 0 0 0 0,0 1 0 0 0,0-1 0 0 0,0 1 0 0 0,0-1 0 0 0,0 1 0 0 0,0 0 0 0 0,0 0 0 0 0,0 0 0 0 0,0 0 0 0 0,0 0-1 0 0,0 0 1 0 0,0 0 0 0 0,1 1 0 0 0,-1-1 0 0 0,1 1 0 0 0,-1-1 0 0 0,1 1 0 0 0,-1-1 0 0 0,1 1 0 0 0,-2 3 0 0 0,2-3-49 0 0,0-1 1 0 0,0 1-1 0 0,1 0 1 0 0,-1-1-1 0 0,1 1 1 0 0,-1 0-1 0 0,1-1 1 0 0,-1 1-1 0 0,1 0 1 0 0,0 0-1 0 0,0-1 1 0 0,0 1-1 0 0,0 3 0 0 0,1-4-81 0 0,0 1 29 0 0,-1 0 55 0 0,2 1 7 0 0,11 6-52 0 0,-9-7 57 0 0,0 0 1 0 0,-1 0 0 0 0,1-1-1 0 0,0 1 1 0 0,0-1 0 0 0,1 0-1 0 0,-1 0 1 0 0,0-1 0 0 0,0 1-1 0 0,0-1 1 0 0,0 0 0 0 0,1 0-1 0 0,-1 0 1 0 0,0 0-1 0 0,0-1 1 0 0,0 0 0 0 0,1 0-1 0 0,-1 0 1 0 0,0 0 0 0 0,0-1-1 0 0,-1 1 1 0 0,1-1 0 0 0,0 0-1 0 0,0 0 1 0 0,3-3 0 0 0,7-5-87 0 0,-11 8 150 0 0,1-1 0 0 0,0 0 0 0 0,-1 1 1 0 0,0-1-1 0 0,7-7 0 0 0,-10 9-28 0 0,1-1 0 0 0,0 1 1 0 0,0 0-1 0 0,-1-1 0 0 0,1 1 0 0 0,-1-1 0 0 0,1 1 1 0 0,-1-1-1 0 0,0 1 0 0 0,1-1 0 0 0,-1 1 1 0 0,0-1-1 0 0,0 1 0 0 0,0-1 0 0 0,0 1 1 0 0,0-1-1 0 0,-1 1 0 0 0,1-1 0 0 0,0 1 0 0 0,-1-1 1 0 0,1 1-1 0 0,-1-2 0 0 0,0 0 29 0 0,0 1 0 0 0,-1-1 0 0 0,1 1 0 0 0,0-1 0 0 0,-1 1 1 0 0,1 0-1 0 0,-1-1 0 0 0,0 1 0 0 0,0 0 0 0 0,0 0 0 0 0,0 0 0 0 0,0 1 0 0 0,0-1 0 0 0,0 0 0 0 0,-1 1 0 0 0,1-1 0 0 0,-1 1 0 0 0,-3-2 0 0 0,2 2-35 0 0,0 0 0 0 0,0 0 0 0 0,0 1 0 0 0,-1-1 0 0 0,1 1 0 0 0,0 0-1 0 0,0 0 1 0 0,0 0 0 0 0,0 1 0 0 0,0-1 0 0 0,-8 3 0 0 0,7-1-36 0 0,-1 0 0 0 0,1 0 0 0 0,-1 0 0 0 0,1 1 0 0 0,0 0 0 0 0,0 0 0 0 0,0 0 0 0 0,-6 5 0 0 0,8-5 5 0 0,0 0 0 0 0,1-1 0 0 0,-1 1 0 0 0,1 0 1 0 0,-1 0-1 0 0,1 1 0 0 0,0-1 0 0 0,0 0 1 0 0,0 1-1 0 0,1-1 0 0 0,-1 1 0 0 0,-1 5 0 0 0,3-5-12 0 0,-1-1 0 0 0,1 0-1 0 0,0 1 1 0 0,0-1-1 0 0,0 1 1 0 0,0-1 0 0 0,0 1-1 0 0,1-1 1 0 0,-1 0 0 0 0,1 1-1 0 0,0-1 1 0 0,0 0-1 0 0,1 0 1 0 0,-1 0 0 0 0,1 0-1 0 0,-1 0 1 0 0,1 0-1 0 0,0 0 1 0 0,0 0 0 0 0,0 0-1 0 0,0-1 1 0 0,1 1-1 0 0,-1-1 1 0 0,1 0 0 0 0,-1 0-1 0 0,1 0 1 0 0,0 0-1 0 0,0 0 1 0 0,0 0 0 0 0,0-1-1 0 0,0 0 1 0 0,0 1-1 0 0,1-1 1 0 0,-1 0 0 0 0,0 0-1 0 0,1-1 1 0 0,-1 1-1 0 0,0-1 1 0 0,1 0 0 0 0,-1 0-1 0 0,1 0 1 0 0,-1 0 0 0 0,5-1-1 0 0,-1 0 22 0 0,0-1 1 0 0,0 0-1 0 0,0-1 0 0 0,0 1 0 0 0,-1-1 0 0 0,1 0 0 0 0,10-8 1 0 0,-15 10 22 0 0,0 0 1 0 0,0-1-1 0 0,0 1 1 0 0,0-1 0 0 0,-1 0-1 0 0,1 1 1 0 0,0-1 0 0 0,-1 0-1 0 0,0 0 1 0 0,1 0-1 0 0,-1 0 1 0 0,0 0 0 0 0,0 0-1 0 0,0-1 1 0 0,0 1-1 0 0,0 0 1 0 0,-1-1 0 0 0,1 1-1 0 0,-1 0 1 0 0,0-1-1 0 0,1 1 1 0 0,-1 0 0 0 0,0-1-1 0 0,0 1 1 0 0,-1-1 0 0 0,0-4-1 0 0,-1 1 138 0 0,0 0-1 0 0,0-1 1 0 0,-1 1-1 0 0,1 0 1 0 0,-1 1 0 0 0,-1-1-1 0 0,-7-10 1 0 0,9 13-121 0 0,-1 0 0 0 0,1 1 0 0 0,-1-1 0 0 0,0 0 1 0 0,0 1-1 0 0,0 0 0 0 0,0-1 0 0 0,0 1 0 0 0,-1 1 0 0 0,1-1 1 0 0,-1 0-1 0 0,1 1 0 0 0,-1 0 0 0 0,-6-2 0 0 0,8 3-63 0 0,1 0-1 0 0,-1-1 1 0 0,1 1 0 0 0,0 1-1 0 0,-1-1 1 0 0,1 0 0 0 0,-1 0-1 0 0,1 0 1 0 0,0 1 0 0 0,-1-1 0 0 0,1 1-1 0 0,0-1 1 0 0,-1 1 0 0 0,1-1-1 0 0,0 1 1 0 0,0 0 0 0 0,0 0-1 0 0,-2 1 1 0 0,1 0 97 0 0,0 0 1 0 0,0 0-1 0 0,0 1 1 0 0,0-1-1 0 0,1 0 0 0 0,-1 1 1 0 0,1-1-1 0 0,0 1 1 0 0,-1 2-1 0 0,0 0-343 0 0,1 0 0 0 0,0-1 0 0 0,0 1-1 0 0,0 0 1 0 0,0 4 0 0 0,1-6-569 0 0,0-1 0 0 0,0 1 0 0 0,0 0-1 0 0,1-1 1 0 0,-1 1 0 0 0,1 0 0 0 0,-1-1 0 0 0,2 4 0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03.342"/>
    </inkml:context>
    <inkml:brush xml:id="br0">
      <inkml:brushProperty name="width" value="0.1" units="cm"/>
      <inkml:brushProperty name="height" value="0.1" units="cm"/>
      <inkml:brushProperty name="color" value="#004F8B"/>
    </inkml:brush>
  </inkml:definitions>
  <inkml:trace contextRef="#ctx0" brushRef="#br0">61 109 11863 0 0,'0'0'7560'0'0,"1"-9"-5673"0"0,-1 9-1828 0 0,0-1-1 0 0,0 0 1 0 0,0 0 0 0 0,0 1 0 0 0,0-1 0 0 0,0 0 0 0 0,-1 1-1 0 0,1-1 1 0 0,0 0 0 0 0,-1 1 0 0 0,1-1 0 0 0,0 0-1 0 0,-1 1 1 0 0,1-1 0 0 0,-1 0 0 0 0,1 1 0 0 0,-1-1 0 0 0,1 1-1 0 0,-1-1 1 0 0,1 1 0 0 0,-1 0 0 0 0,0-1 0 0 0,1 1-1 0 0,-1-1 1 0 0,0 1 0 0 0,1 0 0 0 0,-1 0 0 0 0,0-1-1 0 0,1 1 1 0 0,-1 0 0 0 0,0 0 0 0 0,1 0 0 0 0,-1 0 0 0 0,0 0-1 0 0,0 0 1 0 0,1 0 0 0 0,-1 0 0 0 0,0 0 0 0 0,0 0-1 0 0,1 0 1 0 0,-1 0 0 0 0,0 1 0 0 0,1-1 0 0 0,-1 0 0 0 0,0 0-1 0 0,1 1 1 0 0,-1-1 0 0 0,0 0 0 0 0,1 1 0 0 0,-1-1-1 0 0,1 1 1 0 0,-1-1 0 0 0,0 1 0 0 0,-2 2-52 0 0,0 0 0 0 0,0 0 1 0 0,0 0-1 0 0,0 0 0 0 0,1 0 0 0 0,0 0 1 0 0,-1 1-1 0 0,1-1 0 0 0,0 1 1 0 0,1 0-1 0 0,-1 0 0 0 0,-1 4 0 0 0,3-7-9 0 0,0-1 0 0 0,0 0 0 0 0,0 1-1 0 0,0-1 1 0 0,0 1 0 0 0,-1-1 0 0 0,1 1-1 0 0,0-1 1 0 0,0 1 0 0 0,0-1 0 0 0,0 1-1 0 0,1-1 1 0 0,-1 1 0 0 0,0-1 0 0 0,0 0-1 0 0,0 1 1 0 0,0-1 0 0 0,0 1 0 0 0,1-1-1 0 0,-1 1 1 0 0,0-1 0 0 0,0 0 0 0 0,0 1-1 0 0,1-1 1 0 0,-1 1 0 0 0,0-1 0 0 0,1 1-1 0 0,4 6-51 0 0,-3-3 0 0 0,-2-3 53 0 0,1-1-1 0 0,-1 1 1 0 0,1-1 0 0 0,-1 1 0 0 0,1 0-1 0 0,-1-1 1 0 0,1 1 0 0 0,-1-1-1 0 0,1 0 1 0 0,-1 1 0 0 0,1-1-1 0 0,0 1 1 0 0,-1-1 0 0 0,1 0-1 0 0,0 0 1 0 0,-1 1 0 0 0,2-1-1 0 0,7 5-37 0 0,-5-3 40 0 0,0-1-1 0 0,0 1 1 0 0,1-1 0 0 0,-1 0-1 0 0,0 0 1 0 0,0 0 0 0 0,1-1 0 0 0,-1 0-1 0 0,1 1 1 0 0,-1-1 0 0 0,0-1-1 0 0,1 1 1 0 0,-1-1 0 0 0,0 0 0 0 0,0 0-1 0 0,1 0 1 0 0,4-2 0 0 0,5-3-7 0 0,0 0 0 0 0,-1-1 0 0 0,22-15 0 0 0,-33 21 46 0 0,0-1-1 0 0,1 1 1 0 0,-1-1 0 0 0,0 0-1 0 0,0 0 1 0 0,0 0 0 0 0,0 0-1 0 0,0 0 1 0 0,0-1 0 0 0,-1 1-1 0 0,1-1 1 0 0,-1 1-1 0 0,1-1 1 0 0,-1 1 0 0 0,0-1-1 0 0,0 0 1 0 0,0 1 0 0 0,-1-1-1 0 0,1 0 1 0 0,-1 0 0 0 0,1 0-1 0 0,-1 0 1 0 0,0 1 0 0 0,0-1-1 0 0,0 0 1 0 0,0 0-1 0 0,-1 0 1 0 0,1 0 0 0 0,-1 0-1 0 0,0 1 1 0 0,0-1 0 0 0,0 0-1 0 0,0 1 1 0 0,0-1 0 0 0,0 0-1 0 0,-1 1 1 0 0,1 0 0 0 0,-1-1-1 0 0,0 1 1 0 0,0 0-1 0 0,0 0 1 0 0,0 0 0 0 0,0 0-1 0 0,-3-2 1 0 0,1 1-4 0 0,0 0 1 0 0,-1 1-1 0 0,1-1 0 0 0,-1 1 0 0 0,1 0 0 0 0,-1 0 1 0 0,0 1-1 0 0,1-1 0 0 0,-1 1 0 0 0,0 0 0 0 0,0 1 1 0 0,0-1-1 0 0,0 1 0 0 0,0 0 0 0 0,0 0 1 0 0,0 0-1 0 0,0 1 0 0 0,0 0 0 0 0,0 0 0 0 0,1 0 1 0 0,-1 0-1 0 0,0 1 0 0 0,0 0 0 0 0,1 0 0 0 0,-1 0 1 0 0,1 1-1 0 0,0-1 0 0 0,0 1 0 0 0,0 0 1 0 0,-6 5-1 0 0,6-3-83 0 0,1 0 0 0 0,-1 0 0 0 0,1 0 0 0 0,0 1 0 0 0,0-1 0 0 0,0 1 0 0 0,1-1 0 0 0,-2 7 0 0 0,3-9 42 0 0,0 0-1 0 0,1 0 1 0 0,-1 0 0 0 0,1 0-1 0 0,-1 0 1 0 0,1 0-1 0 0,0 0 1 0 0,0 0 0 0 0,0-1-1 0 0,1 1 1 0 0,-1 0-1 0 0,1 0 1 0 0,-1 0 0 0 0,1 0-1 0 0,0 0 1 0 0,0-1-1 0 0,0 1 1 0 0,3 4-1 0 0,10 11-71 0 0,-10-14 44 0 0,-3-2 27 0 0,0-1 1 0 0,0 0-1 0 0,0 1 0 0 0,1-1 1 0 0,-1 0-1 0 0,1 0 1 0 0,-1 0-1 0 0,1 0 1 0 0,-1 0-1 0 0,1 0 1 0 0,-1 0-1 0 0,1-1 0 0 0,0 1 1 0 0,-1-1-1 0 0,1 1 1 0 0,2 0-1 0 0,0 0 2 0 0,0 0 0 0 0,1 0 0 0 0,-1 0 0 0 0,0-1 0 0 0,1 0 0 0 0,-1 0 0 0 0,1 0 0 0 0,-1 0 0 0 0,0 0 0 0 0,1-1 0 0 0,4-1 0 0 0,-2 0 1 0 0,1-1 1 0 0,-1 1-1 0 0,0-1 0 0 0,-1 0 1 0 0,13-8-1 0 0,-17 10 9 0 0,-1 0 1 0 0,1-1-1 0 0,0 1 0 0 0,0-1 0 0 0,-1 1 1 0 0,1-1-1 0 0,-1 0 0 0 0,0 1 1 0 0,1-1-1 0 0,-1 0 0 0 0,0 0 0 0 0,0 0 1 0 0,0 0-1 0 0,0 0 0 0 0,0 0 0 0 0,-1 0 1 0 0,1-1-1 0 0,0-1 0 0 0,-1 1 14 0 0,0 0 1 0 0,0 0-1 0 0,0 0 0 0 0,0 0 1 0 0,-1 0-1 0 0,1 0 0 0 0,-1 0 0 0 0,0 0 1 0 0,0 0-1 0 0,0 0 0 0 0,0 0 1 0 0,-2-2-1 0 0,1 0 6 0 0,-1 0 1 0 0,-1 0 0 0 0,1 1-1 0 0,0-1 1 0 0,-1 1-1 0 0,0 0 1 0 0,0 0-1 0 0,0 1 1 0 0,-1-1 0 0 0,1 1-1 0 0,-1 0 1 0 0,0 0-1 0 0,1 0 1 0 0,-7-1-1 0 0,8 3-34 0 0,0 0-1 0 0,0 0 0 0 0,0 0 1 0 0,-1 1-1 0 0,1 0 0 0 0,0 0 0 0 0,0 0 1 0 0,-1 0-1 0 0,1 0 0 0 0,0 0 1 0 0,0 1-1 0 0,-1 0 0 0 0,1 0 0 0 0,0 0 1 0 0,0 0-1 0 0,0 0 0 0 0,0 0 0 0 0,0 1 1 0 0,0-1-1 0 0,0 1 0 0 0,1 0 1 0 0,-1 0-1 0 0,1 0 0 0 0,-1 0 0 0 0,1 1 1 0 0,0-1-1 0 0,0 1 0 0 0,0-1 1 0 0,0 1-1 0 0,0 0 0 0 0,0-1 0 0 0,1 1 1 0 0,-1 0-1 0 0,1 0 0 0 0,0 0 0 0 0,-1 5 1 0 0,0-1-16 0 0,0 0 0 0 0,1 0 0 0 0,-1 0 0 0 0,1 12 0 0 0,1-16 13 0 0,0 0 1 0 0,1 0-1 0 0,-1 0 1 0 0,1-1-1 0 0,0 1 1 0 0,0 0-1 0 0,0 0 1 0 0,0-1-1 0 0,0 1 1 0 0,1-1-1 0 0,-1 1 1 0 0,1-1-1 0 0,0 0 1 0 0,3 4-1 0 0,4 1-42 0 0,-5-6 39 0 0,0 0 0 0 0,0 0 0 0 0,0 0 1 0 0,0-1-1 0 0,0 0 0 0 0,0 0 0 0 0,0 0 0 0 0,0 0 0 0 0,5-1 0 0 0,-7 1 18 0 0,-1 0 0 0 0,1-1-1 0 0,-1 1 1 0 0,1 0 0 0 0,-1 0-1 0 0,1-1 1 0 0,-1 1-1 0 0,1-1 1 0 0,-1 1 0 0 0,0-1-1 0 0,1 0 1 0 0,-1 1-1 0 0,0-1 1 0 0,1 0 0 0 0,-1 0-1 0 0,0 0 1 0 0,0 0 0 0 0,2-2-1 0 0,1-2 27 0 0,0 2-20 0 0,0 0-1 0 0,0 0 1 0 0,0 0-1 0 0,0-1 0 0 0,4-5 1 0 0,-7 7 0 0 0,0 1 1 0 0,-1-1-1 0 0,1 1 1 0 0,0-1-1 0 0,-1 0 1 0 0,1 1-1 0 0,-1-1 1 0 0,1 0-1 0 0,-1 1 1 0 0,0-1-1 0 0,1 0 1 0 0,-1 0-1 0 0,0 0 1 0 0,0 1-1 0 0,-1-1 1 0 0,1 0-1 0 0,0 0 1 0 0,-2-3-1 0 0,2 2 32 0 0,-1 0-1 0 0,1 0 1 0 0,-1 0-1 0 0,0 0 1 0 0,-1 0-1 0 0,1 1 1 0 0,0-1-1 0 0,-1 0 1 0 0,0 0 0 0 0,1 1-1 0 0,-1-1 1 0 0,0 1-1 0 0,0 0 1 0 0,-1-1-1 0 0,1 1 1 0 0,0 0-1 0 0,-1 0 1 0 0,-3-2-1 0 0,4 3-33 0 0,0-1-1 0 0,-1 1 1 0 0,1 0-1 0 0,0 0 1 0 0,-1 0-1 0 0,1 0 0 0 0,-1 0 1 0 0,1 0-1 0 0,-1 1 1 0 0,1-1-1 0 0,-1 1 1 0 0,1 0-1 0 0,-1 0 0 0 0,1 0 1 0 0,-1 0-1 0 0,0 0 1 0 0,1 0-1 0 0,-1 1 1 0 0,1-1-1 0 0,-1 1 1 0 0,1 0-1 0 0,-1 0 0 0 0,1 0 1 0 0,-1 0-1 0 0,1 0 1 0 0,0 0-1 0 0,0 0 1 0 0,0 1-1 0 0,0 0 0 0 0,0-1 1 0 0,0 1-1 0 0,-3 3 1 0 0,2-2-220 0 0,0 0 1 0 0,0 1 0 0 0,0-1-1 0 0,0 1 1 0 0,1 0-1 0 0,-1 0 1 0 0,1 0 0 0 0,0 0-1 0 0,0 1 1 0 0,1-1 0 0 0,-1 0-1 0 0,-1 7 1 0 0,1 4-812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04.618"/>
    </inkml:context>
    <inkml:brush xml:id="br0">
      <inkml:brushProperty name="width" value="0.1" units="cm"/>
      <inkml:brushProperty name="height" value="0.1" units="cm"/>
      <inkml:brushProperty name="color" value="#004F8B"/>
    </inkml:brush>
  </inkml:definitions>
  <inkml:trace contextRef="#ctx0" brushRef="#br0">176 21 1839 0 0,'-3'-4'10179'0'0,"0"1"-9743"0"0,0 2-1 0 0,-1-1 1 0 0,1 0 0 0 0,0 0 0 0 0,-1 1-1 0 0,1 0 1 0 0,-1 0 0 0 0,1 0-1 0 0,-1 0 1 0 0,0 1 0 0 0,-6-1 0 0 0,6 1-286 0 0,0 0 1 0 0,0 0-1 0 0,-1 0 1 0 0,1 1 0 0 0,0 0-1 0 0,0-1 1 0 0,0 2 0 0 0,0-1-1 0 0,0 0 1 0 0,0 1-1 0 0,0 0 1 0 0,1 0 0 0 0,-1 0-1 0 0,1 0 1 0 0,-1 1 0 0 0,-4 3-1 0 0,6-4-135 0 0,1-1-1 0 0,-1 1 0 0 0,1-1 1 0 0,-1 1-1 0 0,1-1 0 0 0,0 1 1 0 0,-1 0-1 0 0,1 0 0 0 0,0 0 1 0 0,0 0-1 0 0,-1 3 0 0 0,-1 1 1 0 0,1-3-4 0 0,1-2-8 0 0,1 0-1 0 0,-1 0 1 0 0,1 0 0 0 0,0 0-1 0 0,-1 0 1 0 0,1 0 0 0 0,0 0-1 0 0,-1 0 1 0 0,1 0-1 0 0,0 0 1 0 0,0 1 0 0 0,0-1-1 0 0,0 0 1 0 0,0 0 0 0 0,0 2-1 0 0,-1 3-12 0 0,0 7-14 0 0,2-11 11 0 0,-1-1 0 0 0,1 1-1 0 0,0 0 1 0 0,0-1-1 0 0,0 1 1 0 0,0 0 0 0 0,0-1-1 0 0,0 1 1 0 0,1-1-1 0 0,1 2 1 0 0,1 0 16 0 0,-1 0 0 0 0,1 0-1 0 0,0 0 1 0 0,0-1 0 0 0,0 0 0 0 0,0 0 0 0 0,1 0 0 0 0,-1 0 0 0 0,1-1-1 0 0,-1 0 1 0 0,1 0 0 0 0,-1 0 0 0 0,1 0 0 0 0,0-1 0 0 0,-1 0 0 0 0,1 0 0 0 0,0 0-1 0 0,-1 0 1 0 0,1-1 0 0 0,0 1 0 0 0,-1-1 0 0 0,1-1 0 0 0,-1 1 0 0 0,1-1-1 0 0,-1 1 1 0 0,6-4 0 0 0,-6 3 87 0 0,0 0 0 0 0,0-1-1 0 0,0 1 1 0 0,-1-1 0 0 0,1 0 0 0 0,-1 0-1 0 0,1 0 1 0 0,-1 0 0 0 0,4-6 0 0 0,-6 8-34 0 0,0-1 0 0 0,-1 0 0 0 0,1 1-1 0 0,0-1 1 0 0,-1 0 0 0 0,0 0 0 0 0,1 0 0 0 0,-1 0 0 0 0,0 0 0 0 0,0 1 0 0 0,0-1 0 0 0,0 0 0 0 0,0 0 0 0 0,0 0 0 0 0,-1 0 0 0 0,1 0 0 0 0,0 1 0 0 0,-1-1 0 0 0,0 0 0 0 0,1 0-1 0 0,-1 1 1 0 0,0-1 0 0 0,0 0 0 0 0,0 1 0 0 0,-1-3 0 0 0,-1 2 34 0 0,1-1 0 0 0,0 0-1 0 0,-1 1 1 0 0,1-1 0 0 0,-1 1-1 0 0,0 0 1 0 0,0 0 0 0 0,1 0-1 0 0,-1 0 1 0 0,-1 1 0 0 0,1-1-1 0 0,0 1 1 0 0,0 0 0 0 0,-1-1-1 0 0,-3 1 1 0 0,0-1 20 0 0,0 1-1 0 0,0 0 1 0 0,0 0 0 0 0,0 1-1 0 0,0 0 1 0 0,-11 1 0 0 0,12 0-106 0 0,1-1 0 0 0,-1 2 0 0 0,1-1 0 0 0,-1 1 1 0 0,1-1-1 0 0,0 1 0 0 0,0 1 0 0 0,-6 2 0 0 0,8-3-9 0 0,1 0 1 0 0,-1 0-1 0 0,1 0 0 0 0,0 0 0 0 0,0 0 0 0 0,0 1 0 0 0,0-1 0 0 0,0 1 0 0 0,1-1 1 0 0,-1 1-1 0 0,1 0 0 0 0,-1-1 0 0 0,1 1 0 0 0,0 0 0 0 0,0 0 0 0 0,-1 5 0 0 0,-1 17-59 0 0,3-7 11 0 0,3-13 55 0 0,-1-2-4 0 0,1 5 2 0 0,1-1 0 0 0,0 0 0 0 0,10 13 0 0 0,-13-18 0 0 0,0 1 0 0 0,1-1 0 0 0,-1 0 0 0 0,1 0 0 0 0,-1-1 0 0 0,1 1 0 0 0,0 0 0 0 0,0 0 0 0 0,0-1 0 0 0,0 1 0 0 0,0-1 0 0 0,4 2 0 0 0,1 1 0 0 0,-2-2 0 0 0,-1 1 0 0 0,1-1 0 0 0,-1 0 0 0 0,1-1 0 0 0,-1 1 0 0 0,1-1 0 0 0,0 1 0 0 0,0-1 0 0 0,0-1 0 0 0,0 1 0 0 0,0-1 0 0 0,0 0 0 0 0,0 0 0 0 0,8-1 0 0 0,-10 0 5 0 0,1 0 0 0 0,-1 0 1 0 0,0 0-1 0 0,1 0 0 0 0,-1 0 0 0 0,0-1 0 0 0,0 1 0 0 0,1-1 0 0 0,2-2 1 0 0,4-2 6 0 0,-7 3-23 0 0,1 0 1 0 0,0 1-1 0 0,-1-1 0 0 0,4-4 1 0 0,-6 4 40 0 0,1-1-1 0 0,-1 1 1 0 0,0 0 0 0 0,0 0 0 0 0,0-1-1 0 0,-1 1 1 0 0,1 0 0 0 0,-1-1 0 0 0,0 1 0 0 0,0 0-1 0 0,0-1 1 0 0,0 1 0 0 0,0-1 0 0 0,-1 1-1 0 0,0 0 1 0 0,1-1 0 0 0,-3-4 0 0 0,1 4 31 0 0,0-1 0 0 0,0 0 0 0 0,0 1 0 0 0,-1 0 0 0 0,0 0 0 0 0,0-1 1 0 0,0 2-1 0 0,0-1 0 0 0,0 0 0 0 0,-1 1 0 0 0,-4-4 0 0 0,5 4-37 0 0,-1 1 1 0 0,-1 0-1 0 0,1 0 0 0 0,0 0 0 0 0,0 0 1 0 0,-1 1-1 0 0,1 0 0 0 0,-1 0 1 0 0,1 0-1 0 0,-1 0 0 0 0,-6 0 0 0 0,8 1-25 0 0,0 0-1 0 0,0 0 0 0 0,0 0 1 0 0,-1 1-1 0 0,1-1 0 0 0,0 1 1 0 0,0 0-1 0 0,0-1 0 0 0,0 2 1 0 0,0-1-1 0 0,0 0 0 0 0,0 0 1 0 0,0 1-1 0 0,0 0 0 0 0,0-1 0 0 0,-2 4 1 0 0,3-2-22 0 0,0-1 0 0 0,0 1 1 0 0,1 0-1 0 0,-1 0 1 0 0,1 1-1 0 0,0-1 0 0 0,0 0 1 0 0,0 0-1 0 0,0 1 0 0 0,0 6 1 0 0,0-7 4 0 0,0 7-41 0 0,1-9 54 0 0,0 0-1 0 0,-1 0 0 0 0,1 0 0 0 0,0 0 0 0 0,0 0 1 0 0,0 0-1 0 0,0 0 0 0 0,0 0 0 0 0,0 0 0 0 0,1 0 1 0 0,-1 0-1 0 0,0 0 0 0 0,0 0 0 0 0,1 0 0 0 0,-1 0 1 0 0,1-1-1 0 0,0 3 0 0 0,1 0-8 0 0,-1-1 8 0 0,0 1 0 0 0,0-1 1 0 0,0 1-1 0 0,1-1 0 0 0,-1 1 0 0 0,1-1 0 0 0,0 0 1 0 0,0 0-1 0 0,0 0 0 0 0,0 0 0 0 0,0 0 1 0 0,0 0-1 0 0,0 0 0 0 0,0-1 0 0 0,1 1 1 0 0,-1-1-1 0 0,1 0 0 0 0,4 2 0 0 0,-4-2 0 0 0,0 1 0 0 0,1-1 0 0 0,-1-1 0 0 0,1 1-1 0 0,-1 0 1 0 0,1-1 0 0 0,0 0 0 0 0,-1 0-1 0 0,1 0 1 0 0,-1 0 0 0 0,1-1 0 0 0,-1 1 0 0 0,1-1-1 0 0,5-2 1 0 0,57-24-111 0 0,-64 27 118 0 0,0-1 1 0 0,0 0 0 0 0,-1 0-1 0 0,1 0 1 0 0,0 0-1 0 0,-1 0 1 0 0,1-1 0 0 0,-1 1-1 0 0,3-3 1 0 0,0-8 34 0 0,-4 11-35 0 0,0-1 11 0 0,1 0-1 0 0,-1 0 1 0 0,0-1-1 0 0,-1 1 1 0 0,1 0-1 0 0,0 0 1 0 0,-1 0 0 0 0,1 0-1 0 0,-1 0 1 0 0,0 0-1 0 0,1 0 1 0 0,-1 0-1 0 0,0 0 1 0 0,0 0-1 0 0,0 0 1 0 0,-1 1-1 0 0,1-1 1 0 0,0 0 0 0 0,-1 1-1 0 0,-1-3 1 0 0,0 1 9 0 0,-1-1 1 0 0,-1 1 1 0 0,1-1-1 0 0,-1 1 0 0 0,0 0 0 0 0,0 0 1 0 0,-1 0-1 0 0,1 1 0 0 0,0 0 1 0 0,-1 0-1 0 0,1 0 0 0 0,-1 1 0 0 0,0 0 1 0 0,0 0-1 0 0,1 0 0 0 0,-1 1 1 0 0,-7 0-1 0 0,11 0-33 0 0,1 0 0 0 0,-1 1-1 0 0,1-1 1 0 0,-1 1 0 0 0,1-1 0 0 0,0 1 0 0 0,-1 0 0 0 0,1 0 0 0 0,0 0-1 0 0,0-1 1 0 0,-1 1 0 0 0,1 0 0 0 0,0 1 0 0 0,0-1 0 0 0,0 0 0 0 0,0 0 0 0 0,-1 2-1 0 0,1-1 7 0 0,-7 10-77 0 0,9-7 66 0 0,-1-3-3 0 0,0 4-5 0 0,0-1 1 0 0,0 1-1 0 0,1 0 0 0 0,0-1 0 0 0,0 1 0 0 0,0 0 1 0 0,1-1-1 0 0,-1 1 0 0 0,1-1 0 0 0,5 8 1 0 0,0 0-1342 0 0,1 0 0 0 0,16 20 0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05.954"/>
    </inkml:context>
    <inkml:brush xml:id="br0">
      <inkml:brushProperty name="width" value="0.1" units="cm"/>
      <inkml:brushProperty name="height" value="0.1" units="cm"/>
      <inkml:brushProperty name="color" value="#004F8B"/>
    </inkml:brush>
  </inkml:definitions>
  <inkml:trace contextRef="#ctx0" brushRef="#br0">76 0 5695 0 0,'0'0'1359'0'0,"-15"15"3621"0"0,13-15-4778 0 0,1 1 11 0 0,0-1 0 0 0,0 0 1 0 0,0 1-1 0 0,0-1 0 0 0,0 1 0 0 0,0-1 0 0 0,0 1 0 0 0,0-1 0 0 0,0 1 0 0 0,0 0 0 0 0,0 0 0 0 0,0-1 0 0 0,-5 10 3826 0 0,5-9-3962 0 0,-1 1 0 0 0,0-1 0 0 0,0 0 1 0 0,0 0-1 0 0,1 0 0 0 0,-1-1 0 0 0,0 1 0 0 0,0 0 1 0 0,0-1-1 0 0,0 1 0 0 0,-1-1 0 0 0,1 0 1 0 0,0 1-1 0 0,-3-1 0 0 0,4 0-18 0 0,-3-2-4 0 0,4 2-45 0 0,0 0-1 0 0,0 0 0 0 0,0 0 0 0 0,0 0 0 0 0,0 0 1 0 0,0 0-1 0 0,-1 0 0 0 0,1 0 0 0 0,0 0 0 0 0,0 0 0 0 0,0 0 1 0 0,0 0-1 0 0,0 0 0 0 0,0 0 0 0 0,0 0 0 0 0,0 0 0 0 0,0 0 1 0 0,0 0-1 0 0,0 0 0 0 0,0 0 0 0 0,0 0 0 0 0,0 0 1 0 0,0 0-1 0 0,0 0 0 0 0,-1 0 0 0 0,1 0 0 0 0,0 0 0 0 0,0 0 1 0 0,0 0-1 0 0,0 0 0 0 0,0 0 0 0 0,0 0 0 0 0,0 0 1 0 0,0 0-1 0 0,0 0 0 0 0,0 0 0 0 0,0 0 0 0 0,0 0 0 0 0,0 0 1 0 0,0 0-1 0 0,0 0 0 0 0,0 0 0 0 0,0 0 0 0 0,0 0 1 0 0,-1 0-1 0 0,1 0 0 0 0,0 0 0 0 0,0 0 0 0 0,0 1 0 0 0,0-1 1 0 0,0 0-1 0 0,0 0 0 0 0,0 0 0 0 0,0 0 0 0 0,0 0 0 0 0,0 0 1 0 0,0 0-1 0 0,0 0 0 0 0,0 0 0 0 0,0 0 0 0 0,0 0 1 0 0,0 0-1 0 0,0 0 0 0 0,0 0 0 0 0,0 0 0 0 0,0 1 1 0 0,5 8 0 0 0,1 8-57 0 0,0-7 30 0 0,0-4 17 0 0,7 9 11 0 0,-11-14 32 0 0,7 1-33 0 0,3 0-29 0 0,-9-2 3 0 0,12 0-2 0 0,-13 0 293 0 0,0 0-275 0 0,4 0-100 0 0,-5 0-484 0 0,8 0-1123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14.232"/>
    </inkml:context>
    <inkml:brush xml:id="br0">
      <inkml:brushProperty name="width" value="0.1" units="cm"/>
      <inkml:brushProperty name="height" value="0.1" units="cm"/>
      <inkml:brushProperty name="color" value="#004F8B"/>
    </inkml:brush>
  </inkml:definitions>
  <inkml:trace contextRef="#ctx0" brushRef="#br0">89 5 7599 0 0,'0'0'7792'0'0,"0"0"-7773"0"0,0-1-1 0 0,0 1 1 0 0,0 0-1 0 0,-1 0 1 0 0,1-1-1 0 0,0 1 0 0 0,0 0 1 0 0,0 0-1 0 0,-1-1 1 0 0,1 1-1 0 0,0 0 1 0 0,0 0-1 0 0,-1 0 1 0 0,1 0-1 0 0,0-1 1 0 0,0 1-1 0 0,-1 0 1 0 0,1 0-1 0 0,0 0 0 0 0,-1 0 1 0 0,1 0-1 0 0,0 0 1 0 0,-1 0-1 0 0,1 0 1 0 0,-1 0-1 0 0,-6 3 74 0 0,-1 1 64 0 0,0-1 0 0 0,-15 5 0 0 0,21-7-139 0 0,1 0 0 0 0,0 0 0 0 0,0 0 0 0 0,0 0 0 0 0,-1 0 0 0 0,1 0 0 0 0,0 0 0 0 0,0 0 0 0 0,-1 2 0 0 0,0 0 8 0 0,0 0-12 0 0,0-1 11 0 0,-3 14-8 0 0,3-13-16 0 0,-4 14 0 0 0,5-11-1 0 0,0 0 1 0 0,0-1-1 0 0,1 1 0 0 0,0 0 0 0 0,0 1 1 0 0,0-1-1 0 0,0 0 0 0 0,1-1 0 0 0,0 1 0 0 0,0 0 1 0 0,3 6-1 0 0,-2-6-10 0 0,-3-6 10 0 0,1 1 1 0 0,0-1 0 0 0,0 1 0 0 0,1-1 0 0 0,-1 1 0 0 0,0-1 0 0 0,0 1-1 0 0,0-1 1 0 0,0 1 0 0 0,0-1 0 0 0,0 1 0 0 0,1-1 0 0 0,-1 0 0 0 0,0 1-1 0 0,0-1 1 0 0,1 1 0 0 0,-1-1 0 0 0,0 0 0 0 0,1 1 0 0 0,-1-1-1 0 0,0 1 1 0 0,1-1 0 0 0,-1 0 0 0 0,1 1 0 0 0,10 6-64 0 0,-9-6 97 0 0,-1 0 1 0 0,1 0-1 0 0,0 0 0 0 0,0-1 0 0 0,0 1 0 0 0,0 0 0 0 0,0-1 1 0 0,0 1-1 0 0,0-1 0 0 0,0 0 0 0 0,1 0 0 0 0,-1 0 0 0 0,0 0 1 0 0,0 0-1 0 0,0 0 0 0 0,0 0 0 0 0,0-1 0 0 0,0 1 0 0 0,2-2 1 0 0,3 1 126 0 0,-5 1-64 0 0,16-8 192 0 0,-10 3-173 0 0,-5 3-86 0 0,0 0 0 0 0,1 0 0 0 0,-1-1 0 0 0,0 1 0 0 0,0-1 0 0 0,4-5 0 0 0,-2 3 49 0 0,-1 0 285 0 0,0 0-1 0 0,0-1 0 0 0,4-8 1 0 0,-7 13-63 0 0,0-7 2 0 0,0-8 63 0 0,0 13-270 0 0,-1-1 0 0 0,0 0 0 0 0,0 0 0 0 0,0 0 0 0 0,-1-5 0 0 0,1 8 98 0 0,-1-1-101 0 0,-3-11 90 0 0,4 10-137 0 0,-1-1 1 0 0,0 1-1 0 0,0-1 1 0 0,-1 1 0 0 0,1 0-1 0 0,-1 0 1 0 0,0 0-1 0 0,1-1 1 0 0,-4-2-1 0 0,4 5-93 0 0,-18-1 87 0 0,-6 3-39 0 0,17 1 0 0 0,-1 2 0 0 0,-4 2-21 0 0,11-5 6 0 0,0-1 1 0 0,0 1-1 0 0,0 0 1 0 0,0 0-1 0 0,0 0 1 0 0,1 0-1 0 0,-1 0 1 0 0,0 1-1 0 0,0-1 0 0 0,-1 2 1 0 0,-1 4 3 0 0,3-6 7 0 0,0 1-1 0 0,0-1 1 0 0,0 1 0 0 0,0-1-1 0 0,0 1 1 0 0,0-1-1 0 0,1 1 1 0 0,-1 0-1 0 0,1-1 1 0 0,0 1 0 0 0,-1 0-1 0 0,1 3 1 0 0,0-1-13 0 0,-1-1 11 0 0,1 0 0 0 0,0 0 0 0 0,0 0 0 0 0,0 0 0 0 0,0-1 0 0 0,0 1 0 0 0,1 0 0 0 0,0 4 1 0 0,1 2-6 0 0,-2-6-9 0 0,0 1 1 0 0,1-1 0 0 0,-1 0-1 0 0,1 1 1 0 0,0-1 0 0 0,0 0-1 0 0,0 1 1 0 0,0-1 0 0 0,3 6-1 0 0,25 32-32 0 0,-26-38 52 0 0,-2-1 0 0 0,0-1 0 0 0,1 1 0 0 0,-1-1 0 0 0,0 0 0 0 0,1 1 0 0 0,-1-1 0 0 0,1 0 0 0 0,0 0 0 0 0,-1 0 0 0 0,1 0 0 0 0,2 1 0 0 0,1 0-4 0 0,4 2 19 0 0,20-3-15 0 0,-25-1 7 0 0,1 0 0 0 0,0 0 0 0 0,-1 0 0 0 0,1-1 0 0 0,0 0 0 0 0,-1 0 0 0 0,1 0 0 0 0,6-3 0 0 0,-8 3-17 0 0,3-2 21 0 0,-4 2 42 0 0,1-3 15 0 0,-2 3 12 0 0,-1-6 8 0 0,0-1-1 0 0,-1 1 1 0 0,0-1 0 0 0,0 1-1 0 0,0 0 1 0 0,-1 0 0 0 0,0-1-1 0 0,-1 1 1 0 0,0 0 0 0 0,-5-9-1 0 0,7 15-23 0 0,-13-13 137 0 0,4 2 38 0 0,9 11-111 0 0,-6-4 0 0 0,-16-2-57 0 0,-3 10 122 0 0,7-4-199 0 0,16 1 2 0 0,0-1 1 0 0,-1 1-1 0 0,1 0 1 0 0,-1 0-1 0 0,1 0 1 0 0,-1 0-1 0 0,-5 2 0 0 0,7-1-4 0 0,0 0 0 0 0,0 0 0 0 0,0 1 0 0 0,1-1-1 0 0,-1 0 1 0 0,0 1 0 0 0,1-1 0 0 0,-1 1-1 0 0,0-1 1 0 0,1 1 0 0 0,0 0 0 0 0,-1 0-1 0 0,1-1 1 0 0,0 1 0 0 0,0 0 0 0 0,0 0-1 0 0,0 0 1 0 0,1 0 0 0 0,-1 1 0 0 0,0-1-1 0 0,1 2 1 0 0,-1-1 9 0 0,0 21-141 0 0,1-21-99 0 0,0-1-1 0 0,1 1 0 0 0,0 0 0 0 0,0-1 0 0 0,0 1 1 0 0,0 0-1 0 0,0-1 0 0 0,0 1 0 0 0,1-1 0 0 0,-1 0 1 0 0,1 1-1 0 0,0-1 0 0 0,2 3 0 0 0,2 0-1856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16.214"/>
    </inkml:context>
    <inkml:brush xml:id="br0">
      <inkml:brushProperty name="width" value="0.1" units="cm"/>
      <inkml:brushProperty name="height" value="0.1" units="cm"/>
      <inkml:brushProperty name="color" value="#004F8B"/>
    </inkml:brush>
  </inkml:definitions>
  <inkml:trace contextRef="#ctx0" brushRef="#br0">125 1 8639 0 0,'-3'7'66'0'0,"2"-6"-31"0"0,1 1 1 0 0,-1-1-1 0 0,0 1 0 0 0,1-1 1 0 0,-1 0-1 0 0,1 1 0 0 0,-1-1 0 0 0,1 1 1 0 0,0 2 522 0 0,-1-4-386 0 0,0-1 0 0 0,0 0 0 0 0,0 0 0 0 0,1 0 0 0 0,-1 1 0 0 0,0-1 0 0 0,0 1 0 0 0,0-1 0 0 0,0 0 0 0 0,0 1 0 0 0,0 0 0 0 0,0-1 0 0 0,-1 1 0 0 0,1 0 0 0 0,0-1 0 0 0,0 1 0 0 0,0 0 0 0 0,0 0 0 0 0,0 0 0 0 0,0 0 0 0 0,-1 0 0 0 0,0 0 0 0 0,0 1 1 0 0,-17 7 532 0 0,-22 6 311 0 0,39-13-990 0 0,1 0-1 0 0,0 0 1 0 0,0 1 0 0 0,0-1-1 0 0,1 1 1 0 0,-1-1-1 0 0,0 0 1 0 0,1 1 0 0 0,-2 2-1 0 0,0 2 31 0 0,-13 22 50 0 0,13-6-124 0 0,2-13 26 0 0,-1 3-8 0 0,3-6 0 0 0,1 3 0 0 0,0-1-13 0 0,-3-8 11 0 0,0 1-1 0 0,0-1 1 0 0,0 0-1 0 0,0 0 1 0 0,0 1-1 0 0,0-1 1 0 0,0 0 0 0 0,1 0-1 0 0,-1 1 1 0 0,0-1-1 0 0,0 0 1 0 0,0 0-1 0 0,0 0 1 0 0,0 1 0 0 0,1-1-1 0 0,-1 0 1 0 0,0 0-1 0 0,0 0 1 0 0,0 1-1 0 0,1-1 1 0 0,-1 0 0 0 0,0 0-1 0 0,0 0 1 0 0,0 0-1 0 0,1 0 1 0 0,-1 0 0 0 0,0 1-1 0 0,0-1 1 0 0,1 0-1 0 0,15 6 73 0 0,-10-2 2 0 0,0-1 0 0 0,0 0 0 0 0,0-1 0 0 0,12 4 0 0 0,-16-6-36 0 0,-1 1 0 0 0,1-1 0 0 0,0 0 0 0 0,0 0 0 0 0,-1 1 0 0 0,1-1 0 0 0,0-1 0 0 0,0 1 0 0 0,0 0 0 0 0,-1 0 0 0 0,1-1 0 0 0,0 1 0 0 0,0-1 0 0 0,-1 1 0 0 0,1-1 0 0 0,-1 0 0 0 0,1 0 0 0 0,0 0 0 0 0,-1 0 0 0 0,1 0 0 0 0,1-2 0 0 0,-2 2 156 0 0,14-7 392 0 0,1-12 598 0 0,-15 16-998 0 0,1-1 1 0 0,-1 1-1 0 0,0-1 1 0 0,0 1-1 0 0,0-1 1 0 0,-1 0-1 0 0,1 1 1 0 0,-1-1-1 0 0,0 0 1 0 0,-1 1-1 0 0,1-1 1 0 0,-2-4-1 0 0,2 7 20 0 0,-2 1-166 0 0,1 0-1 0 0,0-1 1 0 0,0 1-1 0 0,-1-1 1 0 0,1 1-1 0 0,0-1 1 0 0,1 1-1 0 0,-3-4 1 0 0,1 0 128 0 0,-4-4-36 0 0,5 8-106 0 0,1-1-1 0 0,-1 1 0 0 0,0 0 1 0 0,0 0-1 0 0,1 0 0 0 0,-1 0 1 0 0,0 0-1 0 0,0 0 0 0 0,0 0 1 0 0,0 0-1 0 0,0 0 0 0 0,0 0 1 0 0,-2-1-1 0 0,1 2-29 0 0,1 0-1 0 0,-1 0 1 0 0,1 0 0 0 0,-1 0-1 0 0,1 0 1 0 0,-1 1 0 0 0,1-1-1 0 0,-1 0 1 0 0,1 1 0 0 0,-1-1-1 0 0,1 1 1 0 0,-1 0 0 0 0,1-1-1 0 0,0 1 1 0 0,-1 0 0 0 0,0 1 0 0 0,2-2 5 0 0,-2 0 0 0 0,1 1 0 0 0,-1 0 0 0 0,1 0 0 0 0,0 0 0 0 0,-1 0 0 0 0,1 0 0 0 0,0 0 0 0 0,0 0 0 0 0,-2 2 0 0 0,2 0-8 0 0,-1 0-1 0 0,1 0 1 0 0,0 0 0 0 0,0 0-1 0 0,0 0 1 0 0,0 0 0 0 0,0 4-1 0 0,-1-4 11 0 0,2-3 1 0 0,0 1 1 0 0,-1 0-1 0 0,1 0 0 0 0,-1-1 1 0 0,1 1-1 0 0,0 0 0 0 0,0 0 1 0 0,-1 0-1 0 0,1-1 0 0 0,0 1 1 0 0,0 0-1 0 0,0 0 0 0 0,0 0 1 0 0,0 0-1 0 0,0 0 0 0 0,0-1 1 0 0,0 1-1 0 0,1 1 0 0 0,3 23-127 0 0,-3-21 69 0 0,-1-3 56 0 0,0 1-1 0 0,1-1 1 0 0,-1 0-1 0 0,0 0 1 0 0,1 0-1 0 0,-1 0 1 0 0,1 0 0 0 0,-1 0-1 0 0,1-1 1 0 0,0 1-1 0 0,0 0 1 0 0,-1 0-1 0 0,1 0 1 0 0,0-1-1 0 0,0 1 1 0 0,1 1-1 0 0,6 4 1 0 0,-4-4 0 0 0,-1-1 0 0 0,0 0 0 0 0,1 0 0 0 0,-1 0 0 0 0,1-1 0 0 0,-1 1 0 0 0,1-1 0 0 0,-1 0 0 0 0,1 0 0 0 0,6-1 0 0 0,-8 1 0 0 0,1 0 0 0 0,-1 0 0 0 0,1 0 0 0 0,-1-1 0 0 0,1 1 0 0 0,-1-1 0 0 0,0 1 0 0 0,1-1 0 0 0,3-2 0 0 0,0 1 0 0 0,-4 2 0 0 0,-1-1 0 0 0,1 1 0 0 0,0 0 0 0 0,-1-1 0 0 0,1 1 0 0 0,0-1 0 0 0,-1 1 0 0 0,1-1 0 0 0,-1 0 0 0 0,1 1 0 0 0,-1-1 0 0 0,1 0 0 0 0,-1 0 0 0 0,0 0 0 0 0,1 0 0 0 0,1-3 0 0 0,3-3 0 0 0,-5 6 3 0 0,0 0 0 0 0,0 0 0 0 0,0 0 0 0 0,0 0 0 0 0,-1 0 0 0 0,1 0-1 0 0,0 0 1 0 0,-1 0 0 0 0,1-1 0 0 0,-1 1 0 0 0,0 0 0 0 0,1 0 0 0 0,-1-1 0 0 0,0 1 0 0 0,0 0 0 0 0,0-1-1 0 0,1 1 1 0 0,-1 0 0 0 0,-1 0 0 0 0,1-1 0 0 0,0 1 0 0 0,0 0 0 0 0,0-1 0 0 0,-1 1 0 0 0,1 0-1 0 0,-1 0 1 0 0,1-1 0 0 0,-2-1 0 0 0,1 0 27 0 0,0 0-1 0 0,-1 0 1 0 0,0 0-1 0 0,0 0 1 0 0,0 1-1 0 0,0-1 1 0 0,0 0-1 0 0,-1 1 1 0 0,1-1-1 0 0,-1 1 1 0 0,-4-3-1 0 0,3 2 17 0 0,1-1-1 0 0,-1 1 0 0 0,1 0 0 0 0,-6-8 0 0 0,7 7-10 0 0,2 4-29 0 0,-1-1 1 0 0,1 0 0 0 0,-1 0-1 0 0,1 0 1 0 0,-1 0 0 0 0,0 1-1 0 0,1-1 1 0 0,-1 0 0 0 0,0 1-1 0 0,1-1 1 0 0,-1 0 0 0 0,0 1-1 0 0,0-1 1 0 0,0 1 0 0 0,0-1-1 0 0,1 1 1 0 0,-1-1 0 0 0,0 1-1 0 0,0 0 1 0 0,0-1 0 0 0,-2 1-1 0 0,2-1 0 0 0,-1-1 0 0 0,-11 1-20 0 0,11 1 7 0 0,1 0 1 0 0,0 0-1 0 0,-1 0 1 0 0,1 0-1 0 0,-1 1 1 0 0,1-1-1 0 0,0 0 1 0 0,-1 1-1 0 0,1-1 1 0 0,0 1-1 0 0,0 0 1 0 0,-1-1-1 0 0,1 1 1 0 0,0 0-1 0 0,0 0 1 0 0,0 0-1 0 0,0 0 1 0 0,0 0-1 0 0,0 0 1 0 0,0 0-1 0 0,0 0 1 0 0,0 0-1 0 0,1 0 1 0 0,-1 0-1 0 0,0 1 1 0 0,0 0-1 0 0,-1 3-12 0 0,1 0 0 0 0,-1 0-1 0 0,1 0 1 0 0,0 0-1 0 0,1 0 1 0 0,-1 0 0 0 0,1 8-1 0 0,0-9 15 0 0,1-1 0 0 0,-1 1 0 0 0,1 0 0 0 0,-1-1 1 0 0,4 7-1 0 0,0 3-30 0 0,-4-11 22 0 0,1 1-1 0 0,-1-1 0 0 0,1 0 1 0 0,0 0-1 0 0,0 0 1 0 0,0 0-1 0 0,0 0 1 0 0,0 0-1 0 0,0 0 0 0 0,2 2 1 0 0,0 0-30 0 0,-2-3-21 0 0,15 12-300 0 0,-12-11 226 0 0,-2-1 104 0 0,0 0 0 0 0,0 0 0 0 0,1 0-1 0 0,-1 0 1 0 0,0 0 0 0 0,1-1 0 0 0,-1 1 0 0 0,0-1 0 0 0,1 1-1 0 0,-1-1 1 0 0,1 0 0 0 0,-1 0 0 0 0,1 0 0 0 0,-1 0-1 0 0,1-1 1 0 0,-1 1 0 0 0,0-1 0 0 0,1 1 0 0 0,-1-1-1 0 0,0 0 1 0 0,1 0 0 0 0,-1 0 0 0 0,4-2 0 0 0,-5 2 81 0 0,0 0 0 0 0,0 0 0 0 0,0 0 0 0 0,0-1 0 0 0,0 1 0 0 0,0 0 1 0 0,-1 0-1 0 0,1 0 0 0 0,0-1 0 0 0,-1 1 0 0 0,1 0 0 0 0,-1-1 1 0 0,0 1-1 0 0,1 0 0 0 0,-1-3 0 0 0,1-20 790 0 0,-1 18-714 0 0,0 5-103 0 0,-1 0-1 0 0,1-1 1 0 0,-1 1-1 0 0,1 0 1 0 0,-1 0 0 0 0,1-1-1 0 0,-1 1 1 0 0,0 0-1 0 0,0 0 1 0 0,1 0-1 0 0,-1 0 1 0 0,0 0 0 0 0,-1-1-1 0 0,-4-5 30 0 0,5 4-39 0 0,-7-9 46 0 0,5 9-57 0 0,1 0 0 0 0,0 1-1 0 0,-1 0 1 0 0,0 0-1 0 0,1 0 1 0 0,-1 0-1 0 0,0 0 1 0 0,-4-2-1 0 0,6 4 2 0 0,0-1 0 0 0,1 0 0 0 0,-1 1 0 0 0,0-1 0 0 0,0 1 0 0 0,0 0 0 0 0,0-1 0 0 0,0 1 0 0 0,0 0 0 0 0,0-1 0 0 0,-1 1 0 0 0,1 0 0 0 0,0 0 0 0 0,0 0 0 0 0,0 0 0 0 0,0 0 0 0 0,0 0 0 0 0,-2 1 0 0 0,-2-1 0 0 0,4 0-128 0 0,-1 0 0 0 0,1 0 0 0 0,0 0 0 0 0,0 1 0 0 0,-1-1 0 0 0,1 0 0 0 0,0 1 0 0 0,0-1 0 0 0,0 1 0 0 0,0-1 0 0 0,-1 1 0 0 0,1-1 0 0 0,0 1 0 0 0,0 0 0 0 0,0-1 0 0 0,0 1 0 0 0,0 0 0 0 0,0 0 0 0 0,1 0 0 0 0,-1 0 0 0 0,0 0 0 0 0,0 0 0 0 0,1 0 0 0 0,-1 0 0 0 0,0 0 0 0 0,1 0 0 0 0,-1 0 0 0 0,0 3 0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53"/>
    </inkml:context>
    <inkml:brush xml:id="br0">
      <inkml:brushProperty name="width" value="0.1" units="cm"/>
      <inkml:brushProperty name="height" value="0.1" units="cm"/>
      <inkml:brushProperty name="color" value="#5D4753"/>
    </inkml:brush>
  </inkml:definitions>
  <inkml:trace contextRef="#ctx0" brushRef="#br0">2656 125 1375 0 0,'0'0'14036'0'0,"4"-16"-12404"0"0,-6 10-1425 0 0,0 1-1 0 0,0-1 0 0 0,0 0 1 0 0,-1 1-1 0 0,0-1 0 0 0,0 1 1 0 0,-4-6-1 0 0,4 9-114 0 0,0-1 1 0 0,0 1-1 0 0,0 0 0 0 0,0 0 1 0 0,0 1-1 0 0,0-1 1 0 0,-1 0-1 0 0,1 1 0 0 0,-6-2 1 0 0,3 1 48 0 0,-13-5 124 0 0,1 0 0 0 0,-1 2 0 0 0,0 0 0 0 0,-1 1 0 0 0,1 1 0 0 0,-1 0 0 0 0,-19 1 0 0 0,23 2-180 0 0,8-1-44 0 0,0 1 0 0 0,0 1-1 0 0,-13 1 1 0 0,12-1 18 0 0,0 0-1 0 0,0 0 1 0 0,0-1 0 0 0,-12-1-1 0 0,9 0-26 0 0,0 1 0 0 0,-13 1-1 0 0,-62 11 157 0 0,77-10-189 0 0,5-2 3 0 0,0 1 1 0 0,0 1-1 0 0,0-1 0 0 0,-7 4 1 0 0,-23 8 55 0 0,29-11-59 0 0,-1 0 0 0 0,1 0 1 0 0,-1 1-1 0 0,1 0 0 0 0,-8 6 0 0 0,-119 88 65 0 0,75-59-50 0 0,44-31-7 0 0,1 1 1 0 0,1 0 0 0 0,-1 1 0 0 0,2 0-1 0 0,-15 15 1 0 0,-5 10-7 0 0,-60 72-62 0 0,69-81 61 0 0,15-17 0 0 0,1 0 0 0 0,0 0 0 0 0,-9 14 0 0 0,5-6 0 0 0,-1 0 0 0 0,0-1 0 0 0,-1 0 0 0 0,-18 16 0 0 0,16-17 0 0 0,1 0 0 0 0,1 1 0 0 0,0 0 0 0 0,-11 20 0 0 0,16-23 0 0 0,-2 0 0 0 0,1-1 0 0 0,-21 20 0 0 0,2-1 0 0 0,-1-1 0 0 0,-2 0 0 0 0,-58 42 0 0 0,84-68 0 0 0,-48 35 106 0 0,-59 32 0 0 0,42-33 77 0 0,-27 15-250 0 0,47-26 67 0 0,-27 20 0 0 0,29-20 0 0 0,25-15 0 0 0,16-8 0 0 0,-1 0 0 0 0,1-1 0 0 0,-11 3 0 0 0,11-3 0 0 0,0-1 0 0 0,0 1 0 0 0,0 1 0 0 0,0-1 0 0 0,-6 5 0 0 0,-29 16-7 0 0,26-15-2 0 0,0 0 0 0 0,0 1 0 0 0,1 1 1 0 0,1 0-1 0 0,-17 17 0 0 0,9-6 9 0 0,-1 0 0 0 0,-35 25 0 0 0,46-36 40 0 0,1-1 1 0 0,-13 16-1 0 0,-8 8-110 0 0,2-5 41 0 0,0 3 0 0 0,-43 59 0 0 0,54-61 29 0 0,1 0 0 0 0,-22 53 0 0 0,33-66-27 0 0,1 0 0 0 0,-3 21 0 0 0,-5 15-28 0 0,4-15 55 0 0,7-27 0 0 0,0-1 0 0 0,-5 13 0 0 0,-1 3 0 0 0,1 1 0 0 0,1 1 0 0 0,2-1 0 0 0,0 1 0 0 0,2 0 0 0 0,1 42 0 0 0,4 25 47 0 0,5-1-1 0 0,23 109 1 0 0,23 68 232 0 0,-37-209-188 0 0,-5-23-65 0 0,22 67 157 0 0,-11-36-53 0 0,-7-20-42 0 0,-5-19-22 0 0,5 31 0 0 0,-11-42 10 0 0,1 1-1 0 0,1-1 0 0 0,1 0 0 0 0,19 34 0 0 0,-17-37-19 0 0,1 0-1 0 0,1-1 0 0 0,0 0 0 0 0,0 0 0 0 0,29 23 0 0 0,-12-12-42 0 0,-14-11 4 0 0,1 0 0 0 0,29 18 0 0 0,-5-3 35 0 0,-29-21-31 0 0,0 0 0 0 0,1-1 0 0 0,15 8 0 0 0,46 17 142 0 0,78 22 0 0 0,-105-39-137 0 0,-24-9 7 0 0,26 4-1 0 0,19 5 42 0 0,78 25 92 0 0,-116-35-128 0 0,0-1 0 0 0,0-1-1 0 0,34 0 1 0 0,111-9 189 0 0,-141 4-188 0 0,-1 1 0 0 0,59 6 0 0 0,-61-4-39 0 0,1 0 0 0 0,46-4 0 0 0,-70 1 0 0 0,51-2 36 0 0,62-13 0 0 0,17-2 28 0 0,-81 10-64 0 0,58-16 0 0 0,-82 14 45 0 0,-1-2 1 0 0,-1-1-1 0 0,0-2 0 0 0,28-18 1 0 0,-26 12 4 0 0,40-35 0 0 0,-35 26-33 0 0,-15 12-17 0 0,31-23 0 0 0,-23 20 16 0 0,-16 10 0 0 0,0 2 0 0 0,22-12 0 0 0,66-32-16 0 0,-81 39 0 0 0,0-1 0 0 0,32-31 0 0 0,-44 39 0 0 0,35-35 0 0 0,41-33 0 0 0,28-4 0 0 0,50-26 0 0 0,10 10 0 0 0,-147 82 0 0 0,92-34 0 0 0,-37 17 0 0 0,-34 12 0 0 0,0 2 0 0 0,2 3 0 0 0,60-10 0 0 0,-68 19 4 0 0,0 2-1 0 0,78 5 1 0 0,-96-1 2 0 0,-1 1 0 0 0,1 1 0 0 0,39 12 0 0 0,62 32 15 0 0,-12-5-13 0 0,-9-10-8 0 0,142 26 0 0 0,-199-50 0 0 0,53 10 0 0 0,125 6 0 0 0,-150-23 0 0 0,73 5 0 0 0,-103-4 9 0 0,1-3-1 0 0,-1-1 1 0 0,51-9-1 0 0,-8 1 11 0 0,-20 4 32 0 0,65-6 57 0 0,-108 8-75 0 0,1-2-1 0 0,-1-1 0 0 0,30-10 0 0 0,-13 1 20 0 0,-12 4 24 0 0,43-20-1 0 0,-19 4-38 0 0,68-25 1 0 0,42-16 68 0 0,-151 62-102 0 0,-1 0 0 0 0,0-1 0 0 0,-1 0 0 0 0,15-12 0 0 0,33-38 52 0 0,-38 37-46 0 0,-3 1 11 0 0,0-2 1 0 0,-1 0 0 0 0,-2-1-1 0 0,23-44 1 0 0,-16 29-13 0 0,-1 1-3 0 0,-5 12 6 0 0,-1-1-1 0 0,-1-1 1 0 0,-2 0-1 0 0,9-29 1 0 0,-12 27-9 0 0,1-1 9 0 0,-1-1 0 0 0,-2 0 1 0 0,-1 0-1 0 0,2-42 0 0 0,-9 32 49 0 0,-1 0-1 0 0,-15-66 0 0 0,-11 3-49 0 0,20 68 37 0 0,-2 0 0 0 0,-1 0-1 0 0,-30-57 1 0 0,39 85-47 0 0,-14-29 19 0 0,-25-50 77 0 0,24 56 1 0 0,-1 0 0 0 0,-26-28 0 0 0,-17-16 120 0 0,49 60-164 0 0,0 0 0 0 0,-1 1-1 0 0,0 1 1 0 0,-25-16 0 0 0,16 10 15 0 0,-17-8 9 0 0,0 1 0 0 0,-2 2 1 0 0,-63-25-1 0 0,46 25-78 0 0,22 7 22 0 0,-55-17 1 0 0,18 8-4 0 0,-63-20-19 0 0,80 29 0 0 0,21 6 0 0 0,-53-8 0 0 0,-49-19 0 0 0,102 29 0 0 0,0 2 0 0 0,-43-3 0 0 0,54 6 0 0 0,9 2 0 0 0,-26-1 0 0 0,29 2 0 0 0,0-1 0 0 0,-24-4 0 0 0,-10-1 0 0 0,-59-9 0 0 0,10 2 0 0 0,3 2 0 0 0,46 5 0 0 0,-50 0 0 0 0,-29 0 0 0 0,53 1 0 0 0,-38-9 0 0 0,-1 7 0 0 0,-21-4 0 0 0,101 7 0 0 0,0-2 0 0 0,-35-11 0 0 0,-126-44 0 0 0,156 49 0 0 0,-104-31 0 0 0,107 33 0 0 0,19 5 0 0 0,-29-5 0 0 0,20 6 0 0 0,-27-9 0 0 0,-5-1 0 0 0,32 7 0 0 0,-44-18 0 0 0,40 14 0 0 0,-9-7 0 0 0,28 12 0 0 0,-1 1 0 0 0,-12-4 0 0 0,13 5 0 0 0,0 0-1 0 0,1 0 1 0 0,-14-10 0 0 0,11 6-10 0 0,-24-19-44 0 0,13 8 55 0 0,12 12-1 0 0,-17-15 0 0 0,6 3 0 0 0,-21-19 0 0 0,26 25 0 0 0,0-1 0 0 0,1 0 0 0 0,0-2 0 0 0,-16-21 0 0 0,8 4 0 0 0,20 26 0 0 0,2 5 0 0 0,0 0 0 0 0,0 0 0 0 0,-1 0 0 0 0,1 1 0 0 0,-1-1 0 0 0,1 0 0 0 0,-1 1 0 0 0,0-1 0 0 0,-3-2 0 0 0,-5-4-4 0 0,0 0 1 0 0,-15-9-1 0 0,14 12-51 0 0,-8 2 57 0 0,-14-7-2 0 0,32 9 0 0 0,-2 1 0 0 0,0-1 0 0 0,1 1 0 0 0,-1-1 0 0 0,0 0 0 0 0,1 0 0 0 0,-1 0 0 0 0,1-1 0 0 0,-1 1 0 0 0,1-1 0 0 0,-3-2 0 0 0,-3-1 0 0 0,0 1 0 0 0,6 3-6 0 0,0 0 1 0 0,1 0-1 0 0,-1 1 0 0 0,0-1 1 0 0,0 0-1 0 0,0 1 0 0 0,-1-1 0 0 0,1 1 1 0 0,0-1-1 0 0,-3 1 0 0 0,-18-2 5 0 0,20 0 1 0 0,2 2 0 0 0,0 0 0 0 0,1-1 0 0 0,-1 1 0 0 0,0 0 0 0 0,0 0 0 0 0,1-1 0 0 0,-1 1 0 0 0,0 0 0 0 0,0 0 0 0 0,0 0 0 0 0,1 0 0 0 0,-1 0 0 0 0,0 0 0 0 0,0 0 0 0 0,0 0 0 0 0,1 0 0 0 0,-1 0 0 0 0,-1 1 0 0 0,-16 1-8 0 0,-22 4-48 0 0,37-5 56 0 0,-37 2 0 0 0,32-4 0 0 0,1 0 0 0 0,-2 0 0 0 0,-1 3 0 0 0,-15-1-3104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54"/>
    </inkml:context>
    <inkml:brush xml:id="br0">
      <inkml:brushProperty name="width" value="0.1" units="cm"/>
      <inkml:brushProperty name="height" value="0.1" units="cm"/>
      <inkml:brushProperty name="color" value="#FF0000"/>
    </inkml:brush>
  </inkml:definitions>
  <inkml:trace contextRef="#ctx0" brushRef="#br0">175 72 9791 0 0,'-1'-1'1991'0'0,"-26"-14"1225"0"0,22 12-2707 0 0,0 0 0 0 0,0 0 0 0 0,0 0 0 0 0,0 1-1 0 0,-9-4 1 0 0,14 6-496 0 0,-1 0 0 0 0,1 0 0 0 0,0 0 1 0 0,0 0-1 0 0,-1 0 0 0 0,1 0 0 0 0,0 0 0 0 0,0 0 0 0 0,-1 0 0 0 0,1 0 0 0 0,0 0 0 0 0,0 0 0 0 0,-1 0 0 0 0,1 0 1 0 0,0 0-1 0 0,0 0 0 0 0,0 0 0 0 0,-1 0 0 0 0,1 0 0 0 0,0 0 0 0 0,0 0 0 0 0,-1 1 0 0 0,1-1 0 0 0,0 0 0 0 0,0 0 1 0 0,0 0-1 0 0,-1 1 0 0 0,1-1-1 0 0,0 0 1 0 0,-1 0 0 0 0,1 0-1 0 0,0 1 1 0 0,0-1 0 0 0,-1 0 0 0 0,1 0-1 0 0,0 0 1 0 0,0 0 0 0 0,-1 0-1 0 0,1 1 1 0 0,0-1 0 0 0,-1 0-1 0 0,1 0 1 0 0,0 0 0 0 0,-1 0 0 0 0,1 0-1 0 0,0 0 1 0 0,-1 0 0 0 0,1 0-1 0 0,0 0 1 0 0,-1 0 0 0 0,1 0 0 0 0,-1-1-1 0 0,-1 1 12 0 0,0 0 1 0 0,-1 0-1 0 0,1 1 0 0 0,0-1 0 0 0,0 0 0 0 0,-1 1 0 0 0,1-1 0 0 0,0 1 1 0 0,0 0-1 0 0,0 0 0 0 0,0 0 0 0 0,0 0 0 0 0,0 0 0 0 0,-3 2 0 0 0,1-1 29 0 0,0 1-1 0 0,0-1 1 0 0,0 0-1 0 0,-6 1 0 0 0,8-2-39 0 0,1-1 0 0 0,-1 0 1 0 0,1 1-1 0 0,0-1 0 0 0,-1 1 0 0 0,1 0 0 0 0,0-1 0 0 0,-1 1 0 0 0,1 0 1 0 0,0 0-1 0 0,0-1 0 0 0,-2 3 0 0 0,2-1-11 0 0,-1 0 0 0 0,1 1 0 0 0,0-1 0 0 0,0 1 0 0 0,0 0 0 0 0,0-1-1 0 0,0 1 1 0 0,0 0 0 0 0,1-1 0 0 0,-1 4 0 0 0,0-3-3 0 0,1-1 0 0 0,0 1 0 0 0,-1 0-1 0 0,1-1 1 0 0,1 1 0 0 0,-1-1 0 0 0,0 1 0 0 0,0 0-1 0 0,1-1 1 0 0,1 4 0 0 0,4 8-67 0 0,-2-12 73 0 0,-2-1-9 0 0,7 4 4 0 0,-6-4 0 0 0,1 0 0 0 0,-1-1 0 0 0,1 0 0 0 0,-1 0 0 0 0,6-1 0 0 0,12 1 0 0 0,-15 1 52 0 0,0 0-1 0 0,-1 0 1 0 0,1-1 0 0 0,0 0-1 0 0,-1-1 1 0 0,1 1 0 0 0,0-1-1 0 0,-1 0 1 0 0,1 0-1 0 0,-1-1 1 0 0,6-2 0 0 0,-8 3 47 0 0,0 0 0 0 0,0-1 1 0 0,0 0-1 0 0,-1 0 1 0 0,1 0-1 0 0,-1 0 0 0 0,0 0 1 0 0,1 0-1 0 0,-1-1 1 0 0,0 1-1 0 0,0-1 0 0 0,-1 1 1 0 0,1-1-1 0 0,0 0 0 0 0,-1 0 1 0 0,0 1-1 0 0,1-1 1 0 0,-1 0-1 0 0,0 0 0 0 0,0-6 1 0 0,0 8 377 0 0,-7-17 66 0 0,4 14-439 0 0,0-4 7 0 0,-2 1 0 0 0,1-1 0 0 0,-1 1 0 0 0,0 0 1 0 0,0 0-1 0 0,-1 0 0 0 0,-7-8 0 0 0,11 14-95 0 0,0 1 0 0 0,0-1-1 0 0,-1 0 1 0 0,1 1 0 0 0,0-1-1 0 0,0 1 1 0 0,0-1 0 0 0,0 1-1 0 0,-1-1 1 0 0,1 1 0 0 0,0 0-1 0 0,-1 0 1 0 0,1-1 0 0 0,0 1-1 0 0,0 0 1 0 0,-1 0 0 0 0,1 1 0 0 0,0-1-1 0 0,-1 0 1 0 0,1 0 0 0 0,0 0-1 0 0,0 1 1 0 0,-2 0 0 0 0,-1 0-2 0 0,0 1 1 0 0,1-1 0 0 0,-1 1 0 0 0,1 0 0 0 0,-1 0-1 0 0,-3 4 1 0 0,4-4-28 0 0,0 1-1 0 0,0-1 1 0 0,1 1-1 0 0,-1 0 1 0 0,1 0-1 0 0,0 0 1 0 0,0 0-1 0 0,0 0 1 0 0,0 0-1 0 0,0 1 1 0 0,1-1 0 0 0,0 1-1 0 0,-1-1 1 0 0,1 1-1 0 0,1-1 1 0 0,-1 1-1 0 0,0 0 1 0 0,1-1-1 0 0,0 1 1 0 0,0 0-1 0 0,0 0 1 0 0,0-1-1 0 0,0 1 1 0 0,1 0-1 0 0,0-1 1 0 0,0 1 0 0 0,0 0-1 0 0,0-1 1 0 0,0 1-1 0 0,1-1 1 0 0,0 0-1 0 0,-1 1 1 0 0,1-1-1 0 0,0 0 1 0 0,1 0-1 0 0,-1 0 1 0 0,0 0-1 0 0,1-1 1 0 0,5 5-1 0 0,4-1-28 0 0,-9-5 37 0 0,0-1 0 0 0,0 0 0 0 0,1 0 0 0 0,-1 0 0 0 0,0 0 0 0 0,0 0 0 0 0,0-1 0 0 0,0 1 0 0 0,1-1 1 0 0,-1 0-1 0 0,0 0 0 0 0,0 0 0 0 0,0-1 0 0 0,-1 1 0 0 0,1-1 0 0 0,0 1 0 0 0,0-1 0 0 0,-1 0 0 0 0,1 0 0 0 0,-1 0 0 0 0,0 0 0 0 0,4-5 0 0 0,8-7 316 0 0,-13 13 17 0 0,-6-10-200 0 0,-4 0-13 0 0,9 11-150 0 0,0 0 0 0 0,0 0-1 0 0,0 0 1 0 0,0-1 0 0 0,-1 1 0 0 0,1 0 0 0 0,0 0-1 0 0,0 0 1 0 0,0 0 0 0 0,0 0 0 0 0,-1 0-1 0 0,1 0 1 0 0,0 0 0 0 0,0 0 0 0 0,0 0 0 0 0,-1 0-1 0 0,1 0 1 0 0,0 0 0 0 0,0 0 0 0 0,0 1-1 0 0,0-1 1 0 0,-1 0 0 0 0,1 0 0 0 0,0 0-1 0 0,0 0 1 0 0,0 0 0 0 0,0 0 0 0 0,-1 0 0 0 0,1 0-1 0 0,0 1 1 0 0,0-1 0 0 0,0 0 0 0 0,0 0-1 0 0,0 0 1 0 0,0 0 0 0 0,-1 1 0 0 0,0 1-406 0 0,0 1 0 0 0,0 0 0 0 0,0-1 1 0 0,1 1-1 0 0,-1 0 0 0 0,1 0 0 0 0,-1 4 1 0 0,0 10-1254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55"/>
    </inkml:context>
    <inkml:brush xml:id="br0">
      <inkml:brushProperty name="width" value="0.1" units="cm"/>
      <inkml:brushProperty name="height" value="0.1" units="cm"/>
      <inkml:brushProperty name="color" value="#004F8B"/>
    </inkml:brush>
  </inkml:definitions>
  <inkml:trace contextRef="#ctx0" brushRef="#br0">73 1 5063 0 0,'0'0'10788'0'0,"-1"0"-10624"0"0,-2 0-105 0 0,0 0-21 0 0,0 0 1 0 0,0 0-1 0 0,1 0 1 0 0,-1 1-1 0 0,0-1 1 0 0,1 1-1 0 0,-1-1 1 0 0,0 1-1 0 0,1 0 1 0 0,-1 0 0 0 0,1 0-1 0 0,-1 1 1 0 0,1-1-1 0 0,0 0 1 0 0,-1 1-1 0 0,1 0 1 0 0,0-1-1 0 0,-2 4 1 0 0,-3 2 26 0 0,6-7-59 0 0,0 1-1 0 0,1-1 1 0 0,-1 1-1 0 0,1-1 0 0 0,-1 1 1 0 0,0-1-1 0 0,1 1 1 0 0,-1 0-1 0 0,1-1 1 0 0,-1 1-1 0 0,1 0 1 0 0,0-1-1 0 0,-1 1 0 0 0,1 0 1 0 0,0 0-1 0 0,0 0 1 0 0,-1-1-1 0 0,1 2 1 0 0,0 1 8 0 0,-1-1-22 0 0,1 0 0 0 0,0 1 0 0 0,0-1 1 0 0,0 1-1 0 0,0-1 0 0 0,0 1 1 0 0,0-1-1 0 0,1 0 0 0 0,-1 1 0 0 0,1-1 1 0 0,0 0-1 0 0,-1 1 0 0 0,1-1 1 0 0,0 0-1 0 0,1 0 0 0 0,-1 0 0 0 0,2 4 1 0 0,-2-6 4 0 0,8 11-62 0 0,-5-10 69 0 0,-2 0-7 0 0,-2-1 2 0 0,2 1 10 0 0,1 1 0 0 0,-1-1 0 0 0,0 0 1 0 0,1 0-1 0 0,0 0 0 0 0,-1 0 0 0 0,1 0 0 0 0,-1 0 0 0 0,1-1 0 0 0,3 1 0 0 0,5-2 5 0 0,0 0-1 0 0,23-6 0 0 0,-34 7-8 0 0,1 0 0 0 0,-1 0 0 0 0,1 0 1 0 0,0 0-1 0 0,-1 0 0 0 0,1 0 0 0 0,-1 0 0 0 0,1-1 0 0 0,0 1 1 0 0,-1 0-1 0 0,1 0 0 0 0,-1 0 0 0 0,1-1 0 0 0,-1 1 0 0 0,1 0 1 0 0,-1-1-1 0 0,1 1 0 0 0,-1 0 0 0 0,1-1 0 0 0,-1 1 1 0 0,1-1-1 0 0,0 0 18 0 0,0 0 45 0 0,3-8 364 0 0,-4 7-380 0 0,0-1-1 0 0,0 1 1 0 0,0-1 0 0 0,0 1-1 0 0,0 0 1 0 0,-1-1 0 0 0,1 1-1 0 0,-1-1 1 0 0,0 1-1 0 0,0 0 1 0 0,0-1 0 0 0,0 1-1 0 0,0 0 1 0 0,0 0-1 0 0,0 0 1 0 0,-1 0 0 0 0,1 0-1 0 0,-3-3 1 0 0,1 3 33 0 0,1-1 0 0 0,-1 1 0 0 0,0-1 0 0 0,0 1 0 0 0,0 0 0 0 0,0 0 0 0 0,0 0 0 0 0,0 0 1 0 0,0 0-1 0 0,-1 1 0 0 0,1 0 0 0 0,-4-2 0 0 0,5 4-58 0 0,-1-1 0 0 0,1 0 0 0 0,0 1 0 0 0,0 0 0 0 0,-1-1 0 0 0,1 1 0 0 0,0 0 0 0 0,0 0 0 0 0,0 0 0 0 0,-4 3 0 0 0,4-3-36 0 0,-1 1 0 0 0,1 0 0 0 0,0-1-1 0 0,-1 1 1 0 0,1 0 0 0 0,0 0 0 0 0,0 0-1 0 0,0 1 1 0 0,0-1 0 0 0,1 0 0 0 0,-1 1-1 0 0,-1 2 1 0 0,0 2-23 0 0,3-7 30 0 0,-2 7-62 0 0,3 10 66 0 0,-1-14-9 0 0,0 0 0 0 0,0-1 0 0 0,1 1 0 0 0,-1 0 0 0 0,1-1 0 0 0,0 1-1 0 0,0 0 1 0 0,0-1 0 0 0,0 1 0 0 0,0-1 0 0 0,0 1 0 0 0,1-1 0 0 0,-1 0 0 0 0,1 1 0 0 0,-1-1-1 0 0,1 0 1 0 0,4 3 0 0 0,-4-3-3 0 0,0 0 1 0 0,0 0-1 0 0,1-1 0 0 0,-1 1 0 0 0,0-1 0 0 0,1 0 0 0 0,-1 0 0 0 0,1 0 1 0 0,-1 0-1 0 0,1 0 0 0 0,0 0 0 0 0,3 0 0 0 0,-1 0 10 0 0,1 0 0 0 0,-1-1 0 0 0,1 1 0 0 0,0-1 0 0 0,7-1 0 0 0,1 0 11 0 0,-8 0-3 0 0,0 1 0 0 0,0-1 0 0 0,0 0 0 0 0,0-1 0 0 0,0 1 0 0 0,0-1 0 0 0,7-4 0 0 0,-12 5 5 0 0,0 1-1 0 0,0-1 1 0 0,0 1 0 0 0,0-1 0 0 0,-1 0 0 0 0,1 0 0 0 0,0 0-1 0 0,0 1 1 0 0,-1-1 0 0 0,1 0 0 0 0,-1 0 0 0 0,1 0-1 0 0,-1 0 1 0 0,1 0 0 0 0,-1 0 0 0 0,1 0 0 0 0,-1 0-1 0 0,0 0 1 0 0,0 0 0 0 0,1-2 0 0 0,-1-24 616 0 0,-1 17-162 0 0,1 9-436 0 0,-1-1-1 0 0,1 1 0 0 0,0 0 1 0 0,-1 0-1 0 0,1 0 1 0 0,-1 0-1 0 0,0 0 0 0 0,1 0 1 0 0,-1 0-1 0 0,0 0 1 0 0,1 0-1 0 0,-1 0 0 0 0,0 1 1 0 0,0-1-1 0 0,0 0 1 0 0,-1 0-1 0 0,-16-11 368 0 0,8 9-329 0 0,1 1 0 0 0,0 0 0 0 0,0 0-1 0 0,-1 1 1 0 0,-18-1 0 0 0,20 3-69 0 0,0 4 0 0 0,8-5-5 0 0,-2 1 0 0 0,0 0 0 0 0,1 1 0 0 0,-1-1 0 0 0,0 1 0 0 0,1-1 0 0 0,-1 1 0 0 0,1-1 0 0 0,-1 1 0 0 0,1 0 0 0 0,0 0 0 0 0,-1 0 0 0 0,1 0 0 0 0,0 0 0 0 0,-1 3 0 0 0,2-3-9 0 0,-1 0-1 0 0,0 0 1 0 0,1 0-1 0 0,-1-1 0 0 0,1 1 1 0 0,-1 0-1 0 0,1 0 1 0 0,0 1-1 0 0,0-1 1 0 0,0 0-1 0 0,0 0 1 0 0,0 0-1 0 0,0 0 1 0 0,1 0-1 0 0,-1 0 1 0 0,1 0-1 0 0,-1 0 0 0 0,3 3 1 0 0,0 4-94 0 0,6 17-180 0 0,-9-25 290 0 0,1 1 1 0 0,0-1-1 0 0,-1 1 0 0 0,1-1 0 0 0,0 0 1 0 0,0 1-1 0 0,0-1 0 0 0,0 0 0 0 0,0 1 1 0 0,0-1-1 0 0,1 0 0 0 0,-1 0 0 0 0,0 0 0 0 0,0 0 1 0 0,1 0-1 0 0,-1 0 0 0 0,1-1 0 0 0,-1 1 1 0 0,1 0-1 0 0,-1-1 0 0 0,1 1 0 0 0,-1-1 1 0 0,1 1-1 0 0,0-1 0 0 0,2 0 0 0 0,1 1-17 0 0,-2 1 27 0 0,-2-2-9 0 0,0 0 0 0 0,0 1 0 0 0,0-1 0 0 0,1 0 0 0 0,-1 0 0 0 0,0 0 0 0 0,0 0 0 0 0,0 0 0 0 0,1 0-1 0 0,-1 0 1 0 0,0 0 0 0 0,0 0 0 0 0,2-1 0 0 0,18-1-13 0 0,-20 2 19 0 0,1 0 0 0 0,-1 0 0 0 0,0 0 1 0 0,0-1-1 0 0,1 1 0 0 0,-1 0 1 0 0,0-1-1 0 0,0 1 0 0 0,0-1 0 0 0,1 1 1 0 0,-1-1-1 0 0,0 0 0 0 0,0 1 1 0 0,0-1-1 0 0,0 0 0 0 0,0 0 0 0 0,0 0 1 0 0,0 0-1 0 0,-1 0 0 0 0,1 0 1 0 0,0 0-1 0 0,0 0 0 0 0,-1 0 0 0 0,1 0 1 0 0,0-3-1 0 0,0 3 8 0 0,-1 1-10 0 0,0-1 0 0 0,1 1-1 0 0,-1 0 1 0 0,0-1 0 0 0,0 1-1 0 0,0 0 1 0 0,0-1 0 0 0,1 1-1 0 0,-1 0 1 0 0,0-1 0 0 0,0 1 0 0 0,0 0-1 0 0,0-1 1 0 0,0 1 0 0 0,0 0-1 0 0,0-1 1 0 0,0 1 0 0 0,0-1-1 0 0,0 1 1 0 0,0 0 0 0 0,0-1 0 0 0,-1-12 128 0 0,1 9-127 0 0,0 0-1 0 0,-1 0 1 0 0,1 0 0 0 0,-1 1 0 0 0,0-1-1 0 0,0 0 1 0 0,0 1 0 0 0,0-1 0 0 0,0 1 0 0 0,-1-1-1 0 0,0 1 1 0 0,0-1 0 0 0,0 1 0 0 0,0 0-1 0 0,0 0 1 0 0,0 0 0 0 0,-1 0 0 0 0,0 1-1 0 0,1-1 1 0 0,-1 0 0 0 0,0 1 0 0 0,0 0 0 0 0,-1 0-1 0 0,1 0 1 0 0,0 0 0 0 0,-1 1 0 0 0,1-1-1 0 0,-1 1 1 0 0,1 0 0 0 0,-1-1 0 0 0,0 2 0 0 0,1-1-1 0 0,-1 0 1 0 0,-6 1 0 0 0,7 0 5 0 0,1-1-8 0 0,1 1 1 0 0,-1 0-1 0 0,0 0 1 0 0,0 0-1 0 0,0 0 1 0 0,0 0-1 0 0,0 1 0 0 0,-2 0 1 0 0,1 0-14 0 0,0 0 0 0 0,0 1-1 0 0,0-1 1 0 0,1 1 0 0 0,-1-1 0 0 0,1 1-1 0 0,-1 0 1 0 0,1 0 0 0 0,-3 3 0 0 0,3-3 1 0 0,1 0 0 0 0,0-1 1 0 0,-1 1-1 0 0,1 0 0 0 0,0 0 1 0 0,0 0-1 0 0,0 0 0 0 0,0 0 1 0 0,0 0-1 0 0,0 0 1 0 0,0 1-1 0 0,1-1 0 0 0,-1 0 1 0 0,1 0-1 0 0,0 1 0 0 0,0-1 1 0 0,0 0-1 0 0,0 1 0 0 0,0-1 1 0 0,0 0-1 0 0,0 0 0 0 0,2 4 0 0 0,-1-3-35 0 0,0-1 41 0 0,0-1 1 0 0,0 0-1 0 0,0 0 1 0 0,0 1-1 0 0,0-1 1 0 0,0 0-1 0 0,1 0 0 0 0,-1 0 1 0 0,0-1-1 0 0,0 1 1 0 0,1 0-1 0 0,-1 0 1 0 0,1-1-1 0 0,-1 1 1 0 0,1-1-1 0 0,-1 1 0 0 0,3 0 1 0 0,2 0-1 0 0,18 6 1 0 0,-22-6 0 0 0,-1-1 0 0 0,0 0 0 0 0,0 1 0 0 0,0-1 0 0 0,0 0 0 0 0,0 0 0 0 0,0 1 0 0 0,0-1 0 0 0,0 0 0 0 0,0 0 0 0 0,1 0 0 0 0,-1 0 0 0 0,0-1 0 0 0,0 1 0 0 0,0 0 0 0 0,0 0 0 0 0,0-1 0 0 0,0 1 0 0 0,0-1 0 0 0,0 1 0 0 0,0-1 0 0 0,1 0 0 0 0,3-2 0 0 0,-4 3 17 0 0,0 0-1 0 0,0 0 1 0 0,0-1-1 0 0,0 1 1 0 0,0 0-1 0 0,0-1 1 0 0,0 1-1 0 0,0-1 1 0 0,-1 1-1 0 0,1-1 1 0 0,0 0-1 0 0,0 1 1 0 0,0-1-1 0 0,-1 0 1 0 0,1 0-1 0 0,1-1 1 0 0,-2 2-11 0 0,0-1 0 0 0,0 1 0 0 0,0-1 1 0 0,0 1-1 0 0,0-1 0 0 0,1 0 0 0 0,-1 1 1 0 0,0-1-1 0 0,0 1 0 0 0,0-1 0 0 0,-1 1 1 0 0,1-1-1 0 0,0 0 0 0 0,0 1 0 0 0,0-1 1 0 0,0 1-1 0 0,0-1 0 0 0,-1 1 0 0 0,1-1 1 0 0,-1 0-1 0 0,0-1 39 0 0,-1-1 0 0 0,0 1 0 0 0,0 0 1 0 0,0 0-1 0 0,0 0 0 0 0,-5-4 0 0 0,5 5-26 0 0,-1-1 1 0 0,1 1-1 0 0,-1-1 0 0 0,1 1 1 0 0,-1 0-1 0 0,1 0 0 0 0,-1 0 0 0 0,0 0 1 0 0,1 1-1 0 0,-1-1 0 0 0,0 1 1 0 0,0 0-1 0 0,0-1 0 0 0,0 1 1 0 0,1 1-1 0 0,-1-1 0 0 0,0 0 0 0 0,0 1 1 0 0,0-1-1 0 0,-4 2 0 0 0,4-1-400 0 0,0 1 0 0 0,0-1-1 0 0,0 1 1 0 0,1-1 0 0 0,-1 1-1 0 0,-4 4 1 0 0,-3 2-1044 0 0,1 0-14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56"/>
    </inkml:context>
    <inkml:brush xml:id="br0">
      <inkml:brushProperty name="width" value="0.1" units="cm"/>
      <inkml:brushProperty name="height" value="0.1" units="cm"/>
      <inkml:brushProperty name="color" value="#004F8B"/>
    </inkml:brush>
  </inkml:definitions>
  <inkml:trace contextRef="#ctx0" brushRef="#br0">137 31 7367 0 0,'0'0'550'0'0,"-4"-2"-369"0"0,-17-7 3648 0 0,-3 1-1961 0 0,3 8-896 0 0,20 0-824 0 0,-9 7 336 0 0,-7 12-153 0 0,16-17-208 0 0,0-1-33 0 0,-5 16 102 0 0,6-16 32 0 0,-1 1-160 0 0,-2 1-34 0 0,2-1-33 0 0,0-1 1 0 0,0 1-1 0 0,0-1 1 0 0,0 1-1 0 0,0-1 0 0 0,1 1 1 0 0,-1 0-1 0 0,1-1 1 0 0,-1 1-1 0 0,1 0 0 0 0,0 0 1 0 0,-1-1-1 0 0,1 1 1 0 0,0 2-1 0 0,-1 0-9 0 0,1-2 12 0 0,-1 0-1 0 0,1 0 0 0 0,0 0 0 0 0,0 0 0 0 0,0 0 0 0 0,0 0 0 0 0,0 0 0 0 0,0 0 0 0 0,1-1 0 0 0,-1 1 0 0 0,1 0 0 0 0,-1 0 0 0 0,1 0 1 0 0,1 3-1 0 0,-1-4-53 0 0,1 3-11 0 0,-2-3 62 0 0,0 0 0 0 0,1-1 0 0 0,-1 1-1 0 0,0 0 1 0 0,0 0 0 0 0,1-1 0 0 0,-1 1 0 0 0,0 0 0 0 0,1 0 0 0 0,-1-1-1 0 0,1 1 1 0 0,-1-1 0 0 0,1 1 0 0 0,-1 0 0 0 0,1-1 0 0 0,-1 1 0 0 0,1-1 0 0 0,-1 1-1 0 0,2 0 1 0 0,-1 0 3 0 0,-1 0 1 0 0,1 0-1 0 0,0-1 0 0 0,0 1 0 0 0,0 0 0 0 0,0 0 0 0 0,0 0 1 0 0,0 0-1 0 0,0-1 0 0 0,0 1 0 0 0,0-1 0 0 0,0 1 1 0 0,0-1-1 0 0,0 1 0 0 0,1-1 0 0 0,-1 1 0 0 0,0-1 0 0 0,0 0 1 0 0,1 0-1 0 0,-1 0 0 0 0,2 0 0 0 0,1 1-4 0 0,0-1 2 0 0,-2 1 7 0 0,-1 0 1 0 0,1-1-1 0 0,-1 0 1 0 0,1 1-1 0 0,-1-1 1 0 0,1 0-1 0 0,-1 0 1 0 0,1 0-1 0 0,-1 0 1 0 0,1 0-1 0 0,-1 0 1 0 0,1 0-1 0 0,-1 0 0 0 0,1-1 1 0 0,-1 1-1 0 0,1-1 1 0 0,-1 1-1 0 0,1-1 1 0 0,-1 1-1 0 0,1-1 1 0 0,-1 0-1 0 0,0 0 1 0 0,1 0-1 0 0,-1 1 1 0 0,2-3-1 0 0,6-3 93 0 0,-5 3 38 0 0,0 1-1 0 0,0 0 1 0 0,0-1-1 0 0,-1 0 0 0 0,0 0 1 0 0,1 0-1 0 0,-1 0 1 0 0,0-1-1 0 0,0 1 1 0 0,4-8-1 0 0,-6 7-1 0 0,0 0 0 0 0,0 0-1 0 0,0 0 1 0 0,-1 0-1 0 0,1-1 1 0 0,-1 1 0 0 0,0 0-1 0 0,-1 0 1 0 0,1 0 0 0 0,-1-1-1 0 0,1 1 1 0 0,-1 0 0 0 0,0 0-1 0 0,-1 0 1 0 0,1 0 0 0 0,-4-6-1 0 0,4 9 187 0 0,-25-13 416 0 0,12 8-328 0 0,11 5-386 0 0,1 0 0 0 0,0 0 0 0 0,-1 0 0 0 0,1 0 0 0 0,-1 0 1 0 0,1 0-1 0 0,-1 1 0 0 0,1-1 0 0 0,-1 1 0 0 0,0 0 0 0 0,1 0 0 0 0,-1 0 0 0 0,-3 0 1 0 0,4 0-34 0 0,0 1 1 0 0,1-1 0 0 0,-1 0 0 0 0,0 1-1 0 0,0-1 1 0 0,1 1 0 0 0,-1 0 0 0 0,0-1-1 0 0,1 1 1 0 0,-1 0 0 0 0,0 0 0 0 0,1 0-1 0 0,-1 0 1 0 0,1 0 0 0 0,0 0 0 0 0,-1 1-1 0 0,1-1 1 0 0,-2 3 0 0 0,2-3 7 0 0,0 0 0 0 0,0 0-1 0 0,0 0 1 0 0,0 1 0 0 0,0-1 0 0 0,1 0 0 0 0,-1 0-1 0 0,0 1 1 0 0,1-1 0 0 0,-1 1 0 0 0,0-1 0 0 0,1 0 0 0 0,0 1-1 0 0,-1-1 1 0 0,1 1 0 0 0,0-1 0 0 0,0 1 0 0 0,0-1 0 0 0,0 1-1 0 0,0-1 1 0 0,0 1 0 0 0,1 1 0 0 0,0 3-10 0 0,-2 12-87 0 0,1-17 96 0 0,0-1 0 0 0,0 1 0 0 0,0 0 0 0 0,0 0 0 0 0,0 0 1 0 0,0 0-1 0 0,1 0 0 0 0,-1-1 0 0 0,0 1 0 0 0,0 0 0 0 0,1 0 0 0 0,-1 0 0 0 0,0-1 0 0 0,1 1 1 0 0,-1 0-1 0 0,1 0 0 0 0,0 0 0 0 0,0 1-2 0 0,0 0 12 0 0,1 0 0 0 0,-1 1 0 0 0,1-1 0 0 0,-1 0 0 0 0,1 0 0 0 0,0 0 0 0 0,4 3 1 0 0,-5-4-61 0 0,1 0-10 0 0,-2 0 48 0 0,1 0 4 0 0,0 0 0 0 0,1 0 1 0 0,-1 0-1 0 0,0 0 0 0 0,0 0 0 0 0,1 0 0 0 0,-1-1 0 0 0,1 1 0 0 0,-1 0 0 0 0,0-1 0 0 0,1 1 0 0 0,1-1 1 0 0,5-1 43 0 0,2-3-22 0 0,-9 3-2 0 0,1 1 0 0 0,0-1 0 0 0,-1 0 0 0 0,1 0 0 0 0,0 0 0 0 0,-1 0 0 0 0,1 0 0 0 0,-1 0 0 0 0,0 0-1 0 0,1 0 1 0 0,-1-1 0 0 0,0 1 0 0 0,0 0 0 0 0,0-1 0 0 0,0 1 0 0 0,0-1 0 0 0,0 0 0 0 0,0 1 0 0 0,0-1 0 0 0,-1 0 0 0 0,1 1 0 0 0,-1-1-1 0 0,1 0 1 0 0,0-2 0 0 0,-1 1 20 0 0,-1 0 0 0 0,1 0 0 0 0,0 0 1 0 0,-1 0-1 0 0,0 0 0 0 0,1 0 0 0 0,-1 0 0 0 0,-1 0 0 0 0,1 1 0 0 0,-2-4 0 0 0,3 5-27 0 0,0 1 0 0 0,0-1 0 0 0,0 1 0 0 0,0-1 0 0 0,-1 0 0 0 0,1 1 0 0 0,0-1 0 0 0,-1 1 0 0 0,1-1 0 0 0,0 0 0 0 0,-1 1 1 0 0,1-1-1 0 0,-1 1 0 0 0,1-1 0 0 0,-1 1 0 0 0,1 0 0 0 0,-2-1 0 0 0,-9-8 72 0 0,9 8-61 0 0,0 0 0 0 0,0-1 0 0 0,0 1 0 0 0,0 0 1 0 0,-1 0-1 0 0,1 1 0 0 0,0-1 0 0 0,-1 0 0 0 0,1 1 0 0 0,-1-1 0 0 0,1 1 1 0 0,0 0-1 0 0,-4 0 0 0 0,-25 2 11 0 0,22 2-37 0 0,4 3-56 0 0,-1 3-8 0 0,0 4 22 0 0,8-9 54 0 0,-1-3-10 0 0,0 3-99 0 0,0 0-1 0 0,0 0 0 0 0,1 0 1 0 0,4 8-1 0 0,-5-11-278 0 0,1 1 0 0 0,-1-1 1 0 0,1 0-1 0 0,0 0 0 0 0,-1 0 1 0 0,1 0-1 0 0,0-1 0 0 0,0 1 1 0 0,0 0-1 0 0,0-1 0 0 0,3 2 1 0 0,5 2-1369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57"/>
    </inkml:context>
    <inkml:brush xml:id="br0">
      <inkml:brushProperty name="width" value="0.1" units="cm"/>
      <inkml:brushProperty name="height" value="0.1" units="cm"/>
      <inkml:brushProperty name="color" value="#004F8B"/>
    </inkml:brush>
  </inkml:definitions>
  <inkml:trace contextRef="#ctx0" brushRef="#br0">108 41 6967 0 0,'-5'-10'10671'0'0,"3"9"-10574"0"0,-1 0 0 0 0,0-1 0 0 0,0 1 1 0 0,1 0-1 0 0,-1 0 0 0 0,0 1 0 0 0,0-1 0 0 0,-6 0 1 0 0,8 1 396 0 0,-1 0-238 0 0,-52 35 296 0 0,53-34-549 0 0,0 0-1 0 0,0 1 1 0 0,0-1-1 0 0,0 0 1 0 0,0 1-1 0 0,0-1 1 0 0,1 0-1 0 0,-1 1 1 0 0,1-1 0 0 0,-1 1-1 0 0,1-1 1 0 0,-1 1-1 0 0,1-1 1 0 0,0 1-1 0 0,0-1 1 0 0,0 1-1 0 0,0-1 1 0 0,0 3-1 0 0,-1 8 25 0 0,-2-1 20 0 0,3-7-39 0 0,5 11-98 0 0,-5-13 85 0 0,1 0 0 0 0,-1 0 0 0 0,1-1 0 0 0,-1 1 0 0 0,1 0 0 0 0,0 0 0 0 0,0-1 0 0 0,2 4 0 0 0,4-1-17 0 0,-5-3 15 0 0,2 1 3 0 0,0 0 0 0 0,0-1 0 0 0,0 1 0 0 0,0-1 1 0 0,0 0-1 0 0,0 0 0 0 0,0 0 0 0 0,0-1 1 0 0,0 1-1 0 0,0-1 0 0 0,0 0 0 0 0,8-1 1 0 0,3 1-2 0 0,-12 0 0 0 0,6-1 16 0 0,10-10-81 0 0,-15 10 49 0 0,-1 0-1 0 0,16-15 91 0 0,-18 15 26 0 0,1 0 1 0 0,0-1-1 0 0,0 1 1 0 0,0-1-1 0 0,-1 0 1 0 0,1 0-1 0 0,-1 1 1 0 0,1-1-1 0 0,-1 0 1 0 0,0 0-1 0 0,0 0 1 0 0,0 0-1 0 0,0-1 1 0 0,0 1-1 0 0,0 0 1 0 0,-1 0-1 0 0,1-1 1 0 0,-1 1-1 0 0,1 0 1 0 0,-1-1-1 0 0,0 1 1 0 0,0 0-1 0 0,0-1 1 0 0,0 1-1 0 0,-1 0 1 0 0,0-4-1 0 0,0-8 191 0 0,0 12-230 0 0,1-1 0 0 0,0 0 1 0 0,-1 1-1 0 0,1-1 0 0 0,-1 0 0 0 0,-1-3 0 0 0,1 5 13 0 0,-11-17 70 0 0,6 11-86 0 0,5 6-45 0 0,0-1 1 0 0,0 1-1 0 0,0 1 0 0 0,0-1 0 0 0,0 0 0 0 0,0 0 1 0 0,0 0-1 0 0,0 0 0 0 0,-1 1 0 0 0,1-1 1 0 0,0 1-1 0 0,0-1 0 0 0,-1 1 0 0 0,1-1 0 0 0,0 1 1 0 0,-1 0-1 0 0,1-1 0 0 0,0 1 0 0 0,-1 0 0 0 0,1 0 1 0 0,-1 0-1 0 0,-1 0 0 0 0,-1 1 14 0 0,0 0 0 0 0,-1 0 0 0 0,1 1-1 0 0,0-1 1 0 0,-4 3 0 0 0,8-4-22 0 0,-2 0-2 0 0,1 1 1 0 0,0 0-1 0 0,0-1 0 0 0,1 1 1 0 0,-1 0-1 0 0,0 0 0 0 0,0 0 1 0 0,0 0-1 0 0,0 0 0 0 0,0 1 1 0 0,-6 6-54 0 0,4-8 45 0 0,2 0 10 0 0,0 0 0 0 0,1 0-1 0 0,-1 0 1 0 0,1 0 0 0 0,-1 0 0 0 0,0 1 0 0 0,1-1-1 0 0,-1 0 1 0 0,1 0 0 0 0,-1 1 0 0 0,1-1 0 0 0,-1 0 0 0 0,1 0-1 0 0,-1 1 1 0 0,1-1 0 0 0,-1 0 0 0 0,1 1 0 0 0,0-1-1 0 0,-1 1 1 0 0,1-1 0 0 0,-1 1 0 0 0,1-1 0 0 0,0 1 0 0 0,-1-1-1 0 0,1 2 1 0 0,-2 0-5 0 0,0 0 0 0 0,1-1 0 0 0,0 1 0 0 0,0-1 0 0 0,0 1 0 0 0,0 0 1 0 0,0 0-1 0 0,1 0 0 0 0,-1-1 0 0 0,1 1 0 0 0,-1 0 0 0 0,0 2 0 0 0,1 2-11 0 0,0-1 0 0 0,0 1 0 0 0,0-1 0 0 0,0 0 0 0 0,1 1 0 0 0,0-1 0 0 0,0 0 0 0 0,1 0 0 0 0,-1 1 0 0 0,1-1 0 0 0,5 9 0 0 0,-7-12 16 0 0,1-1 0 0 0,0 1 0 0 0,0-1 0 0 0,0 1 0 0 0,0-1 0 0 0,1 1 0 0 0,-1-1 0 0 0,0 0 0 0 0,0 1 0 0 0,1-1 0 0 0,-1 0 0 0 0,1 0 0 0 0,-1 0 0 0 0,1 0 0 0 0,1 1 0 0 0,4 1 0 0 0,-5-1 0 0 0,0-1 0 0 0,0 1 0 0 0,0-1 0 0 0,0 0 0 0 0,0 1 0 0 0,1-1 0 0 0,-1 0 0 0 0,0 0 0 0 0,1 0 0 0 0,-1-1 0 0 0,1 1 0 0 0,-1-1 0 0 0,4 1 0 0 0,3 0 0 0 0,-3 0 0 0 0,-5 0 0 0 0,1-1 0 0 0,0 1 0 0 0,-1-1 0 0 0,1 0 0 0 0,0 0 0 0 0,-1 0 0 0 0,1 0 0 0 0,0 0 0 0 0,0 0 0 0 0,-1 0 0 0 0,1-1 0 0 0,-1 1 0 0 0,1 0 0 0 0,0-1 0 0 0,-1 0 0 0 0,1 1 0 0 0,1-2 0 0 0,24-9-64 0 0,-25 10 73 0 0,-1 1-1 0 0,1-1 1 0 0,0 0-1 0 0,0 0 1 0 0,-1-1-1 0 0,1 1 1 0 0,0 0-1 0 0,-1 0 1 0 0,0-1 0 0 0,1 1-1 0 0,-1-1 1 0 0,0 1-1 0 0,1-1 1 0 0,-1 0-1 0 0,0 1 1 0 0,0-1-1 0 0,0 0 1 0 0,-1 0-1 0 0,1 0 1 0 0,0 0 0 0 0,-1 0-1 0 0,1 0 1 0 0,-1 0-1 0 0,0 0 1 0 0,0 0-1 0 0,1 0 1 0 0,-1 0-1 0 0,0 0 1 0 0,-1 0-1 0 0,1 0 1 0 0,-1-3-1 0 0,0 1 53 0 0,0 0 0 0 0,0 0-1 0 0,-1 0 1 0 0,1 0 0 0 0,-1 0-1 0 0,0 0 1 0 0,0 0-1 0 0,0 1 1 0 0,-1-1 0 0 0,1 1-1 0 0,-1-1 1 0 0,0 1 0 0 0,0 0-1 0 0,0 0 1 0 0,0 1 0 0 0,-4-4-1 0 0,4 5-40 0 0,0-1 1 0 0,-1 1-1 0 0,1 0 0 0 0,0 0 0 0 0,0 0 0 0 0,-1 0 1 0 0,1 1-1 0 0,0-1 0 0 0,-1 1 0 0 0,1 0 0 0 0,-1 0 1 0 0,1 0-1 0 0,0 0 0 0 0,-1 1 0 0 0,1-1 0 0 0,0 1 1 0 0,-1 0-1 0 0,-3 2 0 0 0,4-2-26 0 0,-1 1 0 0 0,0 0 1 0 0,1 0-1 0 0,0 0 0 0 0,-1 0 0 0 0,1 1 0 0 0,0-1 0 0 0,0 1 0 0 0,0 0 0 0 0,-2 3 1 0 0,-2 1-10 0 0,6-4-8 0 0,0-1 0 0 0,0 1 0 0 0,1-1 0 0 0,-1 1 0 0 0,1 0 0 0 0,-1-1 0 0 0,1 1 0 0 0,0 0 0 0 0,0 0 0 0 0,0-1 0 0 0,0 4 0 0 0,1-3 13 0 0,-1 0-1 0 0,1 0 0 0 0,0 0 0 0 0,0 0 1 0 0,0-1-1 0 0,0 1 0 0 0,0 0 0 0 0,1 0 1 0 0,-1-1-1 0 0,1 1 0 0 0,0-1 0 0 0,2 3 0 0 0,0 1-19 0 0,-2-3 21 0 0,-1-2 4 0 0,-1 1 0 0 0,1-1 0 0 0,0 0 0 0 0,0 0 0 0 0,0 0 0 0 0,0 0-1 0 0,0 0 1 0 0,0 0 0 0 0,0-1 0 0 0,1 1 0 0 0,-1 0 0 0 0,2 0 0 0 0,3 4-20 0 0,-2-2 10 0 0,-1 0-1 0 0,0-1 0 0 0,1 0 0 0 0,0 0 0 0 0,5 2 0 0 0,-4-2 26 0 0,1-1-1 0 0,0 0 0 0 0,0 0 1 0 0,0 0-1 0 0,10-1 0 0 0,-10-1-9 0 0,0 1 0 0 0,-1-1 0 0 0,1 0 0 0 0,-1-1 0 0 0,0 1 0 0 0,10-6 0 0 0,5 0 0 0 0,-18 7 3 0 0,-1 0 0 0 0,-1 0 1 0 0,1-1-1 0 0,0 1 0 0 0,-1 0 0 0 0,1 0 0 0 0,0-1 1 0 0,-1 1-1 0 0,1 0 0 0 0,-1-1 0 0 0,1 1 0 0 0,-1 0 1 0 0,1-1-1 0 0,-1 1 0 0 0,1-1 0 0 0,-1 1 1 0 0,1-1-1 0 0,-1 1 0 0 0,1-2 0 0 0,0 2 65 0 0,-1-2 12 0 0,1 0-67 0 0,0 0 0 0 0,0 1-1 0 0,-1-1 1 0 0,1 0 0 0 0,-1 0 0 0 0,0 0 0 0 0,1 0-1 0 0,-1 0 1 0 0,0 0 0 0 0,0 0 0 0 0,0 0-1 0 0,-1 0 1 0 0,1 0 0 0 0,0 0 0 0 0,-1 0 0 0 0,1 0-1 0 0,-1 0 1 0 0,-1-3 0 0 0,-1 1-5 0 0,0 0 0 0 0,0 0 0 0 0,0 1 0 0 0,0-1 0 0 0,-1 1 1 0 0,1 0-1 0 0,-1 0 0 0 0,0 0 0 0 0,-7-4 0 0 0,-2-4-8 0 0,12 9 3 0 0,-1 0 0 0 0,1 1 0 0 0,-1-1 0 0 0,1 1 0 0 0,-1-1 0 0 0,0 1 0 0 0,0 0 0 0 0,0 0 0 0 0,0-1 0 0 0,0 1 0 0 0,0 1 0 0 0,0-1 0 0 0,0 0 0 0 0,0 0 0 0 0,0 1 0 0 0,-1-1 0 0 0,1 1 0 0 0,0 0 0 0 0,0 0 0 0 0,0 0 0 0 0,-1 0 0 0 0,1 0 0 0 0,-4 1 0 0 0,-2 0-3 0 0,1 1 0 0 0,2 4-11 0 0,3-3-42 0 0,1-2-51 0 0,0 1 0 0 0,0-1 0 0 0,0 1-1 0 0,1-1 1 0 0,-1 1 0 0 0,0 0 0 0 0,1-1 0 0 0,-1 1 0 0 0,1 0-1 0 0,0-1 1 0 0,0 1 0 0 0,-1 0 0 0 0,1 0 0 0 0,0-1 0 0 0,0 1-1 0 0,0 0 1 0 0,1 0 0 0 0,-1-1 0 0 0,0 1 0 0 0,1 0 0 0 0,-1 0-1 0 0,1-1 1 0 0,0 1 0 0 0,-1-1 0 0 0,1 1 0 0 0,0 0 0 0 0,1 1-1 0 0,1 2-435 0 0,4 8-579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58"/>
    </inkml:context>
    <inkml:brush xml:id="br0">
      <inkml:brushProperty name="width" value="0.1" units="cm"/>
      <inkml:brushProperty name="height" value="0.1" units="cm"/>
      <inkml:brushProperty name="color" value="#004F8B"/>
    </inkml:brush>
  </inkml:definitions>
  <inkml:trace contextRef="#ctx0" brushRef="#br0">122 62 7255 0 0,'0'0'1618'0'0,"-1"-11"2875"0"0,1 10-4276 0 0,-1 0 0 0 0,1 0 0 0 0,-1 0-1 0 0,0-1 1 0 0,0 1 0 0 0,1 0 0 0 0,-1 0 0 0 0,0 0 0 0 0,0 0 0 0 0,0 0 0 0 0,0 0-1 0 0,0 1 1 0 0,0-1 0 0 0,0 0 0 0 0,0 0 0 0 0,0 1 0 0 0,-1-1 0 0 0,1 1 0 0 0,-2-2-1 0 0,-2 2-50 0 0,1-1 0 0 0,0 0-1 0 0,-1 1 1 0 0,-6 0 0 0 0,9 0-27 0 0,-1 0-52 0 0,1 1-1 0 0,-1-1 1 0 0,1 1 0 0 0,-1 0-1 0 0,1 0 1 0 0,-1 0 0 0 0,1 0-1 0 0,-4 2 1 0 0,-5 3 45 0 0,9-5-121 0 0,1 0-1 0 0,-1 0 1 0 0,0 0 0 0 0,1 1-1 0 0,-1-1 1 0 0,1 0-1 0 0,-1 1 1 0 0,1 0 0 0 0,0-1-1 0 0,-1 1 1 0 0,1 0 0 0 0,0-1-1 0 0,0 1 1 0 0,0 0-1 0 0,1 0 1 0 0,-2 3 0 0 0,0 1 20 0 0,0 1 1 0 0,0-1-1 0 0,0 12 1 0 0,1-17-33 0 0,1 0 1 0 0,0-1 0 0 0,0 1-1 0 0,0 0 1 0 0,0-1 0 0 0,0 1-1 0 0,0 0 1 0 0,0-1-1 0 0,0 1 1 0 0,0 0 0 0 0,0-1-1 0 0,0 1 1 0 0,0 0-1 0 0,0-1 1 0 0,0 1 0 0 0,1 0-1 0 0,-1-1 1 0 0,0 1 0 0 0,0-1-1 0 0,1 1 1 0 0,-1 0-1 0 0,1-1 1 0 0,-1 1 0 0 0,0-1-1 0 0,1 1 1 0 0,-1-1-1 0 0,2 1 1 0 0,-1 1-9 0 0,1 1-1 0 0,1 1 0 0 0,-1-1 0 0 0,0 0 0 0 0,1 0 0 0 0,0 1 0 0 0,0-2 0 0 0,0 1 0 0 0,0 0 0 0 0,0-1 0 0 0,0 1 0 0 0,1-1 0 0 0,-1 0 0 0 0,1 0 0 0 0,0-1-1 0 0,-1 1 1 0 0,1-1 0 0 0,0 1 0 0 0,0-1 0 0 0,0 0 0 0 0,0-1 0 0 0,0 1 0 0 0,0-1 0 0 0,0 0 0 0 0,0 0 0 0 0,0 0 0 0 0,5-1 0 0 0,-2 0 17 0 0,0 0-1 0 0,-1 0 1 0 0,1-1-1 0 0,-1 0 1 0 0,7-3-1 0 0,-1 1 42 0 0,-10 3 5 0 0,1 0 0 0 0,-1 0 1 0 0,0 0-1 0 0,1 0 0 0 0,-1 0 1 0 0,0 0-1 0 0,0 0 0 0 0,1-1 0 0 0,-1 1 1 0 0,0-1-1 0 0,-1 1 0 0 0,1-1 0 0 0,0 0 1 0 0,0 0-1 0 0,-1 0 0 0 0,1 0 1 0 0,-1 0-1 0 0,1 0 0 0 0,-1 0 0 0 0,0 0 1 0 0,0-1-1 0 0,0 1 0 0 0,1-5 1 0 0,-1 3 85 0 0,-1 0 0 0 0,1-1 1 0 0,-1 1-1 0 0,0 0 0 0 0,0-1 1 0 0,0 1-1 0 0,0 0 0 0 0,-1-1 0 0 0,0 1 1 0 0,0 0-1 0 0,0-1 0 0 0,0 1 1 0 0,-1 0-1 0 0,1 0 0 0 0,-1 0 1 0 0,0 0-1 0 0,-1 0 0 0 0,1 1 1 0 0,-5-7-1 0 0,5 9-96 0 0,0-1 1 0 0,1 1-1 0 0,-1-1 0 0 0,0 1 1 0 0,0 0-1 0 0,0 0 1 0 0,0 0-1 0 0,0 0 0 0 0,-3-1 1 0 0,-1-1-19 0 0,-9-1 14 0 0,5 2-25 0 0,8 1-14 0 0,0 0 0 0 0,-1 0 0 0 0,1 0 0 0 0,0 0 0 0 0,-1 1 0 0 0,1-1 0 0 0,-1 1 0 0 0,0-1 0 0 0,1 1 0 0 0,-1 0 0 0 0,1 0 0 0 0,-1 0 0 0 0,1 1 0 0 0,-1-1 0 0 0,1 0 0 0 0,-1 1 0 0 0,1 0 0 0 0,-1 0 0 0 0,1-1 0 0 0,0 1 0 0 0,-1 1 0 0 0,1-1 0 0 0,0 0 0 0 0,0 0 0 0 0,0 1 0 0 0,0 0 0 0 0,0-1 0 0 0,0 1 0 0 0,-2 2 0 0 0,-10 14-105 0 0,14-18 99 0 0,-1 1 1 0 0,0 0-1 0 0,1-1 0 0 0,-1 1 1 0 0,1 0-1 0 0,-1-1 1 0 0,1 1-1 0 0,0 0 0 0 0,-1 0 1 0 0,1 0-1 0 0,0-1 1 0 0,-1 1-1 0 0,1 0 0 0 0,0 0 1 0 0,0 0-1 0 0,0 0 1 0 0,0 0-1 0 0,0-1 1 0 0,0 1-1 0 0,0 1 0 0 0,0 1-8 0 0,-1 3-4 0 0,1 0 1 0 0,-1 1 0 0 0,1-1-1 0 0,0 0 1 0 0,0 0 0 0 0,1 0-1 0 0,0 0 1 0 0,0 0 0 0 0,3 9-1 0 0,-3-12 10 0 0,0 0 0 0 0,0 0 0 0 0,1 0-1 0 0,0 0 1 0 0,-1 0 0 0 0,1 0 0 0 0,0-1-1 0 0,0 1 1 0 0,1-1 0 0 0,-1 1-1 0 0,0-1 1 0 0,1 0 0 0 0,0 0 0 0 0,-1 0-1 0 0,1 0 1 0 0,0-1 0 0 0,0 1-1 0 0,6 2 1 0 0,-5-3 6 0 0,1 1 0 0 0,0 0 0 0 0,0-1 0 0 0,0 0 0 0 0,0 0 0 0 0,0-1-1 0 0,0 1 1 0 0,0-1 0 0 0,0 0 0 0 0,1-1 0 0 0,-1 1 0 0 0,0-1 0 0 0,0 0 0 0 0,0 0 0 0 0,0-1 0 0 0,-1 1 0 0 0,1-1-1 0 0,0 0 1 0 0,-1 0 0 0 0,9-6 0 0 0,-10 7 15 0 0,0-1 0 0 0,-1 0 0 0 0,1-1 0 0 0,-1 1 0 0 0,1 0 0 0 0,-1-1 0 0 0,0 1 0 0 0,0-1 0 0 0,0 0 0 0 0,0 0 0 0 0,0 1 0 0 0,-1-1 0 0 0,1 0 0 0 0,-1-1 0 0 0,0 1 0 0 0,0 0 0 0 0,0 0 0 0 0,0 0 0 0 0,0-7 0 0 0,-1 6 31 0 0,-1-1 0 0 0,0 1-1 0 0,0 0 1 0 0,0 0 0 0 0,-1 0-1 0 0,1 0 1 0 0,-1 0 0 0 0,-4-6-1 0 0,4 7-16 0 0,0 0-1 0 0,0 1 0 0 0,-1-1 1 0 0,0 1-1 0 0,1 0 0 0 0,-1-1 0 0 0,0 1 1 0 0,0 1-1 0 0,0-1 0 0 0,0 0 1 0 0,-1 1-1 0 0,1-1 0 0 0,0 1 0 0 0,-1 0 1 0 0,1 0-1 0 0,-1 0 0 0 0,1 1 0 0 0,-1-1 1 0 0,1 1-1 0 0,-1 0 0 0 0,1 0 1 0 0,-1 0-1 0 0,-5 1 0 0 0,4 0-39 0 0,1 0-1 0 0,-1 0 0 0 0,1 1 1 0 0,-1 0-1 0 0,1-1 1 0 0,0 2-1 0 0,0-1 0 0 0,0 0 1 0 0,0 1-1 0 0,0 0 1 0 0,1-1-1 0 0,-1 1 0 0 0,1 1 1 0 0,0-1-1 0 0,0 1 1 0 0,0-1-1 0 0,0 1 0 0 0,0 0 1 0 0,1 0-1 0 0,0 0 1 0 0,0 0-1 0 0,0 0 0 0 0,0 1 1 0 0,0-1-1 0 0,1 1 1 0 0,0-1-1 0 0,0 1 0 0 0,0-1 1 0 0,1 8-1 0 0,-1-8-3 0 0,1 1-1 0 0,1-1 1 0 0,-1 1 0 0 0,1-1-1 0 0,0 1 1 0 0,0-1 0 0 0,2 7-1 0 0,-2-10 12 0 0,-1 1 0 0 0,0-1 0 0 0,1 1 0 0 0,-1-1 0 0 0,1 0 0 0 0,0 1 0 0 0,-1-1-1 0 0,1 0 1 0 0,0 0 0 0 0,0 1 0 0 0,0-1 0 0 0,0 0 0 0 0,0 0 0 0 0,0 0 0 0 0,0 0-1 0 0,0 0 1 0 0,0 0 0 0 0,2 1 0 0 0,1 0-6 0 0,-3-1 10 0 0,1 0-1 0 0,-1 0 0 0 0,0 0 0 0 0,0 0 1 0 0,1 0-1 0 0,-1 0 0 0 0,1 0 0 0 0,-1-1 1 0 0,0 1-1 0 0,1-1 0 0 0,-1 1 0 0 0,1-1 0 0 0,0 1 1 0 0,-1-1-1 0 0,1 0 0 0 0,-1 0 0 0 0,4 0 1 0 0,0 0-2 0 0,1 1-9 0 0,-1-1 1 0 0,0 0-1 0 0,1 0 0 0 0,-1-1 0 0 0,1 1 0 0 0,-1-1 1 0 0,0 0-1 0 0,1-1 0 0 0,8-3 0 0 0,-3 3 11 0 0,-9 2 3 0 0,0-1 0 0 0,1 1 0 0 0,-1-1 0 0 0,0 0 0 0 0,0 0 0 0 0,1 1 0 0 0,-1-2 0 0 0,0 1 0 0 0,0 0 0 0 0,0 0 0 0 0,0-1 0 0 0,0 1 0 0 0,0-1 0 0 0,-1 1 0 0 0,1-1 0 0 0,3-3 0 0 0,-4 2 22 0 0,0 1 1 0 0,1 0-1 0 0,-1 0 0 0 0,0-1 1 0 0,0 1-1 0 0,0-1 1 0 0,-1 1-1 0 0,1-1 0 0 0,-1 1 1 0 0,1-1-1 0 0,-1 0 1 0 0,0 1-1 0 0,0-1 0 0 0,0 1 1 0 0,0-1-1 0 0,0 0 0 0 0,0 1 1 0 0,-1-1-1 0 0,0 1 1 0 0,1-1-1 0 0,-1 1 0 0 0,0-1 1 0 0,-2-2-1 0 0,1 0 43 0 0,0 1-1 0 0,0-1 0 0 0,-1 1 1 0 0,1 0-1 0 0,-1 0 0 0 0,0 0 0 0 0,0 0 1 0 0,-1 0-1 0 0,1 1 0 0 0,-1-1 1 0 0,-6-4-1 0 0,-17-5 63 0 0,21 11-128 0 0,5 2 0 0 0,1 0 0 0 0,-1 0 0 0 0,0 0 0 0 0,1 0 0 0 0,-1 0 0 0 0,1 1 0 0 0,-1-1 0 0 0,1 0 0 0 0,-1 0 0 0 0,0 0 0 0 0,1 0 0 0 0,-1 1 0 0 0,1-1 0 0 0,-1 0 0 0 0,1 1 0 0 0,0-1 0 0 0,-1 0 0 0 0,1 1 0 0 0,-1-1 0 0 0,1 0 0 0 0,-1 1 0 0 0,1-1 0 0 0,0 1 0 0 0,-1-1 0 0 0,1 2 0 0 0,-1-1 0 0 0,-1 1-358 0 0,0 0 0 0 0,1 0-1 0 0,-1 0 1 0 0,1 0 0 0 0,-1 1 0 0 0,1-1-1 0 0,0 0 1 0 0,0 1 0 0 0,0-1 0 0 0,0 1 0 0 0,1-1-1 0 0,-1 1 1 0 0,1-1 0 0 0,-1 1 0 0 0,1 0-1 0 0,0-1 1 0 0,0 1 0 0 0,0 0 0 0 0,0-1-1 0 0,1 4 1 0 0,0 0-903 0 0,1 0 0 0 0,0 0 0 0 0,0 0 0 0 0,0 0 0 0 0,1-1 0 0 0,-1 1-1 0 0,7 8 1 0 0,0-1-3879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59"/>
    </inkml:context>
    <inkml:brush xml:id="br0">
      <inkml:brushProperty name="width" value="0.1" units="cm"/>
      <inkml:brushProperty name="height" value="0.1" units="cm"/>
      <inkml:brushProperty name="color" value="#FF0000"/>
    </inkml:brush>
  </inkml:definitions>
  <inkml:trace contextRef="#ctx0" brushRef="#br0">188 43 455 0 0,'0'0'7210'0'0,"0"0"-7152"0"0,0 0 0 0 0,0 0 0 0 0,0 0 1 0 0,0 0-1 0 0,-1-1 0 0 0,1 1 0 0 0,0 0 1 0 0,0 0-1 0 0,0 0 0 0 0,0-1 0 0 0,0 1 1 0 0,0 0-1 0 0,0 0 0 0 0,0-1 0 0 0,0 1 1 0 0,0 0-1 0 0,0 0 0 0 0,0 0 0 0 0,0-1 1 0 0,0 1-1 0 0,0 0 0 0 0,0 0 0 0 0,0 0 1 0 0,0-1-1 0 0,0 1 0 0 0,1 0 0 0 0,-1 0 1 0 0,0 0-1 0 0,0-1 0 0 0,0 1 0 0 0,0 0 1 0 0,2-1 97 0 0,-1 0-1 0 0,1 0 1 0 0,-1 0 0 0 0,1 0 0 0 0,0 0 0 0 0,-1 1 0 0 0,1-1 0 0 0,0 1-1 0 0,2-1 1 0 0,13-6 5956 0 0,-20 5-5597 0 0,1 0-1 0 0,0 0 0 0 0,0 0 1 0 0,-1 0-1 0 0,1 0 0 0 0,-1 1 1 0 0,0-1-1 0 0,-3 0 1 0 0,3 1-391 0 0,-1 0 1 0 0,0 0 0 0 0,0 1 0 0 0,1-1 0 0 0,-1 1 0 0 0,0 0-1 0 0,0 0 1 0 0,0 0 0 0 0,0 1 0 0 0,1-1 0 0 0,-1 1 0 0 0,0 0-1 0 0,-3 1 1 0 0,-4 2 23 0 0,0 0-1 0 0,0 0 0 0 0,-10 7 1 0 0,12-6-135 0 0,0 1 1 0 0,0-1 0 0 0,1 1-1 0 0,0 1 1 0 0,-9 8-1 0 0,14-12-9 0 0,0 1-1 0 0,1 0 1 0 0,-1 0-1 0 0,1-1 0 0 0,0 1 1 0 0,0 1-1 0 0,0-1 1 0 0,0 0-1 0 0,0 0 1 0 0,1 1-1 0 0,0-1 0 0 0,0 1 1 0 0,0 8-1 0 0,0-10-4 0 0,1-1-1 0 0,1 0 1 0 0,-1 1 0 0 0,0-1-1 0 0,0 1 1 0 0,1-1-1 0 0,0 1 1 0 0,-1-1 0 0 0,1 0-1 0 0,0 1 1 0 0,0-1-1 0 0,0 0 1 0 0,0 0 0 0 0,1 0-1 0 0,-1 0 1 0 0,3 3-1 0 0,-1-2-3 0 0,0 0-1 0 0,1 0 0 0 0,-1 0 0 0 0,1 0 0 0 0,0-1 1 0 0,-1 1-1 0 0,1-1 0 0 0,7 3 0 0 0,-4-3 0 0 0,-1 0 0 0 0,0 0 1 0 0,0 0-1 0 0,1-1 0 0 0,-1 0 0 0 0,0 0 0 0 0,1-1 0 0 0,-1 0 1 0 0,1 0-1 0 0,-1 0 0 0 0,1-1 0 0 0,11-2 0 0 0,-13 1 36 0 0,0 0-1 0 0,0 0 1 0 0,0 0-1 0 0,-1 0 0 0 0,1-1 1 0 0,-1 0-1 0 0,1 0 1 0 0,-1 0-1 0 0,0-1 1 0 0,0 0-1 0 0,6-7 1 0 0,-8 9 19 0 0,-1 0 1 0 0,1-1 0 0 0,-1 0-1 0 0,0 1 1 0 0,1-1-1 0 0,-1 0 1 0 0,0 1 0 0 0,-1-1-1 0 0,1 0 1 0 0,0 0-1 0 0,-1 0 1 0 0,0 0 0 0 0,0 0-1 0 0,0 0 1 0 0,0 0 0 0 0,0 0-1 0 0,0 0 1 0 0,-1 1-1 0 0,1-1 1 0 0,-1 0 0 0 0,0 0-1 0 0,-2-5 1 0 0,0 2 89 0 0,0-1 0 0 0,-1 0 0 0 0,0 1 0 0 0,0 0 0 0 0,-1 0 0 0 0,1 0-1 0 0,-10-9 1 0 0,10 12-94 0 0,1 0-1 0 0,-1 0 1 0 0,0 0-1 0 0,0 1 0 0 0,0-1 1 0 0,0 1-1 0 0,0 0 1 0 0,0 0-1 0 0,-1 1 0 0 0,1-1 1 0 0,-1 1-1 0 0,1 0 1 0 0,-7-1-1 0 0,7 2-26 0 0,0 0 0 0 0,1 0 0 0 0,-1 1 0 0 0,1-1 0 0 0,-1 1 0 0 0,1 0 0 0 0,-1 0 0 0 0,1 0 0 0 0,-1 0 0 0 0,1 1 0 0 0,0 0 1 0 0,0-1-1 0 0,0 1 0 0 0,0 0 0 0 0,0 1 0 0 0,0-1 0 0 0,0 0 0 0 0,-4 6 0 0 0,4-5-27 0 0,0 0 0 0 0,1 1 0 0 0,-1 0-1 0 0,1 0 1 0 0,-1 0 0 0 0,1 0 0 0 0,0 0 0 0 0,1 0 0 0 0,-1 0 0 0 0,1 0 0 0 0,0 1 0 0 0,0-1 0 0 0,0 1 0 0 0,0 5 0 0 0,1-2-7 0 0,0 0-1 0 0,1 0 1 0 0,0 0 0 0 0,0-1 0 0 0,1 1 0 0 0,0 0 0 0 0,0-1 0 0 0,1 0 0 0 0,6 13-1 0 0,-8-17 11 0 0,1 0 0 0 0,0 0 0 0 0,1 0 0 0 0,-1 0 0 0 0,0-1 0 0 0,1 1 0 0 0,-1-1 0 0 0,1 0 0 0 0,0 1 0 0 0,0-1 0 0 0,0 0 0 0 0,0-1 0 0 0,0 1 0 0 0,1 0 0 0 0,-1-1 0 0 0,0 0-1 0 0,1 0 1 0 0,-1 0 0 0 0,1 0 0 0 0,-1 0 0 0 0,1-1 0 0 0,-1 0 0 0 0,6 1 0 0 0,-3-2 12 0 0,0 1 0 0 0,1-1 0 0 0,-1 0 0 0 0,0 0 0 0 0,0-1 0 0 0,0 1 0 0 0,0-1 0 0 0,0-1 0 0 0,0 1 0 0 0,-1-1 0 0 0,11-7 0 0 0,-13 8-1 0 0,0 0-1 0 0,0-1 1 0 0,0 1-1 0 0,0-1 1 0 0,0 0-1 0 0,-1 0 1 0 0,1 0-1 0 0,-1 0 1 0 0,0-1-1 0 0,0 1 1 0 0,0-1-1 0 0,0 1 1 0 0,-1-1-1 0 0,0 1 1 0 0,1-1-1 0 0,-1 0 1 0 0,-1 0-1 0 0,1 1 1 0 0,0-1-1 0 0,-1-5 1 0 0,0 5 5 0 0,0 0 1 0 0,-1 0-1 0 0,1 0 1 0 0,-1 0-1 0 0,0 0 1 0 0,0 1-1 0 0,0-1 1 0 0,-1 0-1 0 0,0 0 1 0 0,1 1-1 0 0,-1-1 0 0 0,0 1 1 0 0,-1 0-1 0 0,1-1 1 0 0,-6-4-1 0 0,6 6-3 0 0,0 0-1 0 0,0 0 0 0 0,0 0 1 0 0,-1 0-1 0 0,1 1 0 0 0,-1-1 1 0 0,0 1-1 0 0,1 0 0 0 0,-1 0 1 0 0,0 0-1 0 0,0 0 0 0 0,0 0 1 0 0,1 1-1 0 0,-1-1 0 0 0,0 1 1 0 0,0-1-1 0 0,0 1 0 0 0,0 0 1 0 0,0 0-1 0 0,0 1 0 0 0,0-1 1 0 0,-3 1-1 0 0,-5 3-6 0 0,-3 2-12 0 0,12-1-14 0 0,1-2 11 0 0,-2 1-3 0 0,1 1 1 0 0,0-1 0 0 0,0 1 0 0 0,0 0-1 0 0,1 0 1 0 0,-1-1 0 0 0,1 1 0 0 0,-1 6-1 0 0,2-8 8 0 0,0-1-1 0 0,0 1 1 0 0,0-1-1 0 0,0 0 1 0 0,1 1-1 0 0,-1-1 1 0 0,1 0-1 0 0,-1 1 1 0 0,1-1-1 0 0,0 0 1 0 0,0 0-1 0 0,0 1 1 0 0,0-1-1 0 0,0 0 1 0 0,0 0-1 0 0,1 0 1 0 0,-1 0-1 0 0,1 0 1 0 0,2 2-1 0 0,0-1 1 0 0,-1-1-1 0 0,1 0 0 0 0,0 1 1 0 0,-1-1-1 0 0,1-1 1 0 0,0 1-1 0 0,0-1 0 0 0,0 1 1 0 0,0-1-1 0 0,0 0 0 0 0,0 0 1 0 0,1-1-1 0 0,-1 0 0 0 0,0 1 1 0 0,0-1-1 0 0,0-1 0 0 0,1 1 1 0 0,-1 0-1 0 0,0-1 0 0 0,6-2 1 0 0,-6 2 26 0 0,0 0 0 0 0,-1 0-1 0 0,0 0 1 0 0,1-1 0 0 0,-1 1 0 0 0,0-1 0 0 0,0 0 0 0 0,1 0 0 0 0,-1 0 0 0 0,-1 0-1 0 0,1-1 1 0 0,0 1 0 0 0,-1-1 0 0 0,1 0 0 0 0,-1 0 0 0 0,0 0 0 0 0,0 0 0 0 0,0 0-1 0 0,0 0 1 0 0,0 0 0 0 0,-1-1 0 0 0,0 1 0 0 0,2-7 0 0 0,-2 5 21 0 0,-1 0 0 0 0,1 0 0 0 0,-1 0 0 0 0,-1-1 0 0 0,1 1 0 0 0,-1 0 0 0 0,0 0 0 0 0,0 0 0 0 0,0-1 0 0 0,-1 1 0 0 0,0 1 0 0 0,-3-9 0 0 0,3 9 17 0 0,-1 0 1 0 0,1 1-1 0 0,0-1 0 0 0,-1 1 0 0 0,1-1 1 0 0,-1 1-1 0 0,0 0 0 0 0,0 0 0 0 0,-1 0 1 0 0,1 0-1 0 0,-1 1 0 0 0,1-1 0 0 0,-1 1 1 0 0,0 0-1 0 0,-6-3 0 0 0,7 4-39 0 0,0 1 1 0 0,-1-1-1 0 0,1 1 0 0 0,-1-1 0 0 0,1 1 1 0 0,-1 0-1 0 0,1 0 0 0 0,-1 1 0 0 0,1-1 1 0 0,0 1-1 0 0,-1-1 0 0 0,1 1 0 0 0,0 0 1 0 0,-1 1-1 0 0,1-1 0 0 0,0 0 0 0 0,-5 4 0 0 0,6-4-79 0 0,0 0 0 0 0,0 0 1 0 0,1 1-1 0 0,-1-1 0 0 0,1 1 0 0 0,-1-1 0 0 0,1 1 0 0 0,-1-1 0 0 0,1 1 0 0 0,0 0 0 0 0,0-1 0 0 0,0 1 0 0 0,0 0 0 0 0,0 0 0 0 0,0 0 0 0 0,0 0 0 0 0,1 0 0 0 0,-1 0 0 0 0,1 0 0 0 0,-1 0 0 0 0,1 0 0 0 0,0 0 0 0 0,0 1 0 0 0,0-1 0 0 0,0 0 0 0 0,0 0 0 0 0,0 0 0 0 0,1 0 0 0 0,0 3 0 0 0,5 9-1627 0 0,2 0-77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60"/>
    </inkml:context>
    <inkml:brush xml:id="br0">
      <inkml:brushProperty name="width" value="0.1" units="cm"/>
      <inkml:brushProperty name="height" value="0.1" units="cm"/>
      <inkml:brushProperty name="color" value="#FF0000"/>
    </inkml:brush>
  </inkml:definitions>
  <inkml:trace contextRef="#ctx0" brushRef="#br0">103 84 10823 0 0,'0'0'1086'0'0,"2"-1"-990"0"0,15-11 6894 0 0,-18 3-4606 0 0,-7-4-725 0 0,6 11-1589 0 0,1 0 0 0 0,-1 0 1 0 0,0 0-1 0 0,0 0 0 0 0,-1 1 1 0 0,1-1-1 0 0,0 0 0 0 0,0 1 0 0 0,-1 0 1 0 0,1 0-1 0 0,-1 0 0 0 0,1 0 1 0 0,-1 0-1 0 0,0 0 0 0 0,1 0 0 0 0,-1 1 1 0 0,0 0-1 0 0,1-1 0 0 0,-1 1 1 0 0,0 0-1 0 0,0 0 0 0 0,1 0 1 0 0,-1 1-1 0 0,0-1 0 0 0,1 1 0 0 0,-1-1 1 0 0,0 1-1 0 0,1 0 0 0 0,-1 0 1 0 0,1 0-1 0 0,-5 3 0 0 0,3-2-75 0 0,4-2 5 0 0,-1 1 0 0 0,1-1 1 0 0,-1 0-1 0 0,1 0 0 0 0,-1 0 1 0 0,1 0-1 0 0,0 1 0 0 0,-1-1 1 0 0,1 0-1 0 0,0 0 0 0 0,-1 1 0 0 0,1-1 1 0 0,-1 0-1 0 0,1 1 0 0 0,0-1 1 0 0,0 0-1 0 0,-1 1 0 0 0,1-1 0 0 0,0 0 1 0 0,0 1-1 0 0,-1 0 0 0 0,-4 10-85 0 0,-6 11 17 0 0,10-11 68 0 0,1-9-7 0 0,0 0 0 0 0,1 0 0 0 0,-1-1 0 0 0,1 1 0 0 0,-1 0-1 0 0,1 0 1 0 0,0 0 0 0 0,-1-1 0 0 0,1 1 0 0 0,0 0 0 0 0,0-1 0 0 0,1 1 0 0 0,-1-1 0 0 0,0 1-1 0 0,0-1 1 0 0,1 0 0 0 0,1 2 0 0 0,0-1-6 0 0,1 1 1 0 0,0-1-1 0 0,-1 0 0 0 0,1 0 0 0 0,0-1 0 0 0,0 1 1 0 0,0-1-1 0 0,1 0 0 0 0,6 1 0 0 0,-6-2 24 0 0,1 0 0 0 0,0 0 0 0 0,0 0 0 0 0,0-1 0 0 0,9-2 0 0 0,-5 1-24 0 0,-6 1-29 0 0,-2-1 51 0 0,0 1 0 0 0,0 0 0 0 0,0 0 0 0 0,0-1 0 0 0,0 1 0 0 0,0-1 0 0 0,-1 1 0 0 0,1-1 0 0 0,0 0 0 0 0,-1 0 0 0 0,0 0 0 0 0,1 0 0 0 0,-1 0 0 0 0,0 0 0 0 0,0 0 0 0 0,0 0 0 0 0,0 0 0 0 0,0-1 0 0 0,0 1 0 0 0,-1 0 0 0 0,1-1 0 0 0,-1 1 1 0 0,0 0-1 0 0,0-1 0 0 0,0 1 0 0 0,0 0 0 0 0,0-1 0 0 0,0 1 0 0 0,-1-3 0 0 0,0 0 6 0 0,-1 0 0 0 0,0 0 0 0 0,0 0 0 0 0,0 1 0 0 0,-1-1 0 0 0,1 1 1 0 0,-1-1-1 0 0,0 1 0 0 0,-1 0 0 0 0,-4-5 0 0 0,6 8 49 0 0,-36-10 192 0 0,35 11-251 0 0,0 0 1 0 0,1 0-1 0 0,-1 0 0 0 0,0 0 1 0 0,1 1-1 0 0,-1-1 0 0 0,0 1 1 0 0,1-1-1 0 0,-1 1 0 0 0,1 0 0 0 0,-1 0 1 0 0,1 0-1 0 0,-4 2 0 0 0,5-2-8 0 0,-1 1-1 0 0,0-1 1 0 0,1 0-1 0 0,0 1 1 0 0,-1-1-1 0 0,1 1 1 0 0,0 0-1 0 0,0 0 1 0 0,0-1-1 0 0,0 1 1 0 0,0 0-1 0 0,0 0 0 0 0,0 0 1 0 0,1 0-1 0 0,-1 0 1 0 0,1 0-1 0 0,-1 3 1 0 0,-1 12-43 0 0,1 0-1 0 0,1 32 1 0 0,2-32 20 0 0,2-13 10 0 0,-1-1 5 0 0,-1 1 8 0 0,0-1 0 0 0,0 1 0 0 0,0-1 1 0 0,1 0-1 0 0,0 0 0 0 0,0 0 0 0 0,-1 0 1 0 0,2 0-1 0 0,-1 0 0 0 0,0-1 0 0 0,0 0 1 0 0,1 0-1 0 0,0 0 0 0 0,-1 0 0 0 0,1 0 1 0 0,0-1-1 0 0,0 1 0 0 0,0-1 0 0 0,0 0 0 0 0,0 0 1 0 0,0-1-1 0 0,0 1 0 0 0,0-1 0 0 0,0 0 1 0 0,0 0-1 0 0,6-1 0 0 0,-8 1 3 0 0,0 0 0 0 0,0-1 0 0 0,1 1 0 0 0,-1 0 0 0 0,0-1 0 0 0,1 0 0 0 0,-1 1 0 0 0,0-1 0 0 0,0 0 0 0 0,0 0 0 0 0,0-1 0 0 0,0 1 0 0 0,0 0 0 0 0,0 0 0 0 0,0-1 0 0 0,-1 0 0 0 0,1 1 0 0 0,0-1 0 0 0,-1 0 0 0 0,3-3 0 0 0,-3 4 12 0 0,1-1-1 0 0,-1 1 0 0 0,0-1 1 0 0,0 0-1 0 0,0 0 1 0 0,0 1-1 0 0,0-1 0 0 0,0 0 1 0 0,0 0-1 0 0,0 0 1 0 0,-1 0-1 0 0,1 0 1 0 0,-1 0-1 0 0,1 0 0 0 0,-1 0 1 0 0,0-1-1 0 0,0 1 1 0 0,0 0-1 0 0,0 0 0 0 0,0 0 1 0 0,-1-3-1 0 0,0 4-6 0 0,1-4 10 0 0,-1 0 1 0 0,-1 0-1 0 0,1 0 1 0 0,-1 0-1 0 0,0 0 0 0 0,0 0 1 0 0,0 0-1 0 0,-1 0 0 0 0,-5-7 1 0 0,6 10-17 0 0,1 0 0 0 0,-1 1 1 0 0,1-1-1 0 0,-1 1 1 0 0,0-1-1 0 0,0 1 1 0 0,1 0-1 0 0,-1 0 1 0 0,0-1-1 0 0,0 1 1 0 0,0 0-1 0 0,0 1 0 0 0,0-1 1 0 0,-1 0-1 0 0,1 1 1 0 0,0-1-1 0 0,0 1 1 0 0,0 0-1 0 0,-1-1 1 0 0,1 1-1 0 0,0 0 1 0 0,0 0-1 0 0,-1 1 0 0 0,1-1 1 0 0,0 0-1 0 0,-3 2 1 0 0,-2-1 7 0 0,5 0-6 0 0,0-1 0 0 0,0 0 1 0 0,0 1-1 0 0,-1-1 0 0 0,1 1 1 0 0,0 0-1 0 0,0-1 0 0 0,0 1 1 0 0,0 0-1 0 0,0 0 0 0 0,1 1 1 0 0,-1-1-1 0 0,0 0 0 0 0,0 0 1 0 0,1 1-1 0 0,-1-1 0 0 0,1 1 1 0 0,-1 0-1 0 0,1-1 0 0 0,0 1 1 0 0,-1 0-1 0 0,1 0 0 0 0,0 0 1 0 0,0 0-1 0 0,1 0 0 0 0,-1 0 0 0 0,0 0 1 0 0,1 0-1 0 0,-1 0 0 0 0,1 0 1 0 0,-1 1-1 0 0,1-1 0 0 0,0 0 1 0 0,0 2-1 0 0,0 37-161 0 0,0-40 159 0 0,0 0-1 0 0,0 1 1 0 0,0-1-1 0 0,0 0 1 0 0,0 1-1 0 0,0-1 1 0 0,1 0-1 0 0,-1 1 0 0 0,0-1 1 0 0,1 0-1 0 0,-1 0 1 0 0,1 1-1 0 0,-1-1 1 0 0,1 0-1 0 0,0 0 1 0 0,-1 0-1 0 0,1 0 1 0 0,0 0-1 0 0,2 2 1 0 0,1 1 20 0 0,-4-3-19 0 0,1 0 0 0 0,-1-1 0 0 0,1 1 0 0 0,-1 0 0 0 0,1-1 0 0 0,-1 1 0 0 0,1 0 0 0 0,0-1 0 0 0,-1 1 0 0 0,1-1 0 0 0,0 1 0 0 0,0-1 0 0 0,0 1-1 0 0,-1-1 1 0 0,1 1 0 0 0,0-1 0 0 0,0 0 0 0 0,0 0 0 0 0,0 1 0 0 0,-1-1 0 0 0,1 0 0 0 0,0 0 0 0 0,0 0 0 0 0,0 0 0 0 0,0 0 0 0 0,0 0 0 0 0,0 0 0 0 0,0 0-1 0 0,0-1 1 0 0,1 1-11 0 0,0-1-1 0 0,0 0 0 0 0,0 0 0 0 0,0 0 1 0 0,0 0-1 0 0,-1-1 0 0 0,4-1 0 0 0,-3 1-9 0 0,18-9-1465 0 0,-7 5-549 0 0,-4 2 788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61"/>
    </inkml:context>
    <inkml:brush xml:id="br0">
      <inkml:brushProperty name="width" value="0.1" units="cm"/>
      <inkml:brushProperty name="height" value="0.1" units="cm"/>
      <inkml:brushProperty name="color" value="#FF0000"/>
    </inkml:brush>
  </inkml:definitions>
  <inkml:trace contextRef="#ctx0" brushRef="#br0">155 71 8519 0 0,'0'0'638'0'0,"2"-6"-388"0"0,8-21 6597 0 0,-19 11-4926 0 0,7 14-1729 0 0,0 1 0 0 0,0-1 0 0 0,-1 1 0 0 0,1 0 0 0 0,0 0 0 0 0,-1 0 0 0 0,1 0 0 0 0,-1 0-1 0 0,1 1 1 0 0,-1-1 0 0 0,1 1 0 0 0,-1-1 0 0 0,0 1 0 0 0,1 0 0 0 0,-4 0 0 0 0,3 1-155 0 0,-1-1 1 0 0,1 0 0 0 0,0 1-1 0 0,-1-1 1 0 0,1 1 0 0 0,0 0-1 0 0,0 0 1 0 0,0 0-1 0 0,-1 1 1 0 0,1-1 0 0 0,0 1-1 0 0,1 0 1 0 0,-1-1 0 0 0,0 1-1 0 0,0 1 1 0 0,1-1-1 0 0,0 0 1 0 0,-1 1 0 0 0,1-1-1 0 0,0 1 1 0 0,0-1 0 0 0,-2 4-1 0 0,2-3-29 0 0,1-1 1 0 0,-1 1-1 0 0,1-1 0 0 0,-1 1 1 0 0,1-1-1 0 0,0 1 1 0 0,-1 3-1 0 0,0 31 47 0 0,2-35-71 0 0,0 0 1 0 0,1 0 0 0 0,-1 0 0 0 0,1 0 0 0 0,0 0 0 0 0,0 0 0 0 0,-1 0 0 0 0,3 3 0 0 0,-1-2 2 0 0,3 5-15 0 0,-3-7 87 0 0,12 0 62 0 0,-11-1-125 0 0,1 0 0 0 0,-1 0 0 0 0,1 0 0 0 0,-1 0 0 0 0,1-1 0 0 0,-1 1 0 0 0,1-1 0 0 0,-1 0 0 0 0,1 0 0 0 0,-1 0 0 0 0,0 0 0 0 0,0-1 0 0 0,0 1 0 0 0,1-1-1 0 0,-1 0 1 0 0,-1 0 0 0 0,1 0 0 0 0,5-5 0 0 0,30-25 156 0 0,-37 31-118 0 0,-1 0 0 0 0,1-1 0 0 0,0 1 0 0 0,-1 0 0 0 0,1 0 0 0 0,0-1-1 0 0,-1 1 1 0 0,0 0 0 0 0,1 0 0 0 0,-1-1 0 0 0,0 1 0 0 0,0-1 0 0 0,1 1 0 0 0,-1 0 0 0 0,0-1-1 0 0,-1 1 1 0 0,1 0 0 0 0,0-1 0 0 0,0 1 0 0 0,0 0 0 0 0,-1-1 0 0 0,1 1 0 0 0,-2-2 0 0 0,1-1 58 0 0,-1 0 0 0 0,1 0 0 0 0,-1 1 0 0 0,0-1 0 0 0,-1 1-1 0 0,-2-5 1 0 0,3 6-63 0 0,0-1 0 0 0,0 2-1 0 0,0-1 1 0 0,0 0 0 0 0,-1 0-1 0 0,1 1 1 0 0,0-1 0 0 0,-1 1-1 0 0,1 0 1 0 0,-1-1 0 0 0,1 1-1 0 0,-1 0 1 0 0,0 1 0 0 0,1-1-1 0 0,-1 0 1 0 0,0 1 0 0 0,1-1-1 0 0,-1 1 1 0 0,0 0 0 0 0,0 0-1 0 0,-4 1 1 0 0,3 0 12 0 0,0 0 0 0 0,0 0 1 0 0,-1 0-1 0 0,1 1 0 0 0,0-1 0 0 0,0 1 1 0 0,0 0-1 0 0,1 1 0 0 0,-1-1 0 0 0,0 1 1 0 0,1-1-1 0 0,-6 7 0 0 0,4-5-54 0 0,1 1 1 0 0,1 0-1 0 0,-1 0 0 0 0,0 0 1 0 0,1 1-1 0 0,0-1 0 0 0,1 1 0 0 0,-1-1 1 0 0,1 1-1 0 0,0 0 0 0 0,0 0 1 0 0,1 0-1 0 0,0 0 0 0 0,0 1 1 0 0,0-1-1 0 0,1 9 0 0 0,1-10-1 0 0,-1-1 0 0 0,1 1-1 0 0,1-1 1 0 0,-1 1 0 0 0,1-1 0 0 0,-1 1 0 0 0,1-1-1 0 0,4 6 1 0 0,2 3 12 0 0,-4-11 4 0 0,0-1 9 0 0,5 6 31 0 0,4 0-58 0 0,-7-8-7 0 0,-4 0 9 0 0,10 1 27 0 0,0-1-1 0 0,0-1 1 0 0,0 0-1 0 0,-1-1 1 0 0,1 0 0 0 0,18-9-1 0 0,-28 11 3 0 0,0 1 0 0 0,0-2-1 0 0,0 1 1 0 0,0 0 0 0 0,0 0 0 0 0,0 0-1 0 0,-1-1 1 0 0,1 1 0 0 0,-1-1 0 0 0,1 0-1 0 0,-1 1 1 0 0,1-1 0 0 0,-1 0 0 0 0,0 0-1 0 0,0 0 1 0 0,0 0 0 0 0,0 0 0 0 0,0 0 0 0 0,0 0-1 0 0,-1 0 1 0 0,1 0 0 0 0,-1 0 0 0 0,1-1-1 0 0,-1 1 1 0 0,0 0 0 0 0,0 0 0 0 0,0 0-1 0 0,0-5 1 0 0,0 4 41 0 0,0 0 0 0 0,0 0 0 0 0,-1 0 0 0 0,1 0 1 0 0,-1 0-1 0 0,0 0 0 0 0,1 0 0 0 0,-1 0 0 0 0,-1 0 0 0 0,1 1 0 0 0,0-1 0 0 0,-1 0 0 0 0,-2-3 0 0 0,2 4-16 0 0,1 0-1 0 0,-1 1 0 0 0,1-1 1 0 0,-1 1-1 0 0,0-1 0 0 0,0 1 1 0 0,0 0-1 0 0,0 0 0 0 0,0 0 1 0 0,0 0-1 0 0,0 0 0 0 0,0 0 1 0 0,-1 1-1 0 0,1-1 0 0 0,0 1 1 0 0,0-1-1 0 0,0 1 0 0 0,-1 0 1 0 0,-2 0-1 0 0,2 0-28 0 0,-1 0 0 0 0,1 0 0 0 0,-1 0 0 0 0,1 1 0 0 0,-1-1 0 0 0,1 1 0 0 0,-1 0 1 0 0,1 0-1 0 0,0 1 0 0 0,-1-1 0 0 0,-2 2 0 0 0,3-1-20 0 0,0 1-1 0 0,0-1 1 0 0,0 1 0 0 0,0 0 0 0 0,1 0 0 0 0,0 0 0 0 0,-1 0-1 0 0,1 0 1 0 0,0 0 0 0 0,0 1 0 0 0,1-1 0 0 0,-3 7-1 0 0,2-6-41 0 0,1 12 1 0 0,2-13 34 0 0,-1-2 7 0 0,0 1-1 0 0,1 0 1 0 0,-1 0-1 0 0,1-1 1 0 0,0 1-1 0 0,-1 0 1 0 0,1-1-1 0 0,0 1 1 0 0,0 0-1 0 0,0-1 1 0 0,0 1-1 0 0,0-1 1 0 0,1 0-1 0 0,-1 1 1 0 0,0-1-1 0 0,1 0 1 0 0,-1 0-1 0 0,0 0 1 0 0,1 0-1 0 0,0 0 1 0 0,-1 0 0 0 0,1 0-1 0 0,0 0 1 0 0,-1-1-1 0 0,1 1 1 0 0,2 0-1 0 0,0 0 2 0 0,1 0 0 0 0,-1 0 1 0 0,1-1-1 0 0,0 0 0 0 0,-1 0 0 0 0,1 0 0 0 0,6-1 0 0 0,-10 1 7 0 0,1 0 1 0 0,1 0-1 0 0,-1-1 1 0 0,1 1-1 0 0,-1 0 1 0 0,0-1 0 0 0,1 1-1 0 0,-1-1 1 0 0,4-2-1 0 0,-5 2 3 0 0,0 0-1 0 0,0 0 1 0 0,0 0-1 0 0,0 0 0 0 0,0-1 1 0 0,0 1-1 0 0,0 0 0 0 0,0-1 1 0 0,0 1-1 0 0,0-3 1 0 0,0 2 1 0 0,-1 1 9 0 0,0 0 1 0 0,1 0 0 0 0,-1-1-1 0 0,0 1 1 0 0,0 0 0 0 0,0 0-1 0 0,-1-1 1 0 0,1 1 0 0 0,0 0-1 0 0,0 0 1 0 0,-1-1 0 0 0,0-1-1 0 0,0-2 25 0 0,-1-3 2 0 0,-1 0 0 0 0,1 1 1 0 0,-2-1-1 0 0,1 1 0 0 0,-9-14 0 0 0,10 17-37 0 0,0 0-1 0 0,-1 0 1 0 0,0 1-1 0 0,0-1 1 0 0,0 1 0 0 0,0 0-1 0 0,-1-1 1 0 0,1 2 0 0 0,-1-1-1 0 0,0 0 1 0 0,0 1-1 0 0,-4-3 1 0 0,6 5-7 0 0,0-1 0 0 0,1 1 0 0 0,-1 0-1 0 0,0 0 1 0 0,0 0 0 0 0,1 0 0 0 0,-1 0 0 0 0,0 0-1 0 0,0 1 1 0 0,1-1 0 0 0,-1 0 0 0 0,0 1 0 0 0,1 0 0 0 0,-1-1-1 0 0,1 1 1 0 0,-3 1 0 0 0,0 2-59 0 0,0-1 1 0 0,0 1-1 0 0,0 1 0 0 0,0-1 1 0 0,1 1-1 0 0,-1-1 0 0 0,1 1 0 0 0,1 0 1 0 0,-4 7-1 0 0,-2 7-1572 0 0,-6 24 0 0 0,14-43 1617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62"/>
    </inkml:context>
    <inkml:brush xml:id="br0">
      <inkml:brushProperty name="width" value="0.1" units="cm"/>
      <inkml:brushProperty name="height" value="0.1" units="cm"/>
      <inkml:brushProperty name="color" value="#FF0000"/>
    </inkml:brush>
  </inkml:definitions>
  <inkml:trace contextRef="#ctx0" brushRef="#br0">125 56 919 0 0,'-1'-2'13383'0'0,"-4"-1"-12264"0"0,3 0-673 0 0,-1 1-1 0 0,-1-1 0 0 0,1 1 0 0 0,0 0 0 0 0,0 0 1 0 0,-1 0-1 0 0,-5-2 0 0 0,7 4-171 0 0,-17 1 156 0 0,19-1-424 0 0,-1 0 0 0 0,0 0 0 0 0,0 0 0 0 0,0 0 0 0 0,1 1 0 0 0,-1-1 0 0 0,0 0 0 0 0,0 0-1 0 0,1 1 1 0 0,-1-1 0 0 0,0 1 0 0 0,1-1 0 0 0,-1 1 0 0 0,0-1 0 0 0,0 1 0 0 0,-10 15 67 0 0,2 0-57 0 0,4-9-16 0 0,4-6 0 0 0,-1 1 0 0 0,1-1 0 0 0,0 1 0 0 0,0-1 0 0 0,1 1 0 0 0,-1-1 0 0 0,0 1 0 0 0,0 0 0 0 0,1-1 0 0 0,-1 1 0 0 0,1 0 0 0 0,0 0 0 0 0,-1-1 0 0 0,1 1 0 0 0,0 0 0 0 0,0 0 0 0 0,1 3 0 0 0,0 10-11 0 0,2-11-14 0 0,-1-2 8 0 0,0 0 12 0 0,-1 0 0 0 0,1 0 0 0 0,0 0 1 0 0,0 0-1 0 0,0 0 0 0 0,0 0 0 0 0,1-1 0 0 0,-1 1 0 0 0,0-1 1 0 0,1 1-1 0 0,-1-1 0 0 0,1 0 0 0 0,-1 0 0 0 0,1 0 1 0 0,0 0-1 0 0,-1 0 0 0 0,1-1 0 0 0,0 1 0 0 0,0-1 0 0 0,-1 0 1 0 0,1 0-1 0 0,5 0 0 0 0,-3 0 19 0 0,0-1-1 0 0,0 1 1 0 0,-1-1 0 0 0,1 0 0 0 0,0 0 0 0 0,-1 0-1 0 0,1-1 1 0 0,-1 0 0 0 0,1 0 0 0 0,-1 0-1 0 0,0 0 1 0 0,7-5 0 0 0,-9 5 77 0 0,0 0 0 0 0,0 0 0 0 0,-1-1 0 0 0,1 1-1 0 0,-1-1 1 0 0,1 1 0 0 0,-1-1 0 0 0,0 1 0 0 0,0-1 0 0 0,0 0 0 0 0,0 0 0 0 0,0 1 0 0 0,-1-1 0 0 0,1 0 0 0 0,-1 0 0 0 0,0 0-1 0 0,0 0 1 0 0,0 1 0 0 0,0-1 0 0 0,-1-6 0 0 0,0 3 110 0 0,-1 1 1 0 0,1-1-1 0 0,-1 0 0 0 0,0 0 1 0 0,0 1-1 0 0,0-1 0 0 0,-1 1 1 0 0,-6-10-1 0 0,7 14-151 0 0,1 0-1 0 0,0 0 1 0 0,0 0-1 0 0,-1-1 1 0 0,1 2-1 0 0,-1-1 1 0 0,1 0-1 0 0,-1 0 1 0 0,1 0-1 0 0,-1 1 1 0 0,1-1-1 0 0,-1 1 1 0 0,0-1-1 0 0,1 1 1 0 0,-1-1-1 0 0,0 1 1 0 0,1 0-1 0 0,-1 0 1 0 0,-3 0-1 0 0,2 0-5 0 0,-1 1 0 0 0,1-1 0 0 0,-1 1-1 0 0,1 0 1 0 0,-1 0 0 0 0,1 0 0 0 0,-1 0-1 0 0,-2 2 1 0 0,-1 0-19 0 0,1 0-1 0 0,1 1 1 0 0,-1 0 0 0 0,0 0 0 0 0,1 0-1 0 0,0 1 1 0 0,0 0 0 0 0,-8 8-1 0 0,11-8-36 0 0,-1 0 0 0 0,1-1-1 0 0,-1 1 1 0 0,1 0 0 0 0,1 0-1 0 0,-1 1 1 0 0,1-1 0 0 0,0 0-1 0 0,0 0 1 0 0,0 1 0 0 0,1-1-1 0 0,0 1 1 0 0,0-1 0 0 0,1 7-1 0 0,-2-11 7 0 0,1 1 0 0 0,0-1-1 0 0,0 1 1 0 0,0 0-1 0 0,0-1 1 0 0,1 1 0 0 0,-1-1-1 0 0,0 1 1 0 0,1-1-1 0 0,-1 1 1 0 0,1-1 0 0 0,0 1-1 0 0,-1-1 1 0 0,1 1-1 0 0,0-1 1 0 0,0 0 0 0 0,1 2-1 0 0,1 1-6 0 0,4 4-38 0 0,-4-6 49 0 0,11 8 2 0 0,-9-9-4 0 0,-1-1-3 0 0,12 5-53 0 0,-13-4 49 0 0,-1 0 0 0 0,1 0 0 0 0,0 0 1 0 0,-1 0-1 0 0,1 0 0 0 0,0-1 0 0 0,0 1 0 0 0,0-1 0 0 0,-1 0 0 0 0,1 0 1 0 0,0 0-1 0 0,0 0 0 0 0,0-1 0 0 0,0 1 0 0 0,-1-1 0 0 0,1 1 0 0 0,4-3 0 0 0,15-6-65 0 0,-18 8 91 0 0,-1 0 0 0 0,1-1 1 0 0,0 1-1 0 0,-1-1 1 0 0,0 0-1 0 0,1 0 0 0 0,-1 0 1 0 0,0 0-1 0 0,0-1 1 0 0,0 1-1 0 0,3-5 0 0 0,-5 6 8 0 0,-1 0 0 0 0,1 0 0 0 0,-1 0 0 0 0,1 0-1 0 0,-1 0 1 0 0,0-1 0 0 0,1 1 0 0 0,-1 0-1 0 0,0 0 1 0 0,0 0 0 0 0,0 0 0 0 0,0-1 0 0 0,0 1-1 0 0,0 0 1 0 0,0 0 0 0 0,0 0 0 0 0,-1-1-1 0 0,1 1 1 0 0,0 0 0 0 0,-1-1 0 0 0,-11-23 745 0 0,8 19-520 0 0,3 3-160 0 0,-1 0-1 0 0,-1 0 1 0 0,1 0 0 0 0,0 0 0 0 0,-1 0-1 0 0,0 0 1 0 0,1 1 0 0 0,-1-1-1 0 0,0 1 1 0 0,0 0 0 0 0,-1 0-1 0 0,1 0 1 0 0,0 0 0 0 0,-1 0-1 0 0,1 1 1 0 0,-7-3 0 0 0,-4 1-9 0 0,12 3-78 0 0,1-1 0 0 0,0 1 1 0 0,0 0-1 0 0,-1-1 0 0 0,1 1 0 0 0,0 0 0 0 0,-1 0 1 0 0,1 0-1 0 0,0 0 0 0 0,-1 0 0 0 0,1 0 0 0 0,0 0 1 0 0,-1 0-1 0 0,1 0 0 0 0,0 1 0 0 0,-1-1 1 0 0,1 0-1 0 0,0 1 0 0 0,0-1 0 0 0,-1 1 0 0 0,1 0 1 0 0,0-1-1 0 0,0 1 0 0 0,0 0 0 0 0,0 0 0 0 0,-2 1 1 0 0,-6 7-107 0 0,-10 10-489 0 0,12-15-1174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63"/>
    </inkml:context>
    <inkml:brush xml:id="br0">
      <inkml:brushProperty name="width" value="0.1" units="cm"/>
      <inkml:brushProperty name="height" value="0.1" units="cm"/>
      <inkml:brushProperty name="color" value="#004F8B"/>
    </inkml:brush>
  </inkml:definitions>
  <inkml:trace contextRef="#ctx0" brushRef="#br0">95 64 9327 0 0,'0'0'706'0'0,"-1"-15"-444"0"0,1 14-148 0 0,0 0-1 0 0,0 0 1 0 0,0 0 0 0 0,0 0-1 0 0,0 0 1 0 0,0 0-1 0 0,-1 1 1 0 0,1-1 0 0 0,0 0-1 0 0,-1 0 1 0 0,1 0-1 0 0,0 0 1 0 0,-1 0-1 0 0,1 0 1 0 0,-1 1 0 0 0,0-1-1 0 0,1 0 1 0 0,-1 0-1 0 0,0 1 1 0 0,1-1-1 0 0,-2 0 1 0 0,1 0 42 0 0,0 1 1 0 0,-1 0-1 0 0,1 0 1 0 0,0 0-1 0 0,0 0 0 0 0,-1 0 1 0 0,1 0-1 0 0,0 0 0 0 0,0 0 1 0 0,-1 1-1 0 0,1-1 1 0 0,0 0-1 0 0,0 1 0 0 0,0-1 1 0 0,0 1-1 0 0,-3 0 1 0 0,0 2-62 0 0,0-1 0 0 0,0 1 1 0 0,-1 0-1 0 0,2 0 0 0 0,-8 7 1 0 0,-6 5-104 0 0,16-13-7 0 0,-1 1 1 0 0,1-1 0 0 0,-1 1 0 0 0,1 0 0 0 0,0-1-1 0 0,0 1 1 0 0,0 0 0 0 0,-1 5 0 0 0,2-8 12 0 0,-1 14 2 0 0,2-11 0 0 0,0-1 0 0 0,4 5 0 0 0,-1-5 0 0 0,-1 0 0 0 0,1 0 0 0 0,0-1 0 0 0,0 1 0 0 0,3 0 0 0 0,3-1 0 0 0,-5-1 28 0 0,0 0-1 0 0,1 0 1 0 0,-1-1-1 0 0,1 0 1 0 0,-1 0-1 0 0,0 0 0 0 0,0-1 1 0 0,1 1-1 0 0,-1-1 1 0 0,0 0-1 0 0,8-6 1 0 0,0 1 217 0 0,-11 6-220 0 0,-1 0 1 0 0,1 0-1 0 0,-1 0 1 0 0,1 0-1 0 0,-1 0 1 0 0,0 0-1 0 0,0 0 0 0 0,1 0 1 0 0,-1-1-1 0 0,0 1 1 0 0,1-3-1 0 0,-1 3 93 0 0,0-1-53 0 0,-1 1 0 0 0,1-1-1 0 0,-1 1 1 0 0,1 0 0 0 0,-1-1 0 0 0,0 1 0 0 0,0-1 0 0 0,0 1 0 0 0,1-1 0 0 0,-1-1 0 0 0,-1 1-17 0 0,1 0-1 0 0,0 0 0 0 0,0 0 0 0 0,-1 0 1 0 0,1 0-1 0 0,-1 0 0 0 0,1 1 1 0 0,-1-1-1 0 0,0 0 0 0 0,0 0 1 0 0,0 0-1 0 0,0 1 0 0 0,0-1 1 0 0,0 1-1 0 0,0-1 0 0 0,-1 1 0 0 0,1-1 1 0 0,-1 1-1 0 0,-2-3 0 0 0,2 3 31 0 0,-1-1 0 0 0,0 1 0 0 0,1-1 0 0 0,-1 1 0 0 0,0 0 0 0 0,1 0 0 0 0,-1 0-1 0 0,0 0 1 0 0,0 1 0 0 0,0-1 0 0 0,0 1 0 0 0,-3-1 0 0 0,5 2-70 0 0,0-1-1 0 0,0 0 1 0 0,0 0 0 0 0,0 1 0 0 0,0-1-1 0 0,0 1 1 0 0,0-1 0 0 0,0 1 0 0 0,0-1-1 0 0,0 1 1 0 0,0-1 0 0 0,0 1 0 0 0,1 0-1 0 0,-1 0 1 0 0,-1 0 0 0 0,1 1-3 0 0,-1-1-6 0 0,0 0-1 0 0,1 0 1 0 0,0 1-1 0 0,-1-1 1 0 0,1 0-1 0 0,0 1 1 0 0,-1-1-1 0 0,1 1 1 0 0,0-1-1 0 0,0 1 1 0 0,0 0-1 0 0,0-1 1 0 0,1 1-1 0 0,-1 0 1 0 0,0 0-1 0 0,1 0 1 0 0,-1-1-1 0 0,1 1 1 0 0,0 0-1 0 0,0 0 1 0 0,-1 0 0 0 0,1 0-1 0 0,1 3 1 0 0,-1 1-260 0 0,1-3 253 0 0,0 1 0 0 0,0-1 0 0 0,0 1-1 0 0,0-1 1 0 0,1 1 0 0 0,3 5 0 0 0,-2-4 41 0 0,-3-4-30 0 0,0-1 1 0 0,1 0-1 0 0,-1 1 0 0 0,0-1 0 0 0,0 1 1 0 0,1-1-1 0 0,-1 0 0 0 0,0 1 1 0 0,1-1-1 0 0,-1 0 0 0 0,1 1 0 0 0,-1-1 1 0 0,0 0-1 0 0,1 0 0 0 0,-1 1 0 0 0,1-1 1 0 0,-1 0-1 0 0,1 0 0 0 0,0 0 0 0 0,1 1 7 0 0,7 2 43 0 0,3-4-14 0 0,-8 0-11 0 0,-1 1 1 0 0,1-1-1 0 0,0 0 1 0 0,-1 0-1 0 0,1 0 1 0 0,-1-1-1 0 0,1 1 1 0 0,-1-1-1 0 0,0 0 1 0 0,1 0-1 0 0,-1 0 0 0 0,0 0 1 0 0,0 0-1 0 0,-1-1 1 0 0,1 1-1 0 0,0-1 1 0 0,-1 0-1 0 0,1 0 1 0 0,3-6-1 0 0,-6 7 30 0 0,0 0 0 0 0,0 0-1 0 0,0 0 1 0 0,0 0 0 0 0,0 0 0 0 0,0 0-1 0 0,0 0 1 0 0,-1 0 0 0 0,1 1 0 0 0,-1-1-1 0 0,1 0 1 0 0,-1 0 0 0 0,0 0 0 0 0,0 0-1 0 0,1 1 1 0 0,-1-1 0 0 0,-2-2-1 0 0,2 2 82 0 0,-2-3 58 0 0,1 1 1 0 0,-1-1-1 0 0,0 1 1 0 0,0 0-1 0 0,-1 0 1 0 0,1 0 0 0 0,-1 0-1 0 0,-6-4 1 0 0,9 7-165 0 0,-1 0 1 0 0,1 0-1 0 0,-1 0 0 0 0,1 1 1 0 0,-1-1-1 0 0,0 0 1 0 0,1 1-1 0 0,-1-1 0 0 0,0 1 1 0 0,1 0-1 0 0,-1-1 0 0 0,0 1 1 0 0,0 0-1 0 0,1 0 1 0 0,-1 0-1 0 0,0 0 0 0 0,0 1 1 0 0,1-1-1 0 0,-1 0 1 0 0,0 1-1 0 0,1-1 0 0 0,-1 1 1 0 0,0 0-1 0 0,1-1 1 0 0,-1 1-1 0 0,1 0 0 0 0,-1 0 1 0 0,-1 1-1 0 0,-1 1-27 0 0,0 1-1 0 0,0-1 0 0 0,0 1 1 0 0,0 0-1 0 0,1 0 1 0 0,0 0-1 0 0,-1 0 1 0 0,1 0-1 0 0,-2 6 1 0 0,2-5-672 0 0,1 1 1 0 0,0-1 0 0 0,0 0-1 0 0,-2 12 1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64"/>
    </inkml:context>
    <inkml:brush xml:id="br0">
      <inkml:brushProperty name="width" value="0.1" units="cm"/>
      <inkml:brushProperty name="height" value="0.1" units="cm"/>
      <inkml:brushProperty name="color" value="#004F8B"/>
    </inkml:brush>
  </inkml:definitions>
  <inkml:trace contextRef="#ctx0" brushRef="#br0">74 84 7831 0 0,'0'0'706'0'0,"0"-1"-434"0"0,1-1 20 0 0,0 0 0 0 0,-1 0 0 0 0,1 0 0 0 0,-1 0 0 0 0,1 0 0 0 0,-1 0 0 0 0,0-1 0 0 0,0 1 0 0 0,0 0 0 0 0,0 0 0 0 0,0 0 0 0 0,-1 0 0 0 0,1 0 0 0 0,-1 0 1 0 0,1 0-1 0 0,-1 0 0 0 0,0 0 0 0 0,1 0 0 0 0,-1 0 0 0 0,0 0 0 0 0,0 0 0 0 0,-4-3 529 0 0,3 4-604 0 0,-1-1 0 0 0,0 1-1 0 0,1 1 1 0 0,-1-1 0 0 0,0 0 0 0 0,-5 0-1 0 0,7 1-125 0 0,0 0 325 0 0,-1 0-218 0 0,-5 1-13 0 0,5-1-8 0 0,-5 6 146 0 0,4-5-302 0 0,-4 5 41 0 0,6-4-59 0 0,0-1-3 0 0,1-1 0 0 0,0 0 0 0 0,-1 1 1 0 0,1-1-1 0 0,0 0 0 0 0,0 1 0 0 0,-1-1 0 0 0,1 0 1 0 0,0 1-1 0 0,0-1 0 0 0,-1 1 0 0 0,1-1 1 0 0,0 1-1 0 0,0-1 0 0 0,0 1 0 0 0,0-1 0 0 0,0 0 1 0 0,0 1-1 0 0,0-1 0 0 0,0 1 0 0 0,0-1 1 0 0,0 1-1 0 0,0-1 0 0 0,0 1 0 0 0,0-1 0 0 0,0 1 1 0 0,0 0-1 0 0,2 6-9 0 0,-1-6-45 0 0,48 0 44 0 0,-47-1 14 0 0,0 0 1 0 0,-1 0 0 0 0,1 0-1 0 0,0-1 1 0 0,-1 1 0 0 0,1-1-1 0 0,0 1 1 0 0,-1-1 0 0 0,1 0-1 0 0,-1 1 1 0 0,1-1 0 0 0,-1 0 0 0 0,1 0-1 0 0,-1 0 1 0 0,2-2 0 0 0,3-1 5 0 0,-6 3 7 0 0,0 0-1 0 0,1 0 1 0 0,-1 0 0 0 0,0-1-1 0 0,1 1 1 0 0,-1 0 0 0 0,0 0 0 0 0,0-1-1 0 0,0 1 1 0 0,0 0 0 0 0,0 0-1 0 0,-1-1 1 0 0,1 1 0 0 0,-1-1 0 0 0,1 0 43 0 0,-1-1 1 0 0,0 2-1 0 0,0-1 1 0 0,0 0-1 0 0,0 0 1 0 0,-1 0 0 0 0,1 0-1 0 0,0 1 1 0 0,-1-1-1 0 0,1 0 1 0 0,-1 1 0 0 0,0 0-1 0 0,-2-2 1 0 0,3 2-37 0 0,-1 1 0 0 0,0-1 0 0 0,1 1 0 0 0,-1-1 0 0 0,0 1 0 0 0,0 0 0 0 0,1 0 0 0 0,-1-1 0 0 0,0 1 0 0 0,0 1 0 0 0,1-1 0 0 0,-1 0 0 0 0,0 0 0 0 0,0 1 0 0 0,1-1 0 0 0,-1 1 0 0 0,0-1 0 0 0,1 1 0 0 0,-1 0 0 0 0,1 0 0 0 0,-1-1 0 0 0,1 1 0 0 0,-1 0 0 0 0,1 0 0 0 0,-2 2 0 0 0,0-1-23 0 0,1 0 1 0 0,-1 1-1 0 0,0-1 1 0 0,1 1-1 0 0,0-1 1 0 0,-4 7-1 0 0,5-9-3 0 0,1 1 1 0 0,-1-1-1 0 0,1 1 0 0 0,-1 0 0 0 0,1-1 0 0 0,-1 1 0 0 0,1-1 1 0 0,0 1-1 0 0,-1 0 0 0 0,1 0 0 0 0,0-1 0 0 0,0 1 1 0 0,-1 0-1 0 0,1 0 0 0 0,0-1 0 0 0,0 1 0 0 0,0 0 0 0 0,0 0 1 0 0,0 0-1 0 0,0-1 0 0 0,0 1 0 0 0,0 0 0 0 0,1 1 1 0 0,-1 1-22 0 0,-1 34-103 0 0,1-35 117 0 0,0-1 0 0 0,0 1 0 0 0,0 0 0 0 0,0 0 0 0 0,0-1 0 0 0,0 1 0 0 0,0 0 0 0 0,1 0 0 0 0,-1-1 0 0 0,1 1 0 0 0,0 0 0 0 0,-1-1 0 0 0,1 1 0 0 0,0-1 0 0 0,0 1 0 0 0,0-1 0 0 0,0 1 0 0 0,0-1 0 0 0,0 1 0 0 0,0-1 0 0 0,1 0 0 0 0,-1 0 0 0 0,0 0 0 0 0,1 0 0 0 0,2 2 0 0 0,-2-1-7 0 0,0-1 11 0 0,0 1 1 0 0,0-1 0 0 0,1 0 0 0 0,-1 0-1 0 0,0 1 1 0 0,1-1 0 0 0,-1-1-1 0 0,0 1 1 0 0,1 0 0 0 0,-1-1 0 0 0,1 1-1 0 0,-1-1 1 0 0,1 0 0 0 0,-1 1 0 0 0,1-1-1 0 0,0-1 1 0 0,-1 1 0 0 0,5-1 0 0 0,-2 0 21 0 0,0 0 7 0 0,0 0 1 0 0,0-1-1 0 0,-1 1 1 0 0,1-1-1 0 0,0 0 1 0 0,-1 0-1 0 0,0-1 1 0 0,0 1-1 0 0,0-1 1 0 0,0 0-1 0 0,0 0 1 0 0,0-1-1 0 0,3-3 1 0 0,-5 5 30 0 0,0 0 1 0 0,-1 0 0 0 0,1 0 0 0 0,0 0 0 0 0,-1 0 0 0 0,0 0-1 0 0,0 0 1 0 0,0-1 0 0 0,0 1 0 0 0,0-1 0 0 0,0 1 0 0 0,0 0 0 0 0,-1-1-1 0 0,1 1 1 0 0,-1-1 0 0 0,0 1 0 0 0,0-1 0 0 0,0 1 0 0 0,0-1-1 0 0,0 0 1 0 0,0 1 0 0 0,-1-1 0 0 0,1 1 0 0 0,-1 0 0 0 0,0-1-1 0 0,0 1 1 0 0,-1-4 0 0 0,-9-6 688 0 0,10 10-360 0 0,-1 1-31 0 0,0 0-318 0 0,0-1-1 0 0,0 1 0 0 0,0-1 0 0 0,0 1 1 0 0,0 0-1 0 0,0 0 0 0 0,-1 0 0 0 0,1 0 0 0 0,0 0 1 0 0,-1 1-1 0 0,1-1 0 0 0,0 0 0 0 0,-1 1 1 0 0,1 0-1 0 0,-1 0 0 0 0,1 0 0 0 0,-1 0 0 0 0,1 0 1 0 0,0 0-1 0 0,-4 1 0 0 0,4 0-115 0 0,0 0 1 0 0,0-1-1 0 0,1 1 0 0 0,-1 0 1 0 0,0 0-1 0 0,1 0 0 0 0,-1 0 1 0 0,1 0-1 0 0,-1 0 0 0 0,1 1 1 0 0,-1-1-1 0 0,1 1 0 0 0,0-1 1 0 0,0 0-1 0 0,0 1 0 0 0,0 0 1 0 0,0-1-1 0 0,0 1 0 0 0,0 0 1 0 0,1-1-1 0 0,-1 1 0 0 0,0 0 1 0 0,0 2-1 0 0,-2 8-591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65"/>
    </inkml:context>
    <inkml:brush xml:id="br0">
      <inkml:brushProperty name="width" value="0.1" units="cm"/>
      <inkml:brushProperty name="height" value="0.1" units="cm"/>
      <inkml:brushProperty name="color" value="#004F8B"/>
    </inkml:brush>
  </inkml:definitions>
  <inkml:trace contextRef="#ctx0" brushRef="#br0">42 6 2415 0 0,'0'0'170'0'0,"18"2"4124"0"0,19-2 6501 0 0,-47-4-10519 0 0,8 3-224 0 0,0 1 0 0 0,0-1 1 0 0,0 1-1 0 0,0-1 0 0 0,0 1 0 0 0,0 0 1 0 0,0-1-1 0 0,0 1 0 0 0,-1 0 0 0 0,1 0 0 0 0,0 1 1 0 0,0-1-1 0 0,0 0 0 0 0,0 1 0 0 0,0-1 1 0 0,0 1-1 0 0,0 0 0 0 0,0 0 0 0 0,0 0 1 0 0,0 0-1 0 0,1 0 0 0 0,-4 2 0 0 0,-1 0 145 0 0,4-2-165 0 0,1-1 0 0 0,-1 1 0 0 0,1 0-1 0 0,-1 0 1 0 0,1 0 0 0 0,0 0-1 0 0,-1 0 1 0 0,1 0 0 0 0,0 0 0 0 0,0 0-1 0 0,0 0 1 0 0,0 0 0 0 0,0 1-1 0 0,0-1 1 0 0,0 0 0 0 0,1 1 0 0 0,-2 1-1 0 0,-1 4-28 0 0,3-6-29 0 0,-1 0 1 0 0,1 1-1 0 0,0-1 0 0 0,0 0 1 0 0,0 0-1 0 0,0 1 0 0 0,0-1 1 0 0,0 0-1 0 0,0 0 1 0 0,0 1-1 0 0,0-1 0 0 0,1 2 1 0 0,0 0 3 0 0,-1-1 16 0 0,0-1-1 0 0,0 1 1 0 0,1 0-1 0 0,-1-1 1 0 0,0 1 0 0 0,1 0-1 0 0,-1-1 1 0 0,1 1-1 0 0,-1-1 1 0 0,1 1-1 0 0,0-1 1 0 0,0 1-1 0 0,1 1 1 0 0,1 1 0 0 0,3 2 17 0 0,-4-5 15 0 0,-1 0 1 0 0,1 0 0 0 0,1-1-1 0 0,-1 1 1 0 0,0-1-1 0 0,0 0 1 0 0,0 1 0 0 0,0-1-1 0 0,0 0 1 0 0,4 0-1 0 0,2 0 5 0 0,-2 1-10 0 0,-1-1 1 0 0,1 1 0 0 0,-1-1 0 0 0,1 0 0 0 0,-1-1 0 0 0,1 1-1 0 0,4-2 1 0 0,-8 1 9 0 0,0 1-1 0 0,0-1 0 0 0,-1 1 1 0 0,1-1-1 0 0,0 0 0 0 0,-1 0 1 0 0,1 0-1 0 0,0 0 0 0 0,-1 0 1 0 0,0 0-1 0 0,1 0 0 0 0,-1 0 1 0 0,0-1-1 0 0,1 1 0 0 0,-1 0 1 0 0,0-1-1 0 0,0 1 0 0 0,0-1 1 0 0,0 0-1 0 0,0 1 0 0 0,-1-1 0 0 0,1 0 1 0 0,1-3-1 0 0,-2 4 120 0 0,0 1-130 0 0,0 0 0 0 0,1-1 0 0 0,-1 1 1 0 0,0 0-1 0 0,0-1 0 0 0,1 1 0 0 0,-1 0 1 0 0,0-1-1 0 0,0 1 0 0 0,0 0 0 0 0,0-1 1 0 0,0 1-1 0 0,0-1 0 0 0,1 1 1 0 0,-1 0-1 0 0,0-1 0 0 0,0 1 0 0 0,0-1 1 0 0,0 1-1 0 0,0 0 0 0 0,-1-1 0 0 0,1 1 1 0 0,0-1-1 0 0,0 1 0 0 0,0 0 1 0 0,0-1-1 0 0,0 1 0 0 0,0 0 0 0 0,-1-1 1 0 0,1 1-1 0 0,0 0 0 0 0,-1-1 0 0 0,-7-12 541 0 0,3 8-473 0 0,1 1-16 0 0,0 0 0 0 0,0 1 1 0 0,-1-1-1 0 0,1 1 0 0 0,-10-5 0 0 0,12 7-59 0 0,0 0 0 0 0,1 0-1 0 0,-1 0 1 0 0,0 1 0 0 0,0-1 0 0 0,0 0 0 0 0,0 1-1 0 0,0 0 1 0 0,0-1 0 0 0,-1 1 0 0 0,1 0-1 0 0,0 0 1 0 0,0 0 0 0 0,0 0 0 0 0,0 0-1 0 0,-3 1 1 0 0,1 1-14 0 0,1-1-1 0 0,0 0 1 0 0,0 1-1 0 0,0-1 1 0 0,0 1-1 0 0,0 0 1 0 0,1 0-1 0 0,-1 0 1 0 0,1 0-1 0 0,-1 1 1 0 0,1-1-1 0 0,0 1 1 0 0,-3 2-1 0 0,2-1-37 0 0,2-3 32 0 0,0 1 1 0 0,0-1-1 0 0,0 0 0 0 0,0 1 1 0 0,1-1-1 0 0,-1 1 1 0 0,0-1-1 0 0,1 1 0 0 0,-1 0 1 0 0,1-1-1 0 0,0 1 0 0 0,-1 0 1 0 0,1 1-1 0 0,-1 1-19 0 0,0-2 19 0 0,1 0 0 0 0,0 0 1 0 0,0 0-1 0 0,0 0 0 0 0,0 0 1 0 0,0-1-1 0 0,0 1 0 0 0,0 0 1 0 0,1 0-1 0 0,-1 0 0 0 0,1 2 0 0 0,-1-1 17 0 0,0 2 12 0 0,9 10-22 0 0,-7-12-25 0 0,1 1-1 0 0,-1-1 0 0 0,1-1 0 0 0,0 1 0 0 0,0 0 0 0 0,4 2 0 0 0,4-1 26 0 0,-5-3 5 0 0,0 0 0 0 0,0-1 0 0 0,1 0 0 0 0,-1 0 0 0 0,0 0-1 0 0,1-1 1 0 0,-1 0 0 0 0,0-1 0 0 0,0 1 0 0 0,0-1 0 0 0,0 0 0 0 0,0 0 0 0 0,0-1 0 0 0,-1 0-1 0 0,1 0 1 0 0,-1 0 0 0 0,9-7 0 0 0,-12 8-16 0 0,8-9-37 0 0,-10 10 74 0 0,1 0 0 0 0,0-1 0 0 0,-1 1-1 0 0,1 0 1 0 0,0 0 0 0 0,-1 0-1 0 0,0-1 1 0 0,1 1 0 0 0,-1 0-1 0 0,0-1 1 0 0,0 1 0 0 0,1 0 0 0 0,-1 0-1 0 0,0-1 1 0 0,0 1 0 0 0,-1 0-1 0 0,1-1 1 0 0,0 1 0 0 0,0 0-1 0 0,-1-1 1 0 0,0-1 0 0 0,0 0 49 0 0,0 1 0 0 0,0-1 1 0 0,-1 1-1 0 0,1-1 0 0 0,-1 1 0 0 0,0 0 1 0 0,0 0-1 0 0,-3-3 0 0 0,-32-21 642 0 0,34 23-674 0 0,2 3-40 0 0,1 0 0 0 0,0-1 0 0 0,-1 1 0 0 0,1 0 0 0 0,0-1 0 0 0,-1 1 0 0 0,1 0 0 0 0,-1 0 0 0 0,1-1 0 0 0,0 1 0 0 0,-1 0 0 0 0,1 0 0 0 0,-1 0-1 0 0,1-1 1 0 0,-1 1 0 0 0,1 0 0 0 0,-1 0 0 0 0,1 0 0 0 0,-1 0 0 0 0,1 0 0 0 0,-1 0 0 0 0,1 0 0 0 0,-1 0 0 0 0,1 0 0 0 0,-1 0 0 0 0,1 0 0 0 0,-1 1 0 0 0,1-1 0 0 0,-1 0 0 0 0,0 0 0 0 0,0 1 1 0 0,0-1-48 0 0,0 0 0 0 0,0 0 0 0 0,0 0 1 0 0,0 1-1 0 0,0-1 0 0 0,0 0 0 0 0,0 0 0 0 0,0 1 0 0 0,0-1 0 0 0,1 1 0 0 0,-1-1 0 0 0,0 1 0 0 0,0-1 0 0 0,0 1 1 0 0,1-1-1 0 0,-1 1 0 0 0,0 0 0 0 0,0 0 0 0 0,0 0 0 0 0,-1 2-306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66"/>
    </inkml:context>
    <inkml:brush xml:id="br0">
      <inkml:brushProperty name="width" value="0.1" units="cm"/>
      <inkml:brushProperty name="height" value="0.1" units="cm"/>
      <inkml:brushProperty name="color" value="#004F8B"/>
    </inkml:brush>
  </inkml:definitions>
  <inkml:trace contextRef="#ctx0" brushRef="#br0">90 36 919 0 0,'0'0'12998'0'0,"-4"-15"-11118"0"0,3 13-1569 0 0,0 0 0 0 0,0 0 0 0 0,0 0 0 0 0,-1 0 0 0 0,1 0 1 0 0,-1 0-1 0 0,-2-2 0 0 0,4 3 50 0 0,-9 0 186 0 0,6 1-508 0 0,0 0 0 0 0,0 0 0 0 0,1 0-1 0 0,-1 1 1 0 0,0 0 0 0 0,1-1 0 0 0,-1 1 0 0 0,0 0 0 0 0,1 0 0 0 0,-1 0 0 0 0,1 0-1 0 0,-1 1 1 0 0,1-1 0 0 0,0 1 0 0 0,0-1 0 0 0,-1 1 0 0 0,1 0 0 0 0,-3 4 0 0 0,5-6-40 0 0,-8 9 11 0 0,7-5-7 0 0,0 10-89 0 0,0-9 60 0 0,0-2 7 0 0,1 0 0 0 0,0 0 0 0 0,-1 0 0 0 0,1 0 0 0 0,1 0 1 0 0,-1 0-1 0 0,0 0 0 0 0,2 6 0 0 0,0-6-45 0 0,4 5 0 0 0,-6-7 58 0 0,1 0 0 0 0,0 0-1 0 0,0 0 1 0 0,0 0 0 0 0,0 0-1 0 0,0 0 1 0 0,0 0 0 0 0,0 0 0 0 0,0 0-1 0 0,0-1 1 0 0,1 1 0 0 0,-1 0-1 0 0,0-1 1 0 0,1 1 0 0 0,-1-1-1 0 0,0 1 1 0 0,1-1 0 0 0,-1 0 0 0 0,3 1-1 0 0,0-1-5 0 0,-3 1 11 0 0,0-1 0 0 0,1 1 0 0 0,-1-1 0 0 0,0 0 0 0 0,0 0 1 0 0,0 1-1 0 0,0-1 0 0 0,1 0 0 0 0,-1 0 0 0 0,0 0 0 0 0,0-1 1 0 0,1 1-1 0 0,-1 0 0 0 0,0 0 0 0 0,0-1 0 0 0,0 1 0 0 0,0 0 1 0 0,0-1-1 0 0,1 1 0 0 0,1-2 0 0 0,1-1 19 0 0,-2 2-4 0 0,1 0 1 0 0,0 0-1 0 0,-1-1 1 0 0,1 1-1 0 0,-1-1 1 0 0,1 1-1 0 0,-1-1 1 0 0,0 0-1 0 0,0 0 1 0 0,0 0-1 0 0,0-1 1 0 0,0 1-1 0 0,0 0 1 0 0,2-4-1 0 0,-4 4 6 0 0,1 1 0 0 0,-1 0 0 0 0,1-1-1 0 0,-1 1 1 0 0,1 0 0 0 0,-1-1 0 0 0,0 1-1 0 0,1-1 1 0 0,-1 1 0 0 0,0-1 0 0 0,0 1 0 0 0,0 0-1 0 0,0-1 1 0 0,-1 1 0 0 0,1-1 0 0 0,0 1-1 0 0,-1-1 1 0 0,1 1 0 0 0,0 0 0 0 0,-1-1 0 0 0,0 1-1 0 0,1 0 1 0 0,-1-1 0 0 0,0 1 0 0 0,0 0-1 0 0,1 0 1 0 0,-1 0 0 0 0,0 0 0 0 0,0 0 0 0 0,0 0-1 0 0,-2-1 1 0 0,2 0 29 0 0,-1 1-1 0 0,0 0 1 0 0,1 0 0 0 0,-1 0-1 0 0,0 0 1 0 0,1 0 0 0 0,-1 0-1 0 0,0 0 1 0 0,0 1-1 0 0,0-1 1 0 0,0 1 0 0 0,0-1-1 0 0,0 1 1 0 0,0 0 0 0 0,0-1-1 0 0,0 1 1 0 0,0 0 0 0 0,0 1-1 0 0,0-1 1 0 0,0 0-1 0 0,0 0 1 0 0,1 1 0 0 0,-1-1-1 0 0,0 1 1 0 0,0 0 0 0 0,-3 1-1 0 0,3-1-40 0 0,0 1-1 0 0,-1-1 0 0 0,1 1 0 0 0,1 0 1 0 0,-1-1-1 0 0,0 1 0 0 0,0 0 1 0 0,1 0-1 0 0,-1 0 0 0 0,1 0 1 0 0,-1 0-1 0 0,1 0 0 0 0,0 1 1 0 0,0-1-1 0 0,0 0 0 0 0,0 1 1 0 0,0-1-1 0 0,1 0 0 0 0,-1 1 1 0 0,0 4-1 0 0,1-2-30 0 0,0 0 1 0 0,-1 0 0 0 0,2 0-1 0 0,-1 0 1 0 0,1 0-1 0 0,-1 0 1 0 0,1 0-1 0 0,1 0 1 0 0,-1 0-1 0 0,1 0 1 0 0,4 9 0 0 0,-5-11 17 0 0,1 0 1 0 0,0 0 0 0 0,0 1 0 0 0,0-1 0 0 0,1 0 0 0 0,-1-1 0 0 0,1 1 0 0 0,0 0 0 0 0,-1-1-1 0 0,1 0 1 0 0,0 1 0 0 0,4 1 0 0 0,-4-2-1 0 0,5 1 15 0 0,13-2-75 0 0,-2-4 53 0 0,-17 2 26 0 0,0 1 0 0 0,-1-1 0 0 0,1 1-1 0 0,0-1 1 0 0,-1 0 0 0 0,1 1 0 0 0,-1-1 0 0 0,1 0-1 0 0,-1 0 1 0 0,1 0 0 0 0,-1 0 0 0 0,1 0 0 0 0,-1-1-1 0 0,0 1 1 0 0,0 0 0 0 0,0-1 0 0 0,0 1 0 0 0,0 0-1 0 0,0-1 1 0 0,0 1 0 0 0,0-1 0 0 0,0 0 0 0 0,-1 1 0 0 0,1-1-1 0 0,0-2 1 0 0,-1 1 35 0 0,1-1-1 0 0,-1 0 1 0 0,0 1-1 0 0,0-1 1 0 0,0 0-1 0 0,0 1 1 0 0,-1-1 0 0 0,1 1-1 0 0,-1-1 1 0 0,0 0-1 0 0,0 1 1 0 0,-1 0-1 0 0,-2-7 1 0 0,3 9 31 0 0,0 1-122 0 0,-1 1 1 0 0,1-1-1 0 0,0 0 0 0 0,-1 1 1 0 0,1-1-1 0 0,-1 1 1 0 0,1-1-1 0 0,0 1 0 0 0,-1 0 1 0 0,1 0-1 0 0,0 0 1 0 0,0-1-1 0 0,0 1 0 0 0,0 0 1 0 0,-1 0-1 0 0,1 1 1 0 0,1-1-1 0 0,-1 0 0 0 0,0 0 1 0 0,0 0-1 0 0,0 1 1 0 0,0 0-1 0 0,-2 4-1766 0 0,0 0 0 0 0,1 0 0 0 0,-4 11 0 0 0,1 1-4346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67"/>
    </inkml:context>
    <inkml:brush xml:id="br0">
      <inkml:brushProperty name="width" value="0.1" units="cm"/>
      <inkml:brushProperty name="height" value="0.1" units="cm"/>
      <inkml:brushProperty name="color" value="#004F8B"/>
    </inkml:brush>
  </inkml:definitions>
  <inkml:trace contextRef="#ctx0" brushRef="#br0">53 88 5927 0 0,'0'0'8056'0'0,"-7"-6"-6108"0"0,-6-2-1432 0 0,6 5-501 0 0,0 4 60 0 0,5-1 14 0 0,2 1-30 0 0,-4 5-55 0 0,-3 9 2 0 0,1-1-18 0 0,6-14 9 0 0,0 1 0 0 0,1-1 1 0 0,-1 1-1 0 0,0-1 0 0 0,0 1 0 0 0,0-1 0 0 0,0 1 0 0 0,1-1 0 0 0,-1 1 0 0 0,0-1 0 0 0,0 1 0 0 0,1-1 0 0 0,-1 1 0 0 0,0-1 1 0 0,1 0-1 0 0,-1 1 0 0 0,1-1 0 0 0,-1 0 0 0 0,1 1 0 0 0,0 0 1 0 0,6 5 2 0 0,2-3 0 0 0,-3-3 36 0 0,0 0-1 0 0,0 0 1 0 0,0 0-1 0 0,0-1 1 0 0,0 0-1 0 0,0 0 1 0 0,0 0-1 0 0,0-1 1 0 0,0 1-1 0 0,0-2 1 0 0,-1 1 0 0 0,1-1-1 0 0,4-2 1 0 0,-9 4 26 0 0,1 0 0 0 0,-1 0 0 0 0,0 0 1 0 0,0-1-1 0 0,0 1 0 0 0,0 0 0 0 0,0 0 1 0 0,0-1-1 0 0,0 1 0 0 0,0 0 0 0 0,-1-1 1 0 0,1 1-1 0 0,0-1 0 0 0,-1 1 0 0 0,1-1 1 0 0,-1 1-1 0 0,1-1 0 0 0,-1 1 0 0 0,0-1 1 0 0,0 1-1 0 0,0-1 0 0 0,0 1 0 0 0,0-1 1 0 0,0 0-1 0 0,0 1 0 0 0,0-1 0 0 0,-1 1 1 0 0,1-1-1 0 0,-1 1 0 0 0,1-1 1 0 0,-1 1-1 0 0,0-1 0 0 0,1 1 0 0 0,-1-1 1 0 0,0 1-1 0 0,0 0 0 0 0,0 0 0 0 0,0-1 1 0 0,-1 0-1 0 0,0-1 59 0 0,-1 1 1 0 0,1-1 0 0 0,-1 1-1 0 0,1-1 1 0 0,-1 1-1 0 0,0 0 1 0 0,0 0 0 0 0,0 0-1 0 0,0 0 1 0 0,0 1-1 0 0,0-1 1 0 0,-1 1-1 0 0,1 0 1 0 0,0 0 0 0 0,-1 0-1 0 0,-4 0 1 0 0,5 1-12 0 0,0 0 0 0 0,1 1 0 0 0,-1-1 0 0 0,0 1 1 0 0,0 0-1 0 0,1 0 0 0 0,-5 2 0 0 0,6-2-111 0 0,0-1 0 0 0,-1 1 1 0 0,1-1-1 0 0,0 1 0 0 0,1-1 0 0 0,-1 1 0 0 0,0 0 0 0 0,0 0 1 0 0,0-1-1 0 0,0 1 0 0 0,0 0 0 0 0,1 0 0 0 0,-1 0 1 0 0,0 0-1 0 0,1 0 0 0 0,-1 0 0 0 0,1 0 0 0 0,-1 0 0 0 0,1 0 1 0 0,-1 0-1 0 0,1 0 0 0 0,0 0 0 0 0,0 0 0 0 0,-1 3 0 0 0,1 0-18 0 0,-2 2-2 0 0,0 0 0 0 0,1 0 0 0 0,0 0 1 0 0,1 1-1 0 0,-1-1 0 0 0,1 0 0 0 0,1 0 0 0 0,-1 1 0 0 0,1-1 0 0 0,0 0 0 0 0,2 8 0 0 0,-1-12 15 0 0,-1 1 0 0 0,1-1-1 0 0,0 0 1 0 0,0 1 0 0 0,0-1-1 0 0,0 0 1 0 0,0 0 0 0 0,1-1-1 0 0,-1 1 1 0 0,5 2 0 0 0,-3-2-18 0 0,7 4-24 0 0,13-4 215 0 0,-23-1-165 0 0,1-1 0 0 0,-1 0 0 0 0,1 0 0 0 0,-1 0 0 0 0,1 1-1 0 0,-1-1 1 0 0,1-1 0 0 0,-1 1 0 0 0,0 0 0 0 0,1 0 0 0 0,-1 0 0 0 0,1-1 0 0 0,-1 1 0 0 0,1-1 0 0 0,-1 1 0 0 0,0-1 0 0 0,1 0 0 0 0,-1 1 0 0 0,0-1 0 0 0,0 0 0 0 0,0 0 0 0 0,1 0 0 0 0,-1 0 0 0 0,0 0-1 0 0,1-1 1 0 0,4-4-44 0 0,-3 4 82 0 0,0 0 0 0 0,0 0 0 0 0,0 0 0 0 0,-1-1 1 0 0,1 1-1 0 0,-1-1 0 0 0,0 1 0 0 0,0-1 0 0 0,0 0 0 0 0,0 0 0 0 0,0 0 0 0 0,0 0 1 0 0,-1 0-1 0 0,0 0 0 0 0,1 0 0 0 0,-1 0 0 0 0,0-1 0 0 0,-1 1 0 0 0,1 0 1 0 0,-1-1-1 0 0,1 1 0 0 0,-1-1 0 0 0,0 1 0 0 0,0-1 0 0 0,0 1 0 0 0,-1 0 1 0 0,1-1-1 0 0,-1 1 0 0 0,0-1 0 0 0,0 1 0 0 0,0 0 0 0 0,-1 0 0 0 0,1 0 1 0 0,-1-1-1 0 0,1 1 0 0 0,-1 1 0 0 0,-4-7 0 0 0,3 6 106 0 0,1 0 0 0 0,-1 0 0 0 0,0 0 0 0 0,0 0 0 0 0,0 0 0 0 0,0 0 0 0 0,-1 1 0 0 0,1-1 0 0 0,-7-2 0 0 0,8 4-132 0 0,1 1-1 0 0,-1-1 0 0 0,1 1 1 0 0,-1 0-1 0 0,1 0 0 0 0,-1 0 1 0 0,1 0-1 0 0,-1 0 0 0 0,1 0 1 0 0,-1 0-1 0 0,1 0 0 0 0,-1 0 1 0 0,1 1-1 0 0,0-1 0 0 0,-1 1 1 0 0,1-1-1 0 0,-1 1 0 0 0,1 0 1 0 0,0-1-1 0 0,-1 1 0 0 0,1 0 1 0 0,0 0-1 0 0,0 0 0 0 0,0 0 0 0 0,-1 0 1 0 0,1 0-1 0 0,0 0 0 0 0,1 0 1 0 0,-1 0-1 0 0,-2 3 0 0 0,1-1-20 0 0,0 1 0 0 0,0-1 0 0 0,0 1 0 0 0,0-1 0 0 0,0 1 0 0 0,1 0-1 0 0,-1 0 1 0 0,0 5 0 0 0,2-7-230 0 0,-1 0 0 0 0,1 0 0 0 0,0 1-1 0 0,0-1 1 0 0,0 0 0 0 0,0 0 0 0 0,1 0 0 0 0,-1 0-1 0 0,0 0 1 0 0,1 0 0 0 0,0 3 0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68"/>
    </inkml:context>
    <inkml:brush xml:id="br0">
      <inkml:brushProperty name="width" value="0.1" units="cm"/>
      <inkml:brushProperty name="height" value="0.1" units="cm"/>
      <inkml:brushProperty name="color" value="#004F8B"/>
    </inkml:brush>
  </inkml:definitions>
  <inkml:trace contextRef="#ctx0" brushRef="#br0">120 27 1375 0 0,'0'0'13810'0'0,"-17"2"-11788"0"0,2 1-1578 0 0,13-3-272 0 0,-8 6 274 0 0,9-5-408 0 0,-2-1-29 0 0,-5 10 308 0 0,7-9-306 0 0,0 0-7 0 0,1-1-1 0 0,-1 0 0 0 0,1 1 1 0 0,-1-1-1 0 0,1 1 0 0 0,0-1 0 0 0,-1 1 1 0 0,1-1-1 0 0,-1 1 0 0 0,1 0 1 0 0,0-1-1 0 0,0 1 0 0 0,-1-1 1 0 0,1 1-1 0 0,0 0 0 0 0,0-1 1 0 0,0 1-1 0 0,0-1 0 0 0,0 1 1 0 0,0 1-1 0 0,-2 0 11 0 0,1 15-15 0 0,4-3 1 0 0,2-11 0 0 0,-4-3 0 0 0,1 1 10 0 0,-1 0 1 0 0,0 0-1 0 0,1 0 0 0 0,-1 0 0 0 0,0 0 0 0 0,1-1 0 0 0,-1 1 1 0 0,1-1-1 0 0,-1 1 0 0 0,1-1 0 0 0,0 1 0 0 0,-1-1 0 0 0,1 0 1 0 0,-1 0-1 0 0,1 0 0 0 0,0 0 0 0 0,-1 0 0 0 0,1 0 0 0 0,0 0 1 0 0,-1 0-1 0 0,1-1 0 0 0,1 0 0 0 0,5 0 80 0 0,-6 1-35 0 0,0-1-1 0 0,0 1 1 0 0,0 0-1 0 0,-1-1 1 0 0,1 0-1 0 0,0 1 1 0 0,0-1-1 0 0,-1 0 0 0 0,4-1 1 0 0,0-1 115 0 0,-3 2 50 0 0,6-9 489 0 0,-8 9-657 0 0,1 0-1 0 0,0 0 0 0 0,-1 0 1 0 0,1 1-1 0 0,-1-1 0 0 0,1 0 1 0 0,-1 0-1 0 0,1 0 1 0 0,-1 0-1 0 0,0 0 0 0 0,0 0 1 0 0,1 0-1 0 0,-1 0 0 0 0,0 0 1 0 0,0 0-1 0 0,0 0 1 0 0,0 0-1 0 0,0 0 0 0 0,0 0 1 0 0,0 0-1 0 0,0 0 0 0 0,0 0 1 0 0,-1 1-1 0 0,1-1 1 0 0,0 0-1 0 0,-1 0 0 0 0,1 0 1 0 0,0 0-1 0 0,-1 0 0 0 0,1 0 1 0 0,-1 0-1 0 0,0-1 1 0 0,-1 0 16 0 0,0-1 1 0 0,-1 1-1 0 0,1 0 1 0 0,0-1-1 0 0,-1 1 1 0 0,1 0-1 0 0,-1 0 1 0 0,-5-3-1 0 0,6 5-55 0 0,1-1 0 0 0,0 1 1 0 0,-1-1-1 0 0,1 1 0 0 0,0 0 0 0 0,-1 0 0 0 0,1 0 0 0 0,0 0 0 0 0,-1 0 0 0 0,1 0 1 0 0,0 0-1 0 0,-1 0 0 0 0,1 0 0 0 0,0 1 0 0 0,-1-1 0 0 0,1 0 0 0 0,0 1 1 0 0,-1-1-1 0 0,0 2 0 0 0,-6-1 13 0 0,5 0-24 0 0,1-1 1 0 0,0 1-1 0 0,0 0 0 0 0,-1-1 0 0 0,1 1 1 0 0,0 0-1 0 0,0 0 0 0 0,0 0 1 0 0,0 1-1 0 0,0-1 0 0 0,0 0 1 0 0,0 1-1 0 0,0-1 0 0 0,1 1 1 0 0,-1 0-1 0 0,-1 2 0 0 0,0-2-9 0 0,1 1 0 0 0,1-1 1 0 0,-1 1-1 0 0,0 0 0 0 0,1 0 0 0 0,-1 0 0 0 0,1 0 0 0 0,0 0 0 0 0,0 0 1 0 0,0 0-1 0 0,0 0 0 0 0,1 0 0 0 0,-1 0 0 0 0,1 1 0 0 0,0-1 0 0 0,0 0 1 0 0,0 0-1 0 0,0 1 0 0 0,0-1 0 0 0,1 0 0 0 0,0 0 0 0 0,-1 0 0 0 0,1 0 1 0 0,0 0-1 0 0,1 0 0 0 0,-1 0 0 0 0,0 0 0 0 0,1 0 0 0 0,0 0 0 0 0,0 0 1 0 0,0-1-1 0 0,0 1 0 0 0,0-1 0 0 0,4 4 0 0 0,10 6 7 0 0,-14-10 2 0 0,0-1-1 0 0,0 0 0 0 0,1 1 1 0 0,-1-1-1 0 0,1 0 1 0 0,-1 0-1 0 0,1-1 0 0 0,0 1 1 0 0,-1 0-1 0 0,1-1 0 0 0,-1 0 1 0 0,1 1-1 0 0,0-1 1 0 0,0 0-1 0 0,3-1 0 0 0,5 0 19 0 0,0-1 0 0 0,15-5 0 0 0,-16 4-3 0 0,-7 2 16 0 0,-1 0 0 0 0,1 0 0 0 0,-1 0 1 0 0,1 0-1 0 0,-1-1 0 0 0,0 1 0 0 0,1-1 0 0 0,-1 1 0 0 0,0-1 1 0 0,0 0-1 0 0,0 0 0 0 0,0 0 0 0 0,0 0 0 0 0,-1 0 0 0 0,1 0 1 0 0,-1-1-1 0 0,1 1 0 0 0,-1-1 0 0 0,0 1 0 0 0,0-1 0 0 0,0 1 1 0 0,0-1-1 0 0,0 0 0 0 0,0-4 0 0 0,0 3 27 0 0,-1 1 1 0 0,0-1-1 0 0,0 1 0 0 0,0-1 0 0 0,0 0 0 0 0,0 1 1 0 0,-1-1-1 0 0,1 0 0 0 0,-1 1 0 0 0,0-1 0 0 0,0 1 1 0 0,-1 0-1 0 0,1-1 0 0 0,-1 1 0 0 0,1 0 0 0 0,-1 0 1 0 0,0 0-1 0 0,-3-4 0 0 0,1 4-44 0 0,1-1 0 0 0,-1 1 0 0 0,0 0 0 0 0,0 0 0 0 0,0 0 0 0 0,-1 0 1 0 0,1 1-1 0 0,-1-1 0 0 0,0 1 0 0 0,1 0 0 0 0,-1 1 0 0 0,0-1 0 0 0,0 1 0 0 0,0 0 0 0 0,0 0 0 0 0,0 1 0 0 0,0-1 0 0 0,0 1 0 0 0,0 0 0 0 0,-1 1 0 0 0,1-1 0 0 0,0 1 1 0 0,0 0-1 0 0,0 0 0 0 0,0 1 0 0 0,1-1 0 0 0,-1 1 0 0 0,0 0 0 0 0,1 0 0 0 0,-1 1 0 0 0,1 0 0 0 0,-1-1 0 0 0,1 1 0 0 0,0 1 0 0 0,1-1 0 0 0,-1 1 0 0 0,0-1 0 0 0,1 1 0 0 0,0 0 1 0 0,0 0-1 0 0,0 0 0 0 0,0 1 0 0 0,-2 4 0 0 0,4-6-27 0 0,0 1 0 0 0,0-1 1 0 0,1 1-1 0 0,-1-1 0 0 0,1 1 0 0 0,-1 0 1 0 0,1-1-1 0 0,0 1 0 0 0,1 0 0 0 0,-1-1 1 0 0,1 1-1 0 0,-1-1 0 0 0,1 1 0 0 0,0-1 1 0 0,0 1-1 0 0,1-1 0 0 0,-1 0 0 0 0,1 1 1 0 0,-1-1-1 0 0,1 0 0 0 0,0 0 0 0 0,0 0 1 0 0,1 0-1 0 0,-1 0 0 0 0,1-1 1 0 0,-1 1-1 0 0,1-1 0 0 0,0 0 0 0 0,0 0 1 0 0,0 0-1 0 0,0 0 0 0 0,0 0 0 0 0,0 0 1 0 0,0-1-1 0 0,6 2 0 0 0,-2-1 8 0 0,1 0-1 0 0,-1 0 1 0 0,1-1 0 0 0,-1-1-1 0 0,1 1 1 0 0,-1-1-1 0 0,1 0 1 0 0,-1-1 0 0 0,1 0-1 0 0,-1 0 1 0 0,1 0-1 0 0,-1-1 1 0 0,0 0 0 0 0,1-1-1 0 0,-1 1 1 0 0,0-2-1 0 0,-1 1 1 0 0,1-1 0 0 0,11-8-1 0 0,-13 8 19 0 0,0 0-1 0 0,-1 0 1 0 0,1 0 0 0 0,-1-1-1 0 0,0 0 1 0 0,5-7-1 0 0,-8 10 7 0 0,0-1-1 0 0,0 1 0 0 0,0 0 0 0 0,-1-1 0 0 0,1 1 0 0 0,-1-1 1 0 0,1 1-1 0 0,-1-1 0 0 0,0 1 0 0 0,0-1 0 0 0,0 1 0 0 0,0-1 0 0 0,0 1 1 0 0,0-1-1 0 0,-1 1 0 0 0,1-1 0 0 0,-1 1 0 0 0,-2-5 0 0 0,1 2 64 0 0,0 0 0 0 0,0-1 0 0 0,-1 1 0 0 0,1 1 0 0 0,-1-1 0 0 0,-1 0 0 0 0,1 1-1 0 0,-7-8 1 0 0,7 10-41 0 0,1 0-1 0 0,-1 0 1 0 0,0 1-1 0 0,1-1 1 0 0,-1 1-1 0 0,0-1 0 0 0,0 1 1 0 0,0 0-1 0 0,0 0 1 0 0,0 0-1 0 0,0 0 1 0 0,0 1-1 0 0,-1-1 0 0 0,1 1 1 0 0,0 0-1 0 0,0 0 1 0 0,-4 1-1 0 0,2-1-33 0 0,0 1 1 0 0,0 0-1 0 0,0 0 0 0 0,0 0 1 0 0,1 0-1 0 0,-1 1 0 0 0,0 0 1 0 0,1 0-1 0 0,-1 0 0 0 0,1 1 1 0 0,0 0-1 0 0,0 0 0 0 0,0 0 1 0 0,0 0-1 0 0,0 0 0 0 0,1 1 1 0 0,-1-1-1 0 0,-4 8 0 0 0,2-2-413 0 0,3 1-1337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69"/>
    </inkml:context>
    <inkml:brush xml:id="br0">
      <inkml:brushProperty name="width" value="0.1" units="cm"/>
      <inkml:brushProperty name="height" value="0.1" units="cm"/>
      <inkml:brushProperty name="color" value="#004F8B"/>
    </inkml:brush>
  </inkml:definitions>
  <inkml:trace contextRef="#ctx0" brushRef="#br0">156 73 4607 0 0,'0'0'11927'0'0,"-17"-5"-9000"0"0,-9-4-1398 0 0,1 1-208 0 0,24 8-1293 0 0,0 0 0 0 0,0-1 0 0 0,0 1 0 0 0,0 0 0 0 0,0 0 1 0 0,0 0-1 0 0,0 0 0 0 0,0-1 0 0 0,0 2 0 0 0,0-1 0 0 0,-1 0 0 0 0,1 0 0 0 0,0 0 0 0 0,0 0 0 0 0,0 1 0 0 0,0-1 0 0 0,0 0 0 0 0,0 1 0 0 0,0-1 0 0 0,0 1 0 0 0,0-1 1 0 0,0 1-1 0 0,0 0 0 0 0,0-1 0 0 0,1 1 0 0 0,-1 0 0 0 0,0 0 0 0 0,0-1 0 0 0,1 1 0 0 0,-1 0 0 0 0,-1 2 0 0 0,-1 2 113 0 0,0-1-1 0 0,1 1 0 0 0,-1 0 1 0 0,-3 11-1 0 0,6-14-148 0 0,-1 0 0 0 0,0 0 0 0 0,1 0 0 0 0,-1 0 0 0 0,1 0 0 0 0,0 1 0 0 0,0-1 0 0 0,0 0 0 0 0,0 0 0 0 0,0 0 0 0 0,0 0 0 0 0,0 0 0 0 0,1 1 1 0 0,-1-1-1 0 0,1 0 0 0 0,-1 0 0 0 0,1 0 0 0 0,0 0 0 0 0,1 2 0 0 0,-1-2 4 0 0,1 0-8 0 0,-1 1-1 0 0,1-1 0 0 0,0 0 0 0 0,0 1 0 0 0,0-1 1 0 0,0 0-1 0 0,1 0 0 0 0,-1 0 0 0 0,5 2 0 0 0,-6-3 14 0 0,0 0-1 0 0,1 0 1 0 0,-1 0-1 0 0,0 0 0 0 0,0-1 1 0 0,1 1-1 0 0,-1 0 0 0 0,0-1 1 0 0,1 1-1 0 0,-1-1 0 0 0,1 0 1 0 0,-1 1-1 0 0,1-1 0 0 0,-1 0 1 0 0,1 0-1 0 0,-1 0 0 0 0,1 0 1 0 0,-1 0-1 0 0,3-1 1 0 0,1 0 2 0 0,1 1-1 0 0,-1 0 3 0 0,-1-1 1 0 0,1 1-1 0 0,-1-1 0 0 0,1 0 0 0 0,-1 0 0 0 0,1 0 0 0 0,-1-1 1 0 0,0 1-1 0 0,0-1 0 0 0,1 0 0 0 0,4-4 0 0 0,-7 5 45 0 0,0 0-1 0 0,0-1 0 0 0,-1 1 1 0 0,1-1-1 0 0,0 0 1 0 0,-1 1-1 0 0,1-1 1 0 0,-1 0-1 0 0,1 0 1 0 0,-1 0-1 0 0,0 0 1 0 0,0 0-1 0 0,0-1 0 0 0,0 1 1 0 0,0 0-1 0 0,0 0 1 0 0,-1-1-1 0 0,1 1 1 0 0,-1 0-1 0 0,1-1 1 0 0,-1 1-1 0 0,0-1 0 0 0,0 1 1 0 0,0 0-1 0 0,0-1 1 0 0,-1 1-1 0 0,1 0 1 0 0,-1-1-1 0 0,1 1 1 0 0,-1 0-1 0 0,0-1 0 0 0,0 1 1 0 0,0 0-1 0 0,-2-3 1 0 0,1 2 25 0 0,0 0 0 0 0,0-1 0 0 0,-1 1 1 0 0,0 0-1 0 0,0 0 0 0 0,0 1 0 0 0,0-1 0 0 0,0 1 1 0 0,0-1-1 0 0,-1 1 0 0 0,1 0 0 0 0,-1 0 0 0 0,1 0 1 0 0,-8-1-1 0 0,5 0-47 0 0,0 0 1 0 0,-1 1-1 0 0,1 0 1 0 0,-1 1-1 0 0,-11-2 0 0 0,15 3-22 0 0,1 0-1 0 0,-1 0 0 0 0,1 0 1 0 0,-1 0-1 0 0,1 1 0 0 0,0-1 1 0 0,-1 1-1 0 0,1-1 0 0 0,-1 1 1 0 0,1 0-1 0 0,0 0 0 0 0,0 0 1 0 0,-1 0-1 0 0,1 1 0 0 0,0-1 1 0 0,0 1-1 0 0,0-1 0 0 0,0 1 1 0 0,-2 2-1 0 0,0 1-16 0 0,1-1-1 0 0,-1 0 1 0 0,1 1 0 0 0,0 0-1 0 0,0 0 1 0 0,1 0-1 0 0,-1 0 1 0 0,1 0 0 0 0,0 0-1 0 0,-1 7 1 0 0,2-8 4 0 0,1-1 0 0 0,0 0 0 0 0,0 0-1 0 0,0 0 1 0 0,0 0 0 0 0,0 1 0 0 0,0-1 0 0 0,1 0 0 0 0,0 0 0 0 0,0 0 0 0 0,-1 0 0 0 0,2 0 0 0 0,-1 0 0 0 0,0 0 0 0 0,1 0 0 0 0,-1 0 0 0 0,1-1 0 0 0,0 1 0 0 0,3 3-1 0 0,-2-3 3 0 0,1 1-1 0 0,-1-1 1 0 0,1-1 0 0 0,0 1-1 0 0,-1 0 1 0 0,1-1-1 0 0,1 0 1 0 0,-1 0-1 0 0,0 0 1 0 0,0 0-1 0 0,1-1 1 0 0,-1 0-1 0 0,1 0 1 0 0,-1 0-1 0 0,1 0 1 0 0,-1-1-1 0 0,8 1 1 0 0,-5-2-3 0 0,1 1 1 0 0,-1-1-1 0 0,1 0 1 0 0,-1 0-1 0 0,1-1 1 0 0,-1 0-1 0 0,0-1 1 0 0,0 1-1 0 0,0-1 1 0 0,7-4-1 0 0,-11 5 27 0 0,0 0-1 0 0,-1-1 0 0 0,1 1 1 0 0,-1 0-1 0 0,1-1 1 0 0,-1 1-1 0 0,0-1 0 0 0,0 0 1 0 0,0 1-1 0 0,0-1 1 0 0,0 0-1 0 0,-1 0 1 0 0,1 0-1 0 0,0-5 0 0 0,-1 6-2 0 0,0 0 0 0 0,-1-1 0 0 0,1 1-1 0 0,-1-1 1 0 0,1 1 0 0 0,-1-1 0 0 0,0 1-1 0 0,0-1 1 0 0,0 1 0 0 0,-1-1-1 0 0,1 1 1 0 0,0-1 0 0 0,-1 1 0 0 0,0-1-1 0 0,1 1 1 0 0,-1 0 0 0 0,0-1 0 0 0,-1 1-1 0 0,1 0 1 0 0,-2-3 0 0 0,-13-17 228 0 0,6 8 54 0 0,-17-18 1 0 0,24 30-258 0 0,1 0-1 0 0,-1 0 1 0 0,0 1 0 0 0,0-1-1 0 0,0 1 1 0 0,0 0 0 0 0,0 0-1 0 0,0 0 1 0 0,0 0 0 0 0,-1 1-1 0 0,-3-1 1 0 0,5 1-27 0 0,0 0 1 0 0,0 0-1 0 0,0 0 0 0 0,0 0 0 0 0,-1 0 1 0 0,1 1-1 0 0,0-1 0 0 0,0 1 0 0 0,0 0 1 0 0,0-1-1 0 0,0 1 0 0 0,1 0 0 0 0,-1 0 1 0 0,0 0-1 0 0,0 0 0 0 0,0 1 1 0 0,1-1-1 0 0,-1 0 0 0 0,1 1 0 0 0,-1-1 1 0 0,1 1-1 0 0,-2 2 0 0 0,1 5-29 0 0,0 1-54 0 0,2-9 32 0 0,0 0 0 0 0,0 0 0 0 0,-1 0 0 0 0,1 0 0 0 0,0 0 0 0 0,0 0 0 0 0,0 0 0 0 0,1 0 0 0 0,-1 1 0 0 0,0-1 0 0 0,0 0 0 0 0,0 0 0 0 0,1 0 0 0 0,-1 0 0 0 0,1 0-1 0 0,-1 0 1 0 0,1 0 0 0 0,-1 0 0 0 0,1 0 0 0 0,0 0 0 0 0,-1-1 0 0 0,1 1 0 0 0,1 2 0 0 0,-1-3-17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70"/>
    </inkml:context>
    <inkml:brush xml:id="br0">
      <inkml:brushProperty name="width" value="0.1" units="cm"/>
      <inkml:brushProperty name="height" value="0.1" units="cm"/>
      <inkml:brushProperty name="color" value="#004F8B"/>
    </inkml:brush>
  </inkml:definitions>
  <inkml:trace contextRef="#ctx0" brushRef="#br0">273 82 8287 0 0,'0'0'7619'0'0,"-19"-13"-2438"0"0,14 12-5072 0 0,0 0 0 0 0,0 1-1 0 0,0 0 1 0 0,0-1 0 0 0,0 1-1 0 0,1 1 1 0 0,-1-1-1 0 0,0 1 1 0 0,0 0 0 0 0,0 0-1 0 0,1 0 1 0 0,-1 1 0 0 0,0 0-1 0 0,1-1 1 0 0,0 2 0 0 0,-1-1-1 0 0,1 0 1 0 0,0 1 0 0 0,-6 5-1 0 0,4-4-102 0 0,0 2 0 0 0,2 4-22 0 0,4-9-53 0 0,1 1-116 0 0,5 6 163 0 0,3-1-20 0 0,-4-4 40 0 0,-1-1 1 0 0,1-1-1 0 0,0 1 0 0 0,0-1 1 0 0,0 0-1 0 0,0 0 1 0 0,0 0-1 0 0,0 0 0 0 0,0-1 1 0 0,6 0-1 0 0,-8-1 6 0 0,0 1 1 0 0,0 0-1 0 0,0-1 0 0 0,0 0 0 0 0,0 0 0 0 0,0 0 0 0 0,0 0 1 0 0,0 0-1 0 0,0-1 0 0 0,0 1 0 0 0,-1-1 0 0 0,1 0 0 0 0,0 1 1 0 0,-1-1-1 0 0,0-1 0 0 0,1 1 0 0 0,1-2 0 0 0,-3 2 81 0 0,0 1-41 0 0,0-1-1 0 0,0 1 0 0 0,0-1 1 0 0,0 1-1 0 0,-1-1 0 0 0,1 1 1 0 0,0-1-1 0 0,-1 1 0 0 0,1-1 1 0 0,-1 0-1 0 0,0 1 0 0 0,1-1 1 0 0,-1-3-1 0 0,0 3 33 0 0,-1-1 0 0 0,1 1 0 0 0,-1 0 0 0 0,1-1 0 0 0,-1 1 0 0 0,0 0 0 0 0,0 0 0 0 0,0-1 0 0 0,0 1 0 0 0,0 0 0 0 0,-1 0 0 0 0,1 0-1 0 0,-1 0 1 0 0,1 0 0 0 0,-1 1 0 0 0,0-1 0 0 0,1 0 0 0 0,-1 1 0 0 0,0-1 0 0 0,-4-1 0 0 0,3 1-38 0 0,1 0 1 0 0,-1 1-1 0 0,0-1 0 0 0,0 1 1 0 0,0 0-1 0 0,0 0 0 0 0,0 0 1 0 0,0 1-1 0 0,-1-1 0 0 0,1 0 1 0 0,0 1-1 0 0,0 0 0 0 0,0 0 0 0 0,-1 0 1 0 0,-3 1-1 0 0,3 0-42 0 0,1 0 0 0 0,-1 0 0 0 0,0 1 0 0 0,1-1 0 0 0,-1 1 0 0 0,1 0 0 0 0,0 0 0 0 0,0 0 0 0 0,-1 0 0 0 0,1 1 0 0 0,1-1 0 0 0,-1 1 0 0 0,0 0 0 0 0,-3 4 0 0 0,3-3-6 0 0,0 1 0 0 0,0 0-1 0 0,1 0 1 0 0,-1 1 0 0 0,1-1 0 0 0,0 1 0 0 0,0-1-1 0 0,-1 12 1 0 0,3-15 11 0 0,0 0 0 0 0,0 0 1 0 0,0 0-1 0 0,0 0 0 0 0,0-1 0 0 0,1 1 0 0 0,-1 0 0 0 0,1 0 1 0 0,-1 0-1 0 0,1 0 0 0 0,0 0 0 0 0,0-1 0 0 0,0 1 0 0 0,0 0 1 0 0,1 1-1 0 0,1 2 6 0 0,1-1 0 0 0,-1 0 0 0 0,1-1-1 0 0,6 6 1 0 0,-8-7-6 0 0,0 0 0 0 0,0-1-1 0 0,0 1 1 0 0,0-1 0 0 0,0 1-1 0 0,0-1 1 0 0,1 0 0 0 0,-1 0-1 0 0,0 0 1 0 0,1 0 0 0 0,-1 0-1 0 0,1-1 1 0 0,-1 1 0 0 0,1-1-1 0 0,0 0 1 0 0,3 1 0 0 0,0-1-2 0 0,-2 0 11 0 0,-1 0 0 0 0,0 0 0 0 0,0 0 0 0 0,0 0 0 0 0,1 0-1 0 0,-1-1 1 0 0,0 1 0 0 0,0-1 0 0 0,0 0 0 0 0,0 0 0 0 0,0 0 0 0 0,0 0 0 0 0,0-1-1 0 0,-1 1 1 0 0,1-1 0 0 0,0 0 0 0 0,-1 0 0 0 0,1 0 0 0 0,-1 0 0 0 0,0 0 0 0 0,1 0-1 0 0,-1-1 1 0 0,0 1 0 0 0,0-1 0 0 0,-1 1 0 0 0,1-1 0 0 0,0 0 0 0 0,-1 0 0 0 0,0 0-1 0 0,0 0 1 0 0,0 0 0 0 0,0 0 0 0 0,0 0 0 0 0,0 0 0 0 0,-1 0 0 0 0,0 0 0 0 0,1 0-1 0 0,-1-1 1 0 0,0 1 0 0 0,-1 0 0 0 0,1 0 0 0 0,0 0 0 0 0,-2-5 0 0 0,-1 1 119 0 0,1 0-1 0 0,-2 1 1 0 0,1-1 0 0 0,-1 1 0 0 0,0-1 0 0 0,0 1 0 0 0,0 0-1 0 0,-1 0 1 0 0,0 1 0 0 0,0 0 0 0 0,-1-1 0 0 0,0 2-1 0 0,1-1 1 0 0,-14-7 0 0 0,16 10-162 0 0,-1 0 0 0 0,1 1-1 0 0,-1-1 1 0 0,0 1 0 0 0,0-1 0 0 0,0 1-1 0 0,0 0 1 0 0,0 1 0 0 0,0-1 0 0 0,0 1-1 0 0,0-1 1 0 0,0 1 0 0 0,0 0 0 0 0,0 1-1 0 0,0-1 1 0 0,0 1 0 0 0,0 0 0 0 0,0 0-1 0 0,0 0 1 0 0,0 0 0 0 0,1 1 0 0 0,-1 0-1 0 0,0-1 1 0 0,1 1 0 0 0,-1 1 0 0 0,1-1-1 0 0,0 0 1 0 0,-5 5 0 0 0,-32 35-2477 0 0,4 5-5147 0 0,24-28 4461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71"/>
    </inkml:context>
    <inkml:brush xml:id="br0">
      <inkml:brushProperty name="width" value="0.1" units="cm"/>
      <inkml:brushProperty name="height" value="0.1" units="cm"/>
      <inkml:brushProperty name="color" value="#004F8B"/>
    </inkml:brush>
  </inkml:definitions>
  <inkml:trace contextRef="#ctx0" brushRef="#br0">156 53 5927 0 0,'4'-20'16832'0'0,"-8"18"-16595"0"0,1 0 0 0 0,-1 1 0 0 0,0-1 0 0 0,0 1 0 0 0,0 0-1 0 0,0 0 1 0 0,0 0 0 0 0,-6 0 0 0 0,7 1-199 0 0,0 0 0 0 0,0 1 0 0 0,0-1 0 0 0,0 1-1 0 0,0 0 1 0 0,0 0 0 0 0,0 0 0 0 0,0 0 0 0 0,0 0 0 0 0,0 1-1 0 0,1-1 1 0 0,-4 3 0 0 0,-5 3 14 0 0,5-4-19 0 0,0 1 1 0 0,0 1 0 0 0,-10 8-1 0 0,14-11-39 0 0,0 0 1 0 0,0 1-1 0 0,1-1 0 0 0,-1 1 0 0 0,0 0 0 0 0,1-1 0 0 0,-1 1 0 0 0,1 0 0 0 0,0 0 1 0 0,0 0-1 0 0,0 0 0 0 0,0 0 0 0 0,0 5 0 0 0,1-6-10 0 0,1 1 1 0 0,-1 0-1 0 0,1 0 0 0 0,0 0 1 0 0,-1 0-1 0 0,1 0 0 0 0,0-1 1 0 0,1 1-1 0 0,-1 0 0 0 0,0-1 1 0 0,1 1-1 0 0,0-1 0 0 0,-1 0 0 0 0,1 1 1 0 0,0-1-1 0 0,3 2 0 0 0,8 8-64 0 0,-8-11 67 0 0,-2-1 0 0 0,2 2 15 0 0,1-1-1 0 0,-1 0 1 0 0,0 0 0 0 0,0-1 0 0 0,1 0 0 0 0,-1 1 0 0 0,1-2 0 0 0,-1 1-1 0 0,0-1 1 0 0,1 0 0 0 0,-1 0 0 0 0,0 0 0 0 0,0-1 0 0 0,0 1-1 0 0,0-1 1 0 0,0 0 0 0 0,0-1 0 0 0,-1 0 0 0 0,1 1 0 0 0,-1-1-1 0 0,1-1 1 0 0,-1 1 0 0 0,0-1 0 0 0,0 1 0 0 0,-1-1 0 0 0,1 0-1 0 0,-1 0 1 0 0,5-7 0 0 0,-7 8 34 0 0,0 0-1 0 0,0 0 0 0 0,0 0 1 0 0,0 0-1 0 0,-1 0 1 0 0,1 0-1 0 0,-1 0 0 0 0,1 0 1 0 0,-1 0-1 0 0,0 0 1 0 0,0 0-1 0 0,-1 0 0 0 0,1 0 1 0 0,-1 0-1 0 0,1 0 1 0 0,-1 0-1 0 0,0 0 0 0 0,0 0 1 0 0,0 1-1 0 0,0-1 1 0 0,-1 0-1 0 0,1 1 1 0 0,-1-1-1 0 0,0 0 0 0 0,-2-2 1 0 0,1 2 17 0 0,0 0 0 0 0,0 0 0 0 0,0 0 0 0 0,0 0 1 0 0,-1 1-1 0 0,1-1 0 0 0,-1 1 0 0 0,0 0 0 0 0,1 0 0 0 0,-1 0 0 0 0,0 0 1 0 0,0 1-1 0 0,0 0 0 0 0,0 0 0 0 0,0 0 0 0 0,-1 0 0 0 0,-5 0 0 0 0,6 1-43 0 0,0 0 0 0 0,0 0 0 0 0,0 0-1 0 0,0 1 1 0 0,0 0 0 0 0,0-1 0 0 0,0 1-1 0 0,0 1 1 0 0,0-1 0 0 0,0 1 0 0 0,1-1-1 0 0,-1 1 1 0 0,1 0 0 0 0,-1 0-1 0 0,1 0 1 0 0,0 1 0 0 0,0-1 0 0 0,0 1-1 0 0,-4 4 1 0 0,4-4-23 0 0,-1 1-1 0 0,1 0 1 0 0,-1 0-1 0 0,1 0 1 0 0,0 0-1 0 0,1 1 1 0 0,-1-1-1 0 0,1 1 1 0 0,0-1-1 0 0,0 1 1 0 0,0 0-1 0 0,1 0 1 0 0,-1 0-1 0 0,1 0 1 0 0,0 7-1 0 0,1-8-1 0 0,-1 0 0 0 0,1-1 0 0 0,1 1 0 0 0,-1 0 0 0 0,1 0 0 0 0,-1 0 0 0 0,1 0 0 0 0,0-1 0 0 0,1 1 0 0 0,-1 0 0 0 0,1-1 0 0 0,-1 1 0 0 0,1-1 0 0 0,0 1 0 0 0,0-1 0 0 0,1 0 0 0 0,-1 0 0 0 0,1 0 0 0 0,4 5 0 0 0,-3-5-5 0 0,0-1 0 0 0,0 1-1 0 0,0 0 1 0 0,1-1 0 0 0,-1 0 0 0 0,0 0-1 0 0,1 0 1 0 0,-1-1 0 0 0,1 0 0 0 0,0 1-1 0 0,0-2 1 0 0,-1 1 0 0 0,1 0 0 0 0,0-1-1 0 0,7 0 1 0 0,-3-1 25 0 0,-1 0-1 0 0,0 0 1 0 0,0 0 0 0 0,0-1 0 0 0,0-1-1 0 0,0 1 1 0 0,12-7 0 0 0,-18 8 8 0 0,0 0 1 0 0,0 0-1 0 0,0-1 1 0 0,0 1-1 0 0,0 0 1 0 0,0-1-1 0 0,0 0 1 0 0,0 1-1 0 0,-1-1 1 0 0,1 0-1 0 0,-1 0 1 0 0,1 0-1 0 0,-1 0 1 0 0,0 0-1 0 0,0 0 1 0 0,0 0-1 0 0,0 0 1 0 0,0-1-1 0 0,0 1 1 0 0,0 0-1 0 0,-1-1 1 0 0,0 1-1 0 0,1 0 1 0 0,-1-1-1 0 0,0 1 1 0 0,0 0-1 0 0,0-1 1 0 0,0 1-1 0 0,0-1 1 0 0,-2-4-1 0 0,1 3 39 0 0,0-1 13 0 0,0 0 1 0 0,0 0-1 0 0,-1 0 0 0 0,0 0 0 0 0,0 0 0 0 0,0 0 1 0 0,0 1-1 0 0,-1-1 0 0 0,-5-7 0 0 0,6 11-15 0 0,0-1 1 0 0,0 1-1 0 0,0 0 0 0 0,0-1 1 0 0,0 1-1 0 0,-5-1 0 0 0,2-1 5 0 0,2 2-45 0 0,1 1 0 0 0,0-1 0 0 0,-1 0 0 0 0,1 1 0 0 0,-1-1 0 0 0,1 1 0 0 0,-1-1 0 0 0,0 1 0 0 0,1 0 0 0 0,-1 0 0 0 0,1 1 0 0 0,-1-1-1 0 0,1 0 1 0 0,-1 1 0 0 0,1 0 0 0 0,-5 1 0 0 0,3-1 1 0 0,1 1 0 0 0,0-1 0 0 0,-1 1 0 0 0,1 0 0 0 0,0 0 0 0 0,0 1 0 0 0,0-1-1 0 0,1 0 1 0 0,-1 1 0 0 0,-4 5 0 0 0,3-4-17 0 0,3-3 1 0 0,0 1 1 0 0,-1-1-1 0 0,1 0 0 0 0,0 1 0 0 0,1-1 1 0 0,-1 1-1 0 0,0-1 0 0 0,0 1 0 0 0,1-1 1 0 0,-1 1-1 0 0,0 0 0 0 0,1-1 0 0 0,0 1 0 0 0,-1 2 1 0 0,-2 41-138 0 0,3-44 134 0 0,0 0-1 0 0,0 0 1 0 0,0 0-1 0 0,0 0 1 0 0,1 0-1 0 0,-1 0 1 0 0,1 0-1 0 0,-1-1 0 0 0,0 1 1 0 0,1 0-1 0 0,-1 0 1 0 0,1 0-1 0 0,0-1 1 0 0,-1 1-1 0 0,1 0 1 0 0,-1-1-1 0 0,1 1 0 0 0,1 0 1 0 0,11 9-339 0 0,7-2-1396 0 0,-10-6-50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72"/>
    </inkml:context>
    <inkml:brush xml:id="br0">
      <inkml:brushProperty name="width" value="0.1" units="cm"/>
      <inkml:brushProperty name="height" value="0.1" units="cm"/>
      <inkml:brushProperty name="color" value="#004F8B"/>
    </inkml:brush>
  </inkml:definitions>
  <inkml:trace contextRef="#ctx0" brushRef="#br0">142 76 7079 0 0,'0'0'7864'0'0,"-15"-14"-4168"0"0,9 12-3379 0 0,3 1-111 0 0,-1-1 0 0 0,0 1 0 0 0,0 0 0 0 0,1 0 0 0 0,-1 1 0 0 0,0-1 0 0 0,0 1 0 0 0,0 0 0 0 0,-5 0 1 0 0,-3 1 22 0 0,10-1-192 0 0,-1 0 0 0 0,1 0 0 0 0,0 0 0 0 0,0 0 0 0 0,0 1 0 0 0,0-1 0 0 0,0 1 0 0 0,0-1 0 0 0,0 1 0 0 0,0 0 0 0 0,0 0 0 0 0,0 0 0 0 0,0 0 0 0 0,0 0-1 0 0,0 0 1 0 0,0 0 0 0 0,1 1 0 0 0,-1-1 0 0 0,1 1 0 0 0,-1-1 0 0 0,1 1 0 0 0,-1-1 0 0 0,1 1 0 0 0,-2 3 0 0 0,2-3-49 0 0,0-1 1 0 0,0 1-1 0 0,1 0 1 0 0,-1-1-1 0 0,1 1 1 0 0,-1 0-1 0 0,1-1 1 0 0,-1 1-1 0 0,1 0 1 0 0,0 0-1 0 0,0-1 1 0 0,0 1-1 0 0,0 3 0 0 0,1-4-81 0 0,0 1 29 0 0,-1 0 55 0 0,2 1 7 0 0,11 6-52 0 0,-9-7 57 0 0,0 0 1 0 0,-1 0 0 0 0,1-1-1 0 0,0 1 1 0 0,0-1 0 0 0,1 0-1 0 0,-1 0 1 0 0,0-1 0 0 0,0 1-1 0 0,0-1 1 0 0,0 0 0 0 0,1 0-1 0 0,-1 0 1 0 0,0 0-1 0 0,0-1 1 0 0,0 0 0 0 0,1 0-1 0 0,-1 0 1 0 0,0 0 0 0 0,0-1-1 0 0,-1 1 1 0 0,1-1 0 0 0,0 0-1 0 0,0 0 1 0 0,3-3 0 0 0,7-5-87 0 0,-11 8 150 0 0,1-1 0 0 0,0 0 0 0 0,-1 1 1 0 0,0-1-1 0 0,7-7 0 0 0,-10 9-28 0 0,1-1 0 0 0,0 1 1 0 0,0 0-1 0 0,-1-1 0 0 0,1 1 0 0 0,-1-1 0 0 0,1 1 1 0 0,-1-1-1 0 0,0 1 0 0 0,1-1 0 0 0,-1 1 1 0 0,0-1-1 0 0,0 1 0 0 0,0-1 0 0 0,0 1 1 0 0,0-1-1 0 0,-1 1 0 0 0,1-1 0 0 0,0 1 0 0 0,-1-1 1 0 0,1 1-1 0 0,-1-2 0 0 0,0 0 29 0 0,0 1 0 0 0,-1-1 0 0 0,1 1 0 0 0,0-1 0 0 0,-1 1 1 0 0,1 0-1 0 0,-1-1 0 0 0,0 1 0 0 0,0 0 0 0 0,0 0 0 0 0,0 0 0 0 0,0 1 0 0 0,0-1 0 0 0,0 0 0 0 0,-1 1 0 0 0,1-1 0 0 0,-1 1 0 0 0,-3-2 0 0 0,2 2-35 0 0,0 0 0 0 0,0 0 0 0 0,0 1 0 0 0,-1-1 0 0 0,1 1 0 0 0,0 0-1 0 0,0 0 1 0 0,0 0 0 0 0,0 1 0 0 0,0-1 0 0 0,-8 3 0 0 0,7-1-36 0 0,-1 0 0 0 0,1 0 0 0 0,-1 0 0 0 0,1 1 0 0 0,0 0 0 0 0,0 0 0 0 0,0 0 0 0 0,-6 5 0 0 0,8-5 5 0 0,0 0 0 0 0,1-1 0 0 0,-1 1 0 0 0,1 0 1 0 0,-1 0-1 0 0,1 1 0 0 0,0-1 0 0 0,0 0 1 0 0,0 1-1 0 0,1-1 0 0 0,-1 1 0 0 0,-1 5 0 0 0,3-5-12 0 0,-1-1 0 0 0,1 0-1 0 0,0 1 1 0 0,0-1-1 0 0,0 1 1 0 0,0-1 0 0 0,0 1-1 0 0,1-1 1 0 0,-1 0 0 0 0,1 1-1 0 0,0-1 1 0 0,0 0-1 0 0,1 0 1 0 0,-1 0 0 0 0,1 0-1 0 0,-1 0 1 0 0,1 0-1 0 0,0 0 1 0 0,0 0 0 0 0,0 0-1 0 0,0-1 1 0 0,1 1-1 0 0,-1-1 1 0 0,1 0 0 0 0,-1 0-1 0 0,1 0 1 0 0,0 0-1 0 0,0 0 1 0 0,0 0 0 0 0,0-1-1 0 0,0 0 1 0 0,0 1-1 0 0,1-1 1 0 0,-1 0 0 0 0,0 0-1 0 0,1-1 1 0 0,-1 1-1 0 0,0-1 1 0 0,1 0 0 0 0,-1 0-1 0 0,1 0 1 0 0,-1 0 0 0 0,5-1-1 0 0,-1 0 22 0 0,0-1 1 0 0,0 0-1 0 0,0-1 0 0 0,0 1 0 0 0,-1-1 0 0 0,1 0 0 0 0,10-8 1 0 0,-15 10 22 0 0,0 0 1 0 0,0-1-1 0 0,0 1 1 0 0,0-1 0 0 0,-1 0-1 0 0,1 1 1 0 0,0-1 0 0 0,-1 0-1 0 0,0 0 1 0 0,1 0-1 0 0,-1 0 1 0 0,0 0 0 0 0,0 0-1 0 0,0-1 1 0 0,0 1-1 0 0,0 0 1 0 0,-1-1 0 0 0,1 1-1 0 0,-1 0 1 0 0,0-1-1 0 0,1 1 1 0 0,-1 0 0 0 0,0-1-1 0 0,0 1 1 0 0,-1-1 0 0 0,0-4-1 0 0,-1 1 138 0 0,0 0-1 0 0,0-1 1 0 0,-1 1-1 0 0,1 0 1 0 0,-1 1 0 0 0,-1-1-1 0 0,-7-10 1 0 0,9 13-121 0 0,-1 0 0 0 0,1 1 0 0 0,-1-1 0 0 0,0 0 1 0 0,0 1-1 0 0,0 0 0 0 0,0-1 0 0 0,0 1 0 0 0,-1 1 0 0 0,1-1 1 0 0,-1 0-1 0 0,1 1 0 0 0,-1 0 0 0 0,-6-2 0 0 0,8 3-63 0 0,1 0-1 0 0,-1-1 1 0 0,1 1 0 0 0,0 1-1 0 0,-1-1 1 0 0,1 0 0 0 0,-1 0-1 0 0,1 0 1 0 0,0 1 0 0 0,-1-1 0 0 0,1 1-1 0 0,0-1 1 0 0,-1 1 0 0 0,1-1-1 0 0,0 1 1 0 0,0 0 0 0 0,0 0-1 0 0,-2 1 1 0 0,1 0 97 0 0,0 0 1 0 0,0 0-1 0 0,0 1 1 0 0,0-1-1 0 0,1 0 0 0 0,-1 1 1 0 0,1-1-1 0 0,0 1 1 0 0,-1 2-1 0 0,0 0-343 0 0,1 0 0 0 0,0-1 0 0 0,0 1-1 0 0,0 0 1 0 0,0 4 0 0 0,1-6-569 0 0,0-1 0 0 0,0 1 0 0 0,0 0-1 0 0,1-1 1 0 0,-1 1 0 0 0,1 0 0 0 0,-1-1 0 0 0,2 4 0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73"/>
    </inkml:context>
    <inkml:brush xml:id="br0">
      <inkml:brushProperty name="width" value="0.1" units="cm"/>
      <inkml:brushProperty name="height" value="0.1" units="cm"/>
      <inkml:brushProperty name="color" value="#004F8B"/>
    </inkml:brush>
  </inkml:definitions>
  <inkml:trace contextRef="#ctx0" brushRef="#br0">61 109 11863 0 0,'0'0'7560'0'0,"1"-9"-5673"0"0,-1 9-1828 0 0,0-1-1 0 0,0 0 1 0 0,0 0 0 0 0,0 1 0 0 0,0-1 0 0 0,0 0 0 0 0,-1 1-1 0 0,1-1 1 0 0,0 0 0 0 0,-1 1 0 0 0,1-1 0 0 0,0 0-1 0 0,-1 1 1 0 0,1-1 0 0 0,-1 0 0 0 0,1 1 0 0 0,-1-1 0 0 0,1 1-1 0 0,-1-1 1 0 0,1 1 0 0 0,-1 0 0 0 0,0-1 0 0 0,1 1-1 0 0,-1-1 1 0 0,0 1 0 0 0,1 0 0 0 0,-1 0 0 0 0,0-1-1 0 0,1 1 1 0 0,-1 0 0 0 0,0 0 0 0 0,1 0 0 0 0,-1 0 0 0 0,0 0-1 0 0,0 0 1 0 0,1 0 0 0 0,-1 0 0 0 0,0 0 0 0 0,0 0-1 0 0,1 0 1 0 0,-1 0 0 0 0,0 1 0 0 0,1-1 0 0 0,-1 0 0 0 0,0 0-1 0 0,1 1 1 0 0,-1-1 0 0 0,0 0 0 0 0,1 1 0 0 0,-1-1-1 0 0,1 1 1 0 0,-1-1 0 0 0,0 1 0 0 0,-2 2-52 0 0,0 0 0 0 0,0 0 1 0 0,0 0-1 0 0,0 0 0 0 0,1 0 0 0 0,0 0 1 0 0,-1 1-1 0 0,1-1 0 0 0,0 1 1 0 0,1 0-1 0 0,-1 0 0 0 0,-1 4 0 0 0,3-7-9 0 0,0-1 0 0 0,0 0 0 0 0,0 1-1 0 0,0-1 1 0 0,0 1 0 0 0,-1-1 0 0 0,1 1-1 0 0,0-1 1 0 0,0 1 0 0 0,0-1 0 0 0,0 1-1 0 0,1-1 1 0 0,-1 1 0 0 0,0-1 0 0 0,0 0-1 0 0,0 1 1 0 0,0-1 0 0 0,0 1 0 0 0,1-1-1 0 0,-1 1 1 0 0,0-1 0 0 0,0 0 0 0 0,0 1-1 0 0,1-1 1 0 0,-1 1 0 0 0,0-1 0 0 0,1 1-1 0 0,4 6-51 0 0,-3-3 0 0 0,-2-3 53 0 0,1-1-1 0 0,-1 1 1 0 0,1-1 0 0 0,-1 1 0 0 0,1 0-1 0 0,-1-1 1 0 0,1 1 0 0 0,-1-1-1 0 0,1 0 1 0 0,-1 1 0 0 0,1-1-1 0 0,0 1 1 0 0,-1-1 0 0 0,1 0-1 0 0,0 0 1 0 0,-1 1 0 0 0,2-1-1 0 0,7 5-37 0 0,-5-3 40 0 0,0-1-1 0 0,0 1 1 0 0,1-1 0 0 0,-1 0-1 0 0,0 0 1 0 0,0 0 0 0 0,1-1 0 0 0,-1 0-1 0 0,1 1 1 0 0,-1-1 0 0 0,0-1-1 0 0,1 1 1 0 0,-1-1 0 0 0,0 0 0 0 0,0 0-1 0 0,1 0 1 0 0,4-2 0 0 0,5-3-7 0 0,0 0 0 0 0,-1-1 0 0 0,22-15 0 0 0,-33 21 46 0 0,0-1-1 0 0,1 1 1 0 0,-1-1 0 0 0,0 0-1 0 0,0 0 1 0 0,0 0 0 0 0,0 0-1 0 0,0 0 1 0 0,0-1 0 0 0,-1 1-1 0 0,1-1 1 0 0,-1 1-1 0 0,1-1 1 0 0,-1 1 0 0 0,0-1-1 0 0,0 0 1 0 0,0 1 0 0 0,-1-1-1 0 0,1 0 1 0 0,-1 0 0 0 0,1 0-1 0 0,-1 0 1 0 0,0 1 0 0 0,0-1-1 0 0,0 0 1 0 0,0 0-1 0 0,-1 0 1 0 0,1 0 0 0 0,-1 0-1 0 0,0 1 1 0 0,0-1 0 0 0,0 0-1 0 0,0 1 1 0 0,0-1 0 0 0,0 0-1 0 0,-1 1 1 0 0,1 0 0 0 0,-1-1-1 0 0,0 1 1 0 0,0 0-1 0 0,0 0 1 0 0,0 0 0 0 0,0 0-1 0 0,-3-2 1 0 0,1 1-4 0 0,0 0 1 0 0,-1 1-1 0 0,1-1 0 0 0,-1 1 0 0 0,1 0 0 0 0,-1 0 1 0 0,0 1-1 0 0,1-1 0 0 0,-1 1 0 0 0,0 0 0 0 0,0 1 1 0 0,0-1-1 0 0,0 1 0 0 0,0 0 0 0 0,0 0 1 0 0,0 0-1 0 0,0 1 0 0 0,0 0 0 0 0,0 0 0 0 0,1 0 1 0 0,-1 0-1 0 0,0 1 0 0 0,0 0 0 0 0,1 0 0 0 0,-1 0 1 0 0,1 1-1 0 0,0-1 0 0 0,0 1 0 0 0,0 0 1 0 0,-6 5-1 0 0,6-3-83 0 0,1 0 0 0 0,-1 0 0 0 0,1 0 0 0 0,0 1 0 0 0,0-1 0 0 0,0 1 0 0 0,1-1 0 0 0,-2 7 0 0 0,3-9 42 0 0,0 0-1 0 0,1 0 1 0 0,-1 0 0 0 0,1 0-1 0 0,-1 0 1 0 0,1 0-1 0 0,0 0 1 0 0,0 0 0 0 0,0-1-1 0 0,1 1 1 0 0,-1 0-1 0 0,1 0 1 0 0,-1 0 0 0 0,1 0-1 0 0,0 0 1 0 0,0-1-1 0 0,0 1 1 0 0,3 4-1 0 0,10 11-71 0 0,-10-14 44 0 0,-3-2 27 0 0,0-1 1 0 0,0 0-1 0 0,0 1 0 0 0,1-1 1 0 0,-1 0-1 0 0,1 0 1 0 0,-1 0-1 0 0,1 0 1 0 0,-1 0-1 0 0,1 0 1 0 0,-1 0-1 0 0,1-1 0 0 0,0 1 1 0 0,-1-1-1 0 0,1 1 1 0 0,2 0-1 0 0,0 0 2 0 0,0 0 0 0 0,1 0 0 0 0,-1 0 0 0 0,0-1 0 0 0,1 0 0 0 0,-1 0 0 0 0,1 0 0 0 0,-1 0 0 0 0,0 0 0 0 0,1-1 0 0 0,4-1 0 0 0,-2 0 1 0 0,1-1 1 0 0,-1 1-1 0 0,0-1 0 0 0,-1 0 1 0 0,13-8-1 0 0,-17 10 9 0 0,-1 0 1 0 0,1-1-1 0 0,0 1 0 0 0,0-1 0 0 0,-1 1 1 0 0,1-1-1 0 0,-1 0 0 0 0,0 1 1 0 0,1-1-1 0 0,-1 0 0 0 0,0 0 0 0 0,0 0 1 0 0,0 0-1 0 0,0 0 0 0 0,0 0 0 0 0,-1 0 1 0 0,1-1-1 0 0,0-1 0 0 0,-1 1 14 0 0,0 0 1 0 0,0 0-1 0 0,0 0 0 0 0,0 0 1 0 0,-1 0-1 0 0,1 0 0 0 0,-1 0 0 0 0,0 0 1 0 0,0 0-1 0 0,0 0 0 0 0,0 0 1 0 0,-2-2-1 0 0,1 0 6 0 0,-1 0 1 0 0,-1 0 0 0 0,1 1-1 0 0,0-1 1 0 0,-1 1-1 0 0,0 0 1 0 0,0 0-1 0 0,0 1 1 0 0,-1-1 0 0 0,1 1-1 0 0,-1 0 1 0 0,0 0-1 0 0,1 0 1 0 0,-7-1-1 0 0,8 3-34 0 0,0 0-1 0 0,0 0 0 0 0,0 0 1 0 0,-1 1-1 0 0,1 0 0 0 0,0 0 0 0 0,0 0 1 0 0,-1 0-1 0 0,1 0 0 0 0,0 0 1 0 0,0 1-1 0 0,-1 0 0 0 0,1 0 0 0 0,0 0 1 0 0,0 0-1 0 0,0 0 0 0 0,0 0 0 0 0,0 1 1 0 0,0-1-1 0 0,0 1 0 0 0,1 0 1 0 0,-1 0-1 0 0,1 0 0 0 0,-1 0 0 0 0,1 1 1 0 0,0-1-1 0 0,0 1 0 0 0,0-1 1 0 0,0 1-1 0 0,0 0 0 0 0,0-1 0 0 0,1 1 1 0 0,-1 0-1 0 0,1 0 0 0 0,0 0 0 0 0,-1 5 1 0 0,0-1-16 0 0,0 0 0 0 0,1 0 0 0 0,-1 0 0 0 0,1 12 0 0 0,1-16 13 0 0,0 0 1 0 0,1 0-1 0 0,-1 0 1 0 0,1-1-1 0 0,0 1 1 0 0,0 0-1 0 0,0 0 1 0 0,0-1-1 0 0,0 1 1 0 0,1-1-1 0 0,-1 1 1 0 0,1-1-1 0 0,0 0 1 0 0,3 4-1 0 0,4 1-42 0 0,-5-6 39 0 0,0 0 0 0 0,0 0 0 0 0,0 0 1 0 0,0-1-1 0 0,0 0 0 0 0,0 0 0 0 0,0 0 0 0 0,0 0 0 0 0,5-1 0 0 0,-7 1 18 0 0,-1 0 0 0 0,1-1-1 0 0,-1 1 1 0 0,1 0 0 0 0,-1 0-1 0 0,1-1 1 0 0,-1 1-1 0 0,1-1 1 0 0,-1 1 0 0 0,0-1-1 0 0,1 0 1 0 0,-1 1-1 0 0,0-1 1 0 0,1 0 0 0 0,-1 0-1 0 0,0 0 1 0 0,0 0 0 0 0,2-2-1 0 0,1-2 27 0 0,0 2-20 0 0,0 0-1 0 0,0 0 1 0 0,0 0-1 0 0,0-1 0 0 0,4-5 1 0 0,-7 7 0 0 0,0 1 1 0 0,-1-1-1 0 0,1 1 1 0 0,0-1-1 0 0,-1 0 1 0 0,1 1-1 0 0,-1-1 1 0 0,1 0-1 0 0,-1 1 1 0 0,0-1-1 0 0,1 0 1 0 0,-1 0-1 0 0,0 0 1 0 0,0 1-1 0 0,-1-1 1 0 0,1 0-1 0 0,0 0 1 0 0,-2-3-1 0 0,2 2 32 0 0,-1 0-1 0 0,1 0 1 0 0,-1 0-1 0 0,0 0 1 0 0,-1 0-1 0 0,1 1 1 0 0,0-1-1 0 0,-1 0 1 0 0,0 0 0 0 0,1 1-1 0 0,-1-1 1 0 0,0 1-1 0 0,0 0 1 0 0,-1-1-1 0 0,1 1 1 0 0,0 0-1 0 0,-1 0 1 0 0,-3-2-1 0 0,4 3-33 0 0,0-1-1 0 0,-1 1 1 0 0,1 0-1 0 0,0 0 1 0 0,-1 0-1 0 0,1 0 0 0 0,-1 0 1 0 0,1 0-1 0 0,-1 1 1 0 0,1-1-1 0 0,-1 1 1 0 0,1 0-1 0 0,-1 0 0 0 0,1 0 1 0 0,-1 0-1 0 0,0 0 1 0 0,1 0-1 0 0,-1 1 1 0 0,1-1-1 0 0,-1 1 1 0 0,1 0-1 0 0,-1 0 0 0 0,1 0 1 0 0,-1 0-1 0 0,1 0 1 0 0,0 0-1 0 0,0 0 1 0 0,0 1-1 0 0,0 0 0 0 0,0-1 1 0 0,0 1-1 0 0,-3 3 1 0 0,2-2-220 0 0,0 0 1 0 0,0 1 0 0 0,0-1-1 0 0,0 1 1 0 0,1 0-1 0 0,-1 0 1 0 0,1 0 0 0 0,0 0-1 0 0,0 1 1 0 0,1-1 0 0 0,-1 0-1 0 0,-1 7 1 0 0,1 4-812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74"/>
    </inkml:context>
    <inkml:brush xml:id="br0">
      <inkml:brushProperty name="width" value="0.1" units="cm"/>
      <inkml:brushProperty name="height" value="0.1" units="cm"/>
      <inkml:brushProperty name="color" value="#004F8B"/>
    </inkml:brush>
  </inkml:definitions>
  <inkml:trace contextRef="#ctx0" brushRef="#br0">176 21 1839 0 0,'-3'-4'10179'0'0,"0"1"-9743"0"0,0 2-1 0 0,-1-1 1 0 0,1 0 0 0 0,0 0 0 0 0,-1 1-1 0 0,1 0 1 0 0,-1 0 0 0 0,1 0-1 0 0,-1 0 1 0 0,0 1 0 0 0,-6-1 0 0 0,6 1-286 0 0,0 0 1 0 0,0 0-1 0 0,-1 0 1 0 0,1 1 0 0 0,0 0-1 0 0,0-1 1 0 0,0 2 0 0 0,0-1-1 0 0,0 0 1 0 0,0 1-1 0 0,0 0 1 0 0,1 0 0 0 0,-1 0-1 0 0,1 0 1 0 0,-1 1 0 0 0,-4 3-1 0 0,6-4-135 0 0,1-1-1 0 0,-1 1 0 0 0,1-1 1 0 0,-1 1-1 0 0,1-1 0 0 0,0 1 1 0 0,-1 0-1 0 0,1 0 0 0 0,0 0 1 0 0,0 0-1 0 0,-1 3 0 0 0,-1 1 1 0 0,1-3-4 0 0,1-2-8 0 0,1 0-1 0 0,-1 0 1 0 0,1 0 0 0 0,0 0-1 0 0,-1 0 1 0 0,1 0 0 0 0,0 0-1 0 0,-1 0 1 0 0,1 0-1 0 0,0 0 1 0 0,0 1 0 0 0,0-1-1 0 0,0 0 1 0 0,0 0 0 0 0,0 2-1 0 0,-1 3-12 0 0,0 7-14 0 0,2-11 11 0 0,-1-1 0 0 0,1 1-1 0 0,0 0 1 0 0,0-1-1 0 0,0 1 1 0 0,0 0 0 0 0,0-1-1 0 0,0 1 1 0 0,1-1-1 0 0,1 2 1 0 0,1 0 16 0 0,-1 0 0 0 0,1 0-1 0 0,0 0 1 0 0,0-1 0 0 0,0 0 0 0 0,0 0 0 0 0,1 0 0 0 0,-1 0 0 0 0,1-1-1 0 0,-1 0 1 0 0,1 0 0 0 0,-1 0 0 0 0,1 0 0 0 0,0-1 0 0 0,-1 0 0 0 0,1 0 0 0 0,0 0-1 0 0,-1 0 1 0 0,1-1 0 0 0,0 1 0 0 0,-1-1 0 0 0,1-1 0 0 0,-1 1 0 0 0,1-1-1 0 0,-1 1 1 0 0,6-4 0 0 0,-6 3 87 0 0,0 0 0 0 0,0-1-1 0 0,0 1 1 0 0,-1-1 0 0 0,1 0 0 0 0,-1 0-1 0 0,1 0 1 0 0,-1 0 0 0 0,4-6 0 0 0,-6 8-34 0 0,0-1 0 0 0,-1 0 0 0 0,1 1-1 0 0,0-1 1 0 0,-1 0 0 0 0,0 0 0 0 0,1 0 0 0 0,-1 0 0 0 0,0 0 0 0 0,0 1 0 0 0,0-1 0 0 0,0 0 0 0 0,0 0 0 0 0,0 0 0 0 0,-1 0 0 0 0,1 0 0 0 0,0 1 0 0 0,-1-1 0 0 0,0 0 0 0 0,1 0-1 0 0,-1 1 1 0 0,0-1 0 0 0,0 0 0 0 0,0 1 0 0 0,-1-3 0 0 0,-1 2 34 0 0,1-1 0 0 0,0 0-1 0 0,-1 1 1 0 0,1-1 0 0 0,-1 1-1 0 0,0 0 1 0 0,0 0 0 0 0,1 0-1 0 0,-1 0 1 0 0,-1 1 0 0 0,1-1-1 0 0,0 1 1 0 0,0 0 0 0 0,-1-1-1 0 0,-3 1 1 0 0,0-1 20 0 0,0 1-1 0 0,0 0 1 0 0,0 0 0 0 0,0 1-1 0 0,0 0 1 0 0,-11 1 0 0 0,12 0-106 0 0,1-1 0 0 0,-1 2 0 0 0,1-1 0 0 0,-1 1 1 0 0,1-1-1 0 0,0 1 0 0 0,0 1 0 0 0,-6 2 0 0 0,8-3-9 0 0,1 0 1 0 0,-1 0-1 0 0,1 0 0 0 0,0 0 0 0 0,0 0 0 0 0,0 1 0 0 0,0-1 0 0 0,0 1 0 0 0,1-1 1 0 0,-1 1-1 0 0,1 0 0 0 0,-1-1 0 0 0,1 1 0 0 0,0 0 0 0 0,0 0 0 0 0,-1 5 0 0 0,-1 17-59 0 0,3-7 11 0 0,3-13 55 0 0,-1-2-4 0 0,1 5 2 0 0,1-1 0 0 0,0 0 0 0 0,10 13 0 0 0,-13-18 0 0 0,0 1 0 0 0,1-1 0 0 0,-1 0 0 0 0,1 0 0 0 0,-1-1 0 0 0,1 1 0 0 0,0 0 0 0 0,0 0 0 0 0,0-1 0 0 0,0 1 0 0 0,0-1 0 0 0,4 2 0 0 0,1 1 0 0 0,-2-2 0 0 0,-1 1 0 0 0,1-1 0 0 0,-1 0 0 0 0,1-1 0 0 0,-1 1 0 0 0,1-1 0 0 0,0 1 0 0 0,0-1 0 0 0,0-1 0 0 0,0 1 0 0 0,0-1 0 0 0,0 0 0 0 0,0 0 0 0 0,8-1 0 0 0,-10 0 5 0 0,1 0 0 0 0,-1 0 1 0 0,0 0-1 0 0,1 0 0 0 0,-1 0 0 0 0,0-1 0 0 0,0 1 0 0 0,1-1 0 0 0,2-2 1 0 0,4-2 6 0 0,-7 3-23 0 0,1 0 1 0 0,0 1-1 0 0,-1-1 0 0 0,4-4 1 0 0,-6 4 40 0 0,1-1-1 0 0,-1 1 1 0 0,0 0 0 0 0,0 0 0 0 0,0-1-1 0 0,-1 1 1 0 0,1 0 0 0 0,-1-1 0 0 0,0 1 0 0 0,0 0-1 0 0,0-1 1 0 0,0 1 0 0 0,0-1 0 0 0,-1 1-1 0 0,0 0 1 0 0,1-1 0 0 0,-3-4 0 0 0,1 4 31 0 0,0-1 0 0 0,0 0 0 0 0,0 1 0 0 0,-1 0 0 0 0,0 0 0 0 0,0-1 1 0 0,0 2-1 0 0,0-1 0 0 0,0 0 0 0 0,-1 1 0 0 0,-4-4 0 0 0,5 4-37 0 0,-1 1 1 0 0,-1 0-1 0 0,1 0 0 0 0,0 0 0 0 0,0 0 1 0 0,-1 1-1 0 0,1 0 0 0 0,-1 0 1 0 0,1 0-1 0 0,-1 0 0 0 0,-6 0 0 0 0,8 1-25 0 0,0 0-1 0 0,0 0 0 0 0,0 0 1 0 0,-1 1-1 0 0,1-1 0 0 0,0 1 1 0 0,0 0-1 0 0,0-1 0 0 0,0 2 1 0 0,0-1-1 0 0,0 0 0 0 0,0 0 1 0 0,0 1-1 0 0,0 0 0 0 0,0-1 0 0 0,-2 4 1 0 0,3-2-22 0 0,0-1 0 0 0,0 1 1 0 0,1 0-1 0 0,-1 0 1 0 0,1 1-1 0 0,0-1 0 0 0,0 0 1 0 0,0 0-1 0 0,0 1 0 0 0,0 6 1 0 0,0-7 4 0 0,0 7-41 0 0,1-9 54 0 0,0 0-1 0 0,-1 0 0 0 0,1 0 0 0 0,0 0 0 0 0,0 0 1 0 0,0 0-1 0 0,0 0 0 0 0,0 0 0 0 0,0 0 0 0 0,1 0 1 0 0,-1 0-1 0 0,0 0 0 0 0,0 0 0 0 0,1 0 0 0 0,-1 0 1 0 0,1-1-1 0 0,0 3 0 0 0,1 0-8 0 0,-1-1 8 0 0,0 1 0 0 0,0-1 1 0 0,0 1-1 0 0,1-1 0 0 0,-1 1 0 0 0,1-1 0 0 0,0 0 1 0 0,0 0-1 0 0,0 0 0 0 0,0 0 0 0 0,0 0 1 0 0,0 0-1 0 0,0 0 0 0 0,0-1 0 0 0,1 1 1 0 0,-1-1-1 0 0,1 0 0 0 0,4 2 0 0 0,-4-2 0 0 0,0 1 0 0 0,1-1 0 0 0,-1-1 0 0 0,1 1-1 0 0,-1 0 1 0 0,1-1 0 0 0,0 0 0 0 0,-1 0-1 0 0,1 0 1 0 0,-1 0 0 0 0,1-1 0 0 0,-1 1 0 0 0,1-1-1 0 0,5-2 1 0 0,57-24-111 0 0,-64 27 118 0 0,0-1 1 0 0,0 0 0 0 0,-1 0-1 0 0,1 0 1 0 0,0 0-1 0 0,-1 0 1 0 0,1-1 0 0 0,-1 1-1 0 0,3-3 1 0 0,0-8 34 0 0,-4 11-35 0 0,0-1 11 0 0,1 0-1 0 0,-1 0 1 0 0,0-1-1 0 0,-1 1 1 0 0,1 0-1 0 0,0 0 1 0 0,-1 0 0 0 0,1 0-1 0 0,-1 0 1 0 0,0 0-1 0 0,1 0 1 0 0,-1 0-1 0 0,0 0 1 0 0,0 0-1 0 0,0 0 1 0 0,-1 1-1 0 0,1-1 1 0 0,0 0 0 0 0,-1 1-1 0 0,-1-3 1 0 0,0 1 9 0 0,-1-1 1 0 0,-1 1 1 0 0,1-1-1 0 0,-1 1 0 0 0,0 0 0 0 0,0 0 1 0 0,-1 0-1 0 0,1 1 0 0 0,0 0 1 0 0,-1 0-1 0 0,1 0 0 0 0,-1 1 0 0 0,0 0 1 0 0,0 0-1 0 0,1 0 0 0 0,-1 1 1 0 0,-7 0-1 0 0,11 0-33 0 0,1 0 0 0 0,-1 1-1 0 0,1-1 1 0 0,-1 1 0 0 0,1-1 0 0 0,0 1 0 0 0,-1 0 0 0 0,1 0 0 0 0,0 0-1 0 0,0-1 1 0 0,-1 1 0 0 0,1 0 0 0 0,0 1 0 0 0,0-1 0 0 0,0 0 0 0 0,0 0 0 0 0,-1 2-1 0 0,1-1 7 0 0,-7 10-77 0 0,9-7 66 0 0,-1-3-3 0 0,0 4-5 0 0,0-1 1 0 0,0 1-1 0 0,1 0 0 0 0,0-1 0 0 0,0 1 0 0 0,0 0 1 0 0,1-1-1 0 0,-1 1 0 0 0,1-1 0 0 0,5 8 1 0 0,0 0-1342 0 0,1 0 0 0 0,16 20 0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75"/>
    </inkml:context>
    <inkml:brush xml:id="br0">
      <inkml:brushProperty name="width" value="0.1" units="cm"/>
      <inkml:brushProperty name="height" value="0.1" units="cm"/>
      <inkml:brushProperty name="color" value="#004F8B"/>
    </inkml:brush>
  </inkml:definitions>
  <inkml:trace contextRef="#ctx0" brushRef="#br0">76 0 5695 0 0,'0'0'1359'0'0,"-15"15"3621"0"0,13-15-4778 0 0,1 1 11 0 0,0-1 0 0 0,0 0 1 0 0,0 1-1 0 0,0-1 0 0 0,0 1 0 0 0,0-1 0 0 0,0 1 0 0 0,0-1 0 0 0,0 1 0 0 0,0 0 0 0 0,0 0 0 0 0,0-1 0 0 0,-5 10 3826 0 0,5-9-3962 0 0,-1 1 0 0 0,0-1 0 0 0,0 0 1 0 0,0 0-1 0 0,1 0 0 0 0,-1-1 0 0 0,0 1 0 0 0,0 0 1 0 0,0-1-1 0 0,0 1 0 0 0,-1-1 0 0 0,1 0 1 0 0,0 1-1 0 0,-3-1 0 0 0,4 0-18 0 0,-3-2-4 0 0,4 2-45 0 0,0 0-1 0 0,0 0 0 0 0,0 0 0 0 0,0 0 0 0 0,0 0 1 0 0,0 0-1 0 0,-1 0 0 0 0,1 0 0 0 0,0 0 0 0 0,0 0 0 0 0,0 0 1 0 0,0 0-1 0 0,0 0 0 0 0,0 0 0 0 0,0 0 0 0 0,0 0 0 0 0,0 0 1 0 0,0 0-1 0 0,0 0 0 0 0,0 0 0 0 0,0 0 0 0 0,0 0 1 0 0,0 0-1 0 0,0 0 0 0 0,-1 0 0 0 0,1 0 0 0 0,0 0 0 0 0,0 0 1 0 0,0 0-1 0 0,0 0 0 0 0,0 0 0 0 0,0 0 0 0 0,0 0 1 0 0,0 0-1 0 0,0 0 0 0 0,0 0 0 0 0,0 0 0 0 0,0 0 0 0 0,0 0 1 0 0,0 0-1 0 0,0 0 0 0 0,0 0 0 0 0,0 0 0 0 0,0 0 1 0 0,-1 0-1 0 0,1 0 0 0 0,0 0 0 0 0,0 0 0 0 0,0 1 0 0 0,0-1 1 0 0,0 0-1 0 0,0 0 0 0 0,0 0 0 0 0,0 0 0 0 0,0 0 0 0 0,0 0 1 0 0,0 0-1 0 0,0 0 0 0 0,0 0 0 0 0,0 0 0 0 0,0 0 1 0 0,0 0-1 0 0,0 0 0 0 0,0 0 0 0 0,0 0 0 0 0,0 1 1 0 0,5 8 0 0 0,1 8-57 0 0,0-7 30 0 0,0-4 17 0 0,7 9 11 0 0,-11-14 32 0 0,7 1-33 0 0,3 0-29 0 0,-9-2 3 0 0,12 0-2 0 0,-13 0 293 0 0,0 0-275 0 0,4 0-100 0 0,-5 0-484 0 0,8 0-1123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76"/>
    </inkml:context>
    <inkml:brush xml:id="br0">
      <inkml:brushProperty name="width" value="0.1" units="cm"/>
      <inkml:brushProperty name="height" value="0.1" units="cm"/>
      <inkml:brushProperty name="color" value="#004F8B"/>
    </inkml:brush>
  </inkml:definitions>
  <inkml:trace contextRef="#ctx0" brushRef="#br0">155 1 4143 0 0,'0'0'982'0'0,"-3"0"-376"0"0,-5 0 1124 0 0,1 0-1 0 0,-16 3 0 0 0,21-2-1409 0 0,-10-2 416 0 0,11 1-646 0 0,0-1 0 0 0,0 1 0 0 0,0 0 0 0 0,0 0-1 0 0,0 0 1 0 0,0 0 0 0 0,0 0 0 0 0,0 0 0 0 0,0 0-1 0 0,0 0 1 0 0,0 0 0 0 0,-2 1 0 0 0,-7 0 1572 0 0,-8-3 82 0 0,17 3-1676 0 0,-5 2 1 0 0,3 0-4 0 0,-17 22 63 0 0,6-7-53 0 0,12-16-63 0 0,1-2-10 0 0,1 1 1 0 0,-1 0 0 0 0,0 0-1 0 0,1 0 1 0 0,-1-1-1 0 0,1 1 1 0 0,-1 0 0 0 0,1 0-1 0 0,0 0 1 0 0,-1 0-1 0 0,1 0 1 0 0,0 0-1 0 0,0 0 1 0 0,0 0 0 0 0,-1 2-1 0 0,0-1-2 0 0,-1 15 0 0 0,2-13-2 0 0,5 17-49 0 0,-4-17 41 0 0,-1-2 10 0 0,1 0 0 0 0,-1 0 0 0 0,0 0 0 0 0,1-1 0 0 0,-1 1 0 0 0,1 0 0 0 0,0-1 0 0 0,-1 1 0 0 0,1 0-1 0 0,0-1 1 0 0,0 1 0 0 0,1 1 0 0 0,-1 0 0 0 0,0-2 0 0 0,-1-1 0 0 0,0 1 0 0 0,1 0 0 0 0,-1 0 0 0 0,0-1 0 0 0,1 1 0 0 0,-1 0 0 0 0,1 0 0 0 0,-1-1 0 0 0,1 1 0 0 0,0-1 0 0 0,-1 1 0 0 0,1 0 0 0 0,0-1 0 0 0,-1 1 0 0 0,1-1 0 0 0,0 0 0 0 0,0 1 0 0 0,0 0 0 0 0,1 1 0 0 0,15 5 0 0 0,-16-7 10 0 0,0 1 0 0 0,0-1 1 0 0,0 1-1 0 0,1-1 0 0 0,-1 0 0 0 0,0 0 0 0 0,0 1 0 0 0,0-1 0 0 0,0 0 0 0 0,0 0 1 0 0,0 0-1 0 0,0 0 0 0 0,0 0 0 0 0,1 0 0 0 0,-1 0 0 0 0,0-1 0 0 0,0 1 0 0 0,0 0 0 0 0,0-1 1 0 0,0 1-1 0 0,0-1 0 0 0,0 1 0 0 0,0-1 0 0 0,0 1 0 0 0,0-1 0 0 0,0 1 0 0 0,0-1 1 0 0,-1 0-1 0 0,1 0 0 0 0,0 0 0 0 0,0 1 0 0 0,-1-1 0 0 0,2-1 0 0 0,-1 0 150 0 0,0 2-148 0 0,-1-1 0 0 0,1 1 0 0 0,0 0 0 0 0,-1-1 0 0 0,1 1 0 0 0,0-1 0 0 0,-1 1 0 0 0,1-1 0 0 0,-1 1 0 0 0,1-1 0 0 0,-1 1 0 0 0,1-1 0 0 0,-1 0 0 0 0,1 1 0 0 0,-1-1 0 0 0,0 0 0 0 0,1 1 0 0 0,-1-1 0 0 0,0 0 0 0 0,1 0 0 0 0,-1 0 0 0 0,8-26 619 0 0,-8 26-604 0 0,1-1 0 0 0,-1 1 0 0 0,0-1 0 0 0,0 1 0 0 0,0-1 0 0 0,0 1 1 0 0,0-1-1 0 0,0 1 0 0 0,-1-1 0 0 0,1 1 0 0 0,0-1 0 0 0,-2-2 0 0 0,-1-7 156 0 0,2 9-205 0 0,1 1 31 0 0,-1 0 0 0 0,1 0 1 0 0,-1 0-1 0 0,0 0 0 0 0,1 0 0 0 0,-1 1 0 0 0,0-1 0 0 0,1 0 0 0 0,-1 0 0 0 0,0 1 0 0 0,0-1 1 0 0,0 0-1 0 0,-2 0 0 0 0,-10-8 21 0 0,13 8-24 0 0,0 1 1 0 0,-1-1 0 0 0,1 1 0 0 0,0 0 0 0 0,-1-1 0 0 0,1 1 0 0 0,0 0 0 0 0,-1 0 0 0 0,1-1 0 0 0,0 1 0 0 0,-1 0-1 0 0,1 0 1 0 0,-1 0 0 0 0,1 0 0 0 0,-1-1 0 0 0,1 1 0 0 0,-1 0 0 0 0,1 0 0 0 0,0 0 0 0 0,-1 0 0 0 0,0 0 0 0 0,-1 0-14 0 0,0 1 1 0 0,0-1 0 0 0,0 0 0 0 0,1 1 0 0 0,-1-1 0 0 0,0 1 0 0 0,0 0-1 0 0,1 0 1 0 0,-1 0 0 0 0,1-1 0 0 0,-1 1 0 0 0,0 1 0 0 0,1-1 0 0 0,0 0-1 0 0,-1 0 1 0 0,1 1 0 0 0,0-1 0 0 0,0 0 0 0 0,-1 1 0 0 0,1-1 0 0 0,0 1-1 0 0,-1 2 1 0 0,1-2 10 0 0,0 0-11 0 0,0 0 0 0 0,0 0 1 0 0,1-1-1 0 0,-1 1 0 0 0,0 0 1 0 0,1 0-1 0 0,-1 0 0 0 0,1 0 1 0 0,-1 1-1 0 0,1-1 1 0 0,0 0-1 0 0,0 0 0 0 0,0 0 1 0 0,0 0-1 0 0,1 0 0 0 0,-1 0 1 0 0,0 0-1 0 0,1 0 0 0 0,-1 0 1 0 0,2 2-1 0 0,-1 0-41 0 0,0-1-1 0 0,1 0 0 0 0,-1 0 1 0 0,1 0-1 0 0,0 0 0 0 0,0 0 1 0 0,0 0-1 0 0,0 0 0 0 0,0 0 1 0 0,0-1-1 0 0,6 5 0 0 0,-6-6 72 0 0,-1 0-1 0 0,0 1 0 0 0,1-1 1 0 0,0 0-1 0 0,-1-1 0 0 0,1 1 1 0 0,0 0-1 0 0,-1 0 0 0 0,1-1 1 0 0,0 1-1 0 0,0-1 0 0 0,-1 1 1 0 0,1-1-1 0 0,0 0 0 0 0,0 0 1 0 0,0 0-1 0 0,0 0 0 0 0,-1 0 1 0 0,1 0-1 0 0,3-1 0 0 0,6 0 117 0 0,-9 2-11 0 0,-1-1 0 0 0,8 0-21 0 0,-1 0-70 0 0,-7 0 562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77"/>
    </inkml:context>
    <inkml:brush xml:id="br0">
      <inkml:brushProperty name="width" value="0.1" units="cm"/>
      <inkml:brushProperty name="height" value="0.1" units="cm"/>
      <inkml:brushProperty name="color" value="#004F8B"/>
    </inkml:brush>
  </inkml:definitions>
  <inkml:trace contextRef="#ctx0" brushRef="#br0">54 207 1375 0 0,'0'0'15152'0'0,"1"1"-15098"0"0,7 1-29 0 0,-8-1-21 0 0,0-1 0 0 0,0 0 0 0 0,1 0 0 0 0,-1 0-1 0 0,1 0 1 0 0,-1 0 0 0 0,0 0 0 0 0,1 0 0 0 0,-1 0 0 0 0,0 0 0 0 0,1 1 0 0 0,-1-1 0 0 0,0-1-1 0 0,1 1 1 0 0,-1 0 0 0 0,0 0 0 0 0,1 0 0 0 0,-1 0 0 0 0,1 0 0 0 0,-1 0 0 0 0,0 0 0 0 0,1 0 0 0 0,-1-1-1 0 0,1 1 1 0 0,8-3 191 0 0,-5 3-229 0 0,-2 1 135 0 0,0-1 0 0 0,0 0 0 0 0,0 0 1 0 0,0 0-1 0 0,0-1 0 0 0,0 1 1 0 0,0-1-1 0 0,0 1 0 0 0,0-1 1 0 0,0 1-1 0 0,3-3 0 0 0,11-9 1955 0 0,-14 11-2002 0 0,8-2-44 0 0,-1-1 1 0 0,-7 3 170 0 0,0 0-146 0 0,-1-1-1 0 0,1 1 0 0 0,-1-1 1 0 0,1 1-1 0 0,-1-1 0 0 0,0 1 1 0 0,1-1-1 0 0,1-3 1 0 0,3-7-47 0 0,-2-1-44 0 0,-2 4 114 0 0,0 4 5 0 0,-1-4 24 0 0,-6-15 135 0 0,-18-34-7 0 0,16 42-39 0 0,-23 9-111 0 0,20 2-1 0 0,9 4 0 0 0,0 1-10 0 0,-4 0-54 0 0,4 0-54 0 0,1 0-13 0 0,-1 0 65 0 0,1-1-1 0 0,-1 1 0 0 0,1-1 0 0 0,-1 1 0 0 0,1 0 1 0 0,-1-1-1 0 0,0 1 0 0 0,1 0 0 0 0,-1 0 1 0 0,1-1-1 0 0,-1 1 0 0 0,1 0 0 0 0,-1 0 0 0 0,0 0 1 0 0,1 0-1 0 0,-1 0 0 0 0,0 0 0 0 0,1 0 1 0 0,-1 0-1 0 0,1 0 0 0 0,-1 0 0 0 0,0 0 0 0 0,0 0 1 0 0,-18 4 7 0 0,0 7-5 0 0,14-9 0 0 0,3-2 0 0 0,1 1 0 0 0,0-1 0 0 0,0 1 0 0 0,0-1 0 0 0,0 1 0 0 0,-1 0 0 0 0,1-1 0 0 0,0 1 0 0 0,0 0 0 0 0,0 0 0 0 0,0 0 0 0 0,0 0 0 0 0,1-1 0 0 0,-1 2 0 0 0,0-1 0 0 0,0 0 0 0 0,1 0 0 0 0,-2 1 0 0 0,-10 21-10 0 0,10-19-18 0 0,-2 15-51 0 0,3-10 68 0 0,1-7 9 0 0,0 0 0 0 0,0 0 0 0 0,0 0 0 0 0,0 0-1 0 0,0 0 1 0 0,0 0 0 0 0,1 0 0 0 0,-1 0 0 0 0,1 0 0 0 0,0 0 0 0 0,1 4-1 0 0,1 1-24 0 0,-2-2 20 0 0,-1 0 4 0 0,9 10 2 0 0,-7-11 1 0 0,11 13 0 0 0,-4-10 0 0 0,2 3 44 0 0,-8-8-19 0 0,18 13 66 0 0,-18-12-91 0 0,11 6 0 0 0,-4-4-1 0 0,-6-6 2 0 0,1-1-54 0 0,0 3 48 0 0,-4-1 8 0 0,1 0 0 0 0,-1 0 0 0 0,1 0 0 0 0,-1 0 0 0 0,1 0 0 0 0,-1 0-1 0 0,1 0 1 0 0,-1 0 0 0 0,1-1 0 0 0,-1 1 0 0 0,1 0 0 0 0,-1-1 0 0 0,1 0 0 0 0,-1 1 0 0 0,0-1 0 0 0,1 0-1 0 0,-1 1 1 0 0,0-1 0 0 0,2-2 0 0 0,17-15 189 0 0,-18 16-138 0 0,2-2-54 0 0,-3 2 18 0 0,6-28 745 0 0,-3-5-571 0 0,-3 6-139 0 0,-1 25-54 0 0,-3-19 13 0 0,-1 18 51 0 0,4 4-59 0 0,-1 1 0 0 0,1-1 0 0 0,-1 1 1 0 0,1-1-1 0 0,-1 1 0 0 0,1-1 0 0 0,-1 1 0 0 0,1-1 0 0 0,-1 0 0 0 0,1 1 0 0 0,0-1 0 0 0,-1 0 0 0 0,1 1 0 0 0,0-1 0 0 0,-1-1 0 0 0,0 0 18 0 0,0 0 0 0 0,-1-1 0 0 0,0 1 1 0 0,1 0-1 0 0,-1 0 0 0 0,0 0 0 0 0,0 1 0 0 0,0-1 1 0 0,0 0-1 0 0,0 1 0 0 0,-4-2 0 0 0,4 1 21 0 0,0 1-6 0 0,-1-1-1 0 0,1 1 1 0 0,-1-1-1 0 0,0 1 1 0 0,0 0 0 0 0,-5-2-1 0 0,7 3-47 0 0,1 0-1 0 0,-1 0 1 0 0,0 0-1 0 0,1 0 1 0 0,-1 0-1 0 0,0 0 1 0 0,0 0-1 0 0,1 0 1 0 0,-1 0-1 0 0,0 0 1 0 0,1 0-1 0 0,-1 0 1 0 0,0 1-1 0 0,0-1 1 0 0,1 0-1 0 0,-1 0 1 0 0,1 1-1 0 0,-1-1 1 0 0,0 0-1 0 0,1 1 1 0 0,-1-1-1 0 0,1 1 1 0 0,-1-1-1 0 0,1 1 1 0 0,-1 0-1 0 0,-2 1-298 0 0,-5 2-1290 0 0,4-1 769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78"/>
    </inkml:context>
    <inkml:brush xml:id="br0">
      <inkml:brushProperty name="width" value="0.1" units="cm"/>
      <inkml:brushProperty name="height" value="0.1" units="cm"/>
      <inkml:brushProperty name="color" value="#004F8B"/>
    </inkml:brush>
  </inkml:definitions>
  <inkml:trace contextRef="#ctx0" brushRef="#br0">89 5 7599 0 0,'0'0'7792'0'0,"0"0"-7773"0"0,0-1-1 0 0,0 1 1 0 0,0 0-1 0 0,-1 0 1 0 0,1-1-1 0 0,0 1 0 0 0,0 0 1 0 0,0 0-1 0 0,-1-1 1 0 0,1 1-1 0 0,0 0 1 0 0,0 0-1 0 0,-1 0 1 0 0,1 0-1 0 0,0-1 1 0 0,0 1-1 0 0,-1 0 1 0 0,1 0-1 0 0,0 0 0 0 0,-1 0 1 0 0,1 0-1 0 0,0 0 1 0 0,-1 0-1 0 0,1 0 1 0 0,-1 0-1 0 0,-6 3 74 0 0,-1 1 64 0 0,0-1 0 0 0,-15 5 0 0 0,21-7-139 0 0,1 0 0 0 0,0 0 0 0 0,0 0 0 0 0,0 0 0 0 0,-1 0 0 0 0,1 0 0 0 0,0 0 0 0 0,0 0 0 0 0,-1 2 0 0 0,0 0 8 0 0,0 0-12 0 0,0-1 11 0 0,-3 14-8 0 0,3-13-16 0 0,-4 14 0 0 0,5-11-1 0 0,0 0 1 0 0,0-1-1 0 0,1 1 0 0 0,0 0 0 0 0,0 1 1 0 0,0-1-1 0 0,0 0 0 0 0,1-1 0 0 0,0 1 0 0 0,0 0 1 0 0,3 6-1 0 0,-2-6-10 0 0,-3-6 10 0 0,1 1 1 0 0,0-1 0 0 0,0 1 0 0 0,1-1 0 0 0,-1 1 0 0 0,0-1 0 0 0,0 1-1 0 0,0-1 1 0 0,0 1 0 0 0,0-1 0 0 0,0 1 0 0 0,1-1 0 0 0,-1 0 0 0 0,0 1-1 0 0,0-1 1 0 0,1 1 0 0 0,-1-1 0 0 0,0 0 0 0 0,1 1 0 0 0,-1-1-1 0 0,0 1 1 0 0,1-1 0 0 0,-1 0 0 0 0,1 1 0 0 0,10 6-64 0 0,-9-6 97 0 0,-1 0 1 0 0,1 0-1 0 0,0 0 0 0 0,0-1 0 0 0,0 1 0 0 0,0 0 0 0 0,0-1 1 0 0,0 1-1 0 0,0-1 0 0 0,0 0 0 0 0,1 0 0 0 0,-1 0 0 0 0,0 0 1 0 0,0 0-1 0 0,0 0 0 0 0,0 0 0 0 0,0-1 0 0 0,0 1 0 0 0,2-2 1 0 0,3 1 126 0 0,-5 1-64 0 0,16-8 192 0 0,-10 3-173 0 0,-5 3-86 0 0,0 0 0 0 0,1 0 0 0 0,-1-1 0 0 0,0 1 0 0 0,0-1 0 0 0,4-5 0 0 0,-2 3 49 0 0,-1 0 285 0 0,0 0-1 0 0,0-1 0 0 0,4-8 1 0 0,-7 13-63 0 0,0-7 2 0 0,0-8 63 0 0,0 13-270 0 0,-1-1 0 0 0,0 0 0 0 0,0 0 0 0 0,0 0 0 0 0,-1-5 0 0 0,1 8 98 0 0,-1-1-101 0 0,-3-11 90 0 0,4 10-137 0 0,-1-1 1 0 0,0 1-1 0 0,0-1 1 0 0,-1 1 0 0 0,1 0-1 0 0,-1 0 1 0 0,0 0-1 0 0,1-1 1 0 0,-4-2-1 0 0,4 5-93 0 0,-18-1 87 0 0,-6 3-39 0 0,17 1 0 0 0,-1 2 0 0 0,-4 2-21 0 0,11-5 6 0 0,0-1 1 0 0,0 1-1 0 0,0 0 1 0 0,0 0-1 0 0,0 0 1 0 0,1 0-1 0 0,-1 0 1 0 0,0 1-1 0 0,0-1 0 0 0,-1 2 1 0 0,-1 4 3 0 0,3-6 7 0 0,0 1-1 0 0,0-1 1 0 0,0 1 0 0 0,0-1-1 0 0,0 1 1 0 0,0-1-1 0 0,1 1 1 0 0,-1 0-1 0 0,1-1 1 0 0,0 1 0 0 0,-1 0-1 0 0,1 3 1 0 0,0-1-13 0 0,-1-1 11 0 0,1 0 0 0 0,0 0 0 0 0,0 0 0 0 0,0 0 0 0 0,0-1 0 0 0,0 1 0 0 0,1 0 0 0 0,0 4 1 0 0,1 2-6 0 0,-2-6-9 0 0,0 1 1 0 0,1-1 0 0 0,-1 0-1 0 0,1 1 1 0 0,0-1 0 0 0,0 0-1 0 0,0 1 1 0 0,0-1 0 0 0,3 6-1 0 0,25 32-32 0 0,-26-38 52 0 0,-2-1 0 0 0,0-1 0 0 0,1 1 0 0 0,-1-1 0 0 0,0 0 0 0 0,1 1 0 0 0,-1-1 0 0 0,1 0 0 0 0,0 0 0 0 0,-1 0 0 0 0,1 0 0 0 0,2 1 0 0 0,1 0-4 0 0,4 2 19 0 0,20-3-15 0 0,-25-1 7 0 0,1 0 0 0 0,0 0 0 0 0,-1 0 0 0 0,1-1 0 0 0,0 0 0 0 0,-1 0 0 0 0,1 0 0 0 0,6-3 0 0 0,-8 3-17 0 0,3-2 21 0 0,-4 2 42 0 0,1-3 15 0 0,-2 3 12 0 0,-1-6 8 0 0,0-1-1 0 0,-1 1 1 0 0,0-1 0 0 0,0 1-1 0 0,0 0 1 0 0,-1 0 0 0 0,0-1-1 0 0,-1 1 1 0 0,0 0 0 0 0,-5-9-1 0 0,7 15-23 0 0,-13-13 137 0 0,4 2 38 0 0,9 11-111 0 0,-6-4 0 0 0,-16-2-57 0 0,-3 10 122 0 0,7-4-199 0 0,16 1 2 0 0,0-1 1 0 0,-1 1-1 0 0,1 0 1 0 0,-1 0-1 0 0,1 0 1 0 0,-1 0-1 0 0,-5 2 0 0 0,7-1-4 0 0,0 0 0 0 0,0 0 0 0 0,0 1 0 0 0,1-1-1 0 0,-1 0 1 0 0,0 1 0 0 0,1-1 0 0 0,-1 1-1 0 0,0-1 1 0 0,1 1 0 0 0,0 0 0 0 0,-1 0-1 0 0,1-1 1 0 0,0 1 0 0 0,0 0 0 0 0,0 0-1 0 0,0 0 1 0 0,1 0 0 0 0,-1 1 0 0 0,0-1-1 0 0,1 2 1 0 0,-1-1 9 0 0,0 21-141 0 0,1-21-99 0 0,0-1-1 0 0,1 1 0 0 0,0 0 0 0 0,0-1 0 0 0,0 1 1 0 0,0 0-1 0 0,0-1 0 0 0,0 1 0 0 0,1-1 0 0 0,-1 0 1 0 0,1 1-1 0 0,0-1 0 0 0,2 3 0 0 0,2 0-1856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79"/>
    </inkml:context>
    <inkml:brush xml:id="br0">
      <inkml:brushProperty name="width" value="0.1" units="cm"/>
      <inkml:brushProperty name="height" value="0.1" units="cm"/>
      <inkml:brushProperty name="color" value="#004F8B"/>
    </inkml:brush>
  </inkml:definitions>
  <inkml:trace contextRef="#ctx0" brushRef="#br0">125 1 8639 0 0,'-3'7'66'0'0,"2"-6"-31"0"0,1 1 1 0 0,-1-1-1 0 0,0 1 0 0 0,1-1 1 0 0,-1 0-1 0 0,1 1 0 0 0,-1-1 0 0 0,1 1 1 0 0,0 2 522 0 0,-1-4-386 0 0,0-1 0 0 0,0 0 0 0 0,0 0 0 0 0,1 0 0 0 0,-1 1 0 0 0,0-1 0 0 0,0 1 0 0 0,0-1 0 0 0,0 0 0 0 0,0 1 0 0 0,0 0 0 0 0,0-1 0 0 0,-1 1 0 0 0,1 0 0 0 0,0-1 0 0 0,0 1 0 0 0,0 0 0 0 0,0 0 0 0 0,0 0 0 0 0,0 0 0 0 0,-1 0 0 0 0,0 0 0 0 0,0 1 1 0 0,-17 7 532 0 0,-22 6 311 0 0,39-13-990 0 0,1 0-1 0 0,0 0 1 0 0,0 1 0 0 0,0-1-1 0 0,1 1 1 0 0,-1-1-1 0 0,0 0 1 0 0,1 1 0 0 0,-2 2-1 0 0,0 2 31 0 0,-13 22 50 0 0,13-6-124 0 0,2-13 26 0 0,-1 3-8 0 0,3-6 0 0 0,1 3 0 0 0,0-1-13 0 0,-3-8 11 0 0,0 1-1 0 0,0-1 1 0 0,0 0-1 0 0,0 0 1 0 0,0 1-1 0 0,0-1 1 0 0,0 0 0 0 0,1 0-1 0 0,-1 1 1 0 0,0-1-1 0 0,0 0 1 0 0,0 0-1 0 0,0 0 1 0 0,0 1 0 0 0,1-1-1 0 0,-1 0 1 0 0,0 0-1 0 0,0 0 1 0 0,0 1-1 0 0,1-1 1 0 0,-1 0 0 0 0,0 0-1 0 0,0 0 1 0 0,0 0-1 0 0,1 0 1 0 0,-1 0 0 0 0,0 1-1 0 0,0-1 1 0 0,1 0-1 0 0,15 6 73 0 0,-10-2 2 0 0,0-1 0 0 0,0 0 0 0 0,0-1 0 0 0,12 4 0 0 0,-16-6-36 0 0,-1 1 0 0 0,1-1 0 0 0,0 0 0 0 0,0 0 0 0 0,-1 1 0 0 0,1-1 0 0 0,0-1 0 0 0,0 1 0 0 0,0 0 0 0 0,-1 0 0 0 0,1-1 0 0 0,0 1 0 0 0,0-1 0 0 0,-1 1 0 0 0,1-1 0 0 0,-1 0 0 0 0,1 0 0 0 0,0 0 0 0 0,-1 0 0 0 0,1 0 0 0 0,1-2 0 0 0,-2 2 156 0 0,14-7 392 0 0,1-12 598 0 0,-15 16-998 0 0,1-1 1 0 0,-1 1-1 0 0,0-1 1 0 0,0 1-1 0 0,0-1 1 0 0,-1 0-1 0 0,1 1 1 0 0,-1-1-1 0 0,0 0 1 0 0,-1 1-1 0 0,1-1 1 0 0,-2-4-1 0 0,2 7 20 0 0,-2 1-166 0 0,1 0-1 0 0,0-1 1 0 0,0 1-1 0 0,-1-1 1 0 0,1 1-1 0 0,0-1 1 0 0,1 1-1 0 0,-3-4 1 0 0,1 0 128 0 0,-4-4-36 0 0,5 8-106 0 0,1-1-1 0 0,-1 1 0 0 0,0 0 1 0 0,0 0-1 0 0,1 0 0 0 0,-1 0 1 0 0,0 0-1 0 0,0 0 0 0 0,0 0 1 0 0,0 0-1 0 0,0 0 0 0 0,0 0 1 0 0,-2-1-1 0 0,1 2-29 0 0,1 0-1 0 0,-1 0 1 0 0,1 0 0 0 0,-1 0-1 0 0,1 0 1 0 0,-1 1 0 0 0,1-1-1 0 0,-1 0 1 0 0,1 1 0 0 0,-1-1-1 0 0,1 1 1 0 0,-1 0 0 0 0,1-1-1 0 0,0 1 1 0 0,-1 0 0 0 0,0 1 0 0 0,2-2 5 0 0,-2 0 0 0 0,1 1 0 0 0,-1 0 0 0 0,1 0 0 0 0,0 0 0 0 0,-1 0 0 0 0,1 0 0 0 0,0 0 0 0 0,0 0 0 0 0,-2 2 0 0 0,2 0-8 0 0,-1 0-1 0 0,1 0 1 0 0,0 0 0 0 0,0 0-1 0 0,0 0 1 0 0,0 0 0 0 0,0 4-1 0 0,-1-4 11 0 0,2-3 1 0 0,0 1 1 0 0,-1 0-1 0 0,1 0 0 0 0,-1-1 1 0 0,1 1-1 0 0,0 0 0 0 0,0 0 1 0 0,-1 0-1 0 0,1-1 0 0 0,0 1 1 0 0,0 0-1 0 0,0 0 0 0 0,0 0 1 0 0,0 0-1 0 0,0 0 0 0 0,0-1 1 0 0,0 1-1 0 0,1 1 0 0 0,3 23-127 0 0,-3-21 69 0 0,-1-3 56 0 0,0 1-1 0 0,1-1 1 0 0,-1 0-1 0 0,0 0 1 0 0,1 0-1 0 0,-1 0 1 0 0,1 0 0 0 0,-1 0-1 0 0,1-1 1 0 0,0 1-1 0 0,0 0 1 0 0,-1 0-1 0 0,1 0 1 0 0,0-1-1 0 0,0 1 1 0 0,1 1-1 0 0,6 4 1 0 0,-4-4 0 0 0,-1-1 0 0 0,0 0 0 0 0,1 0 0 0 0,-1 0 0 0 0,1-1 0 0 0,-1 1 0 0 0,1-1 0 0 0,-1 0 0 0 0,1 0 0 0 0,6-1 0 0 0,-8 1 0 0 0,1 0 0 0 0,-1 0 0 0 0,1 0 0 0 0,-1-1 0 0 0,1 1 0 0 0,-1-1 0 0 0,0 1 0 0 0,1-1 0 0 0,3-2 0 0 0,0 1 0 0 0,-4 2 0 0 0,-1-1 0 0 0,1 1 0 0 0,0 0 0 0 0,-1-1 0 0 0,1 1 0 0 0,0-1 0 0 0,-1 1 0 0 0,1-1 0 0 0,-1 0 0 0 0,1 1 0 0 0,-1-1 0 0 0,1 0 0 0 0,-1 0 0 0 0,0 0 0 0 0,1 0 0 0 0,1-3 0 0 0,3-3 0 0 0,-5 6 3 0 0,0 0 0 0 0,0 0 0 0 0,0 0 0 0 0,0 0 0 0 0,-1 0 0 0 0,1 0-1 0 0,0 0 1 0 0,-1 0 0 0 0,1-1 0 0 0,-1 1 0 0 0,0 0 0 0 0,1 0 0 0 0,-1-1 0 0 0,0 1 0 0 0,0 0 0 0 0,0-1-1 0 0,1 1 1 0 0,-1 0 0 0 0,-1 0 0 0 0,1-1 0 0 0,0 1 0 0 0,0 0 0 0 0,0-1 0 0 0,-1 1 0 0 0,1 0-1 0 0,-1 0 1 0 0,1-1 0 0 0,-2-1 0 0 0,1 0 27 0 0,0 0-1 0 0,-1 0 1 0 0,0 0-1 0 0,0 0 1 0 0,0 1-1 0 0,0-1 1 0 0,0 0-1 0 0,-1 1 1 0 0,1-1-1 0 0,-1 1 1 0 0,-4-3-1 0 0,3 2 17 0 0,1-1-1 0 0,-1 1 0 0 0,1 0 0 0 0,-6-8 0 0 0,7 7-10 0 0,2 4-29 0 0,-1-1 1 0 0,1 0 0 0 0,-1 0-1 0 0,1 0 1 0 0,-1 0 0 0 0,0 1-1 0 0,1-1 1 0 0,-1 0 0 0 0,0 1-1 0 0,1-1 1 0 0,-1 0 0 0 0,0 1-1 0 0,0-1 1 0 0,0 1 0 0 0,0-1-1 0 0,1 1 1 0 0,-1-1 0 0 0,0 1-1 0 0,0 0 1 0 0,0-1 0 0 0,-2 1-1 0 0,2-1 0 0 0,-1-1 0 0 0,-11 1-20 0 0,11 1 7 0 0,1 0 1 0 0,0 0-1 0 0,-1 0 1 0 0,1 0-1 0 0,-1 1 1 0 0,1-1-1 0 0,0 0 1 0 0,-1 1-1 0 0,1-1 1 0 0,0 1-1 0 0,0 0 1 0 0,-1-1-1 0 0,1 1 1 0 0,0 0-1 0 0,0 0 1 0 0,0 0-1 0 0,0 0 1 0 0,0 0-1 0 0,0 0 1 0 0,0 0-1 0 0,0 0 1 0 0,0 0-1 0 0,1 0 1 0 0,-1 0-1 0 0,0 1 1 0 0,0 0-1 0 0,-1 3-12 0 0,1 0 0 0 0,-1 0-1 0 0,1 0 1 0 0,0 0-1 0 0,1 0 1 0 0,-1 0 0 0 0,1 8-1 0 0,0-9 15 0 0,1-1 0 0 0,-1 1 0 0 0,1 0 0 0 0,-1-1 1 0 0,4 7-1 0 0,0 3-30 0 0,-4-11 22 0 0,1 1-1 0 0,-1-1 0 0 0,1 0 1 0 0,0 0-1 0 0,0 0 1 0 0,0 0-1 0 0,0 0 1 0 0,0 0-1 0 0,0 0 0 0 0,2 2 1 0 0,0 0-30 0 0,-2-3-21 0 0,15 12-300 0 0,-12-11 226 0 0,-2-1 104 0 0,0 0 0 0 0,0 0 0 0 0,1 0-1 0 0,-1 0 1 0 0,0 0 0 0 0,1-1 0 0 0,-1 1 0 0 0,0-1 0 0 0,1 1-1 0 0,-1-1 1 0 0,1 0 0 0 0,-1 0 0 0 0,1 0 0 0 0,-1 0-1 0 0,1-1 1 0 0,-1 1 0 0 0,0-1 0 0 0,1 1 0 0 0,-1-1-1 0 0,0 0 1 0 0,1 0 0 0 0,-1 0 0 0 0,4-2 0 0 0,-5 2 81 0 0,0 0 0 0 0,0 0 0 0 0,0 0 0 0 0,0-1 0 0 0,0 1 0 0 0,0 0 1 0 0,-1 0-1 0 0,1 0 0 0 0,0-1 0 0 0,-1 1 0 0 0,1 0 0 0 0,-1-1 1 0 0,0 1-1 0 0,1 0 0 0 0,-1-3 0 0 0,1-20 790 0 0,-1 18-714 0 0,0 5-103 0 0,-1 0-1 0 0,1-1 1 0 0,-1 1-1 0 0,1 0 1 0 0,-1 0 0 0 0,1-1-1 0 0,-1 1 1 0 0,0 0-1 0 0,0 0 1 0 0,1 0-1 0 0,-1 0 1 0 0,0 0 0 0 0,-1-1-1 0 0,-4-5 30 0 0,5 4-39 0 0,-7-9 46 0 0,5 9-57 0 0,1 0 0 0 0,0 1-1 0 0,-1 0 1 0 0,0 0-1 0 0,1 0 1 0 0,-1 0-1 0 0,0 0 1 0 0,-4-2-1 0 0,6 4 2 0 0,0-1 0 0 0,1 0 0 0 0,-1 1 0 0 0,0-1 0 0 0,0 1 0 0 0,0 0 0 0 0,0-1 0 0 0,0 1 0 0 0,0 0 0 0 0,0-1 0 0 0,-1 1 0 0 0,1 0 0 0 0,0 0 0 0 0,0 0 0 0 0,0 0 0 0 0,0 0 0 0 0,0 0 0 0 0,-2 1 0 0 0,-2-1 0 0 0,4 0-128 0 0,-1 0 0 0 0,1 0 0 0 0,0 0 0 0 0,0 1 0 0 0,-1-1 0 0 0,1 0 0 0 0,0 1 0 0 0,0-1 0 0 0,0 1 0 0 0,0-1 0 0 0,-1 1 0 0 0,1-1 0 0 0,0 1 0 0 0,0 0 0 0 0,0-1 0 0 0,0 1 0 0 0,0 0 0 0 0,0 0 0 0 0,1 0 0 0 0,-1 0 0 0 0,0 0 0 0 0,0 0 0 0 0,1 0 0 0 0,-1 0 0 0 0,0 0 0 0 0,1 0 0 0 0,-1 0 0 0 0,0 3 0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12:31.260"/>
    </inkml:context>
    <inkml:brush xml:id="br0">
      <inkml:brushProperty name="width" value="0.1" units="cm"/>
      <inkml:brushProperty name="height" value="0.1" units="cm"/>
      <inkml:brushProperty name="color" value="#E71224"/>
    </inkml:brush>
  </inkml:definitions>
  <inkml:trace contextRef="#ctx0" brushRef="#br0">127 58 455 0 0,'12'-26'12292'0'0,"-15"16"-11501"0"0,3 9-707 0 0,0 1-1 0 0,0-1 1 0 0,-1 0-1 0 0,1 1 1 0 0,0-1 0 0 0,0 0-1 0 0,-1 1 1 0 0,1-1-1 0 0,0 1 1 0 0,-1-1 0 0 0,1 1-1 0 0,-1-1 1 0 0,1 0-1 0 0,0 1 1 0 0,-1-1 0 0 0,-1 0 479 0 0,1 0-532 0 0,1 1 0 0 0,0-1 0 0 0,-1 1 0 0 0,1-1 1 0 0,0 1-1 0 0,-1-1 0 0 0,1 1 0 0 0,-1 0 0 0 0,1-1 0 0 0,-1 1 0 0 0,1 0 0 0 0,-1-1 0 0 0,1 1 0 0 0,-1 0 0 0 0,1 0 0 0 0,-1-1 0 0 0,1 1 0 0 0,-1 0 0 0 0,0 0 0 0 0,1 0 0 0 0,-2 0 0 0 0,-12-2 446 0 0,13 2-317 0 0,1 0-147 0 0,0-1 0 0 0,-1 1 0 0 0,1 0 1 0 0,0 0-1 0 0,0 0 0 0 0,-1 0 0 0 0,1 0 0 0 0,0 0 0 0 0,-1-1 0 0 0,1 1 0 0 0,0 0 0 0 0,-1 0 0 0 0,1 0 0 0 0,0 0 0 0 0,-1 0 0 0 0,1 0 1 0 0,0 0-1 0 0,0 0 0 0 0,-1 0 0 0 0,1 1 0 0 0,0-1 0 0 0,-1 0 0 0 0,1 0 0 0 0,0 0 0 0 0,0 0 0 0 0,-1 0 0 0 0,1 0 0 0 0,-1 1 1 0 0,-11 5 394 0 0,8-4-360 0 0,1 0-11 0 0,2-2-21 0 0,0 0 1 0 0,0 1-1 0 0,1-1 1 0 0,-1 1-1 0 0,0-1 1 0 0,0 1-1 0 0,1 0 0 0 0,-1-1 1 0 0,1 1-1 0 0,-1 0 1 0 0,0-1-1 0 0,1 1 1 0 0,-1 0-1 0 0,1 0 0 0 0,0-1 1 0 0,-1 3-1 0 0,-2 2 5 0 0,0 0-1 0 0,1 0 1 0 0,0 0-1 0 0,0 0 1 0 0,0 0-1 0 0,-1 11 1 0 0,-4 13 11 0 0,4-18-21 0 0,0-2 32 0 0,1 0-33 0 0,1-1-10 0 0,-1 0-14 0 0,2-5-56 0 0,0 4 2 0 0,0-5 26 0 0,1-1 74 0 0,6 5-22 0 0,27 19-10 0 0,-17-15-55 0 0,-3-5 36 0 0,2-9-54 0 0,-12 2 39 0 0,0 1 1 0 0,1 0 0 0 0,-1 0-1 0 0,0 0 1 0 0,6-1-1 0 0,-9 1-23 0 0,5-3 46 0 0,3 0 11 0 0,-7 5 0 0 0,1-1 0 0 0,12-8 0 0 0,-9 3 0 0 0,0-1 11 0 0,-3-1 32 0 0,-1 0-22 0 0,-1 4 22 0 0,0 2-43 0 0,-1 0 0 0 0,1 0 0 0 0,-1 0 0 0 0,1 0 0 0 0,-1 0 0 0 0,0 0 1 0 0,1-1-1 0 0,-1 1 0 0 0,0 0 0 0 0,0 0 0 0 0,0 0 0 0 0,1-1 0 0 0,-2 1 1 0 0,1-2-1 0 0,-1-12 136 0 0,1 14-92 0 0,-1-1-1 0 0,1 1 1 0 0,0-1 0 0 0,-1 1-1 0 0,1-1 1 0 0,-1 1-1 0 0,1 0 1 0 0,-1-1 0 0 0,-1-1-1 0 0,-2-6 148 0 0,3 8-122 0 0,-7-12 363 0 0,-15-2 14 0 0,22 14-380 0 0,-11-2 14 0 0,6 1-69 0 0,3 2 32 0 0,-10-4 7 0 0,-1 4-26 0 0,9 1-24 0 0,-2 0 12 0 0,6-1-3 0 0,0 1 0 0 0,0-1 0 0 0,0 0-1 0 0,1 0 1 0 0,-1 1 0 0 0,0-1 0 0 0,0 1 0 0 0,1-1-1 0 0,-1 1 1 0 0,0-1 0 0 0,1 1 0 0 0,-1-1 0 0 0,0 2-1 0 0,-7 4 47 0 0,5-2-34 0 0,-12 20 32 0 0,14-21-57 0 0,-1-1 0 0 0,1 1 0 0 0,0-1 0 0 0,0 1 0 0 0,0 0 0 0 0,0-1 0 0 0,1 1 1 0 0,-1 0-1 0 0,1-1 0 0 0,-1 6 0 0 0,-1 10-27 0 0,2-15-12 0 0,2 9-3 0 0,-2-10 43 0 0,1-1 0 0 0,-1 1 0 0 0,0-1 0 0 0,1 1 1 0 0,-1-1-1 0 0,1 1 0 0 0,0-1 0 0 0,-1 0 0 0 0,3 3 0 0 0,0 2 3 0 0,-1-3 0 0 0,-1-1 0 0 0,1 1 1 0 0,-1-1-1 0 0,1 1 0 0 0,0-1 0 0 0,3 3 0 0 0,1 3-11 0 0,-1-3-44 0 0,7 2 46 0 0,-11-6 5 0 0,1-1 0 0 0,-1 0 1 0 0,1 0-1 0 0,-1 0 1 0 0,1 0-1 0 0,-1 0 1 0 0,1-1-1 0 0,-1 1 1 0 0,1 0-1 0 0,-1-1 1 0 0,1 1-1 0 0,-1-1 1 0 0,2 0-1 0 0,1 0 0 0 0,0 0 16 0 0,1-2-45 0 0,15-16-10 0 0,-18 17 43 0 0,1-1 0 0 0,-2 1 0 0 0,1-1 0 0 0,0 1 0 0 0,0-1 0 0 0,-1 0 0 0 0,1 0 0 0 0,-1 1 0 0 0,0-1 0 0 0,0 0 0 0 0,0 0 0 0 0,0 0 0 0 0,0-4 0 0 0,0 1 0 0 0,3-22 0 0 0,-4 26 7 0 0,0 1 0 0 0,0-1 1 0 0,-1 1-1 0 0,1-1 0 0 0,0 1 0 0 0,0-1 0 0 0,-1 1 0 0 0,1-1 0 0 0,-1 1 0 0 0,0-1 1 0 0,1 1-1 0 0,-1 0 0 0 0,0-1 0 0 0,0 1 0 0 0,0 0 0 0 0,1-1 0 0 0,-1 1 0 0 0,-1 0 1 0 0,0-1-1 0 0,0 1-11 0 0,-2-5 26 0 0,-5-2 39 0 0,-16 2-27 0 0,20 5-34 0 0,0 2 11 0 0,1-1 44 0 0,-11 5-57 0 0,12-4 2 0 0,1-1 0 0 0,0 1 0 0 0,-1 0 0 0 0,1 0 0 0 0,0 0 0 0 0,0 0 0 0 0,-3 3 0 0 0,-8 24-49 0 0,3 19 24 0 0,10-46 27 0 0,-1 3-2 0 0,0 19-11 0 0,1-22 10 0 0,0 1-57 0 0,1-2-61 0 0,0 0 118 0 0,0 0 1 0 0,0 0 0 0 0,-1 0-1 0 0,1 0 1 0 0,0 0-1 0 0,0 0 1 0 0,0 1 0 0 0,-1-1-1 0 0,1 0 1 0 0,0 0-1 0 0,-1 1 1 0 0,1-1 0 0 0,0 1-1 0 0,-1-1 1 0 0,1 1-1 0 0,0-1 1 0 0,-1 1-1 0 0,1-1 1 0 0,-1 1 0 0 0,1-1-1 0 0,-1 1 1 0 0,1 0-1 0 0,0 1 1 0 0,1 0-1 0 0,-2-1 1 0 0,1-1 0 0 0,-1 1 0 0 0,1-1 0 0 0,-1 1 0 0 0,1-1 0 0 0,-1 1 0 0 0,1-1 0 0 0,0 0 0 0 0,-1 1 0 0 0,1-1 0 0 0,0 0 0 0 0,-1 1 0 0 0,1-1 0 0 0,0 0 0 0 0,0 0 0 0 0,4-2 0 0 0,-5 2 0 0 0,7-3 0 0 0,-1-1 0 0 0,1 1 0 0 0,-7 3 0 0 0,1 0 1 0 0,-1 0-1 0 0,1-1 0 0 0,-1 1 0 0 0,1 0 0 0 0,-1 0 0 0 0,0 0 1 0 0,1-1-1 0 0,-1 1 0 0 0,1 0 0 0 0,-1-1 0 0 0,0 1 1 0 0,1 0-1 0 0,-1-1 0 0 0,0 1 0 0 0,1 0 0 0 0,-1-1 1 0 0,0 1-1 0 0,0-1 0 0 0,1 1 0 0 0,-1-1 0 0 0,0 1 0 0 0,0-1 1 0 0,0 1-1 0 0,0-1 0 0 0,1 1 0 0 0,-1-1 0 0 0,0-1 6 0 0,1 1 5 0 0,0 0-8 0 0,-1 1 0 0 0,0-1-1 0 0,0 1 1 0 0,1-1 0 0 0,-1 1-1 0 0,0-1 1 0 0,0 1-1 0 0,0-1 1 0 0,1 1 0 0 0,-1-1-1 0 0,0 1 1 0 0,0-1 0 0 0,0 0-1 0 0,0 1 1 0 0,0-1-1 0 0,0 1 1 0 0,0-1 0 0 0,0 1-1 0 0,-1-2 1 0 0,1 0 40 0 0,-8-28-33 0 0,4 14-10 0 0,4 15 3 0 0,0 0-1 0 0,-1 0 1 0 0,1 1-1 0 0,0-1 1 0 0,0 0 0 0 0,0 1-1 0 0,-1-1 1 0 0,1 0-1 0 0,0 1 1 0 0,0-1-1 0 0,-1 1 1 0 0,1-1 0 0 0,-1 0-1 0 0,1 1 1 0 0,-1-1-1 0 0,1 1 1 0 0,-1-1-1 0 0,1 1 1 0 0,-2-1 0 0 0,-5-7 20 0 0,-11 0 30 0 0,12 4-53 0 0,2 1 0 0 0,-4 5 0 0 0,2 3 0 0 0,0-1 0 0 0,1 0-12 0 0,4-2-36 0 0,-1 4 24 0 0,2-3-24 0 0,-3 9 36 0 0,3-12 12 0 0,-1 1 0 0 0,1 0 0 0 0,0 0 0 0 0,0-1 0 0 0,0 1 1 0 0,0 0-1 0 0,0 0 0 0 0,0 0 0 0 0,0-1 0 0 0,0 1 0 0 0,0 0 0 0 0,1 0 0 0 0,-1-1 0 0 0,0 1 0 0 0,0 0 0 0 0,1 1 0 0 0,1 6-1 0 0,1-1-9 0 0,-1-4-33 0 0,3 2 22 0 0,-3-3-22 0 0,4 0 32 0 0,3 1 11 0 0,4 2 0 0 0,-5 3 0 0 0,-1-5 0 0 0,2-2 0 0 0,-8 0 0 0 0,1-1 0 0 0,-1 0 0 0 0,0 0 0 0 0,1 0 0 0 0,-1 0 0 0 0,1 0 0 0 0,-1 0 0 0 0,0 0 0 0 0,1 0 0 0 0,-1 0 0 0 0,0-1 0 0 0,1 1 0 0 0,-1-1 0 0 0,0 1 0 0 0,1-1 0 0 0,-1 1 0 0 0,0-1 0 0 0,0 0 0 0 0,0 1 0 0 0,0-1 0 0 0,0 0 0 0 0,1 0 0 0 0,-1 0 0 0 0,1-2 0 0 0,-2 3 0 0 0,5-8 0 0 0,-2-1 0 0 0,0 3 11 0 0,-2 3 32 0 0,0-4-33 0 0,-1-2-10 0 0,0 0 0 0 0,-2 0 0 0 0,0-1 0 0 0,1 1 0 0 0,1 1 11 0 0,-1 6 32 0 0,-1-3-22 0 0,0 1 6 0 0,-2-1 67 0 0,-14-7-34 0 0,16 10-60 0 0,-9-8 12 0 0,9 10 52 0 0,-4 0 28 0 0,0 0 0 0 0,2 1-59 0 0,0 0 0 0 0,0 0 0 0 0,0 0 0 0 0,0 0 0 0 0,1 1 0 0 0,-1 0 0 0 0,-4 3 0 0 0,-6 2-21 0 0,7-3-12 0 0,4 0-14 0 0,-1 5-17 0 0,0-1 1 0 0,0 1 0 0 0,-2 11 0 0 0,2-8 13 0 0,3-11 17 0 0,0 3 0 0 0,-1 0 0 0 0,1 1 0 0 0,0-1 0 0 0,0 0 0 0 0,-1 7 0 0 0,1-1-19 0 0,1-6 2 0 0,4 9-11 0 0,-2-4 18 0 0,-1-6-33 0 0,4 5 32 0 0,0 2 11 0 0,-2-3-10 0 0,-1-5-33 0 0,9-1 35 0 0,-8 0 5 0 0,17 2-61 0 0,5-1 64 0 0,-18-2 0 0 0,-1-5-10 0 0,-6 5 4 0 0,1-1 1 0 0,0 0 0 0 0,-1 1-1 0 0,1-1 1 0 0,0 1 0 0 0,-1-1-1 0 0,1 1 1 0 0,0-1 0 0 0,0 1-1 0 0,0 0 1 0 0,-1-1 0 0 0,1 1-1 0 0,0 0 1 0 0,0-1 0 0 0,0 1-1 0 0,0 0 1 0 0,0 0 0 0 0,1 0-1 0 0,-2 0 2 0 0,1 0 0 0 0,-1 0 0 0 0,1 0 0 0 0,-1 0 0 0 0,1 0-1 0 0,-1-1 1 0 0,1 1 0 0 0,-1 0 0 0 0,1 0 0 0 0,-1 0 0 0 0,1-1-1 0 0,-1 1 1 0 0,1 0 0 0 0,-1 0 0 0 0,1-1 0 0 0,-1 1-1 0 0,0 0 1 0 0,1-1 0 0 0,-1 1 0 0 0,0-1 0 0 0,1 1 0 0 0,-1 0-1 0 0,1-2 1 0 0,1 1-84 0 0,3-2 12 0 0,-1 2 7 0 0,11-11-8 0 0,-13 10 34 0 0,1-4 32 0 0,4-5 11 0 0,-6 9 0 0 0,0 1 0 0 0,0 0 0 0 0,0 0 0 0 0,-1-1 0 0 0,1 1 0 0 0,-1 0 0 0 0,1-1 0 0 0,-1 1 0 0 0,0-1 0 0 0,1-2 0 0 0,1-2 0 0 0,-1 5 0 0 0,0-1 0 0 0,-1 0 0 0 0,1 0 0 0 0,-1 1 0 0 0,0-1 0 0 0,0 0 0 0 0,0 0 0 0 0,1 0 0 0 0,-2 1 0 0 0,1-1 0 0 0,0 0 0 0 0,0 0 0 0 0,0 0 0 0 0,-2-2 0 0 0,1-1 0 0 0,0 1 0 0 0,0 0 0 0 0,0-1 0 0 0,-1 1 0 0 0,1 0 0 0 0,-1 0 0 0 0,0 0 0 0 0,0 0 0 0 0,-4-4 0 0 0,2 3 11 0 0,2 4 32 0 0,-2-2-33 0 0,-4-7 20 0 0,4 6 15 0 0,-13-2 6 0 0,4 2-30 0 0,11 4 22 0 0,-3 4-22 0 0,3-3 22 0 0,-3 1-22 0 0,0 0 32 0 0,-7 8-53 0 0,6-3 0 0 0,1 0 0 0 0,-1 0 0 0 0,3 4 0 0 0,1-1 0 0 0,-1 4-21 0 0,3-11-7 0 0,2 8 13 0 0,3 13 3 0 0,-3-16-36 0 0,2-1 36 0 0,11 15 12 0 0,-9-16 0 0 0,-4-4 0 0 0,0-1 0 0 0,0 1 0 0 0,0-1 0 0 0,0 0 0 0 0,0 0 0 0 0,0 1 0 0 0,0-2 0 0 0,4 3 0 0 0,0-2 0 0 0,-4 0 0 0 0,-1 0 0 0 0,-1-1 0 0 0,1 1 0 0 0,0-1 0 0 0,-1 0 0 0 0,1 1 0 0 0,0-1 0 0 0,-1 0 0 0 0,1 0 0 0 0,0 0 0 0 0,0 1 0 0 0,-1-1 0 0 0,1 0 0 0 0,0 0 0 0 0,0 0 0 0 0,-1 0 0 0 0,1 0 0 0 0,0 0 0 0 0,0-1 0 0 0,9-1 0 0 0,-2 1 0 0 0,0 0-10 0 0,-4 1-33 0 0,-4 0 43 0 0,1 0-1 0 0,-1 0 1 0 0,1 0 0 0 0,-1 0-1 0 0,1 0 1 0 0,-1 0 0 0 0,1 0 0 0 0,-1 0-1 0 0,1 0 1 0 0,-1 0 0 0 0,1 0-1 0 0,-1 0 1 0 0,1 0 0 0 0,-1 0 0 0 0,1 0-1 0 0,-1 0 1 0 0,1 0 0 0 0,-1-1-1 0 0,1 1 1 0 0,-1 0 0 0 0,1 0 0 0 0,-1-1-1 0 0,1 1 1 0 0,-1 0 0 0 0,0-1-1 0 0,1 1 1 0 0,-1 0 0 0 0,0-1 0 0 0,1 1-1 0 0,-1-1 1 0 0,0 1 0 0 0,1 0-1 0 0,-1-1 1 0 0,1 0-1 0 0,5-6 1 0 0,-1-1 0 0 0,-2 1 0 0 0,0 1-10 0 0,-1 4-33 0 0,3-4 32 0 0,0-1 11 0 0,-1-1 0 0 0,-2 0 0 0 0,-2 0 11 0 0,1 3 27 0 0,-3-7-20 0 0,-11-9-21 0 0,4 10 48 0 0,-7-5-18 0 0,14 13 33 0 0,-1 0 1 0 0,0 1-1 0 0,0-1 0 0 0,0 1 1 0 0,0 0-1 0 0,0-1 0 0 0,0 1 0 0 0,-1 1 1 0 0,-6-4-1 0 0,7 4 11 0 0,-3 0-1 0 0,-18-1 349 0 0,10 13-296 0 0,-2 11-113 0 0,12-16-10 0 0,2 1 0 0 0,-2 3-32 0 0,4-8 22 0 0,1 20-30 0 0,-3-6-14 0 0,4-2 54 0 0,3 0 0 0 0,-5-12-10 0 0,1 1 0 0 0,0-1 1 0 0,0 0-1 0 0,-1 1 0 0 0,1-1 0 0 0,1 0 0 0 0,-1 0 0 0 0,0 0 1 0 0,0 0-1 0 0,1 0 0 0 0,-1 0 0 0 0,5 4 0 0 0,1 1 10 0 0,4 3-25 0 0,-4-8-26 0 0,8-1 10 0 0,-12 0 33 0 0,17 2-5 0 0,-13-2-30 0 0,-4-1 36 0 0,-1 0 1 0 0,0-1-1 0 0,1 1 0 0 0,-1 0 1 0 0,0-1-1 0 0,1 1 1 0 0,-1-1-1 0 0,0 0 1 0 0,0 0-1 0 0,3-1 0 0 0,3-2-8 0 0,-6 4-49 0 0,-1-1-120 0 0,4-5 173 0 0,-1-1 11 0 0,8-11 0 0 0,-9 11 0 0 0,-4 1 0 0 0,0-3 0 0 0,2 8 0 0 0,-4-16 0 0 0,-3-3 0 0 0,6 17 6 0 0,-1 1-1 0 0,0-1 0 0 0,1 0-1 0 0,-1 0 1 0 0,-1 1 0 0 0,1-1 0 0 0,0 0 0 0 0,-1 1 0 0 0,1 0 0 0 0,-1-1-1 0 0,1 1 1 0 0,-3-3 0 0 0,-8-10 6 0 0,11 14 45 0 0,1 0-30 0 0,-1-1 0 0 0,0 0 0 0 0,0 1 0 0 0,0-1 1 0 0,0 1-1 0 0,0-1 0 0 0,0 1 0 0 0,0-1 0 0 0,0 1 0 0 0,-1 0 0 0 0,1 0 0 0 0,0-1 1 0 0,-1 1-1 0 0,1 0 0 0 0,-1 0 0 0 0,1 1 0 0 0,-1-1 0 0 0,0 0 0 0 0,-2 0 1 0 0,2 0 29 0 0,-1-1-34 0 0,-22-3 305 0 0,24 5-274 0 0,-24 0-5 0 0,19-2-1502 0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07.501"/>
    </inkml:context>
    <inkml:brush xml:id="br0">
      <inkml:brushProperty name="width" value="0.05" units="cm"/>
      <inkml:brushProperty name="height" value="0.05" units="cm"/>
    </inkml:brush>
  </inkml:definitions>
  <inkml:trace contextRef="#ctx0" brushRef="#br0">443 121 6103 0 0,'0'0'4002'0'0,"2"1"-3744"0"0,0 0-180 0 0,16 5 367 0 0,-18-6-442 0 0,1 1-1 0 0,-1-1 1 0 0,0 0 0 0 0,0 0 0 0 0,1 0-1 0 0,-1 0 1 0 0,0 0 0 0 0,1 0-1 0 0,-1 0 1 0 0,0 0 0 0 0,1 0 0 0 0,-1 0-1 0 0,0 0 1 0 0,1 0 0 0 0,-1 0-1 0 0,0 0 1 0 0,1 0 0 0 0,-1-1-1 0 0,0 1 1 0 0,0 0 0 0 0,1 0 0 0 0,-1 0-1 0 0,1-1 1 0 0,10-4 13 0 0,0 2 604 0 0,-10 3-466 0 0,-1 0 0 0 0,1 0-1 0 0,0-1 1 0 0,-1 1 0 0 0,1 0-1 0 0,0 0 1 0 0,-1-1 0 0 0,1 1 0 0 0,0 0-1 0 0,-1-1 1 0 0,1 1 0 0 0,-1 0-1 0 0,1-1 1 0 0,-1 1 0 0 0,1-1 0 0 0,-1 1-1 0 0,1-1 1 0 0,-1 1 0 0 0,1-1 0 0 0,0 0-1 0 0,0-1 1127 0 0,1-1-523 0 0,-1 0 0 0 0,1 1-1 0 0,0-1 1 0 0,-1-1 0 0 0,1 1-1 0 0,-1 0 1 0 0,2-8 1530 0 0,-11-8-1039 0 0,4 14-977 0 0,0 1 0 0 0,0 0 0 0 0,-1 0 0 0 0,0 0 1 0 0,1 0-1 0 0,-1 1 0 0 0,-1 0 0 0 0,-9-5 0 0 0,7 4-104 0 0,2 1-110 0 0,1 1 1 0 0,-1 0-1 0 0,-1 0 1 0 0,1 0 0 0 0,0 1-1 0 0,0 0 1 0 0,-1 0-1 0 0,1 0 1 0 0,0 1 0 0 0,-1 0-1 0 0,1 0 1 0 0,0 1-1 0 0,-1 0 1 0 0,1 0-1 0 0,-9 2 1 0 0,-5 2 59 0 0,6-2-118 0 0,0 1 1 0 0,0 0 0 0 0,0 0-1 0 0,1 2 1 0 0,-26 13 0 0 0,-45 40 141 0 0,77-53-141 0 0,1 0 0 0 0,0 0 0 0 0,0 1 0 0 0,0 0 0 0 0,1 1 0 0 0,-7 11 0 0 0,-4 4 0 0 0,6-8-1 0 0,0 0 0 0 0,1 0 0 0 0,1 1 1 0 0,1 0-1 0 0,-7 18 0 0 0,11-23-32 0 0,0-1 0 0 0,1 1 0 0 0,0 0 0 0 0,1 0-1 0 0,0 0 1 0 0,0 1 0 0 0,1-1 0 0 0,1 0 0 0 0,1 11 0 0 0,-1-18 33 0 0,1 1 0 0 0,-1-2 0 0 0,1 1 0 0 0,-1 0 0 0 0,1 0 0 0 0,0 0 1 0 0,1-1-1 0 0,-1 1 0 0 0,0-1 0 0 0,1 0 0 0 0,0 0 0 0 0,0 0 0 0 0,0 0 0 0 0,5 4 0 0 0,-1-2 1 0 0,0 0 0 0 0,0-1 1 0 0,0 1-1 0 0,1-2 0 0 0,14 7 0 0 0,-9-6-18 0 0,1-1 1 0 0,-1 1-1 0 0,1-2 0 0 0,-1 0 1 0 0,1-1-1 0 0,0 0 0 0 0,21-2 1 0 0,-6 0 10 0 0,-9 0 165 0 0,-1-1 0 0 0,35-6 1 0 0,-52 8-43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08.537"/>
    </inkml:context>
    <inkml:brush xml:id="br0">
      <inkml:brushProperty name="width" value="0.05" units="cm"/>
      <inkml:brushProperty name="height" value="0.05" units="cm"/>
    </inkml:brush>
  </inkml:definitions>
  <inkml:trace contextRef="#ctx0" brushRef="#br0">298 72 2303 0 0,'0'0'10471'0'0,"13"-12"-6792"0"0,-12 11-3429 0 0,0-1 0 0 0,0 0 1 0 0,0 0-1 0 0,-1 0 0 0 0,1 0 0 0 0,0 1 1 0 0,-1-1-1 0 0,1 0 0 0 0,-1 0 1 0 0,0 0-1 0 0,0 0 0 0 0,0 0 1 0 0,0 0-1 0 0,0-3 0 0 0,0 4 401 0 0,-7-9 1335 0 0,3 7-1885 0 0,1 1 0 0 0,-1 0-1 0 0,0 0 1 0 0,0 1 0 0 0,0-1-1 0 0,0 1 1 0 0,0 0 0 0 0,0 0-1 0 0,0 0 1 0 0,0 1-1 0 0,0-1 1 0 0,0 1 0 0 0,-1 0-1 0 0,1 0 1 0 0,-8 1 0 0 0,-6 2 344 0 0,0 1 0 0 0,-22 7 1 0 0,39-10-446 0 0,-8 2 47 0 0,0 1 0 0 0,1 0 0 0 0,-15 9-1 0 0,-10 6 63 0 0,28-17-111 0 0,-1 1 0 0 0,1 0 0 0 0,0 1 0 0 0,0-1 0 0 0,0 1 1 0 0,0 0-1 0 0,0 1 0 0 0,1-1 0 0 0,0 1 0 0 0,0-1 0 0 0,0 1 0 0 0,0 1 0 0 0,1-1 0 0 0,0 0 0 0 0,0 1 0 0 0,1 0 0 0 0,-4 7 0 0 0,6-10-2 0 0,-1-1-1 0 0,1 0 1 0 0,0 1-1 0 0,-1-1 1 0 0,1 0 0 0 0,0 1-1 0 0,0-1 1 0 0,1 1-1 0 0,-1-1 1 0 0,0 0-1 0 0,1 1 1 0 0,-1-1-1 0 0,1 0 1 0 0,0 1-1 0 0,0-1 1 0 0,0 0-1 0 0,0 0 1 0 0,0 0-1 0 0,1 0 1 0 0,-1 0-1 0 0,3 3 1 0 0,0-1-8 0 0,0 0 0 0 0,1 0 0 0 0,-1-1 1 0 0,1 0-1 0 0,-1 0 0 0 0,9 3 0 0 0,-5-2 3 0 0,1-1 0 0 0,-1-1 0 0 0,1 0 0 0 0,0 0-1 0 0,0 0 1 0 0,0-1 0 0 0,0-1 0 0 0,0 0 0 0 0,1 0 0 0 0,-1 0 0 0 0,0-1-1 0 0,0-1 1 0 0,16-4 0 0 0,-16 3 16 0 0,-1 0-1 0 0,0 0 0 0 0,0-1 1 0 0,0-1-1 0 0,-1 1 1 0 0,1-1-1 0 0,-1 0 0 0 0,0-1 1 0 0,10-10-1 0 0,-15 14 6 0 0,0 0 0 0 0,-1 0 1 0 0,1 0-1 0 0,-1-1 0 0 0,1 1 0 0 0,-1 0 0 0 0,0-1 1 0 0,0 1-1 0 0,0 0 0 0 0,0-1 0 0 0,0 0 0 0 0,0 1 1 0 0,-1-1-1 0 0,1 1 0 0 0,-1-4 0 0 0,1-1 30 0 0,0 0 73 0 0,0 0 0 0 0,-1 0 0 0 0,0-9 0 0 0,0 13-49 0 0,-1 1 1 0 0,1 0-1 0 0,0-1 0 0 0,-1 1 0 0 0,1 0 0 0 0,-1-1 1 0 0,0 1-1 0 0,0 0 0 0 0,0-1 0 0 0,0 1 0 0 0,0 0 1 0 0,0 0-1 0 0,-2-2 0 0 0,3 4-46 0 0,-1-1-1 0 0,1 1 1 0 0,-1-1 0 0 0,1 1-1 0 0,0-1 1 0 0,-1 1 0 0 0,1 0-1 0 0,-1-1 1 0 0,1 1-1 0 0,-1 0 1 0 0,1 0 0 0 0,-1-1-1 0 0,1 1 1 0 0,-1 0 0 0 0,1 0-1 0 0,-1 0 1 0 0,0 0 0 0 0,1 0-1 0 0,-1 0 1 0 0,1 0-1 0 0,-2 0 1 0 0,1 0 2 0 0,0 1 1 0 0,0-1-1 0 0,0 1 0 0 0,0 0 0 0 0,0 0 0 0 0,0 0 1 0 0,0 0-1 0 0,1 0 0 0 0,-1-1 0 0 0,0 1 1 0 0,0 1-1 0 0,1-1 0 0 0,-1 0 0 0 0,0 0 0 0 0,1 0 1 0 0,0 0-1 0 0,-1 2 0 0 0,-2 5-14 0 0,0-1-1 0 0,1 1 1 0 0,0 1-1 0 0,1-1 1 0 0,0 0-1 0 0,0 0 1 0 0,0 1 0 0 0,1-1-1 0 0,1 0 1 0 0,-1 1-1 0 0,1-1 1 0 0,1 0-1 0 0,0 0 1 0 0,4 14-1 0 0,-5-20-7 0 0,-1 1-1 0 0,1-1 1 0 0,0 0-1 0 0,0 1 1 0 0,0-1 0 0 0,0 0-1 0 0,0 0 1 0 0,1 0-1 0 0,-1 0 1 0 0,1 0-1 0 0,-1 0 1 0 0,1 0-1 0 0,0-1 1 0 0,-1 1-1 0 0,1-1 1 0 0,0 1-1 0 0,0-1 1 0 0,0 1-1 0 0,3 0 1 0 0,-2 0 0 0 0,11 4 0 0 0,-10-8 0 0 0,-1 1 0 0 0,2 1-59 0 0,0 0 1 0 0,1-1-1 0 0,-1 0 0 0 0,0 0 0 0 0,0 0 0 0 0,0 0 1 0 0,0-1-1 0 0,0 0 0 0 0,0 0 0 0 0,0-1 1 0 0,-1 1-1 0 0,7-5 0 0 0,-1 0-3633 0 0,17-17 0 0 0,-6-1-8805 0 0,-16 17 7542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09.334"/>
    </inkml:context>
    <inkml:brush xml:id="br0">
      <inkml:brushProperty name="width" value="0.05" units="cm"/>
      <inkml:brushProperty name="height" value="0.05" units="cm"/>
    </inkml:brush>
  </inkml:definitions>
  <inkml:trace contextRef="#ctx0" brushRef="#br0">169 5 7831 0 0,'0'0'3512'0'0,"2"1"-2590"0"0,16 3 2464 0 0,-17-3-2806 0 0,15 2 2192 0 0,-14-11 1584 0 0,-7 7-4179 0 0,-1-1 0 0 0,1 1 0 0 0,-1 0 0 0 0,1 1-1 0 0,-1-1 1 0 0,1 1 0 0 0,-1 0 0 0 0,1 0 0 0 0,-8 2 0 0 0,0 1-11 0 0,1 0 1 0 0,-1 1-1 0 0,-11 5 1 0 0,24-9-167 0 0,-41 18 26 0 0,38-16-26 0 0,-1 0-1 0 0,1 1 1 0 0,0-1-1 0 0,0 0 1 0 0,0 1-1 0 0,0 0 1 0 0,1-1-1 0 0,-1 1 1 0 0,-2 4-1 0 0,-1 1 4 0 0,4-7-6 0 0,1-1-9 0 0,0 1-52 0 0,1 0-124 0 0,0 2 158 0 0,1 0 5 0 0,7 9-96 0 0,-7-10 129 0 0,1 0-1 0 0,-1 0 1 0 0,1 0-1 0 0,0-1 1 0 0,0 1-1 0 0,0 0 1 0 0,0-1-1 0 0,0 1 1 0 0,0-1-1 0 0,0 0 1 0 0,0 0-1 0 0,1 1 1 0 0,-1-2-1 0 0,0 1 1 0 0,1 0-1 0 0,-1 0 1 0 0,1-1-1 0 0,-1 1 1 0 0,1-1-1 0 0,-1 0 1 0 0,3 0-1 0 0,96 11-135 0 0,-94-11 125 0 0,0 1 0 0 0,0 0-1 0 0,0 0 1 0 0,-1 1 0 0 0,1 0-1 0 0,0 0 1 0 0,-1 0 0 0 0,0 1-1 0 0,0 0 1 0 0,1 0 0 0 0,-2 1-1 0 0,1-1 1 0 0,0 1 0 0 0,-1 1-1 0 0,6 5 1 0 0,-9-8 8 0 0,-1 0 1 0 0,1 0-1 0 0,-1 0 0 0 0,0 1 1 0 0,0-1-1 0 0,0 1 0 0 0,0-1 1 0 0,0 0-1 0 0,-1 1 0 0 0,1 0 1 0 0,0 2-1 0 0,-1-3-5 0 0,0-1 0 0 0,0 0 0 0 0,0 0 0 0 0,1 1 0 0 0,-1-1 0 0 0,0 0 0 0 0,-1 1 0 0 0,1-1 0 0 0,0 0 0 0 0,0 1 0 0 0,-1-1 0 0 0,1 0 0 0 0,-1 3 0 0 0,-1 1 0 0 0,2-3 15 0 0,-1-1 1 0 0,1 1-1 0 0,0-1 0 0 0,-1 1 0 0 0,1-1 0 0 0,-1 1 1 0 0,0-1-1 0 0,1 1 0 0 0,-1-1 0 0 0,0 0 0 0 0,0 1 1 0 0,0-1-1 0 0,0 0 0 0 0,0 1 0 0 0,0-1 1 0 0,0 0-1 0 0,0 0 0 0 0,-1 0 0 0 0,1 0 0 0 0,0 0 1 0 0,-1-1-1 0 0,-1 2 0 0 0,-1 1 27 0 0,-2 0 153 0 0,0 1 0 0 0,0-1 1 0 0,-1 0-1 0 0,1-1 0 0 0,0 0 0 0 0,-1 0 0 0 0,0 0 0 0 0,0-1 1 0 0,1 0-1 0 0,-10 1 0 0 0,0-2 219 0 0,0 0 1 0 0,0-1-1 0 0,-21-3 0 0 0,-11-11 22 0 0,45 15-415 0 0,-9-4 61 0 0,12 3-128 0 0,-1 1 0 0 0,1 0 0 0 0,-1 0 0 0 0,1-1 0 0 0,-1 1 0 0 0,1 0 0 0 0,-1-1 0 0 0,1 1 0 0 0,-1 0 0 0 0,1-1 0 0 0,-1 1 0 0 0,1-1 0 0 0,0 1 0 0 0,-1-1 0 0 0,1 1 0 0 0,0-1 1 0 0,-1 1-1 0 0,1-1 0 0 0,0 1 0 0 0,0-1 0 0 0,-1 1 0 0 0,1-1 0 0 0,0 0 0 0 0,0 1 0 0 0,0-1 0 0 0,0 1 0 0 0,0-1 0 0 0,0 0 0 0 0,0 1 0 0 0,0-1 0 0 0,0 1 0 0 0,0-1 0 0 0,0 1 0 0 0,0-1 0 0 0,1 0 0 0 0,-1 1 1 0 0,0-1-1 0 0,0 1 0 0 0,0-1 0 0 0,1 1 0 0 0,-1-1 0 0 0,0 1 0 0 0,1-1 0 0 0,-1 1 0 0 0,1-1 0 0 0,-1 1 0 0 0,1-1 0 0 0,2-3-824 0 0,0 1-1 0 0,1 0 1 0 0,0 0 0 0 0,5-4 0 0 0,-8 6 504 0 0,17-13-4527 0 0,-7 6 2398 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09.923"/>
    </inkml:context>
    <inkml:brush xml:id="br0">
      <inkml:brushProperty name="width" value="0.05" units="cm"/>
      <inkml:brushProperty name="height" value="0.05" units="cm"/>
    </inkml:brush>
  </inkml:definitions>
  <inkml:trace contextRef="#ctx0" brushRef="#br0">209 43 1375 0 0,'0'0'12454'0'0,"-7"-6"-7822"0"0,-24-7-1646 0 0,30 13-2002 0 0,-1-2-516 0 0,-1-1-122 0 0,-1 0-1 0 0,0 0 0 0 0,0 1 1 0 0,-9-5-1 0 0,12 7-292 0 0,-1-1 1 0 0,0 0-1 0 0,0 1 0 0 0,0 0 1 0 0,0-1-1 0 0,0 1 0 0 0,0 0 1 0 0,0 0-1 0 0,0 0 0 0 0,0 0 1 0 0,0 0-1 0 0,0 1 0 0 0,0-1 1 0 0,0 1-1 0 0,0-1 0 0 0,-2 2 0 0 0,-8 3 101 0 0,1 0 0 0 0,-19 13 0 0 0,25-15-110 0 0,0 0 1 0 0,1 1-1 0 0,0-1 1 0 0,0 1-1 0 0,0 0 1 0 0,0 0-1 0 0,1 1 1 0 0,-1-1 0 0 0,-2 6-1 0 0,4-7-44 0 0,1-1 0 0 0,1-1 0 0 0,-1 1 0 0 0,0 0 0 0 0,0 0 0 0 0,1 0 0 0 0,-1 0 0 0 0,1 0 0 0 0,-1 0 0 0 0,1 0 0 0 0,0 0 0 0 0,0 0 0 0 0,0 0 0 0 0,0 0 0 0 0,0 0 0 0 0,0 0 0 0 0,1 0 0 0 0,-1 0 0 0 0,1 0 0 0 0,-1 0 0 0 0,2 2 0 0 0,2 4 0 0 0,0 0 0 0 0,1 0 0 0 0,-1-1 0 0 0,1 1 0 0 0,1-1 0 0 0,0-1 0 0 0,0 1 0 0 0,0-1 0 0 0,10 8 0 0 0,-10-9 0 0 0,-1-1 0 0 0,1 1 0 0 0,0-1 0 0 0,0-1 0 0 0,0 1 0 0 0,1-1 0 0 0,12 4 0 0 0,-15-6 0 0 0,0 1 0 0 0,0-2 0 0 0,0 1 0 0 0,0 0 0 0 0,1-1 0 0 0,-1 0 0 0 0,0 0 0 0 0,0 0 0 0 0,0 0 0 0 0,1-1 0 0 0,-1 0 0 0 0,0 0 0 0 0,0 0 0 0 0,7-3 0 0 0,9-5-1 0 0,-13 7 2 0 0,1-1 0 0 0,-2 0 0 0 0,1 0 0 0 0,0-1 0 0 0,-1 0 0 0 0,1 0 0 0 0,-1-1-1 0 0,0 1 1 0 0,-1-1 0 0 0,1-1 0 0 0,-1 1 0 0 0,5-7 0 0 0,-8 8 42 0 0,0 0 0 0 0,0 1 1 0 0,0-1-1 0 0,-1 0 0 0 0,0 0 0 0 0,1-1 0 0 0,-1 1 1 0 0,-1 0-1 0 0,1 0 0 0 0,-1-1 0 0 0,1 1 1 0 0,-1 0-1 0 0,0 0 0 0 0,-1-1 0 0 0,1 1 1 0 0,-1 0-1 0 0,0-1 0 0 0,0 1 0 0 0,0 0 1 0 0,-1 0-1 0 0,-3-7 0 0 0,3 7 31 0 0,0 0 0 0 0,0 0 0 0 0,-1 0 0 0 0,1 1 0 0 0,-1-1 0 0 0,0 1 0 0 0,0-1 0 0 0,0 1 0 0 0,0 0 0 0 0,-1 1 0 0 0,0-1 0 0 0,1 0 0 0 0,-1 1 0 0 0,0 0 0 0 0,0 0 0 0 0,0 0 0 0 0,0 1 0 0 0,0-1 0 0 0,-1 1-1 0 0,1 0 1 0 0,-7-1 0 0 0,-3 0 27 0 0,4 3-78 0 0,0 0-31 0 0,-6 5-1195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10.493"/>
    </inkml:context>
    <inkml:brush xml:id="br0">
      <inkml:brushProperty name="width" value="0.05" units="cm"/>
      <inkml:brushProperty name="height" value="0.05" units="cm"/>
    </inkml:brush>
  </inkml:definitions>
  <inkml:trace contextRef="#ctx0" brushRef="#br0">0 60 11863 0 0,'1'-5'162'0'0,"0"0"0"0"0,0-1 0 0 0,0 1-1 0 0,-1 0 1 0 0,0 0 0 0 0,0 0 0 0 0,-1 0 0 0 0,-2-14 11099 0 0,4 27-9697 0 0,0-4-1573 0 0,0 0 0 0 0,0 0 1 0 0,1-1-1 0 0,-1 1 0 0 0,1 0 0 0 0,3 5 1 0 0,-1-4 11 0 0,-1 1 1 0 0,0 0-1 0 0,0 0 0 0 0,-1 0 1 0 0,0 0-1 0 0,0 0 1 0 0,0 0-1 0 0,-1 1 1 0 0,1-1-1 0 0,-1 10 0 0 0,1 0 82 0 0,3 31 225 0 0,-3-24-188 0 0,1-1 0 0 0,9 31 0 0 0,-11-50-80 0 0,4 19 435 0 0,-4-19-1005 0 0,1 6 1285 0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10.955"/>
    </inkml:context>
    <inkml:brush xml:id="br0">
      <inkml:brushProperty name="width" value="0.05" units="cm"/>
      <inkml:brushProperty name="height" value="0.05" units="cm"/>
    </inkml:brush>
  </inkml:definitions>
  <inkml:trace contextRef="#ctx0" brushRef="#br0">3 0 10711 0 0,'0'0'2348'0'0,"-1"2"-1009"0"0,1-1-1191 0 0,0-1 0 0 0,0 0 0 0 0,-1 0 0 0 0,1 1 0 0 0,0-1 0 0 0,0 1 1 0 0,0-1-1 0 0,0 0 0 0 0,0 1 0 0 0,0-1 0 0 0,0 0 0 0 0,0 1 0 0 0,0-1 0 0 0,0 0 0 0 0,0 1 0 0 0,0-1 0 0 0,0 1 1 0 0,0-1-1 0 0,0 0 0 0 0,0 1 0 0 0,0-1 0 0 0,0 0 0 0 0,0 1 0 0 0,1-1 0 0 0,-1 0 0 0 0,0 1 0 0 0,0-1 0 0 0,0 0 1 0 0,1 1-1 0 0,-1-1 0 0 0,0 0 0 0 0,0 0 0 0 0,1 1 0 0 0,0 0 64 0 0,1-1 0 0 0,-1 1 0 0 0,0 0 0 0 0,1-1 1 0 0,-1 1-1 0 0,1-1 0 0 0,-1 1 0 0 0,1-1 0 0 0,1 0 0 0 0,41 1 540 0 0,-34-1-123 0 0,13 0-33 0 0,36 1 600 0 0,-51 0-1000 0 0,1-1 0 0 0,-1-1-1 0 0,9 0 1 0 0,-9 0-51 0 0,0 0 0 0 0,0 1 0 0 0,9 0 0 0 0,117 8 1471 0 0,-130-8-1580 0 0,0 1 0 0 0,0-1 0 0 0,0 1 1 0 0,-1 0-1 0 0,7 3 0 0 0,6 0 136 0 0,-15-3-76 0 0,1-1 0 0 0,7 0 337 0 0,14 0-4793 0 0,-24 10 430 0 0,-1 1 1915 0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11.399"/>
    </inkml:context>
    <inkml:brush xml:id="br0">
      <inkml:brushProperty name="width" value="0.05" units="cm"/>
      <inkml:brushProperty name="height" value="0.05" units="cm"/>
    </inkml:brush>
  </inkml:definitions>
  <inkml:trace contextRef="#ctx0" brushRef="#br0">12 14 11455 0 0,'0'0'880'0'0,"-1"1"-602"0"0,0 4-182 0 0,-8 9 10074 0 0,36-18-9552 0 0,0 1 0 0 0,1 2 0 0 0,30 2 0 0 0,-38-2-400 0 0,0 0 0 0 0,0 0 0 0 0,37-10 0 0 0,26-1 407 0 0,-55 13-320 0 0,-23-1-192 0 0,0 1 0 0 0,0-1 0 0 0,0 0 0 0 0,0 0-1 0 0,0-1 1 0 0,5 0 0 0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5:40.703"/>
    </inkml:context>
    <inkml:brush xml:id="br0">
      <inkml:brushProperty name="width" value="0.05" units="cm"/>
      <inkml:brushProperty name="height" value="0.05" units="cm"/>
    </inkml:brush>
  </inkml:definitions>
  <inkml:trace contextRef="#ctx0" brushRef="#br0">482 155 6679 0 0,'21'-21'3474'0'0,"-20"21"-3401"0"0,-1 0 1 0 0,0 0 0 0 0,1 0-1 0 0,-1 1 1 0 0,0-1-1 0 0,1 0 1 0 0,-1 0 0 0 0,0 0-1 0 0,1 0 1 0 0,-1-1 0 0 0,0 1-1 0 0,1 0 1 0 0,-1 0 0 0 0,0 0-1 0 0,0 0 1 0 0,1 0-1 0 0,-1 0 1 0 0,0 0 0 0 0,1 0-1 0 0,-1-1 1 0 0,0 1 0 0 0,0 0-1 0 0,1 0 1 0 0,-1 0-1 0 0,0-1 1 0 0,0 1 0 0 0,1 0-1 0 0,-1 0 1 0 0,0-1 0 0 0,0 1-1 0 0,0 0 1 0 0,0-1 0 0 0,1 1-1 0 0,-1 0 1 0 0,0-1-1 0 0,6-9 1147 0 0,0-10 4529 0 0,-2 0-3411 0 0,-4 18-2188 0 0,0-1 0 0 0,0 1 0 0 0,0-1 0 0 0,0 1 0 0 0,-1-1 0 0 0,1 1 0 0 0,-1 0 0 0 0,1-1 1 0 0,-1 1-1 0 0,0 0 0 0 0,0-1 0 0 0,0 1 0 0 0,-2-3 0 0 0,2 4 138 0 0,-15-9 468 0 0,-5 4-324 0 0,-2-2-176 0 0,15 4-168 0 0,-1 1 0 0 0,1 0 0 0 0,-1 1 0 0 0,0 0 0 0 0,-10-1 0 0 0,11 3-49 0 0,-1 0 0 0 0,1 0 1 0 0,0 1-1 0 0,0 0 0 0 0,0 1 0 0 0,-9 2 0 0 0,-14 2 60 0 0,14-3-115 0 0,1 1 0 0 0,0 0 0 0 0,0 1 0 0 0,1 1-1 0 0,-1 0 1 0 0,1 1 0 0 0,0 1 0 0 0,1 0-1 0 0,0 1 1 0 0,0 1 0 0 0,-15 14 0 0 0,20-17 17 0 0,1 0-1 0 0,0 0 1 0 0,1 1 0 0 0,0 0 0 0 0,0 1 0 0 0,1-1-1 0 0,0 1 1 0 0,0 0 0 0 0,-4 12 0 0 0,4-9 70 0 0,1 1 0 0 0,0-1 1 0 0,-4 24-1 0 0,7-29-83 0 0,1 0-1 0 0,1 0 1 0 0,0 0 0 0 0,0-1 0 0 0,0 1-1 0 0,0 0 1 0 0,1 0 0 0 0,1 0 0 0 0,1 8-1 0 0,4 13-114 0 0,-6-22 66 0 0,0 0-1 0 0,0 0 1 0 0,1 0-1 0 0,0-1 1 0 0,0 1 0 0 0,6 9-1 0 0,7 14 90 0 0,-11-20-15 0 0,1-1 0 0 0,-1 0 0 0 0,10 11 0 0 0,-12-15-7 0 0,0 1 16 0 0,12 6 14 0 0,-8-6-37 0 0,1-1 0 0 0,0 0 0 0 0,0-1 0 0 0,0 0 0 0 0,0 0 0 0 0,1 0 0 0 0,-1-1 0 0 0,1 0 1 0 0,0-1-1 0 0,0 1 0 0 0,-1-1 0 0 0,1-1 0 0 0,13 0 0 0 0,40 4 157 0 0,-29-1-78 0 0,-29-3-70 0 0,0-1 0 0 0,-1 1 0 0 0,1 0 0 0 0,0-1 0 0 0,0 1 0 0 0,3-2 0 0 0,-4 1-6 0 0,1 0 0 0 0,-1 1 0 0 0,1-1 0 0 0,-1 1 0 0 0,1 0 0 0 0,-1 0-1 0 0,1 0 1 0 0,-1 0 0 0 0,4 0 0 0 0,3 2-8 0 0,-8-1 5 0 0,0-1-1 0 0,0 1 0 0 0,0-1 0 0 0,0 1 0 0 0,1-1 0 0 0,-1 0 1 0 0,0 0-1 0 0,0 0 0 0 0,0 0 0 0 0,0 1 0 0 0,0-1 1 0 0,0-1-1 0 0,0 1 0 0 0,1 0 0 0 0,-1 0 0 0 0,0 0 0 0 0,0 0 1 0 0,0-1-1 0 0,0 1 0 0 0,0-1 0 0 0,0 1 0 0 0,0-1 1 0 0,0 1-1 0 0,0-1 0 0 0,0 1 0 0 0,0-1 0 0 0,-1 0 0 0 0,1 0 1 0 0,0 1-1 0 0,0-1 0 0 0,1-1 0 0 0,0-2 48 0 0,1 1 1 0 0,0-1-1 0 0,0 1 1 0 0,0 0-1 0 0,1 0 0 0 0,4-3 1 0 0,28-25 228 0 0,-35 30-242 0 0,0 0 0 0 0,0 0 0 0 0,0 0 1 0 0,-1 0-1 0 0,1 0 0 0 0,0 0 0 0 0,0-1 0 0 0,-1 1 0 0 0,1 0 0 0 0,-1 0 0 0 0,1-1 0 0 0,-1 1 0 0 0,0 0 1 0 0,1-1-1 0 0,-1 1 0 0 0,0 0 0 0 0,0-1 0 0 0,0 1 0 0 0,0-1 0 0 0,0-1 0 0 0,-1 0 48 0 0,1 1 0 0 0,-1-1 0 0 0,0 1-1 0 0,0-1 1 0 0,0 1 0 0 0,-1 0 0 0 0,1-1 0 0 0,0 1-1 0 0,-1 0 1 0 0,-1-2 0 0 0,-3-3 100 0 0,0 2 1 0 0,0-1-1 0 0,0 1 0 0 0,-1 0 1 0 0,-14-9-1 0 0,11 9-98 0 0,-1-1-1 0 0,0 1 1 0 0,0 1 0 0 0,-13-4-1 0 0,18 7-107 0 0,0 0 0 0 0,0 0 0 0 0,0 1-1 0 0,-1-1 1 0 0,1 1 0 0 0,0 1 0 0 0,0-1 0 0 0,0 1 0 0 0,-12 3-1 0 0,12-3-9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5:42.208"/>
    </inkml:context>
    <inkml:brush xml:id="br0">
      <inkml:brushProperty name="width" value="0.05" units="cm"/>
      <inkml:brushProperty name="height" value="0.05" units="cm"/>
    </inkml:brush>
  </inkml:definitions>
  <inkml:trace contextRef="#ctx0" brushRef="#br0">57 0 7887 0 0,'0'0'8254'0'0,"-1"9"-6596"0"0,-26 62 3653 0 0,19-42-4844 0 0,1 1 0 0 0,-3 36 0 0 0,7-42-307 0 0,2-22-64 0 0,1 15 176 0 0,0-14-263 0 0,0-1-1 0 0,0 0 1 0 0,0 1-1 0 0,1-1 0 0 0,-1 1 1 0 0,0-1-1 0 0,1 0 1 0 0,0 1-1 0 0,-1-1 1 0 0,2 2-1 0 0,0-1 11 0 0,0-1 0 0 0,0 1-1 0 0,0-1 1 0 0,0 0 0 0 0,1 0-1 0 0,-1 0 1 0 0,1 0 0 0 0,-1 0-1 0 0,5 2 1 0 0,0 0 27 0 0,1-1 68 0 0,14-8-50 0 0,-22 5-64 0 0,12-2 0 0 0,-9 2 0 0 0,0-1 0 0 0,-1 0 0 0 0,1 0 0 0 0,0 1 0 0 0,5-4 0 0 0,5-2-7 0 0,-11 5-1 0 0,0 0 0 0 0,0 0 0 0 0,1 0 0 0 0,-1-1 1 0 0,0 1-1 0 0,0 0 0 0 0,0-1 0 0 0,-1 0 0 0 0,1 1 0 0 0,0-1 0 0 0,-1 0 0 0 0,1 0 0 0 0,-1 0 1 0 0,1 0-1 0 0,1-3 0 0 0,14-24-3781 0 0,-12 21 1815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5:42.779"/>
    </inkml:context>
    <inkml:brush xml:id="br0">
      <inkml:brushProperty name="width" value="0.05" units="cm"/>
      <inkml:brushProperty name="height" value="0.05" units="cm"/>
    </inkml:brush>
  </inkml:definitions>
  <inkml:trace contextRef="#ctx0" brushRef="#br0">29 92 10103 0 0,'0'0'3776'0'0,"-18"2"1959"0"0,35 6-5674 0 0,-16-7-49 0 0,0 0-1 0 0,1-1 1 0 0,-1 1-1 0 0,1-1 1 0 0,0 1-1 0 0,-1-1 1 0 0,1 0-1 0 0,-1 1 1 0 0,1-1-1 0 0,-1 0 1 0 0,1 0-1 0 0,0 0 1 0 0,-1-1 0 0 0,1 1-1 0 0,-1 0 1 0 0,1 0-1 0 0,-1-1 1 0 0,3 0-1 0 0,0 0 42 0 0,-2 0 58 0 0,-1 0-1 0 0,1 0 0 0 0,-1 0 1 0 0,1 0-1 0 0,-1 0 1 0 0,0 0-1 0 0,1 0 0 0 0,-1 0 1 0 0,0 0-1 0 0,0-1 1 0 0,0 1-1 0 0,0 0 0 0 0,0-1 1 0 0,0 1-1 0 0,0-1 1 0 0,0 1-1 0 0,-1-1 0 0 0,1 0 1 0 0,0 1-1 0 0,-1-1 1 0 0,0 1-1 0 0,1-1 0 0 0,-1 0 1 0 0,0-2-1 0 0,-1 1 1 0 0,0 0 1 0 0,0 0-1 0 0,0 0 0 0 0,-1 0 0 0 0,1 1 1 0 0,-1-1-1 0 0,0 0 0 0 0,0 1 0 0 0,0-1 1 0 0,0 1-1 0 0,0 0 0 0 0,0 0 0 0 0,0 0 1 0 0,-1 0-1 0 0,-3-2 0 0 0,5 3 60 0 0,-8 0 90 0 0,-22-5-133 0 0,30 6-135 0 0,1 0 0 0 0,-1 0 0 0 0,1 0 1 0 0,-1 0-1 0 0,1 0 0 0 0,-1 0 0 0 0,1 1 0 0 0,-1-1 0 0 0,1 0 0 0 0,-1 0 0 0 0,1 0 0 0 0,-1 0 0 0 0,1 1 1 0 0,-1-1-1 0 0,1 0 0 0 0,0 1 0 0 0,-1-1 0 0 0,1 0 0 0 0,-1 1 0 0 0,1-1 0 0 0,0 0 0 0 0,-1 1 0 0 0,1-1 1 0 0,0 0-1 0 0,-1 1 0 0 0,1-1 0 0 0,0 1 0 0 0,0-1 0 0 0,0 1 0 0 0,-1-1 0 0 0,1 1 0 0 0,0-1 0 0 0,0 1 1 0 0,0-1-1 0 0,0 1 0 0 0,0-1 0 0 0,0 1 0 0 0,0-1 0 0 0,0 1 0 0 0,0-1 0 0 0,0 1 0 0 0,0-1 0 0 0,0 1 1 0 0,0-1-1 0 0,1 2 0 0 0,-1-2 6 0 0,0 1 1 0 0,0 0-1 0 0,0 0 1 0 0,0 0-1 0 0,0 0 1 0 0,1 0-1 0 0,-1 0 1 0 0,0 0-1 0 0,1-1 1 0 0,-1 1-1 0 0,1 0 1 0 0,-1 0 0 0 0,1 0-1 0 0,-1-1 1 0 0,1 1-1 0 0,-1 0 1 0 0,1-1-1 0 0,0 1 1 0 0,-1 0-1 0 0,1-1 1 0 0,0 1-1 0 0,0-1 1 0 0,1 1-1 0 0,0 1-9 0 0,0-1 4 0 0,0 0-1 0 0,0 0 1 0 0,0-1-1 0 0,0 1 1 0 0,0 0-1 0 0,0-1 1 0 0,1 1-1 0 0,-1-1 1 0 0,0 0-1 0 0,0 0 1 0 0,0 0-1 0 0,1 0 1 0 0,-1 0-1 0 0,0 0 1 0 0,0 0-1 0 0,0-1 1 0 0,4 0-1 0 0,-5 0 34 0 0,1 1 0 0 0,-1 0 0 0 0,0-1 0 0 0,0 1 0 0 0,1-1 0 0 0,-1 1 0 0 0,0-1 0 0 0,0 0 0 0 0,0 1 0 0 0,0-1 0 0 0,0 0 0 0 0,0 0 0 0 0,0 0 0 0 0,0 0-1 0 0,0 0 1 0 0,0 0 0 0 0,0 0 0 0 0,0 0 0 0 0,-1 0 0 0 0,1 0 0 0 0,-1 0 0 0 0,2-2 0 0 0,-2 2 28 0 0,0-1-1 0 0,0 1 1 0 0,0 0-1 0 0,0 0 1 0 0,0-1 0 0 0,0 1-1 0 0,-1 0 1 0 0,1-1-1 0 0,0 1 1 0 0,-1 0-1 0 0,1 0 1 0 0,-1-1 0 0 0,0-1-1 0 0,0 2 234 0 0,-15-9 512 0 0,15 9-774 0 0,0 0 0 0 0,-1 0 0 0 0,1 0 0 0 0,-1 1 0 0 0,1-1 0 0 0,-1 1 0 0 0,1-1 0 0 0,-1 1 0 0 0,0 0 0 0 0,1-1 0 0 0,-1 1 0 0 0,1 0 0 0 0,-1 0 0 0 0,0 0 0 0 0,1 0 0 0 0,-1 0 0 0 0,1 1 0 0 0,-1-1 0 0 0,1 0 0 0 0,-1 1-1 0 0,-2 0 1 0 0,2 0-315 0 0,1 0-1 0 0,-1 0 0 0 0,0 1 0 0 0,1-1 0 0 0,-1 0 0 0 0,1 1 0 0 0,-1-1 0 0 0,1 1 1 0 0,0-1-1 0 0,-2 4 0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5:43.926"/>
    </inkml:context>
    <inkml:brush xml:id="br0">
      <inkml:brushProperty name="width" value="0.05" units="cm"/>
      <inkml:brushProperty name="height" value="0.05" units="cm"/>
    </inkml:brush>
  </inkml:definitions>
  <inkml:trace contextRef="#ctx0" brushRef="#br0">55 5 9791 0 0,'0'0'447'0'0,"-15"0"162"0"0,2-1 1028 0 0,11 1-1010 0 0,0 0-1 0 0,0 0 1 0 0,0 0-1 0 0,0 0 1 0 0,-1 0-1 0 0,-5 1 6674 0 0,7-1-7216 0 0,1 0 0 0 0,0 0 1 0 0,0 0-1 0 0,-1 1 0 0 0,1-1 0 0 0,0 0 0 0 0,0 0 0 0 0,-1 0 1 0 0,1 0-1 0 0,0 0 0 0 0,0 0 0 0 0,-1 0 0 0 0,1 1 0 0 0,0-1 1 0 0,0 0-1 0 0,-1 0 0 0 0,1 0 0 0 0,0 1 0 0 0,0-1 0 0 0,0 0 0 0 0,0 0 1 0 0,-1 0-1 0 0,1 1 0 0 0,0-1 0 0 0,8 3-3 0 0,0-1-1 0 0,0 0 1 0 0,0 0 0 0 0,0-1-1 0 0,0 0 1 0 0,13 0 0 0 0,53-6 564 0 0,-28 1-367 0 0,35-7 135 0 0,-70 11-518 0 0,-9 2 506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5:44.343"/>
    </inkml:context>
    <inkml:brush xml:id="br0">
      <inkml:brushProperty name="width" value="0.05" units="cm"/>
      <inkml:brushProperty name="height" value="0.05" units="cm"/>
    </inkml:brush>
  </inkml:definitions>
  <inkml:trace contextRef="#ctx0" brushRef="#br0">0 0 12895 0 0,'0'0'12035'0'0,"2"1"-11709"0"0,0 2-233 0 0,1-1-1 0 0,0 0 1 0 0,0 0-1 0 0,0 0 1 0 0,0-1-1 0 0,0 1 1 0 0,1-1-1 0 0,-1 0 0 0 0,0 0 1 0 0,1 0-1 0 0,-1 0 1 0 0,1-1-1 0 0,3 1 1 0 0,10 0 158 0 0,26-1 1 0 0,-6 0 121 0 0,-8 0-196 0 0,53-7 0 0 0,11-1 162 0 0,-83 6-378 0 0,-8 2 75 0 0,0-1-1 0 0,0 1 0 0 0,0 0 0 0 0,0-1 0 0 0,0 1 0 0 0,-1 0 0 0 0,1 0 0 0 0,0 0 0 0 0,0 1 0 0 0,0-1 0 0 0,3 1 0 0 0,-4-1 302 0 0,-15-3-3025 0 0,7 5 1141 0 0,-2-1-18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5:47.776"/>
    </inkml:context>
    <inkml:brush xml:id="br0">
      <inkml:brushProperty name="width" value="0.05" units="cm"/>
      <inkml:brushProperty name="height" value="0.05" units="cm"/>
    </inkml:brush>
  </inkml:definitions>
  <inkml:trace contextRef="#ctx0" brushRef="#br0">1 516 7711 0 0,'0'0'10663'0'0,"3"-3"-10014"0"0,10-8-2 0 0,-13 11-626 0 0,0 0 1 0 0,0 0-1 0 0,1-1 1 0 0,-1 1-1 0 0,0 0 1 0 0,0 0-1 0 0,0 0 1 0 0,0 0-1 0 0,1-1 1 0 0,-1 1-1 0 0,0 0 1 0 0,0 0-1 0 0,1 0 1 0 0,-1 0-1 0 0,0 0 1 0 0,0 0-1 0 0,0 0 1 0 0,1 0-1 0 0,-1-1 1 0 0,0 1-1 0 0,0 0 1 0 0,1 0-1 0 0,-1 0 0 0 0,0 0 1 0 0,0 0-1 0 0,1 0 1 0 0,-1 0-1 0 0,0 1 1 0 0,0-1-1 0 0,1 0 1 0 0,-1 0-1 0 0,0 0 1 0 0,0 0-1 0 0,0 0 1 0 0,1 0-1 0 0,-1 0 1 0 0,0 0-1 0 0,0 0 1 0 0,0 1-1 0 0,1-1 1 0 0,-1 0 52 0 0,0 0 0 0 0,0 1 1 0 0,1-1-1 0 0,-1 0 0 0 0,0 0 0 0 0,0 0 1 0 0,1 0-1 0 0,-1 0 0 0 0,0 1 1 0 0,0-1-1 0 0,1 0 0 0 0,-1 0 0 0 0,0 0 1 0 0,0 0-1 0 0,1 0 0 0 0,-1 0 1 0 0,0 0-1 0 0,0 0 0 0 0,1 0 0 0 0,-1 0 1 0 0,0 0-1 0 0,0 0 0 0 0,1 0 1 0 0,-1 0-1 0 0,0 0 0 0 0,1 0 0 0 0,5-3 114 0 0,0 0-1 0 0,1 0 0 0 0,-1-1 1 0 0,-1 0-1 0 0,1 0 0 0 0,0 0 0 0 0,-1 0 1 0 0,5-7-1 0 0,0 1 196 0 0,-1 0 0 0 0,0-1 1 0 0,9-15-1 0 0,34-68 97 0 0,-45 79-308 0 0,7-22 0 0 0,-1 2-55 0 0,-1 5-6 0 0,-1-1-1 0 0,12-57 0 0 0,-13 50 87 0 0,-5 22-42 0 0,-4 9-64 0 0,2-7 156 0 0,-5 20 197 0 0,-5 23-386 0 0,-7 63-120 0 0,3-11-15 0 0,0-15 60 0 0,4 0-1 0 0,1 98 0 0 0,7-106 18 0 0,-2-54 14 0 0,1 1 0 0 0,0-1 0 0 0,1 1-1 0 0,-1-1 1 0 0,1 0 0 0 0,0 0 0 0 0,0 1 0 0 0,0-1-1 0 0,1 0 1 0 0,1 4 0 0 0,1 0 39 0 0,0-2-57 0 0,-4-5-74 0 0,2 0-135 0 0,0 0 117 0 0,0 0-1 0 0,0 0 1 0 0,-1 0-1 0 0,1 0 0 0 0,0 1 1 0 0,-1-1-1 0 0,1 1 1 0 0,-1-1-1 0 0,1 1 1 0 0,0 2-1 0 0,3 4 9 0 0,-5-8 102 0 0,1 0 0 0 0,-1 1 0 0 0,1-1 0 0 0,-1 1 1 0 0,1-1-1 0 0,-1 1 0 0 0,0-1 0 0 0,1 1 0 0 0,-1-1 0 0 0,0 1 0 0 0,1 0 0 0 0,-1-1 1 0 0,0 1-1 0 0,0-1 0 0 0,0 1 0 0 0,1 0 0 0 0,-1-1 0 0 0,0 1 0 0 0,0 0 0 0 0,0-1 1 0 0,0 2-1 0 0,-8 28 14 0 0,6-28 14 0 0,1-1-41 0 0,-1-1 0 0 0,1 1 0 0 0,-1 0 0 0 0,1-1 0 0 0,0 1-1 0 0,-1 0 1 0 0,1 0 0 0 0,0 0 0 0 0,0 0 0 0 0,0 0 0 0 0,-2 2-1 0 0,-8 10 12 0 0,1-7 30 0 0,6-5-24 0 0,-1 0-1 0 0,0 0 0 0 0,0 0 0 0 0,0 0 1 0 0,1-1-1 0 0,-1 0 0 0 0,-9 0 1 0 0,6-1 6 0 0,-1 1 1 0 0,1 1-1 0 0,0-1 1 0 0,-1 1-1 0 0,-9 3 1 0 0,-26 6 16 0 0,43-9-89 0 0,2 3 24 0 0,-1-4 21 0 0,1 0 0 0 0,-1 1 0 0 0,0-1 0 0 0,0 0-1 0 0,1 1 1 0 0,-1-1 0 0 0,0 0 0 0 0,1 1 0 0 0,-1-1 0 0 0,0 0-1 0 0,1 0 1 0 0,-1 1 0 0 0,0-1 0 0 0,1 0 0 0 0,-1 0 0 0 0,0 0 0 0 0,1 0-1 0 0,-1 1 1 0 0,1-1 0 0 0,0 0-6 0 0,9 2-39 0 0,40 1-500 0 0,-30-2 454 0 0,-17-1 140 0 0,0 1-1 0 0,1-1 1 0 0,-1 0-1 0 0,0 0 0 0 0,0 0 1 0 0,4-1-1 0 0,26-5 127 0 0,-21 5-156 0 0,0-1 0 0 0,14-5 0 0 0,-17 5 9 0 0,0 0 1 0 0,19-2-1 0 0,-19 3 17 0 0,1 0 0 0 0,17-5-1 0 0,16-2 34 0 0,-42 7-69 0 0,0 1-3 0 0,-1 0-1 0 0,0 0 0 0 0,1 0 1 0 0,0-1-1 0 0,-1 1 0 0 0,1 0 1 0 0,-1 0-1 0 0,1 0 0 0 0,-1 0 1 0 0,1 0-1 0 0,-1 0 0 0 0,1 0 1 0 0,-1 0-1 0 0,1 0 0 0 0,-1 0 1 0 0,1 0-1 0 0,0 0 1 0 0,-1 0-1 0 0,1 1 0 0 0,-1-1 1 0 0,1 0-1 0 0,-1 0 0 0 0,1 0 1 0 0,-1 1-1 0 0,0-1 0 0 0,1 0 1 0 0,0 1-1 0 0,-6 3 55 0 0,4-2-54 0 0,0-1-1 0 0,0 0 1 0 0,0 0-1 0 0,0 0 1 0 0,0-1 0 0 0,0 1-1 0 0,0 0 1 0 0,0 0-1 0 0,0 0 1 0 0,0-1-1 0 0,-3 2 1 0 0,-3 1 31 0 0,-1 1-1 0 0,0-1 1 0 0,0-1-1 0 0,0 0 1 0 0,0 0-1 0 0,0 0 1 0 0,0-1-1 0 0,0 0 1 0 0,0-1-1 0 0,-1 0 1 0 0,1 0-1 0 0,0-1 1 0 0,0 0-1 0 0,-1 0 1 0 0,-8-3-1 0 0,8 2-33 0 0,0 1 0 0 0,-1 0 0 0 0,-9 0 0 0 0,2 0 0 0 0,-62 1 0 0 0,74-1-11 0 0,4 0-47 0 0,12-2-304 0 0,13-3 320 0 0,0 2 0 0 0,1 0-1 0 0,29 0 1 0 0,-42 4 8 0 0,0 1 0 0 0,16 2 0 0 0,-20-1 11 0 0,1-1 1 0 0,0-1-1 0 0,-1 1 1 0 0,1-1-1 0 0,14-2 1 0 0,-22 1 43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5:49.245"/>
    </inkml:context>
    <inkml:brush xml:id="br0">
      <inkml:brushProperty name="width" value="0.05" units="cm"/>
      <inkml:brushProperty name="height" value="0.05" units="cm"/>
    </inkml:brush>
  </inkml:definitions>
  <inkml:trace contextRef="#ctx0" brushRef="#br0">41 57 10391 0 0,'0'0'474'0'0,"-6"-1"162"0"0,-5-3 2314 0 0,9 3-2335 0 0,0 0 1 0 0,-1 0-1 0 0,1 0 0 0 0,-1 1 0 0 0,1-1 0 0 0,-8 1 7226 0 0,22-4-7689 0 0,58-7-98 0 0,-17 3 156 0 0,-44 7-184 0 0,1 0-1 0 0,-1 0 1 0 0,1 1-1 0 0,-1 1 1 0 0,11 1-1 0 0,37 1 9 0 0,-56-3 192 0 0,-3-2-84 0 0,2 2-138 0 0,0 0-1 0 0,0-1 1 0 0,0 1-1 0 0,0 0 1 0 0,0 0-1 0 0,0-1 1 0 0,-1 1-1 0 0,1 0 1 0 0,0 0-1 0 0,0-1 1 0 0,0 1-1 0 0,-1 0 1 0 0,1 0-1 0 0,0 0 1 0 0,0-1-1 0 0,0 1 1 0 0,-1 0-1 0 0,1 0 1 0 0,0 0-1 0 0,0 0 1 0 0,-1-1-1 0 0,1 1 1 0 0,0 0-1 0 0,-1 0 1 0 0,1 0-1 0 0,0 0 1 0 0,0 0-1 0 0,-1 0 1 0 0,1 0-1 0 0,0 0 1 0 0,-1 0-1 0 0,1 0 1 0 0,0 0-1 0 0,0 0 1 0 0,-1 0-1 0 0,1 0 1 0 0,-1 0-1 0 0,-29-1-235 0 0,0 0 0 0 0,-44 5 0 0 0,55-3 170 0 0,4 0-91 0 0,-29 6 0 0 0,36-5 137 0 0,3-1 0 0 0,36-1-328 0 0,6-1 360 0 0,0-3 0 0 0,-1 0 0 0 0,71-20 0 0 0,-106 24 48 0 0,-3 0-79 0 0,0 0 1 0 0,0 1-1 0 0,0 0 0 0 0,0-1 0 0 0,0 1 1 0 0,1 0-1 0 0,-4 2 0 0 0,-7 2-563 0 0,-15 3-982 0 0,11-2 760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5:50.993"/>
    </inkml:context>
    <inkml:brush xml:id="br0">
      <inkml:brushProperty name="width" value="0.05" units="cm"/>
      <inkml:brushProperty name="height" value="0.05" units="cm"/>
    </inkml:brush>
  </inkml:definitions>
  <inkml:trace contextRef="#ctx0" brushRef="#br0">155 24 2303 0 0,'0'0'102'0'0,"17"-7"8620"0"0,24-9 4741 0 0,-44 25-13357 0 0,0 0 1 0 0,0 0 0 0 0,-1 0-1 0 0,0-1 1 0 0,0 0-1 0 0,-1 0 1 0 0,-10 14 0 0 0,5-9 22 0 0,2 0 1 0 0,-8 16-1 0 0,-24 53-140 0 0,-24 60 17 0 0,56-117 93 0 0,2-1 1 0 0,0 1 0 0 0,-4 49 0 0 0,6 78-119 0 0,4-133 79 0 0,2 2 299 0 0,6 36 0 0 0,-5-39-288 0 0,-2-11-44 0 0,1 0 1 0 0,0 0-1 0 0,0 0 0 0 0,5 8 0 0 0,9 28 40 0 0,14 24-134 0 0,-28-62 72 0 0,1 0 1 0 0,-1 0-1 0 0,1-1 0 0 0,0 1 0 0 0,0-1 1 0 0,6 7-1 0 0,2 1 25 0 0,4 15 31 0 0,-12-21-26 0 0,0-1-1 0 0,0 1 0 0 0,0-1 0 0 0,1 0 1 0 0,-1 0-1 0 0,9 7 0 0 0,-9-8-20 0 0,0-1 0 0 0,-1 1 0 0 0,1-1 0 0 0,-1 1 0 0 0,1 0-1 0 0,2 7 1 0 0,7 10 28 0 0,1-1 107 0 0,-12-18 43 0 0,0-2-186 0 0,0 0 1 0 0,-1 0-1 0 0,1 1 0 0 0,0-1 1 0 0,-1 0-1 0 0,1 1 0 0 0,0-1 0 0 0,-1 0 1 0 0,1 1-1 0 0,-1-1 0 0 0,1 1 1 0 0,-1-1-1 0 0,1 1 0 0 0,-1-1 0 0 0,1 1 1 0 0,-1 0-1 0 0,1-1 0 0 0,-1 1 1 0 0,0-1-1 0 0,1 1 0 0 0,-1 1 1 0 0,9 9 67 0 0,-5-10-56 0 0,-2 0-9 0 0,0 0 0 0 0,0 0 1 0 0,0 1-1 0 0,0-1 0 0 0,-1 0 1 0 0,1 1-1 0 0,0-1 0 0 0,-1 1 1 0 0,1 0-1 0 0,-1-1 0 0 0,1 1 1 0 0,0 2-1 0 0,11 9 66 0 0,-12-12 586 0 0,6 2-366 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5:52.389"/>
    </inkml:context>
    <inkml:brush xml:id="br0">
      <inkml:brushProperty name="width" value="0.05" units="cm"/>
      <inkml:brushProperty name="height" value="0.05" units="cm"/>
    </inkml:brush>
  </inkml:definitions>
  <inkml:trace contextRef="#ctx0" brushRef="#br0">78 27 5983 0 0,'0'0'274'0'0,"0"0"-6"0"0,-17-3-129 0 0,-3 8 5228 0 0,6-2-2567 0 0,-12 3 9136 0 0,46-3-11377 0 0,133 0 282 0 0,-93-4-649 0 0,-41 0-35 0 0,24-4 0 0 0,-24 2-101 0 0,24-1 1 0 0,60-1 113 0 0,-34 3-55 0 0,-60 1-115 0 0,-6 1 0 0 0,0-1 0 0 0,0 1 0 0 0,0 0 0 0 0,0 0 0 0 0,1 0 0 0 0,4 1 0 0 0,-5 0-2 0 0,-2-1 3 0 0,0 1 0 0 0,0-1-1 0 0,0 0 1 0 0,0 0 0 0 0,0 1 0 0 0,0-1-1 0 0,0 0 1 0 0,0 0 0 0 0,0 0 0 0 0,0 0-1 0 0,0 0 1 0 0,0-1 0 0 0,0 1 0 0 0,0 0-1 0 0,0 0 1 0 0,1-1 0 0 0,8-1 14 0 0,0 0-2 0 0,0 0-1 0 0,17-7 1 0 0,-16 5-13 0 0,-9 3 0 0 0,10 0 0 0 0,-6 1 7 0 0,-1-1 7 0 0,1 1-1 0 0,-1 0 1 0 0,0 0 0 0 0,0 1 0 0 0,1 0 0 0 0,-1-1 0 0 0,8 4-1 0 0,-9-4-55 0 0,-2-1 40 0 0,0 1 0 0 0,0-1 1 0 0,0 1-1 0 0,0 0 1 0 0,0 0-1 0 0,1 0 0 0 0,-1 0 1 0 0,0 0-1 0 0,0 0 1 0 0,4 1-1 0 0,13 2 190 0 0,-13-1-188 0 0,-3-1-42 0 0,5 1 31 0 0,1 2 11 0 0,-3-2-11 0 0,-2-1-73 0 0,-1 0 77 0 0,14-1 34 0 0,-15 0-80 0 0,5 4 87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5:54.148"/>
    </inkml:context>
    <inkml:brush xml:id="br0">
      <inkml:brushProperty name="width" value="0.05" units="cm"/>
      <inkml:brushProperty name="height" value="0.05" units="cm"/>
    </inkml:brush>
  </inkml:definitions>
  <inkml:trace contextRef="#ctx0" brushRef="#br0">39 89 1375 0 0,'0'0'66'0'0,"-9"4"7280"0"0,-8 11 754 0 0,17-15-7887 0 0,0 0 0 0 0,-1 1-1 0 0,1-1 1 0 0,0 0 0 0 0,-1 0 0 0 0,1 0-1 0 0,0 1 1 0 0,-1-1 0 0 0,1 0 0 0 0,0 0-1 0 0,-1 0 1 0 0,1 0 0 0 0,-1 1-1 0 0,1-1 1 0 0,0 0 0 0 0,-1 0 0 0 0,1 0-1 0 0,-1 0 1 0 0,1 0 0 0 0,0 0-1 0 0,-1 0 1 0 0,1 0 0 0 0,-1 0 0 0 0,1 0-1 0 0,0 0 1 0 0,-1-1 0 0 0,0 1 0 0 0,1-1-129 0 0,0 1 1 0 0,-1 0 0 0 0,1-1-1 0 0,0 1 1 0 0,0-1 0 0 0,0 1-1 0 0,-1-1 1 0 0,1 1 0 0 0,0-1 0 0 0,0 0-1 0 0,0 1 1 0 0,0-1 0 0 0,0 1-1 0 0,0-1 1 0 0,0 1 0 0 0,0-1-1 0 0,0 0 1 0 0,1-2 4 0 0,-1 0-1 0 0,1 1 1 0 0,0-1 0 0 0,0 1-1 0 0,0-1 1 0 0,0 1 0 0 0,0-1-1 0 0,3-3 1 0 0,0 2 79 0 0,2-4-106 0 0,0 1 0 0 0,0 0 1 0 0,1 0-1 0 0,0 1 1 0 0,0 0-1 0 0,0 0 0 0 0,1 1 1 0 0,9-6-1 0 0,-16 11-59 0 0,0-1-1 0 0,0 0 1 0 0,0 1-1 0 0,0-1 1 0 0,0 1-1 0 0,0 0 1 0 0,0-1-1 0 0,0 1 1 0 0,0 0-1 0 0,0-1 1 0 0,0 1-1 0 0,0 0 1 0 0,0 0-1 0 0,0 0 1 0 0,1 0-1 0 0,1 0 19 0 0,-1 0 46 0 0,0 0-3 0 0,2 2-44 0 0,0-1 0 0 0,0 1 0 0 0,0-1 0 0 0,0 1-1 0 0,0 0 1 0 0,-1 1 0 0 0,1-1 0 0 0,-1 0 0 0 0,1 1 0 0 0,3 4 0 0 0,-5-5 2 0 0,-1 0 0 0 0,1 0 0 0 0,-1 0 0 0 0,1 0 0 0 0,-1 0 0 0 0,0 0 0 0 0,0 1 0 0 0,0-1 0 0 0,0 0 0 0 0,0 1 0 0 0,-1-1 0 0 0,1 1 0 0 0,-1-1 0 0 0,1 1 0 0 0,-1-1 0 0 0,0 1 0 0 0,0-1 0 0 0,0 1 0 0 0,-1 4 0 0 0,-2 7 161 0 0,3-7-117 0 0,-1 0-1 0 0,-1-1 1 0 0,1 1-1 0 0,-1-1 1 0 0,0 0 0 0 0,-1 1-1 0 0,0-1 1 0 0,-3 6-1 0 0,-2 0 108 0 0,0-1-1 0 0,-1 1 0 0 0,-1-2 1 0 0,0 1-1 0 0,-18 14 1 0 0,18-15-101 0 0,8-7-58 0 0,0-1-1 0 0,-1 1 1 0 0,1-1-1 0 0,-1 0 0 0 0,1 0 1 0 0,-1-1-1 0 0,0 1 1 0 0,0 0-1 0 0,1-1 0 0 0,-6 2 1 0 0,8-3-10 0 0,0 1 1 0 0,-1-1 0 0 0,0 0 0 0 0,1 0-1 0 0,-1 1 1 0 0,0-1 0 0 0,1 0 0 0 0,-1 0 0 0 0,0 0-1 0 0,0 0 1 0 0,1 0 0 0 0,-1 0 0 0 0,0 0 0 0 0,1 0-1 0 0,-1 0 1 0 0,0 0 0 0 0,1-1 0 0 0,-1 1 0 0 0,0 0-1 0 0,1 0 1 0 0,-1-1 0 0 0,0 1 0 0 0,1 0 0 0 0,-1-1-1 0 0,1 1 1 0 0,-2-1 0 0 0,15-10 59 0 0,-5 6-64 0 0,-1 1-27 0 0,-6 4 4 0 0,0 0-1 0 0,0-1 0 0 0,0 1 0 0 0,1 0 0 0 0,-1 0 0 0 0,0 0 1 0 0,0 0-1 0 0,0 0 0 0 0,0 0 0 0 0,1 0 0 0 0,-1 0 1 0 0,0 0-1 0 0,0 1 0 0 0,1-1 0 0 0,5 3 73 0 0,-3 0-39 0 0,9 10 112 0 0,-7-8-116 0 0,1 1-72 0 0,0 0-1 0 0,16 8 0 0 0,-21-13 70 0 0,0 0 1 0 0,0 0-1 0 0,0 0 1 0 0,1 0-1 0 0,-1-1 1 0 0,0 1-1 0 0,1-1 1 0 0,-1 1-1 0 0,0-1 1 0 0,1 0-1 0 0,-1 0 1 0 0,4 0-1 0 0,28-8-51 0 0,-11 3 104 0 0,-19 5-49 0 0,1-1 0 0 0,-1 0-1 0 0,0 1 1 0 0,1-2 0 0 0,-1 1 0 0 0,0 0 0 0 0,0-1-1 0 0,0 0 1 0 0,0 0 0 0 0,4-3 0 0 0,-7 4 46 0 0,6-2 528 0 0,-2 1-1380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5:54.849"/>
    </inkml:context>
    <inkml:brush xml:id="br0">
      <inkml:brushProperty name="width" value="0.05" units="cm"/>
      <inkml:brushProperty name="height" value="0.05" units="cm"/>
    </inkml:brush>
  </inkml:definitions>
  <inkml:trace contextRef="#ctx0" brushRef="#br0">135 49 8175 0 0,'-3'-16'15837'0'0,"-13"1"-13890"0"0,-9 6-1108 0 0,23 8-590 0 0,-10 2 91 0 0,9 0-333 0 0,0 0 0 0 0,0 0 0 0 0,0 0-1 0 0,0 1 1 0 0,0-1 0 0 0,0 1 0 0 0,0 0 0 0 0,1 0 0 0 0,-1 0-1 0 0,1 0 1 0 0,-1 0 0 0 0,1 0 0 0 0,0 1 0 0 0,0-1 0 0 0,0 1-1 0 0,0-1 1 0 0,-2 5 0 0 0,0 0 7 0 0,0 0-1 0 0,1 0 1 0 0,0 1-1 0 0,0-1 1 0 0,-3 16-1 0 0,0 15-73 0 0,6-35 55 0 0,0 1 0 0 0,0-1 0 0 0,1 0 0 0 0,-1 0 0 0 0,1 0 0 0 0,-1 0-1 0 0,1 1 1 0 0,0-1 0 0 0,0 0 0 0 0,2 4 0 0 0,-1-5 0 0 0,-1 1-1 0 0,1-1 1 0 0,-1 0-1 0 0,1 0 1 0 0,0-1 0 0 0,0 1-1 0 0,0 0 1 0 0,0-1-1 0 0,0 1 1 0 0,0-1-1 0 0,0 1 1 0 0,3 0 0 0 0,12 8-61 0 0,-13-8 53 0 0,-2-1-12 0 0,15 4 3 0 0,24 7 22 0 0,-37-11 0 0 0,0 0 0 0 0,0-1 0 0 0,0 0 0 0 0,-1 1 0 0 0,1-1 0 0 0,0-1 0 0 0,8 0 0 0 0,-4 0 0 0 0,0-1 27 0 0,-1 1-1 0 0,0-1 1 0 0,0-1 0 0 0,0 1-1 0 0,0-1 1 0 0,-1 0 0 0 0,1-1-1 0 0,-1 0 1 0 0,0 0 0 0 0,0 0-1 0 0,11-10 1 0 0,-16 12-12 0 0,1 1 1 0 0,-1 0-1 0 0,0-1 1 0 0,1 1-1 0 0,-1-1 1 0 0,0 1-1 0 0,0-1 0 0 0,0 1 1 0 0,0-1-1 0 0,0 0 1 0 0,0 1-1 0 0,-1-1 1 0 0,1 0-1 0 0,0 0 0 0 0,-1 0 1 0 0,1-2-1 0 0,0 0 27 0 0,0-2 58 0 0,-1 0 1 0 0,1 0-1 0 0,-1-1 0 0 0,0 1 0 0 0,0 0 1 0 0,0 0-1 0 0,-1-1 0 0 0,0 1 1 0 0,-1 0-1 0 0,1 0 0 0 0,-1 0 0 0 0,0 0 1 0 0,0 0-1 0 0,-1 1 0 0 0,0-1 1 0 0,0 1-1 0 0,0-1 0 0 0,-7-7 0 0 0,6 9-50 0 0,0 1 0 0 0,-1-1-1 0 0,1 1 1 0 0,0 0 0 0 0,-1 0-1 0 0,0 1 1 0 0,1 0-1 0 0,-1-1 1 0 0,0 2 0 0 0,0-1-1 0 0,-10-2 1 0 0,11 4-891 0 0,0-1-1 0 0,0 1 1 0 0,0 0 0 0 0,-1 0 0 0 0,-4 1-1 0 0,3 0-915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5:59.323"/>
    </inkml:context>
    <inkml:brush xml:id="br0">
      <inkml:brushProperty name="width" value="0.05" units="cm"/>
      <inkml:brushProperty name="height" value="0.05" units="cm"/>
    </inkml:brush>
  </inkml:definitions>
  <inkml:trace contextRef="#ctx0" brushRef="#br0">1 1 6591 0 0,'0'0'19944'0'0,"2"1"-19880"0"0,7 6-72 0 0,1 1 0 0 0,15 18 0 0 0,-22-23 27 0 0,1 1 1 0 0,-1-1-1 0 0,1 1 0 0 0,0-1 1 0 0,7 5-1 0 0,1 1 113 0 0,9 11 259 0 0,-14-15-270 0 0,0 1 1 0 0,-1 1-1 0 0,0-1 1 0 0,0 1-1 0 0,5 8 1 0 0,0 3-68 0 0,-1-2 72 0 0,17 23-1 0 0,-19-26-137 0 0,0 0 0 0 0,-1 0 0 0 0,-1 1 0 0 0,0 0-1 0 0,4 18 1 0 0,-7-22 23 0 0,2 9 49 0 0,-1 0 0 0 0,2 39 1 0 0,-6-55-61 0 0,3 53 75 0 0,5 109 170 0 0,-7-160-245 0 0,-1-4 0 0 0,0 1 0 0 0,1-1 0 0 0,-1 0 0 0 0,0 0 0 0 0,0 1 0 0 0,0-1 0 0 0,0 0 0 0 0,0 0 0 0 0,-1 1 0 0 0,1-1 0 0 0,0 0 0 0 0,-1 2 0 0 0,-3 34-34 0 0,4-30 27 0 0,0 1 0 0 0,-1-1 1 0 0,0 0-1 0 0,-1 0 0 0 0,-2 9 0 0 0,0 0-158 0 0,4-15 172 0 0,-1 1 0 0 0,1 0 0 0 0,0-1 0 0 0,-1 1-1 0 0,0-1 1 0 0,1 1 0 0 0,-1-1 0 0 0,0 1-1 0 0,-1 1 1 0 0,1-1 7 0 0,0-1 0 0 0,0 1-1 0 0,1-1 1 0 0,-1 1 0 0 0,0-1 0 0 0,1 1-1 0 0,-1-1 1 0 0,1 1 0 0 0,-1-1 0 0 0,1 1-1 0 0,0 1 1 0 0,-1 2 7 0 0,0-1 1 0 0,0 0-1 0 0,0 0 0 0 0,0 1 0 0 0,-3 4 0 0 0,-2 14-21 0 0,5-18 0 0 0,0 0 0 0 0,0 0 0 0 0,0 0 0 0 0,0 0 0 0 0,-4 7 0 0 0,1-5 2 0 0,-5 22-16 0 0,-5 23 26 0 0,14-52-12 0 0,0 1 0 0 0,0-1 0 0 0,1 0 0 0 0,-1 1 0 0 0,0-1 0 0 0,0 1 0 0 0,-1-1 0 0 0,1 0 0 0 0,0 1 0 0 0,0-1 0 0 0,0 1 0 0 0,0-1 0 0 0,0 0 0 0 0,0 1 0 0 0,0-1 0 0 0,-1 0 0 0 0,1 1 0 0 0,0-1 0 0 0,0 0 0 0 0,0 1 0 0 0,-1-1 0 0 0,1 0 0 0 0,0 1 0 0 0,-1-1 0 0 0,1 0 0 0 0,-1 1 0 0 0,-6 4 0 0 0,-4 16 11 0 0,10-21-9 0 0,1 1 0 0 0,0 0 0 0 0,0 0 0 0 0,-1 0 0 0 0,1 0 0 0 0,0-1 0 0 0,-1 1 1 0 0,1 0-1 0 0,0 0 0 0 0,-1-1 0 0 0,1 1 0 0 0,-1 0 0 0 0,0-1 0 0 0,1 1 0 0 0,-1-1 0 0 0,-1 2 1 0 0,1-1-2 0 0,0 0 1 0 0,-1 0 0 0 0,1 0 0 0 0,0 1-1 0 0,-1-1 1 0 0,1 0 0 0 0,0 1 0 0 0,0-1-1 0 0,-1 3 1 0 0,-3 4-2 0 0,2 1 0 0 0,-3 0-1 0 0,4-8 0 0 0,-1 1 2 0 0,-9 20 11 0 0,11-20 41 0 0,0-2-36 0 0,-3 2 23 0 0,-5 5-33 0 0,2-1-7 0 0,7-5-138 0 0,-1-1 1 0 0,1 1-1 0 0,-1 0 0 0 0,1 0 0 0 0,-1-1 1 0 0,0 1-1 0 0,1 0 0 0 0,-1-1 1 0 0,0 1-1 0 0,0-1 0 0 0,1 1 0 0 0,-1-1 1 0 0,0 1-1 0 0,0-1 0 0 0,0 0 1 0 0,1 1-1 0 0,-3-1 0 0 0,3 0-58 0 0,-1 0 1 0 0,1-1-1 0 0,-1 1 0 0 0,1 0 1 0 0,0-1-1 0 0,-1 1 0 0 0,1 0 0 0 0,0-1 1 0 0,0 1-1 0 0,-1-1 0 0 0,1 1 1 0 0,0 0-1 0 0,0-1 0 0 0,0 1 0 0 0,-1-1 1 0 0,1 1-1 0 0,0-1 0 0 0,0 1 0 0 0,0-1 1 0 0,-1-2-332 0 0,-2-17-1602 0 0,10-2-14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00.443"/>
    </inkml:context>
    <inkml:brush xml:id="br0">
      <inkml:brushProperty name="width" value="0.05" units="cm"/>
      <inkml:brushProperty name="height" value="0.05" units="cm"/>
    </inkml:brush>
  </inkml:definitions>
  <inkml:trace contextRef="#ctx0" brushRef="#br0">9 132 1839 0 0,'0'0'15412'0'0,"-7"-16"-11985"0"0,6 11-3112 0 0,1 4-227 0 0,0 0 0 0 0,0-1 0 0 0,0 1 0 0 0,0 0-1 0 0,0 0 1 0 0,0-1 0 0 0,0 1 0 0 0,0 0 0 0 0,1 0 0 0 0,-1-1 0 0 0,0 1 0 0 0,1 0 0 0 0,-1 0 0 0 0,1 0-1 0 0,-1-1 1 0 0,1 1 0 0 0,1-1 0 0 0,10-12 402 0 0,21-17 0 0 0,-6 6 187 0 0,-26 24-454 0 0,16-5 401 0 0,-4 1-400 0 0,-8 4-158 0 0,0 0-16 0 0,0 0 0 0 0,0 0-1 0 0,0 0 1 0 0,0 1-1 0 0,0-1 1 0 0,8 2-1 0 0,-12-1 242 0 0,1 0-261 0 0,0 0 0 0 0,0 1 0 0 0,0-1 1 0 0,-1 0-1 0 0,1 1 0 0 0,0-1 0 0 0,-1 1 0 0 0,1 0 0 0 0,0 0 0 0 0,1 1 1 0 0,-3-2-30 0 0,8 4 63 0 0,-6-2-46 0 0,0-1-1 0 0,0 1 0 0 0,-1-1 0 0 0,1 1 0 0 0,-1 0 0 0 0,1-1 1 0 0,-1 1-1 0 0,0 0 0 0 0,1 0 0 0 0,-1 0 0 0 0,0 0 1 0 0,0 0-1 0 0,0 0 0 0 0,0 3 0 0 0,1 0 7 0 0,-1 0-1 0 0,0 0 1 0 0,-1 0 0 0 0,1 10-1 0 0,-1-6 13 0 0,-1-1 0 0 0,0 0 0 0 0,-1 1 0 0 0,0-1 0 0 0,0 0 0 0 0,-7 14 0 0 0,0-1 62 0 0,-16 24 0 0 0,9-22-15 0 0,0 0 0 0 0,-2-1-1 0 0,-26 27 1 0 0,36-46 168 0 0,7-3-239 0 0,0 1 1 0 0,-1-1-1 0 0,1 0 1 0 0,0 0 0 0 0,0 1-1 0 0,0-1 1 0 0,0 1-1 0 0,0-1 1 0 0,0 1-1 0 0,0-1 1 0 0,0 1 0 0 0,0 0-1 0 0,-2 1 1 0 0,-2 2 29 0 0,-1-3-20 0 0,5-1 95 0 0,3 0-64 0 0,3-1-45 0 0,-1 0-1 0 0,1 0 0 0 0,0 1 0 0 0,0 0 0 0 0,0 0 1 0 0,0 0-1 0 0,0 0 0 0 0,0 1 0 0 0,0 0 1 0 0,0 0-1 0 0,6 2 0 0 0,1 1 77 0 0,-7-3-73 0 0,0-1-1 0 0,0 1 1 0 0,0-1-1 0 0,-1 0 1 0 0,1 0 0 0 0,0-1-1 0 0,8-1 1 0 0,-7 1 16 0 0,1 1-1 0 0,-1-1 1 0 0,10 1 0 0 0,-5 0 92 0 0,-1 0 1 0 0,0-1-1 0 0,0 0 0 0 0,18-5 1 0 0,-15 3-8 0 0,-12 3 171 0 0,8 0-2186 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01.646"/>
    </inkml:context>
    <inkml:brush xml:id="br0">
      <inkml:brushProperty name="width" value="0.05" units="cm"/>
      <inkml:brushProperty name="height" value="0.05" units="cm"/>
    </inkml:brush>
  </inkml:definitions>
  <inkml:trace contextRef="#ctx0" brushRef="#br0">80 30 11631 0 0,'0'0'264'0'0,"-5"1"35"0"0,-4-1-847 0 0,-25 1 8537 0 0,33-1-7217 0 0,-2 0-436 0 0,1 0 0 0 0,0 0 1 0 0,0 1-1 0 0,0-1 0 0 0,0 0 0 0 0,-1 1 0 0 0,-1 1 0 0 0,3-2-217 0 0,-9 3 3257 0 0,25-3-2984 0 0,6-6-221 0 0,2 2-1 0 0,42-3 1 0 0,14 7 405 0 0,-108 1-487 0 0,-34 6 0 0 0,35-3-227 0 0,-21 5-182 0 0,47-9 256 0 0,-4 0-282 0 0,12-2 233 0 0,22-7 116 0 0,0 1 0 0 0,0 2 0 0 0,41-5 0 0 0,-39 6 148 0 0,-26 5-113 0 0,0-1 1 0 0,0 1-1 0 0,1 0 1 0 0,6 1-1 0 0,-9-1 154 0 0,-4 1-139 0 0,-39 11-3371 0 0,33-9 2103 0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02.584"/>
    </inkml:context>
    <inkml:brush xml:id="br0">
      <inkml:brushProperty name="width" value="0.05" units="cm"/>
      <inkml:brushProperty name="height" value="0.05" units="cm"/>
    </inkml:brush>
  </inkml:definitions>
  <inkml:trace contextRef="#ctx0" brushRef="#br0">261 0 9615 0 0,'0'0'15624'0'0,"-1"2"-15265"0"0,-1 3-241 0 0,0 0 1 0 0,-1 0-1 0 0,0 0 1 0 0,0-1-1 0 0,-1 0 1 0 0,1 1-1 0 0,-1-1 1 0 0,-7 6-1 0 0,6-5-23 0 0,-1 0 1 0 0,1 1-1 0 0,0 0 0 0 0,-8 12 0 0 0,6-5-40 0 0,-16 18 0 0 0,14-19 72 0 0,-13 22-1 0 0,14-18-104 0 0,0 0 0 0 0,1 1 0 0 0,-8 26 0 0 0,12-32-22 0 0,-1-1 0 0 0,0 0 0 0 0,-8 15 0 0 0,9-20 25 0 0,2 0 1 0 0,-1 0-1 0 0,0 0 1 0 0,1-1-1 0 0,-1 7 0 0 0,2-6 7 0 0,-1 0 0 0 0,0 0 0 0 0,-1-1 0 0 0,1 1 0 0 0,-1-1 0 0 0,0 1 0 0 0,-2 4 0 0 0,-1-1-9 0 0,1 0 0 0 0,0 0 0 0 0,1 0 1 0 0,0 0-1 0 0,-4 17 0 0 0,-4 46 113 0 0,6-32-107 0 0,3-19-29 0 0,1 37 0 0 0,2-34 0 0 0,-1-5 67 0 0,1 1-1 0 0,1-1 1 0 0,1 1 0 0 0,10 32-1 0 0,-7-28-20 0 0,-1-7 67 0 0,0 0 0 0 0,11 25-1 0 0,10 17 0 0 0,-17-35-39 0 0,2 0 0 0 0,14 24 0 0 0,-16-37-5 0 0,9 7-55 0 0,5 9 230 0 0,-22-24-55 0 0,1-1-92 0 0,21 17 128 0 0,11 4 32 0 0,-18-11-181 0 0,-15-10 42 0 0,9 0 75 0 0,-5 2-128 0 0,-4-2 288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04.138"/>
    </inkml:context>
    <inkml:brush xml:id="br0">
      <inkml:brushProperty name="width" value="0.05" units="cm"/>
      <inkml:brushProperty name="height" value="0.05" units="cm"/>
    </inkml:brush>
  </inkml:definitions>
  <inkml:trace contextRef="#ctx0" brushRef="#br0">4 46 8607 0 0,'0'-11'1603'0'0,"-2"-3"-3960"0"0,0-7 18318 0 0,23 39-13656 0 0,16 23-1009 0 0,-28-32-1216 0 0,-1 1 1 0 0,0 0-1 0 0,-1 0 0 0 0,11 20 1 0 0,17 47 420 0 0,-21-44-428 0 0,4 27 119 0 0,-16-54-184 0 0,0 0 0 0 0,-1 1 1 0 0,0-1-1 0 0,0 8 0 0 0,-1-7-3 0 0,1 0 0 0 0,0 0-1 0 0,3 11 1 0 0,3 9 89 0 0,-1 1 1 0 0,-1 0-1 0 0,-1 1 1 0 0,-1 30-1 0 0,-2-40-82 0 0,-1 42-12 0 0,0-54 9 0 0,0 0 0 0 0,0 0 0 0 0,-1 0 1 0 0,0-1-1 0 0,-1 1 0 0 0,-2 7 0 0 0,2-8 0 0 0,1 0 0 0 0,-1 1 0 0 0,1 0 1 0 0,0-1-1 0 0,1 1 0 0 0,-1 8 0 0 0,2-2 11 0 0,-2 1 0 0 0,0-1-1 0 0,0 1 1 0 0,-1-1 0 0 0,-1 1 0 0 0,-4 13 0 0 0,1-11 97 0 0,6-15-53 0 0,-4 7 0 0 0,0 5 13 0 0,-6 25 1 0 0,1-16-9 0 0,7-11-69 0 0,0-7 0 0 0,0 0 0 0 0,0 0 0 0 0,1 1 0 0 0,-1-1 0 0 0,0 8 0 0 0,0-1 0 0 0,-2 2 0 0 0,2-11 0 0 0,0 0 0 0 0,-7 24 0 0 0,7-18 0 0 0,-4-1 34 0 0,3-1 44 0 0,1 4 58 0 0,1-2-124 0 0,0-7 79 0 0,0-1-82 0 0,1 0 0 0 0,-1 0 1 0 0,0 0-1 0 0,1 0 0 0 0,-1 0 0 0 0,1 1 0 0 0,-1-1 0 0 0,0 0 0 0 0,1 1 0 0 0,-1-1 0 0 0,1 0 0 0 0,-1 1 0 0 0,1-1 0 0 0,-1 0 0 0 0,1 1 1 0 0,-1-1-1 0 0,0 1 0 0 0,-4 2 71 0 0,4-3-56 0 0,-3 3 53 0 0,-2 5-234 0 0,4-21-2831 0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05.236"/>
    </inkml:context>
    <inkml:brush xml:id="br0">
      <inkml:brushProperty name="width" value="0.05" units="cm"/>
      <inkml:brushProperty name="height" value="0.05" units="cm"/>
    </inkml:brush>
  </inkml:definitions>
  <inkml:trace contextRef="#ctx0" brushRef="#br0">29 30 10015 0 0,'0'0'768'0'0,"-4"-1"-534"0"0,-20-5 13835 0 0,51 8-12703 0 0,-16-1-1158 0 0,1 0-1 0 0,14 3 0 0 0,-15-1-24 0 0,0-2 0 0 0,16 1 0 0 0,168 0 9 0 0,-171-2-46 0 0,0-2 0 0 0,40-8-1 0 0,-51 8-127 0 0,0 0-1 0 0,0 1 0 0 0,0 1 0 0 0,16 1 0 0 0,25 1 1 0 0,-47-2 16 0 0,0 0 0 0 0,0-1 0 0 0,0 0 0 0 0,0 0 0 0 0,10-3 0 0 0,19-5 53 0 0,-19 6-100 0 0,-10 1 29 0 0,-1 1 0 0 0,0 0 0 0 0,0 0 0 0 0,0 0 0 0 0,1 1 0 0 0,-1 0 0 0 0,12 2 0 0 0,19 1 120 0 0,5-4 381 0 0,-40 1-197 0 0,9-1-2188 0 0,-30 17-4754 0 0,11-8 4160 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06.301"/>
    </inkml:context>
    <inkml:brush xml:id="br0">
      <inkml:brushProperty name="width" value="0.05" units="cm"/>
      <inkml:brushProperty name="height" value="0.05" units="cm"/>
    </inkml:brush>
  </inkml:definitions>
  <inkml:trace contextRef="#ctx0" brushRef="#br0">57 42 4719 0 0,'0'0'5552'0'0,"-19"-3"7124"0"0,19 3-12485 0 0,4-7 1271 0 0,9-6-1248 0 0,9 3 263 0 0,-20 9-338 0 0,0 0-10 0 0,0 0-86 0 0,18-4 99 0 0,-16 4-152 0 0,-1 2-1 0 0,1-1 0 0 0,-1 0 0 0 0,1 1 0 0 0,-1-1 0 0 0,5 2 0 0 0,-6-1 28 0 0,-1 0-1 0 0,1 0 0 0 0,0 0 0 0 0,-1 0 0 0 0,1 0 0 0 0,-1 1 0 0 0,1-1 0 0 0,-1 0 0 0 0,0 1 0 0 0,0-1 0 0 0,0 1 0 0 0,1-1 1 0 0,-1 1-1 0 0,0 0 0 0 0,-1-1 0 0 0,1 1 0 0 0,0 0 0 0 0,0 0 0 0 0,-1-1 0 0 0,1 1 0 0 0,-1 0 0 0 0,0 0 0 0 0,0 0 0 0 0,1 0 0 0 0,-1 0 1 0 0,0 0-1 0 0,0 0 0 0 0,-1 0 0 0 0,1 2 0 0 0,-1 1 27 0 0,0 1-1 0 0,-1 0 1 0 0,0-1 0 0 0,0 0-1 0 0,0 1 1 0 0,0-1 0 0 0,-1 0-1 0 0,-6 9 1 0 0,-7 12 72 0 0,11-17-65 0 0,-1-1 0 0 0,1 0 1 0 0,-1-1-1 0 0,-1 1 0 0 0,-8 7 0 0 0,-3 5 124 0 0,14-15-135 0 0,0 0 1 0 0,-1-1-1 0 0,0 1 1 0 0,0-1-1 0 0,0 0 1 0 0,0 0-1 0 0,0 0 1 0 0,-11 4-1 0 0,17-7 0 0 0,0 0-1 0 0,0 0 0 0 0,0 0 0 0 0,1 0 0 0 0,-1 0 1 0 0,0-1-1 0 0,0 1 0 0 0,1 0 0 0 0,-1-1 0 0 0,0 1 1 0 0,1-1-1 0 0,-1 0 0 0 0,1 1 0 0 0,1-1 0 0 0,32 8-84 0 0,-23-7 75 0 0,-2 0 10 0 0,0 0-1 0 0,1-1 1 0 0,-1-1 0 0 0,0 0 0 0 0,11-2-1 0 0,-13 1 90 0 0,1 0-1 0 0,14-7 0 0 0,-22 9-126 0 0,0 0 116 0 0,1 1 10 0 0,-1-1-111 0 0,4 2 58 0 0,-1-1-1 0 0,0 0 1 0 0,0 1-1 0 0,8 0 1 0 0,-10-2 314 0 0,-2 0-369 0 0,0 0-1 0 0,0 0 1 0 0,1 0 0 0 0,-1 0 0 0 0,0 0-1 0 0,0 0 1 0 0,1 0 0 0 0,-1 0 0 0 0,0 0-1 0 0,0 0 1 0 0,0-1 0 0 0,1 1-1 0 0,-1 0 1 0 0,0 0 0 0 0,0 0 0 0 0,1 0-1 0 0,-1 0 1 0 0,0 0 0 0 0,0 0-1 0 0,0-1 1 0 0,0 1 0 0 0,1 0 0 0 0,-1 0-1 0 0,0 0 1 0 0,0 0 0 0 0,0-1 0 0 0,0 1-1 0 0,0 0 1 0 0,1 0 0 0 0,-1 0-1 0 0,0-1 1 0 0,0 1 0 0 0,0 0 0 0 0,0-1-1 0 0,3-2-414 0 0,9 11-9739 0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06.969"/>
    </inkml:context>
    <inkml:brush xml:id="br0">
      <inkml:brushProperty name="width" value="0.05" units="cm"/>
      <inkml:brushProperty name="height" value="0.05" units="cm"/>
    </inkml:brush>
  </inkml:definitions>
  <inkml:trace contextRef="#ctx0" brushRef="#br0">168 47 13703 0 0,'0'0'1372'0'0,"-2"-16"4016"0"0,1 15-5194 0 0,1 0 1 0 0,0 0-1 0 0,-1 0 0 0 0,1 0 0 0 0,-1 0 1 0 0,1 0-1 0 0,-1 0 0 0 0,0 0 0 0 0,1 0 1 0 0,-1 0-1 0 0,0 1 0 0 0,1-1 0 0 0,-1 0 0 0 0,0 0 1 0 0,0 1-1 0 0,0-1 0 0 0,0 0 0 0 0,0 1 1 0 0,0-1-1 0 0,-2 0 0 0 0,1 0-20 0 0,-1 0 0 0 0,1 1 1 0 0,-1-1-1 0 0,1 1 0 0 0,-1 0 0 0 0,1 0 0 0 0,-1 0 0 0 0,1 0 0 0 0,-4 1 0 0 0,1-1-82 0 0,1 1 0 0 0,-1 0-1 0 0,1 1 1 0 0,0-1 0 0 0,-1 1-1 0 0,1 0 1 0 0,0 0 0 0 0,0 0-1 0 0,0 0 1 0 0,0 1-1 0 0,-3 3 1 0 0,-3 4 1 0 0,4-5-80 0 0,0 1-1 0 0,0 0 0 0 0,1 1 1 0 0,0-1-1 0 0,0 1 0 0 0,1 0 1 0 0,-6 11-1 0 0,9-15-14 0 0,-1 1-1 0 0,1-1 1 0 0,0 0-1 0 0,0 1 1 0 0,0 0 0 0 0,0-1-1 0 0,1 1 1 0 0,-1 4-1 0 0,1 1-42 0 0,1 0-1 0 0,0 0 1 0 0,2 10-1 0 0,-2-17 39 0 0,0 1 0 0 0,1 0 0 0 0,-1-1 0 0 0,1 1 0 0 0,-1-1 0 0 0,1 1 0 0 0,3 2 0 0 0,0 1 3 0 0,-4-4 4 0 0,0 0 0 0 0,1 0 0 0 0,-1 0 0 0 0,1 0 0 0 0,-1-1 0 0 0,1 1 0 0 0,0 0 0 0 0,-1-1 0 0 0,1 0 0 0 0,0 1 0 0 0,0-1 0 0 0,0 0 0 0 0,2 1 0 0 0,7 4 0 0 0,-1 2 0 0 0,1-1 0 0 0,-8-5 0 0 0,18-3 0 0 0,-21 1 0 0 0,67-11-273 0 0,-40 1 474 0 0,-7 3-111 0 0,-13 5-53 0 0,-1 0 1 0 0,1-1-1 0 0,-1 0 1 0 0,1 0-1 0 0,-1-1 1 0 0,8-5-1 0 0,-12 7-35 0 0,0 0 0 0 0,0-1 0 0 0,0 0 0 0 0,0 0 0 0 0,0 1 0 0 0,-1-1 0 0 0,2-3 0 0 0,1-9 418 0 0,0-1 1 0 0,2-28-1 0 0,-5 38-302 0 0,-1 0 0 0 0,0 0 0 0 0,-1-1 0 0 0,1 1 0 0 0,-1 0 0 0 0,0 0 1 0 0,-1-1-1 0 0,1 1 0 0 0,-1 0 0 0 0,-3-6 0 0 0,4 11-106 0 0,0-2 43 0 0,-1 0 0 0 0,1 0 0 0 0,-1 0 0 0 0,0 0 0 0 0,-4-5-1 0 0,4 7-36 0 0,1 0 0 0 0,-1 0 0 0 0,1 0 0 0 0,-1 0 0 0 0,1 0 0 0 0,-1 0 0 0 0,0 1 0 0 0,0-1 0 0 0,1 1-1 0 0,-1-1 1 0 0,0 1 0 0 0,0 0 0 0 0,-3-1 0 0 0,-8 0-2 0 0,-1 1 1 0 0,0 0-1 0 0,0 1 0 0 0,-15 3 0 0 0,-30 3-4988 0 0,40-2 3215 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08.130"/>
    </inkml:context>
    <inkml:brush xml:id="br0">
      <inkml:brushProperty name="width" value="0.05" units="cm"/>
      <inkml:brushProperty name="height" value="0.05" units="cm"/>
    </inkml:brush>
  </inkml:definitions>
  <inkml:trace contextRef="#ctx0" brushRef="#br0">13 88 9671 0 0,'0'0'2384'0'0,"-12"-4"7777"0"0,13-1-10025 0 0,1 0 0 0 0,0 0-1 0 0,1 0 1 0 0,-1 0-1 0 0,1 1 1 0 0,-1-1-1 0 0,2 0 1 0 0,-1 1-1 0 0,0 0 1 0 0,6-5-1 0 0,-7 6-75 0 0,1 1 1 0 0,-1 0-1 0 0,1-1 0 0 0,-1 1 0 0 0,1 0 0 0 0,0 0 1 0 0,0 1-1 0 0,0-1 0 0 0,0 1 0 0 0,0-1 1 0 0,0 1-1 0 0,0 0 0 0 0,0 0 0 0 0,1 0 0 0 0,-1 1 1 0 0,0-1-1 0 0,7 0 0 0 0,-6 2 6 0 0,-1 0-1 0 0,1-1 0 0 0,-1 1 1 0 0,1 0-1 0 0,-1 1 1 0 0,0-1-1 0 0,0 0 1 0 0,0 1-1 0 0,0 0 1 0 0,6 4-1 0 0,-8-6-1 0 0,0 2-47 0 0,0-1 0 0 0,0 0 1 0 0,1 0-1 0 0,-1 0 0 0 0,0 1 0 0 0,-1-1 0 0 0,1 0 1 0 0,1 3-1 0 0,1 0 20 0 0,-2-1-22 0 0,1-1 0 0 0,-1 1 1 0 0,1-1-1 0 0,-1 1 0 0 0,0 0 0 0 0,0-1 0 0 0,0 1 0 0 0,0 0 1 0 0,-1 0-1 0 0,1 0 0 0 0,-1 0 0 0 0,0-1 0 0 0,0 1 0 0 0,0 0 1 0 0,0 0-1 0 0,0 0 0 0 0,0 0 0 0 0,-1 0 0 0 0,0 0 0 0 0,1 0 0 0 0,-1-1 1 0 0,0 1-1 0 0,0 0 0 0 0,-1-1 0 0 0,1 1 0 0 0,-3 4 0 0 0,1-3 32 0 0,-5 12 81 0 0,-1 0 1 0 0,0-2-1 0 0,-2 1 0 0 0,0-1 0 0 0,0 0 1 0 0,-1-1-1 0 0,-1-1 0 0 0,0 0 0 0 0,-24 17 1 0 0,29-21-64 0 0,8-8-61 0 0,0 0-1 0 0,-1 0 1 0 0,1 1-1 0 0,0-1 1 0 0,0 0-1 0 0,0 0 1 0 0,0 0 0 0 0,0 1-1 0 0,0-1 1 0 0,0 0-1 0 0,0 0 1 0 0,0 0 0 0 0,0 1-1 0 0,0-1 1 0 0,0 0-1 0 0,0 0 1 0 0,1 1 0 0 0,-1-1-1 0 0,0 0 1 0 0,0 0-1 0 0,0 0 1 0 0,0 0-1 0 0,0 1 1 0 0,0-1 0 0 0,0 0-1 0 0,0 0 1 0 0,1 0-1 0 0,-1 0 1 0 0,0 1 0 0 0,3 1 32 0 0,0-1 1 0 0,0 1 0 0 0,0-1-1 0 0,0 0 1 0 0,6 2 0 0 0,4 1 7 0 0,-4-2 29 0 0,-1 0-1 0 0,1-1 1 0 0,0 1 0 0 0,-1-2-1 0 0,1 1 1 0 0,12-2-1 0 0,50-8 397 0 0,-44 3 86 0 0,-19 4-272 0 0,-1 0 0 0 0,1 0 0 0 0,14 0 920 0 0,-36 14-8350 0 0,-1-2-2159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09.115"/>
    </inkml:context>
    <inkml:brush xml:id="br0">
      <inkml:brushProperty name="width" value="0.05" units="cm"/>
      <inkml:brushProperty name="height" value="0.05" units="cm"/>
    </inkml:brush>
  </inkml:definitions>
  <inkml:trace contextRef="#ctx0" brushRef="#br0">10 48 14167 0 0,'0'0'1075'0'0,"-2"-4"-731"0"0,-5-16 7366 0 0,10 20-7474 0 0,0-1-1 0 0,0 1 0 0 0,-1-1 0 0 0,1 1 0 0 0,0-1 0 0 0,0 0 0 0 0,0 0 0 0 0,4-3 0 0 0,-4 4-113 0 0,-1-1 0 0 0,1 1 0 0 0,-1 0-1 0 0,1-1 1 0 0,-1 1 0 0 0,1 0-1 0 0,-1 1 1 0 0,4-1 0 0 0,2 1 105 0 0,41 0 485 0 0,-18 0-419 0 0,-1-2 1 0 0,49-5-1 0 0,-21 0 72 0 0,-36 5-271 0 0,-13 0-41 0 0,12 0-54 0 0,-19 1-342 0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09.449"/>
    </inkml:context>
    <inkml:brush xml:id="br0">
      <inkml:brushProperty name="width" value="0.05" units="cm"/>
      <inkml:brushProperty name="height" value="0.05" units="cm"/>
    </inkml:brush>
  </inkml:definitions>
  <inkml:trace contextRef="#ctx0" brushRef="#br0">0 30 14167 0 0,'0'0'6676'0'0,"2"0"-5946"0"0,58-5 2789 0 0,62-4-1976 0 0,-78 4-1035 0 0,-9 0 19 0 0,-6 1-831 0 0,-9 2-2970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11.807"/>
    </inkml:context>
    <inkml:brush xml:id="br0">
      <inkml:brushProperty name="width" value="0.05" units="cm"/>
      <inkml:brushProperty name="height" value="0.05" units="cm"/>
    </inkml:brush>
  </inkml:definitions>
  <inkml:trace contextRef="#ctx0" brushRef="#br0">0 527 3679 0 0,'2'-9'16048'0'0,"0"4"-15321"0"0,6-12-107 0 0,-6 12 1049 0 0,16 0-453 0 0,-10 2-870 0 0,-1 0-123 0 0,0 1-1 0 0,0-1 1 0 0,0-1 0 0 0,-1 1 0 0 0,1-1 0 0 0,-1 0-1 0 0,10-9 1 0 0,8-7-87 0 0,3-3-80 0 0,-14 9 100 0 0,26-22 0 0 0,-34 31-70 0 0,0 0-1 0 0,0 0 1 0 0,-1-1 0 0 0,0 0-1 0 0,0 0 1 0 0,5-9 0 0 0,0-4 186 0 0,8-20 0 0 0,-9 15-93 0 0,-1 0 0 0 0,-1-1 1 0 0,-1 0-1 0 0,2-39 0 0 0,-7 57-151 0 0,0 1 1 0 0,0-1-1 0 0,-1 1 1 0 0,0-1-1 0 0,0 1 0 0 0,0 0 1 0 0,-1 0-1 0 0,0-1 1 0 0,-5-10-1 0 0,2 7 43 0 0,4 9-17 0 0,0 3 16 0 0,-1-1-66 0 0,1 1 0 0 0,-1-1 0 0 0,1 1 0 0 0,0-1 1 0 0,-1 1-1 0 0,1 0 0 0 0,0 0 0 0 0,0 0 0 0 0,0 0 0 0 0,0 0 0 0 0,1 0 1 0 0,-1 0-1 0 0,0 0 0 0 0,0 3 0 0 0,0 2-1 0 0,-2 6-5 0 0,2-1 1 0 0,0 0-1 0 0,0 1 0 0 0,1-1 1 0 0,0 1-1 0 0,5 23 1 0 0,-1 23-4 0 0,8 89-12 0 0,-4-69 10 0 0,12 100-249 0 0,-9-131 330 0 0,-2-9 4 0 0,-7-32-75 0 0,-2-3 2 0 0,1 0 0 0 0,0 0 0 0 0,0 0 0 0 0,0 0 0 0 0,1 0 0 0 0,0 0 0 0 0,-1 0 0 0 0,1-1 0 0 0,0 1 0 0 0,1-1 0 0 0,-1 1 0 0 0,1-1 0 0 0,-1 0 0 0 0,1 0 0 0 0,6 5 0 0 0,-8-7 176 0 0,-2 0-182 0 0,1 0 0 0 0,-1 0 0 0 0,1 0 0 0 0,-1 0 1 0 0,0-1-1 0 0,1 1 0 0 0,-1 0 0 0 0,0 0 0 0 0,0 0 0 0 0,0-1 0 0 0,1 1 0 0 0,-1 0 1 0 0,0-1-1 0 0,0 1 0 0 0,0-1 0 0 0,0 1 0 0 0,-1 0 0 0 0,-19 8-47 0 0,11-7 58 0 0,0 0 1 0 0,0 0-1 0 0,-1-1 0 0 0,1 0 1 0 0,0-1-1 0 0,-1 0 0 0 0,1-1 1 0 0,-19-3-1 0 0,-26-1 36 0 0,34 5-1 0 0,-1 1 0 0 0,1 2 1 0 0,-21 4-1 0 0,23-4-62 0 0,18-3-63 0 0,8 3-63 0 0,12 2 88 0 0,0-1 0 0 0,0-2 0 0 0,0 0 0 0 0,0 0 0 0 0,32-3 0 0 0,-16 0 32 0 0,3-1 105 0 0,1-1 0 0 0,-1-3 1 0 0,57-14-1 0 0,-91 19-89 0 0,0 0-1 0 0,0 0 1 0 0,0 1 0 0 0,1-1-1 0 0,-1 1 1 0 0,0 0 0 0 0,0 1-1 0 0,0-1 1 0 0,7 2 0 0 0,0-2 42 0 0,-16-3 71 0 0,-18-4 58 0 0,-8-1-143 0 0,9 2 15 0 0,1 0-1 0 0,-24-1 1 0 0,28 6-176 0 0,1 1-1 0 0,-1 0 1 0 0,0 1-1 0 0,1 1 1 0 0,-1 0-1 0 0,1 1 1 0 0,0 1 0 0 0,-17 7-1 0 0,27-9-470 0 0,-4 1 175 0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13.351"/>
    </inkml:context>
    <inkml:brush xml:id="br0">
      <inkml:brushProperty name="width" value="0.05" units="cm"/>
      <inkml:brushProperty name="height" value="0.05" units="cm"/>
    </inkml:brush>
  </inkml:definitions>
  <inkml:trace contextRef="#ctx0" brushRef="#br0">39 30 3679 0 0,'-5'-10'20547'0'0,"11"8"-18868"0"0,16-2-1479 0 0,3 0-29 0 0,-18 2-146 0 0,0 0-1 0 0,1 0 1 0 0,-1 1-1 0 0,0 0 1 0 0,0 0-1 0 0,1 1 1 0 0,-1 0-1 0 0,0 0 1 0 0,0 1-1 0 0,8 1 1 0 0,-2-1 18 0 0,0-1 0 0 0,0 0 1 0 0,21-3-1 0 0,-31 2-35 0 0,15 3 159 0 0,-13 0 197 0 0,-12-3-202 0 0,-5 0-112 0 0,1 0-60 0 0,1 0 1 0 0,-1 0-1 0 0,1 1 0 0 0,-21 3 1 0 0,-22 2 221 0 0,24 0-148 0 0,-54 13-152 0 0,68-14 34 0 0,14-4 66 0 0,3-1-277 0 0,5-1 254 0 0,-1 0 10 0 0,0 1 0 0 0,1-1 0 0 0,-1 1 0 0 0,12-1 0 0 0,5 0 1 0 0,-18 1 0 0 0,0 1 0 0 0,0-1 0 0 0,0 1 0 0 0,9 1 0 0 0,-6-1 4 0 0,1 0-1 0 0,-1 0 1 0 0,0 0 0 0 0,11-3-1 0 0,-11 2 10 0 0,1 0-1 0 0,-1 0 0 0 0,1 1 1 0 0,12 0-1 0 0,2 3-13 0 0,22 3 130 0 0,-44-6 63 0 0,-20 4-128 0 0,11-3-439 0 0,0 0 0 0 0,0-1 0 0 0,0 1 0 0 0,-1-2-1 0 0,1 1 1 0 0,-11-3 0 0 0,11 1-146 0 0,1 1 0 0 0,-1 0 0 0 0,0 1 0 0 0,0 0 0 0 0,0 0 0 0 0,1 0 0 0 0,-14 4 0 0 0,3 2-1813 0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15.593"/>
    </inkml:context>
    <inkml:brush xml:id="br0">
      <inkml:brushProperty name="width" value="0.05" units="cm"/>
      <inkml:brushProperty name="height" value="0.05" units="cm"/>
    </inkml:brush>
  </inkml:definitions>
  <inkml:trace contextRef="#ctx0" brushRef="#br0">0 68 2303 0 0,'11'-26'-9'0'0,"6"-11"26774"0"0,-13 41-30097 0 0,0 2 3343 0 0,-1-1 1 0 0,1 1-1 0 0,-1-1 0 0 0,-1 1 0 0 0,1 0 1 0 0,-1 0-1 0 0,0 0 0 0 0,0 1 0 0 0,1 9 1 0 0,0 10 32 0 0,1 26 1 0 0,-4-46-26 0 0,0 77 172 0 0,0 9 13 0 0,-1-69-235 0 0,0-17 25 0 0,0 0 0 0 0,1 0 0 0 0,0 0 0 0 0,0 1 0 0 0,0-1 0 0 0,3 12 0 0 0,-3-16 271 0 0,4-13-9 0 0,-2-4-223 0 0,0-1 1 0 0,-2 1-1 0 0,0 0 0 0 0,-1 0 1 0 0,0-1-1 0 0,-1 1 0 0 0,-7-25 1 0 0,-12-67 153 0 0,16 82-193 0 0,-2-9 6 0 0,3 16 0 0 0,-5-32 0 0 0,9 41 0 0 0,0 2-15 0 0,0 4-43 0 0,0-1 32 0 0,0 2-27 0 0,1 14 0 0 0,18 97 31 0 0,-2-17-42 0 0,-12-73 77 0 0,-2 0 0 0 0,0 0 0 0 0,-1 1 0 0 0,-1 28-1 0 0,-1-29 15 0 0,0-18-215 0 0,2 6-211 0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16.071"/>
    </inkml:context>
    <inkml:brush xml:id="br0">
      <inkml:brushProperty name="width" value="0.05" units="cm"/>
      <inkml:brushProperty name="height" value="0.05" units="cm"/>
    </inkml:brush>
  </inkml:definitions>
  <inkml:trace contextRef="#ctx0" brushRef="#br0">15 12 10159 0 0,'0'0'464'0'0,"-15"-9"12279"0"0,21 9-10909 0 0,7 1-1710 0 0,3-1 206 0 0,52 2 112 0 0,-14 1 57 0 0,84-7 0 0 0,-23 0 22 0 0,14 9 119 0 0,-94-10 160 0 0,-34 5-605 0 0,-12 9-7518 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16.644"/>
    </inkml:context>
    <inkml:brush xml:id="br0">
      <inkml:brushProperty name="width" value="0.05" units="cm"/>
      <inkml:brushProperty name="height" value="0.05" units="cm"/>
    </inkml:brush>
  </inkml:definitions>
  <inkml:trace contextRef="#ctx0" brushRef="#br0">42 9 5063 0 0,'8'-6'15486'0'0,"-8"6"-15388"0"0,0-1 0 0 0,0 1 1 0 0,1 0-1 0 0,-1 0 0 0 0,0 0 1 0 0,0 0-1 0 0,0 0 0 0 0,0-1 1 0 0,1 1-1 0 0,-1 0 0 0 0,0 0 0 0 0,0 0 1 0 0,1 0-1 0 0,-1 0 0 0 0,0 0 1 0 0,0 0-1 0 0,1 0 0 0 0,-1 0 1 0 0,0 0-1 0 0,0 0 0 0 0,0 0 1 0 0,1 0-1 0 0,-1 0 0 0 0,0 0 1 0 0,0 0-1 0 0,1 0 0 0 0,-1 0 1 0 0,0 0-1 0 0,0 0 0 0 0,1 0 1 0 0,-1 0-1 0 0,0 0 0 0 0,0 1 1 0 0,0-1-1 0 0,1 0 0 0 0,-1 0 1 0 0,0 0-1 0 0,0 0 0 0 0,0 1 1 0 0,0-1-1 0 0,1 0 0 0 0,-1 0 1 0 0,3 15 1039 0 0,-4 19-982 0 0,-5-11 213 0 0,-16 44 1 0 0,4-16 51 0 0,13-36-220 0 0,3-11-27 0 0,0 0-1 0 0,1 1 1 0 0,0-1-1 0 0,0 1 1 0 0,0-1 0 0 0,0 7-1 0 0,2-11-109 0 0,4 1-53 0 0,0 0 0 0 0,1 0-1 0 0,-1-1 1 0 0,0 0 0 0 0,0 0 0 0 0,1 0-1 0 0,7-2 1 0 0,9 1 42 0 0,1-3 14 0 0,-18 3-43 0 0,-1 0-1 0 0,1 1 1 0 0,0-1 0 0 0,8 1 0 0 0,13 0 206 0 0,-19 0-161 0 0,1 0 0 0 0,0 0 1 0 0,10 3-1 0 0,6-1 112 0 0,-21-1-172 0 0,-2 0-6 0 0,0 0 1 0 0,1-1 0 0 0,-1 0 0 0 0,0 1-1 0 0,0-1 1 0 0,1 0 0 0 0,-1 1-1 0 0,0-1 1 0 0,1 0 0 0 0,-1 0 0 0 0,0 0-1 0 0,1 0 1 0 0,-1 0 0 0 0,2-1-1 0 0,6-1 0 0 0,-1 0-1 0 0,1-1 0 0 0,-1 0 0 0 0,14-7 0 0 0,-20 8-246 0 0,-1 1-1 0 0,1-1 1 0 0,-1 1-1 0 0,0-1 1 0 0,1 0-1 0 0,-1 1 1 0 0,0-1-1 0 0,0 0 1 0 0,0 0 0 0 0,0 0-1 0 0,1-3 1 0 0,2-14-7825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17.075"/>
    </inkml:context>
    <inkml:brush xml:id="br0">
      <inkml:brushProperty name="width" value="0.05" units="cm"/>
      <inkml:brushProperty name="height" value="0.05" units="cm"/>
    </inkml:brush>
  </inkml:definitions>
  <inkml:trace contextRef="#ctx0" brushRef="#br0">42 0 5063 0 0,'0'0'19127'0'0,"0"2"-18774"0"0,-7 56 1262 0 0,4-30-1343 0 0,-8 34 1 0 0,9-49-215 0 0,0 0-1 0 0,-1 21 1 0 0,3-21 3 0 0,-1-1 1 0 0,0 0-1 0 0,-4 14 1 0 0,4-23-36 0 0,0 0 0 0 0,0 1 0 0 0,0-1 1 0 0,1 0-1 0 0,-1 0 0 0 0,1 0 0 0 0,0 1 0 0 0,0 5 1 0 0,1-1 102 0 0,-1-7 280 0 0,0 13 214 0 0,-3-9-907 0 0,5-14-4441 0 0,2-3 2686 0 0,-4 9-9 0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17.806"/>
    </inkml:context>
    <inkml:brush xml:id="br0">
      <inkml:brushProperty name="width" value="0.05" units="cm"/>
      <inkml:brushProperty name="height" value="0.05" units="cm"/>
    </inkml:brush>
  </inkml:definitions>
  <inkml:trace contextRef="#ctx0" brushRef="#br0">20 6 13359 0 0,'0'0'8800'0'0,"2"0"-8055"0"0,11 2-266 0 0,-1-2-1 0 0,1 0 0 0 0,0 0 1 0 0,17-3-1 0 0,-9 0 125 0 0,29 2 1 0 0,-51 1-562 0 0,-1 0 15 0 0,-14 7 4 0 0,0-2-6 0 0,0-1 0 0 0,-1 0 0 0 0,1-1 0 0 0,-1 0-1 0 0,1-2 1 0 0,-23 0 0 0 0,33-2 13 0 0,-4-3-83 0 0,9 4-38 0 0,21 0-348 0 0,0 0 345 0 0,110-4 1 0 0,-121 2 1495 0 0,-87 2-1003 0 0,33-1-5355 0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18.714"/>
    </inkml:context>
    <inkml:brush xml:id="br0">
      <inkml:brushProperty name="width" value="0.05" units="cm"/>
      <inkml:brushProperty name="height" value="0.05" units="cm"/>
    </inkml:brush>
  </inkml:definitions>
  <inkml:trace contextRef="#ctx0" brushRef="#br0">1 45 3223 0 0,'0'-2'240'0'0,"3"-9"852"0"0,1-1 4612 0 0,1-7 8116 0 0,-5 19-13815 0 0,1 2 225 0 0,0-1-214 0 0,0 0 1 0 0,0 0-1 0 0,0 0 1 0 0,0 0-1 0 0,0 0 1 0 0,0 0-1 0 0,0 0 0 0 0,0 0 1 0 0,0 0-1 0 0,0 0 1 0 0,1 2-1 0 0,4 8-1 0 0,0-1-1 0 0,-1 1 1 0 0,-1-1 0 0 0,1 2-1 0 0,-2-1 1 0 0,1 0 0 0 0,-1 1-1 0 0,-1-1 1 0 0,1 20 0 0 0,-1 8 69 0 0,-6 61 0 0 0,1-54-23 0 0,1-13-14 0 0,0-11 11 0 0,1 0 0 0 0,2 1 0 0 0,2 27 0 0 0,-2-48 503 0 0,-1-15-465 0 0,-2-25-38 0 0,-13-72 1 0 0,8 73 10 0 0,-3-73 0 0 0,10 106-42 0 0,0-6 57 0 0,0 0-1 0 0,-1 0 1 0 0,-3-15-1 0 0,4 24 264 0 0,1 3-289 0 0,2 7-55 0 0,0 1-1 0 0,0-1 1 0 0,-1 1-1 0 0,2 15 1 0 0,0 0-5 0 0,2 23 89 0 0,-2 0 0 0 0,-2 67 0 0 0,-2-79-52 0 0,0-33-7 0 0,-2 15 19 0 0,1-14-324 0 0,0 14-1054 0 0,1-12-167 0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19.193"/>
    </inkml:context>
    <inkml:brush xml:id="br0">
      <inkml:brushProperty name="width" value="0.05" units="cm"/>
      <inkml:brushProperty name="height" value="0.05" units="cm"/>
    </inkml:brush>
  </inkml:definitions>
  <inkml:trace contextRef="#ctx0" brushRef="#br0">20 43 11167 0 0,'0'0'514'0'0,"-20"-7"13972"0"0,68 7-14125 0 0,-1-2 0 0 0,89-14 0 0 0,-110 11-280 0 0,35-1 0 0 0,-24 3 7 0 0,81-1 606 0 0,-96 4-465 0 0,-11 4 831 0 0,-6-2-2887 0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20.035"/>
    </inkml:context>
    <inkml:brush xml:id="br0">
      <inkml:brushProperty name="width" value="0.05" units="cm"/>
      <inkml:brushProperty name="height" value="0.05" units="cm"/>
    </inkml:brush>
  </inkml:definitions>
  <inkml:trace contextRef="#ctx0" brushRef="#br0">45 23 4607 0 0,'1'-1'4516'0'0,"1"-2"-2978"0"0,13-16 11241 0 0,-14 19-12734 0 0,0 0 0 0 0,0 0-1 0 0,-1 0 1 0 0,1 0-1 0 0,0 0 1 0 0,0 1-1 0 0,0-1 1 0 0,0 0-1 0 0,0 1 1 0 0,0-1 0 0 0,-1 0-1 0 0,1 1 1 0 0,0-1-1 0 0,0 1 1 0 0,-1-1-1 0 0,1 1 1 0 0,0-1-1 0 0,0 1 1 0 0,-1 0 0 0 0,1-1-1 0 0,-1 1 1 0 0,1 0-1 0 0,-1-1 1 0 0,1 1-1 0 0,0 1 1 0 0,0 0 37 0 0,0 1 0 0 0,-1-1 1 0 0,1 1-1 0 0,-1-1 0 0 0,1 1 1 0 0,-1-1-1 0 0,0 1 0 0 0,0-1 0 0 0,0 4 1 0 0,-1 5 155 0 0,-1-1 0 0 0,0 0 1 0 0,-5 16-1 0 0,-1-5 168 0 0,-18 33-1 0 0,1-3 117 0 0,20-39-469 0 0,3-8-30 0 0,0 1 1 0 0,0-1 0 0 0,1 1-1 0 0,-2 6 1 0 0,3-9 296 0 0,14-1-147 0 0,-12-1-147 0 0,1 0-1 0 0,-1 0 1 0 0,1 0-1 0 0,-1 0 1 0 0,0 0 0 0 0,1 0-1 0 0,-1 0 1 0 0,0-1-1 0 0,1 0 1 0 0,-1 1-1 0 0,4-3 1 0 0,5-2 19 0 0,1 0 0 0 0,0 1-1 0 0,-1 0 1 0 0,23-4 0 0 0,-17 5-13 0 0,-15 2-16 0 0,1 0 0 0 0,0 0 1 0 0,0 1-1 0 0,0 0 0 0 0,0-1 1 0 0,0 1-1 0 0,0 0 0 0 0,0 1 1 0 0,0-1-1 0 0,0 0 0 0 0,0 1 1 0 0,5 1-1 0 0,-6-1 124 0 0,9-3-23 0 0,7 2-121 0 0,-17 0-44 0 0,10-4-4084 0 0,-3-2 1823 0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20.384"/>
    </inkml:context>
    <inkml:brush xml:id="br0">
      <inkml:brushProperty name="width" value="0.05" units="cm"/>
      <inkml:brushProperty name="height" value="0.05" units="cm"/>
    </inkml:brush>
  </inkml:definitions>
  <inkml:trace contextRef="#ctx0" brushRef="#br0">28 1 455 0 0,'0'0'20320'0'0,"1"1"-19760"0"0,1 10-47 0 0,1-1 0 0 0,-1 1 1 0 0,-1 0-1 0 0,1 0 0 0 0,-2-1 0 0 0,0 15 0 0 0,-11 69 201 0 0,4-39-157 0 0,-13 88 984 0 0,20-133-1411 0 0,0-8-521 0 0,1-7-1056 0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21.053"/>
    </inkml:context>
    <inkml:brush xml:id="br0">
      <inkml:brushProperty name="width" value="0.05" units="cm"/>
      <inkml:brushProperty name="height" value="0.05" units="cm"/>
    </inkml:brush>
  </inkml:definitions>
  <inkml:trace contextRef="#ctx0" brushRef="#br0">1 3 9903 0 0,'0'0'14044'0'0,"2"1"-13649"0"0,4 0-198 0 0,0 0 0 0 0,1 0 0 0 0,-1-1 0 0 0,1 0 1 0 0,-1 0-1 0 0,0-1 0 0 0,8-1 0 0 0,-7 1-74 0 0,-1 0-1 0 0,1 0 1 0 0,-1 1 0 0 0,1 0-1 0 0,-1 0 1 0 0,1 1 0 0 0,-1-1-1 0 0,9 3 1 0 0,-11-2-32 0 0,0 1-1 0 0,0-2 1 0 0,0 1-1 0 0,0 0 1 0 0,0-1 0 0 0,8 0-1 0 0,4 1-340 0 0,-6 0-4977 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21.469"/>
    </inkml:context>
    <inkml:brush xml:id="br0">
      <inkml:brushProperty name="width" value="0.05" units="cm"/>
      <inkml:brushProperty name="height" value="0.05" units="cm"/>
    </inkml:brush>
  </inkml:definitions>
  <inkml:trace contextRef="#ctx0" brushRef="#br0">0 34 10711 0 0,'0'0'2183'0'0,"18"3"2273"0"0,48-20-628 0 0,-52 13-3350 0 0,0 0-1 0 0,1 0 0 0 0,-1 1 0 0 0,1 1 1 0 0,0 1-1 0 0,18-1 0 0 0,-26 3-451 0 0,-3-1 190 0 0,0 0 1 0 0,0 0 0 0 0,0 1 0 0 0,1-1 0 0 0,-1 1 0 0 0,0 0-1 0 0,0 1 1 0 0,0-1 0 0 0,0 1 0 0 0,6 3 0 0 0,-9-5-132 0 0,-8 11-8613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22.835"/>
    </inkml:context>
    <inkml:brush xml:id="br0">
      <inkml:brushProperty name="width" value="0.05" units="cm"/>
      <inkml:brushProperty name="height" value="0.05" units="cm"/>
    </inkml:brush>
  </inkml:definitions>
  <inkml:trace contextRef="#ctx0" brushRef="#br0">0 54 10711 0 0,'0'0'971'0'0,"1"-2"-800"0"0,13-26 13899 0 0,-4 46-13842 0 0,-5-8-214 0 0,-2 0 0 0 0,1 0 0 0 0,-1 0 0 0 0,2 18 0 0 0,4 43-25 0 0,-8-59 16 0 0,2 80 95 0 0,-3-62-81 0 0,1 1 0 0 0,8 44 0 0 0,-6-58 272 0 0,-2-19-276 0 0,-1 0 0 0 0,1 0 0 0 0,-1 0-1 0 0,1 0 1 0 0,0 0 0 0 0,0 0 0 0 0,2-4 0 0 0,0 0 5 0 0,-2 0 0 0 0,0 0 0 0 0,0 0 1 0 0,0 0-1 0 0,-1 0 0 0 0,0 0 0 0 0,0 0 1 0 0,-1 0-1 0 0,0 0 0 0 0,0 0 0 0 0,-3-10 1 0 0,-2-15 54 0 0,-7-40-31 0 0,0-6-13 0 0,-4-21-168 0 0,12 76 122 0 0,-2-6 26 0 0,7 27-17 0 0,-5-6 12 0 0,5 7 26 0 0,1 20-192 0 0,-2 3 136 0 0,1 1 0 0 0,6 40 0 0 0,13 48-63 0 0,0-4 355 0 0,-6-24 436 0 0,-15-63-271 0 0,1-12-2533 0 0,3-16-1593 0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23.356"/>
    </inkml:context>
    <inkml:brush xml:id="br0">
      <inkml:brushProperty name="width" value="0.05" units="cm"/>
      <inkml:brushProperty name="height" value="0.05" units="cm"/>
    </inkml:brush>
  </inkml:definitions>
  <inkml:trace contextRef="#ctx0" brushRef="#br0">17 37 2759 0 0,'-17'5'23003'0'0,"30"-3"-22866"0"0,0-1 0 0 0,-1 0 0 0 0,1-1 0 0 0,0 0 0 0 0,0-1 0 0 0,16-3 0 0 0,2 0-3 0 0,29-3 48 0 0,61-4 268 0 0,-99 9-396 0 0,27-5-1 0 0,-34 3-9 0 0,0 2 0 0 0,0 0 1 0 0,1 1-1 0 0,26 1 0 0 0,-18 1 47 0 0,-20-2-54 0 0,1 1 0 0 0,0 0 0 0 0,-1 1 0 0 0,1-1 0 0 0,8 3 0 0 0,-8-2 31 0 0,0 0 0 0 0,0 0 0 0 0,1-1 0 0 0,6 0 0 0 0,-6 0-7 0 0,0 1 0 0 0,-1-1-1 0 0,11 3 1 0 0,9-1 131 0 0,-24-2-128 0 0,20 3 256 0 0,-16-2-277 0 0,14 2 42 0 0,-18-3 138 0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24.243"/>
    </inkml:context>
    <inkml:brush xml:id="br0">
      <inkml:brushProperty name="width" value="0.05" units="cm"/>
      <inkml:brushProperty name="height" value="0.05" units="cm"/>
    </inkml:brush>
  </inkml:definitions>
  <inkml:trace contextRef="#ctx0" brushRef="#br0">19 119 1375 0 0,'0'0'18524'0'0,"4"-8"-16251"0"0,2-1-1968 0 0,1 1 0 0 0,-1 0 0 0 0,2 0 0 0 0,-1 1 0 0 0,1 0 0 0 0,0 0 0 0 0,1 1 0 0 0,-1 0-1 0 0,1 0 1 0 0,1 1 0 0 0,13-6 0 0 0,-2 2 81 0 0,-13 6-194 0 0,0 0-1 0 0,0 0 1 0 0,9-2-1 0 0,-15 5 81 0 0,-1 1-241 0 0,1-1 0 0 0,0 0 0 0 0,0 0-1 0 0,0 1 1 0 0,-1-1 0 0 0,1 0 0 0 0,0 0 0 0 0,2-1 0 0 0,6 0 24 0 0,-4 1-20 0 0,-4 0-24 0 0,0 0 0 0 0,0 0-1 0 0,0 1 1 0 0,0-1 0 0 0,0 0-1 0 0,0 1 1 0 0,0-1-1 0 0,0 1 1 0 0,0-1 0 0 0,0 1-1 0 0,0 0 1 0 0,-1 0 0 0 0,1 0-1 0 0,2 2 1 0 0,17 8 64 0 0,-13-5-33 0 0,-3 3-20 0 0,-3-5-12 0 0,0 1 0 0 0,0-1 0 0 0,-1 1 1 0 0,0-1-1 0 0,0 1 0 0 0,0-1 0 0 0,0 1 1 0 0,-1 0-1 0 0,1 0 0 0 0,-1-1 0 0 0,0 1 0 0 0,-1 0 1 0 0,1-1-1 0 0,-1 1 0 0 0,0 0 0 0 0,0-1 1 0 0,-4 8-1 0 0,0 1 11 0 0,0-1 0 0 0,-1-1 0 0 0,0 1 0 0 0,-1-1 0 0 0,-1 0 0 0 0,0-1 0 0 0,-18 20 0 0 0,-16 3 72 0 0,28-24 15 0 0,-19 20 0 0 0,17-13-5 0 0,3-2-21 0 0,-1-1 0 0 0,0 0-1 0 0,-1-1 1 0 0,-29 19 0 0 0,26-17 273 0 0,14-10-134 0 0,14-7-104 0 0,8-5-106 0 0,-12 5-11 0 0,-4 2-2 0 0,1 0 0 0 0,0 0 0 0 0,0 0 0 0 0,0 1 1 0 0,0-1-1 0 0,0 1 0 0 0,4-1 0 0 0,1 0 1 0 0,0 0 1 0 0,-1 0-1 0 0,1 1 0 0 0,0 0 0 0 0,0 0 0 0 0,0 1 0 0 0,-1 0 0 0 0,1 0 0 0 0,11 4 0 0 0,21 2-74 0 0,-36-6 64 0 0,0 0-1 0 0,-1 0 1 0 0,1-1-1 0 0,0 0 1 0 0,0 0-1 0 0,4 0 1 0 0,2 1-26 0 0,-3 1 45 0 0,0-1 0 0 0,1 0 0 0 0,-1 0 0 0 0,0-1 0 0 0,0 0 0 0 0,1 0 0 0 0,7-2 0 0 0,52-1 56 0 0,-64 3 30 0 0,0 0 0 0 0,0 0 1 0 0,0 1-1 0 0,0-1 0 0 0,0 1 0 0 0,0-1 1 0 0,0 1-1 0 0,5 2 0 0 0,-6-2 490 0 0,5 4-2405 0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26.107"/>
    </inkml:context>
    <inkml:brush xml:id="br0">
      <inkml:brushProperty name="width" value="0.05" units="cm"/>
      <inkml:brushProperty name="height" value="0.05" units="cm"/>
    </inkml:brush>
  </inkml:definitions>
  <inkml:trace contextRef="#ctx0" brushRef="#br0">0 1 5063 0 0,'0'0'18911'0'0,"1"2"-18590"0"0,5 14 7 0 0,0 0 0 0 0,-2 1 0 0 0,0 0 0 0 0,3 21 0 0 0,1 72-137 0 0,0 1 262 0 0,12 68 18 0 0,-17-156-317 0 0,1 33 1 0 0,-4-55 29 0 0,1 16 299 0 0,-3-8-464 0 0,-5 12-93 0 0,6-20-647 0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26.493"/>
    </inkml:context>
    <inkml:brush xml:id="br0">
      <inkml:brushProperty name="width" value="0.05" units="cm"/>
      <inkml:brushProperty name="height" value="0.05" units="cm"/>
    </inkml:brush>
  </inkml:definitions>
  <inkml:trace contextRef="#ctx0" brushRef="#br0">0 11 5063 0 0,'2'14'14664'0'0,"0"-15"-14446"0"0,-1 0 0 0 0,1 1-1 0 0,-1-1 1 0 0,1 0-1 0 0,0 0 1 0 0,-1 0 0 0 0,1 0-1 0 0,-1 0 1 0 0,2-3 0 0 0,-2 3-128 0 0,0 0 0 0 0,0 0 0 0 0,1 0 0 0 0,-1 0 0 0 0,0 0 1 0 0,0 1-1 0 0,0-1 0 0 0,0 0 0 0 0,1 0 0 0 0,-1 1 0 0 0,0-1 0 0 0,1 1 0 0 0,-1-1 1 0 0,1 1-1 0 0,-1 0 0 0 0,0-1 0 0 0,1 1 0 0 0,-1 0 0 0 0,1 0 0 0 0,2 0 0 0 0,8 3 295 0 0,-8-2-272 0 0,0 0 0 0 0,0 0 0 0 0,0-1 0 0 0,0 1 0 0 0,0-1 0 0 0,0 0 0 0 0,0 0 0 0 0,8-1 0 0 0,-7 0-35 0 0,-1 1 1 0 0,1-1-1 0 0,0 1 0 0 0,0 0 1 0 0,-1 0-1 0 0,1 1 0 0 0,0-1 1 0 0,6 3-1 0 0,-7-3-7 0 0,0 1 1 0 0,0-1-1 0 0,0 1 1 0 0,0-1-1 0 0,0 0 0 0 0,5-1 1 0 0,-5 0-11 0 0,0 1 1 0 0,1 0-1 0 0,-1 0 0 0 0,0 0 1 0 0,8 2-1 0 0,-9-2-38 0 0,-1 0 0 0 0,1 1 1 0 0,0-1-1 0 0,0 0 0 0 0,-1 0 0 0 0,1-1 0 0 0,0 1 0 0 0,0-1 0 0 0,3 0 1 0 0,-3 0 2 0 0,0 0 1 0 0,-1 1 0 0 0,1-1-1 0 0,0 1 1 0 0,0 0 0 0 0,-1 0 0 0 0,1 0-1 0 0,0 0 1 0 0,5 1 0 0 0,-3 0 18 0 0,0 0 1 0 0,1-1-1 0 0,-1 1 0 0 0,0-1 1 0 0,9-2-1 0 0,15 2 7 0 0,2 0 287 0 0,-13-1-3437 0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26.983"/>
    </inkml:context>
    <inkml:brush xml:id="br0">
      <inkml:brushProperty name="width" value="0.05" units="cm"/>
      <inkml:brushProperty name="height" value="0.05" units="cm"/>
    </inkml:brush>
  </inkml:definitions>
  <inkml:trace contextRef="#ctx0" brushRef="#br0">30 7 1375 0 0,'-19'-7'25960'0'0,"18"11"-26096"0"0,2 122 788 0 0,1-55-525 0 0,-2-8-37 0 0,1-7 79 0 0,-11 107 1 0 0,7-140-47 0 0,2 33 1 0 0,1-43-83 0 0,0-6 7 0 0,0-1 0 0 0,1 1-1 0 0,0-1 1 0 0,2 12 0 0 0,4 15 121 0 0,-6-32-93 0 0,0-1 11 0 0,0 0-183 0 0,1 0 0 0 0,0-1 1 0 0,-1 1-1 0 0,1-1 0 0 0,-1 1 1 0 0,1-1-1 0 0,-1 0 0 0 0,1 1 1 0 0,-1-1-1 0 0,1 0 0 0 0,-1 0 1 0 0,0 0-1 0 0,0 0 0 0 0,1 0 0 0 0,-1-1 1 0 0,0 1-1 0 0,0 0 0 0 0,0 0 1 0 0,0-1-1 0 0,0 1 0 0 0,-1-1 1 0 0,1 1-1 0 0,0-1 0 0 0,0 1 1 0 0,0-3-1 0 0,1-1-1544 0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27.538"/>
    </inkml:context>
    <inkml:brush xml:id="br0">
      <inkml:brushProperty name="width" value="0.05" units="cm"/>
      <inkml:brushProperty name="height" value="0.05" units="cm"/>
    </inkml:brush>
  </inkml:definitions>
  <inkml:trace contextRef="#ctx0" brushRef="#br0">31 0 14711 0 0,'0'0'12719'0'0,"0"2"-12522"0"0,2 3-62 0 0,-1 0 1 0 0,0 1-1 0 0,0-1 1 0 0,-1 1-1 0 0,0-1 0 0 0,0 0 1 0 0,0 1-1 0 0,-1 8 1 0 0,-3 6 42 0 0,-7 20 0 0 0,7-25-68 0 0,0 0 0 0 0,-3 25 0 0 0,6-24-82 0 0,-1-9-5 0 0,1 1-1 0 0,0 0 0 0 0,1 0 0 0 0,1 13 0 0 0,7 4-24 0 0,-6-20-11 0 0,6 8-22 0 0,-4-11 5 0 0,-1-1 22 0 0,11 7 6 0 0,-9-8 5 0 0,-3-1 7 0 0,1 0-16 0 0,1 1 0 0 0,0-1 0 0 0,0 0 0 0 0,-1 0 0 0 0,1 0 0 0 0,0 0 0 0 0,-1-1 0 0 0,1 1 0 0 0,-1-1-1 0 0,1 0 1 0 0,-1 0 0 0 0,4-4 0 0 0,0 1-1030 0 0,-2-1-1 0 0,1-1 1 0 0,0 1-1 0 0,6-13 0 0 0,-5 9-7896 0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27.906"/>
    </inkml:context>
    <inkml:brush xml:id="br0">
      <inkml:brushProperty name="width" value="0.05" units="cm"/>
      <inkml:brushProperty name="height" value="0.05" units="cm"/>
    </inkml:brush>
  </inkml:definitions>
  <inkml:trace contextRef="#ctx0" brushRef="#br0">39 7 2303 0 0,'-3'-7'9036'0'0,"-4"9"-3895"0"0,6-2-4692 0 0,0 0 0 0 0,0 1 0 0 0,0-1 0 0 0,1 0 0 0 0,-1 0 0 0 0,0 0 0 0 0,0 0 0 0 0,0 1 0 0 0,0-1 0 0 0,1 0 0 0 0,-1 1 0 0 0,-1 0-1 0 0,-9 17 910 0 0,11-17-753 0 0,-1 1-498 0 0,3 17-97 0 0,-1-17-64 0 0,0-1-5 0 0,0 0 64 0 0,0 0 0 0 0,0 0 0 0 0,0 0 0 0 0,0-1 0 0 0,0 1 0 0 0,0 0 0 0 0,0-1 0 0 0,0 1 0 0 0,0-1 0 0 0,0 1 0 0 0,1-1 0 0 0,-1 0 0 0 0,0 1 0 0 0,0-1 0 0 0,0 0 0 0 0,1 0 0 0 0,1 0 0 0 0,4 1 84 0 0,-6-1-86 0 0,-1 1 0 0 0,1-1 1 0 0,0 0-1 0 0,0 1 1 0 0,-1-1-1 0 0,1 0 0 0 0,0 0 1 0 0,0 0-1 0 0,0 0 0 0 0,-1 0 1 0 0,1 0-1 0 0,0 0 0 0 0,0 0 1 0 0,0 0-1 0 0,-1 0 0 0 0,1 0 1 0 0,0 0-1 0 0,0-1 0 0 0,0 1 1 0 0,-1 0-1 0 0,1-1 0 0 0,0 1 1 0 0,-1 0-1 0 0,1-1 0 0 0,1 0 1 0 0,0-1 19 0 0,-1 2 405 0 0,1-1-229 0 0,-1 0-96 0 0,0 0 0 0 0,0-1-1 0 0,0 1 1 0 0,0 0 0 0 0,0-1 0 0 0,0 1-1 0 0,-1-1 1 0 0,1 1 0 0 0,0-1 0 0 0,-1 1-1 0 0,1-1 1 0 0,-1 0 0 0 0,0 1 0 0 0,1-4 1178 0 0,-16-2-289 0 0,13 7-916 0 0,-1 0 0 0 0,1 0 0 0 0,0 1 0 0 0,-1-1 0 0 0,1 1 0 0 0,-1-1 0 0 0,1 1 0 0 0,0 0 0 0 0,-1 0 0 0 0,1 0 0 0 0,-3 2 0 0 0,3-2-55 0 0,0 0 1 0 0,0 0-1 0 0,0 0 0 0 0,0 0 1 0 0,0 0-1 0 0,0 1 0 0 0,1-1 1 0 0,-1 1-1 0 0,0-1 0 0 0,-1 3 1 0 0,2-2-132 0 0,1-1 1 0 0,-1 1 0 0 0,1-1 0 0 0,-1 1-1 0 0,1-1 1 0 0,-1 1 0 0 0,1 0-1 0 0,0-1 1 0 0,-1 3 0 0 0,1 1-960 0 0,-2 7-76 0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28.814"/>
    </inkml:context>
    <inkml:brush xml:id="br0">
      <inkml:brushProperty name="width" value="0.05" units="cm"/>
      <inkml:brushProperty name="height" value="0.05" units="cm"/>
    </inkml:brush>
  </inkml:definitions>
  <inkml:trace contextRef="#ctx0" brushRef="#br0">1 0 3679 0 0,'0'0'167'0'0,"-1"29"24852"0"0,4-24-28094 0 0,39 5 4348 0 0,13-15-584 0 0,-42 3-622 0 0,0 1-1 0 0,0 0 0 0 0,19 1 1 0 0,-6 0-5 0 0,-22-1-40 0 0,0 1 0 0 0,0 0 0 0 0,-1 0 0 0 0,1 0 0 0 0,0 0 0 0 0,0 1 0 0 0,-1-1 0 0 0,1 1 0 0 0,0 0 0 0 0,-1 0 0 0 0,1 0 0 0 0,6 4 0 0 0,-9-5-342 0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29.180"/>
    </inkml:context>
    <inkml:brush xml:id="br0">
      <inkml:brushProperty name="width" value="0.05" units="cm"/>
      <inkml:brushProperty name="height" value="0.05" units="cm"/>
    </inkml:brush>
  </inkml:definitions>
  <inkml:trace contextRef="#ctx0" brushRef="#br0">0 45 1839 0 0,'0'0'83'0'0,"2"0"560"0"0,53-12 14282 0 0,1-3-8839 0 0,-54 14-6038 0 0,21-4 946 0 0,-1 0-1 0 0,1 2 0 0 0,0 1 1 0 0,30 1-1 0 0,-52 1-617 0 0,3 26-8660 0 0,-6-12 5248 0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32.713"/>
    </inkml:context>
    <inkml:brush xml:id="br0">
      <inkml:brushProperty name="width" value="0.05" units="cm"/>
      <inkml:brushProperty name="height" value="0.05" units="cm"/>
    </inkml:brush>
  </inkml:definitions>
  <inkml:trace contextRef="#ctx0" brushRef="#br0">0 52 9215 0 0,'1'-3'422'0'0,"3"-17"335"0"0,6-8 13991 0 0,-7 32-14733 0 0,0 1 0 0 0,0 0 1 0 0,-1 0-1 0 0,0 1 0 0 0,0-1 1 0 0,0 0-1 0 0,-1 1 0 0 0,0-1 1 0 0,1 8-1 0 0,4 56 13 0 0,-6-56 27 0 0,3 84 21 0 0,2 44-83 0 0,-4-132 18 0 0,0 0 56 0 0,-4-17 60 0 0,-3-18 52 0 0,-4-25-212 0 0,5 27 11 0 0,-2-30 0 0 0,1 3 184 0 0,3 29-96 0 0,0-25-1 0 0,0 20-137 0 0,1 18 67 0 0,1-1 1 0 0,0 1-1 0 0,1-12 0 0 0,1 44-7 0 0,2-1 0 0 0,1 1-1 0 0,8 31 1 0 0,7 32 72 0 0,-14-30-103 0 0,-1 66 1 0 0,-5-106 720 0 0,0-11-978 0 0,-1-11-3433 0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33.273"/>
    </inkml:context>
    <inkml:brush xml:id="br0">
      <inkml:brushProperty name="width" value="0.05" units="cm"/>
      <inkml:brushProperty name="height" value="0.05" units="cm"/>
    </inkml:brush>
  </inkml:definitions>
  <inkml:trace contextRef="#ctx0" brushRef="#br0">24 6 3223 0 0,'-2'1'8942'0'0,"-12"2"-2149"0"0,7 0-2972 0 0,14-3-496 0 0,7 0-3330 0 0,35 3 602 0 0,23 3-62 0 0,-52-4-341 0 0,0-1 1 0 0,0-1-1 0 0,40-5 0 0 0,-2 0-3 0 0,30-2-50 0 0,-58 3-100 0 0,0 2 0 0 0,0 0 0 0 0,40 5 0 0 0,-63-2-86 0 0,4 0 104 0 0,0 1 0 0 0,17 4 0 0 0,-2 2 320 0 0,-40-7-1704 0 0,10 0-299 0 0,1 0-1 0 0,-1 0 0 0 0,1 0 0 0 0,0 0 0 0 0,-1 1 0 0 0,1 0 0 0 0,-4 2 0 0 0,-4 5-2147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34.033"/>
    </inkml:context>
    <inkml:brush xml:id="br0">
      <inkml:brushProperty name="width" value="0.05" units="cm"/>
      <inkml:brushProperty name="height" value="0.05" units="cm"/>
    </inkml:brush>
  </inkml:definitions>
  <inkml:trace contextRef="#ctx0" brushRef="#br0">1 77 1839 0 0,'3'-3'348'0'0,"6"-6"7524"0"0,1 1 265 0 0,-3-1-5035 0 0,-5 7-2758 0 0,-1 0 0 0 0,1 0-1 0 0,0 0 1 0 0,0 0 0 0 0,0 0-1 0 0,0 1 1 0 0,0-1 0 0 0,0 0-1 0 0,4-1 1 0 0,3-2-223 0 0,1 1 0 0 0,0 0-1 0 0,0 1 1 0 0,1 0 0 0 0,-1 0-1 0 0,1 1 1 0 0,-1 1 0 0 0,1 0 0 0 0,0 0-1 0 0,-1 1 1 0 0,1 0 0 0 0,0 1-1 0 0,-1 0 1 0 0,12 3 0 0 0,-18-3-77 0 0,0 1 1 0 0,0 0 0 0 0,0 0-1 0 0,-1 0 1 0 0,1 0-1 0 0,6 5 1 0 0,-10-7-43 0 0,1 1 185 0 0,2 10 0 0 0,-1-7-146 0 0,-1 0 1 0 0,0 0 0 0 0,-1 0 0 0 0,1 0-1 0 0,-1 1 1 0 0,0-1 0 0 0,0 0-1 0 0,0 0 1 0 0,0 0 0 0 0,-1 0 0 0 0,1 1-1 0 0,-1-1 1 0 0,0 0 0 0 0,-1 0-1 0 0,1 0 1 0 0,-1-1 0 0 0,1 1 0 0 0,-1 0-1 0 0,-1 0 1 0 0,-2 4 0 0 0,-9 15 124 0 0,-14 24 69 0 0,25-43-199 0 0,-1 1 0 0 0,1-1 0 0 0,-1 0 0 0 0,0-1 0 0 0,0 1 0 0 0,-1 0 0 0 0,-7 4 0 0 0,7-5-1 0 0,1 0-1 0 0,-1 1 1 0 0,1 0-1 0 0,-5 5 1 0 0,7-6-19 0 0,0-1-1 0 0,0 1 1 0 0,0-1 0 0 0,-1 0-1 0 0,1 0 1 0 0,-1 0 0 0 0,1 0-1 0 0,-1 0 1 0 0,0-1 0 0 0,1 1 0 0 0,-1-1-1 0 0,0 0 1 0 0,0 1 0 0 0,0-1-1 0 0,-6 1 1 0 0,7-2 0 0 0,-5 1 29 0 0,-11 7 139 0 0,16-7-167 0 0,0 0-9 0 0,1-1 0 0 0,0 1 0 0 0,0-1-1 0 0,-1 1 1 0 0,1 0 0 0 0,0 0 0 0 0,0-1 0 0 0,0 1 0 0 0,0 0 0 0 0,0 0 0 0 0,0 0-1 0 0,0 1 1 0 0,0-1 0 0 0,0 0 0 0 0,0 0 0 0 0,1 0 0 0 0,-1 1 0 0 0,0-1-1 0 0,1 0 1 0 0,-1 0 0 0 0,1 1 0 0 0,-1-1 0 0 0,1 1 0 0 0,0 1 0 0 0,-1-1 45 0 0,3-2 0 0 0,14-2-132 0 0,34-1 0 0 0,-40 4 81 0 0,0-2-1 0 0,0 1 1 0 0,20-5-1 0 0,-13 0 7 0 0,-6 2-7 0 0,1 0 0 0 0,12-1 1 0 0,-20 4-2 0 0,0 0-1 0 0,0 0 1 0 0,-1 0 0 0 0,1 0 0 0 0,0 0 0 0 0,-1 1 0 0 0,1 0 0 0 0,0 0 0 0 0,-1 0 0 0 0,7 3 0 0 0,26 11 0 0 0,-33-14 0 0 0,-1-1 0 0 0,1 1 0 0 0,0-1 0 0 0,0 0 0 0 0,0 1 0 0 0,0-1 0 0 0,0-1 0 0 0,-1 1 0 0 0,1 0 0 0 0,0-1 0 0 0,3 0 0 0 0,-5 1 0 0 0,0 0 0 0 0,0 0 0 0 0,0 0 0 0 0,0 0 0 0 0,0 0 0 0 0,0 0 0 0 0,0 0 0 0 0,1 0 0 0 0,-1 1 0 0 0,0-1 0 0 0,0 0 0 0 0,0 1-1 0 0,0-1 1 0 0,1 1 0 0 0,4 2 20 0 0,-4-3 265 0 0,13 6 1472 0 0,-19-9-1761 0 0,3 2-38 0 0,0 0 0 0 0,0 0 0 0 0,0 1 0 0 0,-1-1-1 0 0,1 0 1 0 0,0 1 0 0 0,0-1 0 0 0,-1 1 0 0 0,1 0 0 0 0,-3-1-1 0 0,-2 1-2657 0 0,4 6 346 0 0,-8 20-116 0 0,2-4-23 0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35.173"/>
    </inkml:context>
    <inkml:brush xml:id="br0">
      <inkml:brushProperty name="width" value="0.05" units="cm"/>
      <inkml:brushProperty name="height" value="0.05" units="cm"/>
    </inkml:brush>
  </inkml:definitions>
  <inkml:trace contextRef="#ctx0" brushRef="#br0">1 11 10711 0 0,'0'0'11475'0'0,"1"-1"-10999"0"0,22-3 280 0 0,0 1 0 0 0,0 1 1 0 0,40 1-1 0 0,23 3-61 0 0,6 0 18 0 0,24 1 91 0 0,-90-3-696 0 0,-15 1-63 0 0,-9 0-39 0 0,0-1 0 0 0,0 0 0 0 0,0 1 1 0 0,0-1-1 0 0,0 0 0 0 0,0 0 1 0 0,0 0-1 0 0,0-1 0 0 0,1 1 0 0 0,-1-1 1 0 0,0 1-1 0 0,0-1 0 0 0,0 1 0 0 0,3-3 1 0 0,-4 3 46 0 0,-6 10-6941 0 0,0 1 4759 0 0,-1 3-14 0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36.685"/>
    </inkml:context>
    <inkml:brush xml:id="br0">
      <inkml:brushProperty name="width" value="0.05" units="cm"/>
      <inkml:brushProperty name="height" value="0.05" units="cm"/>
    </inkml:brush>
  </inkml:definitions>
  <inkml:trace contextRef="#ctx0" brushRef="#br0">1 1 14047 0 0,'0'0'5306'0'0,"5"7"-4140"0"0,21 23 745 0 0,-26-28-1814 0 0,1 0-1 0 0,34 65 288 0 0,-30-51-320 0 0,0 0 1 0 0,0 0-1 0 0,-2 0 0 0 0,0 1 0 0 0,1 18 0 0 0,-3-22-46 0 0,14 71 99 0 0,-6-47-74 0 0,-2 2-1 0 0,3 74 1 0 0,-6-23 85 0 0,6 22-75 0 0,-9-41-8 0 0,0 12-15 0 0,2 13 226 0 0,1-13-256 0 0,-4-53 64 0 0,0 7 256 0 0,0-35-256 0 0,0 9 0 0 0,-1 1-61 0 0,1-8 13 0 0,0 0-1 0 0,0-1 1 0 0,0 1-1 0 0,0 0 1 0 0,0 0 0 0 0,1 0-1 0 0,1 6 1 0 0,0-3 26 0 0,-1 0 1 0 0,-1-1-1 0 0,1 1 0 0 0,-1 10 0 0 0,0-3-12 0 0,-1 6-45 0 0,2 36 21 0 0,0-46-6 0 0,1 22 0 0 0,-2-20 0 0 0,-3 15 21 0 0,2-24-14 0 0,1 0 1 0 0,0-1 0 0 0,-1 1 0 0 0,1-1-1 0 0,1 1 1 0 0,-1 4 0 0 0,0 34 45 0 0,-1-15-53 0 0,3 128 128 0 0,-5-87-17 0 0,-2 32 34 0 0,4-40 124 0 0,-3-5-55 0 0,4-53-161 0 0,0 56 2314 0 0,0-57-2325 0 0,1-1-41 0 0,-1 1 0 0 0,1-1 0 0 0,0 1 0 0 0,-1-1 1 0 0,1 1-1 0 0,0 0 0 0 0,-1-1 0 0 0,1 1 0 0 0,0 0 0 0 0,0 0 0 0 0,-1-1 0 0 0,1 1 0 0 0,0 0 0 0 0,0 0 0 0 0,-1 0 1 0 0,1 0-1 0 0,0 0 0 0 0,0 0 0 0 0,-1 0 0 0 0,2 0 0 0 0,18 3-1 0 0,-18-2 0 0 0,0 0 0 0 0,0-1 0 0 0,0 1 0 0 0,0-1 0 0 0,0 0 0 0 0,0 0 0 0 0,0 0 0 0 0,1 0 0 0 0,-1 0 0 0 0,0 0 0 0 0,0 0 0 0 0,3-1 0 0 0,1-2 0 0 0,-3 2 0 0 0,-1 1 0 0 0,1-1 0 0 0,0 0 0 0 0,0 1 0 0 0,-1-1 0 0 0,1 1 0 0 0,0 0 0 0 0,4 0 0 0 0,15 3 0 0 0,-18-2 0 0 0,-1 0 0 0 0,1-1 0 0 0,-1 1 0 0 0,1-1 0 0 0,0 0 0 0 0,5-1 0 0 0,5-1 0 0 0,-10 2 0 0 0,-1 0 0 0 0,1-1 0 0 0,0 0 0 0 0,-1 0 0 0 0,1 0 0 0 0,0 0 0 0 0,-1 0 0 0 0,1-1 0 0 0,-1 1 0 0 0,0-1 0 0 0,4-3 0 0 0,-5 4 0 0 0,0-1 0 0 0,0 1 0 0 0,0-1 0 0 0,0 0 0 0 0,0 1 0 0 0,1 0 0 0 0,-1-1 0 0 0,0 1 0 0 0,1 0 0 0 0,-1 0 0 0 0,1 1 0 0 0,-1-1 0 0 0,1 0 0 0 0,3 0 0 0 0,-1 0 0 0 0,1 0 1 0 0,-1-1-1 0 0,0 0 0 0 0,0 0 0 0 0,0 0 0 0 0,7-5 1 0 0,-2 2 8 0 0,-10 5-6 0 0,1 0 0 0 0,-1-1 0 0 0,0 1 0 0 0,1 0 0 0 0,-1 0 0 0 0,1-1 0 0 0,-1 1 0 0 0,1 0 0 0 0,-1 0 0 0 0,1 0 0 0 0,-1 0 0 0 0,1-1 0 0 0,-1 1 0 0 0,0 0 1 0 0,1 0-1 0 0,-1 0 0 0 0,1 0 0 0 0,-1 0 0 0 0,1 0 0 0 0,-1 0 0 0 0,1 1 0 0 0,-1-1 0 0 0,1 0 0 0 0,-1 0 0 0 0,1 0 0 0 0,-1 0 0 0 0,1 1 0 0 0,-1-1 0 0 0,0 0 0 0 0,1 1 0 0 0,1 0 9 0 0,7-1 0 0 0,-8 0-14 0 0,7 5 14 0 0,-7-4 105 0 0,12 15-1541 0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37.943"/>
    </inkml:context>
    <inkml:brush xml:id="br0">
      <inkml:brushProperty name="width" value="0.05" units="cm"/>
      <inkml:brushProperty name="height" value="0.05" units="cm"/>
    </inkml:brush>
  </inkml:definitions>
  <inkml:trace contextRef="#ctx0" brushRef="#br0">118 30 455 0 0,'-3'-2'1566'0'0,"0"-1"0"0"0,-1 0 0 0 0,1 1 0 0 0,0-1 0 0 0,-1 1-1 0 0,1 0 1 0 0,-1 0 0 0 0,0 1 0 0 0,-7-3 0 0 0,3 2 29 0 0,1 0 1 0 0,-1 1 0 0 0,1 1 0 0 0,-11-1-1 0 0,17 1-984 0 0,-13 2 1064 0 0,8-1-747 0 0,12 0-518 0 0,29-1-399 0 0,73 3-11 0 0,1 2 128 0 0,-76-4 24 0 0,-42 2-75 0 0,-1 0 0 0 0,1-1-1 0 0,-1 0 1 0 0,-10 0 0 0 0,-117 7-602 0 0,120-10 487 0 0,-26-4 0 0 0,12 1 28 0 0,23 3-58 0 0,5 0-58 0 0,4 1-9 0 0,14-1 80 0 0,15-3 35 0 0,57 0 0 0 0,-45 7-2 0 0,-26-2-5 0 0,25 0-1 0 0,-8-2 488 0 0,37 4 0 0 0,-84-5-1023 0 0,11 1 356 0 0,1 1-1 0 0,-1-1 1 0 0,0 1 0 0 0,1 0 0 0 0,-1 0 0 0 0,-5 0 0 0 0,3 1-596 0 0,0 0 1 0 0,0 1 0 0 0,0 0-1 0 0,0 0 1 0 0,0 0 0 0 0,0 0-1 0 0,1 1 1 0 0,-7 3 0 0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38.849"/>
    </inkml:context>
    <inkml:brush xml:id="br0">
      <inkml:brushProperty name="width" value="0.05" units="cm"/>
      <inkml:brushProperty name="height" value="0.05" units="cm"/>
    </inkml:brush>
  </inkml:definitions>
  <inkml:trace contextRef="#ctx0" brushRef="#br0">184 0 10711 0 0,'8'2'13832'0'0,"-9"5"-13597"0"0,-1 1 0 0 0,0-1-1 0 0,0 0 1 0 0,-1 0 0 0 0,1-1-1 0 0,-2 1 1 0 0,1-1 0 0 0,-6 9 0 0 0,2-3-60 0 0,-26 41-47 0 0,18-30-153 0 0,-19 37 1 0 0,17-18 183 0 0,-16 50 0 0 0,27-68-110 0 0,0-1-1 0 0,-4 43 1 0 0,7 67-316 0 0,4-77 183 0 0,-1-40 120 0 0,0 1-1 0 0,1-1 1 0 0,1 1-1 0 0,1-1 1 0 0,0 1-1 0 0,1-1 1 0 0,1 0 0 0 0,9 22-1 0 0,0-7-2 0 0,-3-8 49 0 0,0 1 1 0 0,28 41-1 0 0,-32-58-71 0 0,-6-5 42 0 0,1-1 11 0 0,4 3 5 0 0,-1 1 0 0 0,10 11-1 0 0,-5-7 46 0 0,0 2 178 0 0,16 19 0 0 0,-3 2 1823 0 0,-22-31-2291 0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39.769"/>
    </inkml:context>
    <inkml:brush xml:id="br0">
      <inkml:brushProperty name="width" value="0.05" units="cm"/>
      <inkml:brushProperty name="height" value="0.05" units="cm"/>
    </inkml:brush>
  </inkml:definitions>
  <inkml:trace contextRef="#ctx0" brushRef="#br0">57 0 4143 0 0,'0'0'191'0'0,"-7"3"1411"0"0,4-3 1425 0 0,-8-1 4671 0 0,9 1-7457 0 0,1 0 1 0 0,-1 0 0 0 0,1 0 0 0 0,0 0-1 0 0,-1 1 1 0 0,1-1 0 0 0,0 1 0 0 0,-1-1 0 0 0,1 1-1 0 0,0-1 1 0 0,-1 1 0 0 0,1 0 0 0 0,0-1-1 0 0,-3 4 1834 0 0,3-4-1950 0 0,1 0-1 0 0,0 1 1 0 0,-1-1-1 0 0,1 0 0 0 0,-1 1 1 0 0,1-1-1 0 0,0 0 1 0 0,-1 1-1 0 0,1-1 0 0 0,-1 0 1 0 0,1 0-1 0 0,-1 0 1 0 0,1 1-1 0 0,-1-1 0 0 0,1 0 1 0 0,-1 0-1 0 0,1 0 0 0 0,-1 0 1 0 0,-2 1 2220 0 0,11 0-1551 0 0,86 1-90 0 0,-25 8-333 0 0,-21-2-214 0 0,-16-5-154 0 0,47-3 0 0 0,-52-1-7 0 0,0 1 1 0 0,49 7-1 0 0,-63-6 50 0 0,1 0-1 0 0,-1-1 1 0 0,1 0 0 0 0,0-1 0 0 0,13-3-1 0 0,32-2 202 0 0,5 10-75 0 0,-57-4-135 0 0,-3 3-79 0 0,-3-3 79 0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40.580"/>
    </inkml:context>
    <inkml:brush xml:id="br0">
      <inkml:brushProperty name="width" value="0.05" units="cm"/>
      <inkml:brushProperty name="height" value="0.05" units="cm"/>
    </inkml:brush>
  </inkml:definitions>
  <inkml:trace contextRef="#ctx0" brushRef="#br0">18 51 11951 0 0,'-6'-5'11516'0'0,"6"5"-11461"0"0,0 0 0 0 0,0-1-1 0 0,-1 1 1 0 0,1 0 0 0 0,0-1-1 0 0,0 1 1 0 0,0-1 0 0 0,0 1-1 0 0,0-1 1 0 0,-1 1 0 0 0,1 0 0 0 0,0-1-1 0 0,0 1 1 0 0,0-1 0 0 0,0 1-1 0 0,0-1 1 0 0,0 1 0 0 0,1 0 0 0 0,-1-1-1 0 0,0 1 1 0 0,0-1 0 0 0,0 1-1 0 0,0-1 1 0 0,0 1 0 0 0,1 0-1 0 0,-1-1 1 0 0,0 1 0 0 0,1-1 0 0 0,12-11 242 0 0,-7 8-266 0 0,-1 1-1 0 0,1 0 0 0 0,0 1 1 0 0,6-3-1 0 0,-9 3 2 0 0,2 0-6 0 0,11 1 92 0 0,-12 1-98 0 0,-1 0 0 0 0,1 0 1 0 0,-1 0-1 0 0,1 1 0 0 0,-1-1 0 0 0,1 1 0 0 0,-1 0 0 0 0,1 0 0 0 0,-1 0 0 0 0,0 0 1 0 0,0 0-1 0 0,1 1 0 0 0,-1 0 0 0 0,0 0 0 0 0,3 2 0 0 0,-5-3 1 0 0,1 1 0 0 0,-1-1 0 0 0,0 1 0 0 0,0 0 0 0 0,0 0 0 0 0,1 0 0 0 0,-2 0-1 0 0,1 0 1 0 0,0 0 0 0 0,0 0 0 0 0,-1 0 0 0 0,1 0 0 0 0,-1 0 0 0 0,1 0 0 0 0,-1 0 0 0 0,0 0 0 0 0,0 0-1 0 0,0 3 1 0 0,-1 3 55 0 0,0 0 0 0 0,-1 0 1 0 0,0 0-1 0 0,-1 0 0 0 0,0-1 0 0 0,0 1 0 0 0,0-1 0 0 0,-1 1 0 0 0,-7 9 0 0 0,7-12 4 0 0,0 0 0 0 0,0-1 0 0 0,0 0 0 0 0,0 0 0 0 0,-11 7 0 0 0,9-7-36 0 0,0 1 0 0 0,1 0 0 0 0,-7 6 0 0 0,9-7-8 0 0,0-1 0 0 0,-1 0-1 0 0,1 0 1 0 0,-1 0 0 0 0,-5 4 0 0 0,7-6-6 0 0,1 0 1 0 0,-1-1 0 0 0,0 1 0 0 0,1 0 0 0 0,-1 0 0 0 0,0-1 0 0 0,0 1-1 0 0,1-1 1 0 0,-1 0 0 0 0,0 1 0 0 0,0-1 0 0 0,0 0 0 0 0,0 0-1 0 0,1 0 1 0 0,-4-1 0 0 0,4 1 68 0 0,8 0-403 0 0,19-6 480 0 0,-22 5-173 0 0,0 0 0 0 0,0 0 0 0 0,0 0-1 0 0,0 1 1 0 0,0-1 0 0 0,0 1 0 0 0,0 0-1 0 0,6 0 1 0 0,14 1-15 0 0,-20-2 2 0 0,-1 1-1 0 0,0 0 0 0 0,0 0 0 0 0,1 0 0 0 0,-1 1 0 0 0,3 0 0 0 0,-4-1 18 0 0,0 1 0 0 0,0-1 0 0 0,0 0 0 0 0,0 0 0 0 0,0 0 0 0 0,0 0 1 0 0,0 0-1 0 0,3-1 0 0 0,-3 0 8 0 0,-1 1 0 0 0,0 0 0 0 0,1-1 1 0 0,-1 1-1 0 0,1 0 0 0 0,-1 0 0 0 0,0 0 0 0 0,1 0 1 0 0,-1 0-1 0 0,0 0 0 0 0,1 1 0 0 0,-1-1 1 0 0,0 0-1 0 0,1 1 0 0 0,-1-1 0 0 0,0 1 0 0 0,1-1 1 0 0,-1 1-1 0 0,2 1 0 0 0,13 7 1830 0 0,-15-11-2341 0 0,2-3 65 0 0,6-10-353 0 0,0 6-4471 0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41.136"/>
    </inkml:context>
    <inkml:brush xml:id="br0">
      <inkml:brushProperty name="width" value="0.05" units="cm"/>
      <inkml:brushProperty name="height" value="0.05" units="cm"/>
    </inkml:brush>
  </inkml:definitions>
  <inkml:trace contextRef="#ctx0" brushRef="#br0">192 7 16327 0 0,'0'0'1635'0'0,"-4"2"-1494"0"0,-16 3 25 0 0,20-5-131 0 0,-1 0 0 0 0,1 0 0 0 0,-1 0 0 0 0,1 0 0 0 0,0 0 0 0 0,-1 0 1 0 0,1 0-1 0 0,0 0 0 0 0,-1 0 0 0 0,1 0 0 0 0,-1 0 0 0 0,1 0 1 0 0,0-1-1 0 0,-1 1 0 0 0,1 0 0 0 0,0 0 0 0 0,-3-2 2258 0 0,-6-4 184 0 0,6 5-2347 0 0,-1 0-1 0 0,0 0 0 0 0,0 0 0 0 0,0 1 0 0 0,0 0 1 0 0,1 0-1 0 0,-1 0 0 0 0,0 0 0 0 0,0 0 0 0 0,0 1 1 0 0,0 0-1 0 0,1-1 0 0 0,-1 1 0 0 0,0 1 0 0 0,1-1 0 0 0,-1 1 1 0 0,1-1-1 0 0,-1 1 0 0 0,1 0 0 0 0,-6 5 0 0 0,2-2-104 0 0,1-1 0 0 0,0 2 0 0 0,1-1 0 0 0,-1 1 0 0 0,1 0 0 0 0,0 0 0 0 0,1 0 0 0 0,0 1 0 0 0,-7 12 0 0 0,10-18-25 0 0,0 1 0 0 0,0 0 0 0 0,1 0 0 0 0,-1 0 0 0 0,0 0 0 0 0,1 0 0 0 0,-1 0 0 0 0,1 0 0 0 0,0 0 0 0 0,-1 0 0 0 0,1 2 0 0 0,0 2 0 0 0,0-5-8 0 0,0 1 1 0 0,0-1-1 0 0,0 1 0 0 0,0-1 0 0 0,0 1 0 0 0,0-1 1 0 0,0 1-1 0 0,0-1 0 0 0,0 0 0 0 0,1 1 1 0 0,-1-1-1 0 0,0 1 0 0 0,1-1 0 0 0,0 2 1 0 0,2 3-29 0 0,-3-4 32 0 0,1 0 0 0 0,0 0 0 0 0,0 0 0 0 0,0 0 0 0 0,0 0 0 0 0,0 0 0 0 0,1 0 0 0 0,-1 0 0 0 0,0 0-1 0 0,1 0 1 0 0,0 0 0 0 0,-1-1 0 0 0,4 3 0 0 0,29 15 160 0 0,-12-7-308 0 0,-16-9 127 0 0,0 0 1 0 0,1 0-1 0 0,9 4 1 0 0,-14-7 22 0 0,0 1 1 0 0,0-1-1 0 0,-1 1 0 0 0,1-1 1 0 0,0 0-1 0 0,0 0 1 0 0,0 1-1 0 0,-1-1 1 0 0,1-1-1 0 0,0 1 0 0 0,0 0 1 0 0,0 0-1 0 0,-1-1 1 0 0,1 1-1 0 0,0 0 0 0 0,0-1 1 0 0,-1 0-1 0 0,4-1 1 0 0,2-4 18 0 0,-6 5-15 0 0,0 0 0 0 0,0 0 0 0 0,0 0 0 0 0,0 0 0 0 0,0 1 0 0 0,0-1 0 0 0,0 0 0 0 0,1 1 0 0 0,-1-1 0 0 0,0 0 0 0 0,0 1 0 0 0,1 0 0 0 0,-1-1 0 0 0,0 1 0 0 0,1 0 0 0 0,-1 0 0 0 0,2-1 0 0 0,0 1 11 0 0,0 0 0 0 0,0 0 0 0 0,0 0 0 0 0,0-1 0 0 0,0 1 0 0 0,0-1 0 0 0,0 0 0 0 0,-1 0 0 0 0,1 0 0 0 0,0 0 0 0 0,-1 0 0 0 0,5-3 0 0 0,-4 1 3 0 0,0 0-1 0 0,0 1 1 0 0,-1-1-1 0 0,1 0 1 0 0,-1 0-1 0 0,1-1 1 0 0,-1 1-1 0 0,0 0 0 0 0,0-1 1 0 0,-1 1-1 0 0,3-8 1 0 0,-3 8 67 0 0,0 1 0 0 0,0-1 0 0 0,0 0 0 0 0,0 0 0 0 0,-1 0 0 0 0,1 0-1 0 0,-1 0 1 0 0,0 1 0 0 0,0-1 0 0 0,0 0 0 0 0,0 0 0 0 0,0 0 0 0 0,-1 0 0 0 0,1 0 0 0 0,-1 0 0 0 0,0 1 0 0 0,0-1 0 0 0,0 0 0 0 0,0 0 0 0 0,0 1 0 0 0,-1-1 0 0 0,-2-3 0 0 0,-3-6 122 0 0,6 9-142 0 0,-1 0 0 0 0,1 1 0 0 0,-1-1-1 0 0,0 1 1 0 0,0-1 0 0 0,0 1 0 0 0,0 0-1 0 0,0-1 1 0 0,-3-1 0 0 0,1 2-89 0 0,-1-1 0 0 0,1 1-1 0 0,0 0 1 0 0,-1 0 0 0 0,0 0 0 0 0,1 1 0 0 0,-1 0 0 0 0,-9-2-1 0 0,-9-2-3290 0 0,18 4 1974 0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42.108"/>
    </inkml:context>
    <inkml:brush xml:id="br0">
      <inkml:brushProperty name="width" value="0.05" units="cm"/>
      <inkml:brushProperty name="height" value="0.05" units="cm"/>
    </inkml:brush>
  </inkml:definitions>
  <inkml:trace contextRef="#ctx0" brushRef="#br0">32 7 2303 0 0,'-6'-4'12543'0'0,"5"4"-12149"0"0,1 0 1 0 0,-1-1-1 0 0,1 1 0 0 0,-1 0 0 0 0,1 0 1 0 0,-1-1-1 0 0,0 1 0 0 0,1 0 0 0 0,-1 0 1 0 0,0 0-1 0 0,1 0 0 0 0,-1 0 1 0 0,0 0-1 0 0,1 0 0 0 0,-1 0 0 0 0,0 0 1 0 0,1 0-1 0 0,-1 0 0 0 0,1 0 1 0 0,-1 0-1 0 0,0 1 0 0 0,0-1 0 0 0,0 1-247 0 0,1-1 0 0 0,-1 1 0 0 0,1-1 0 0 0,-1 1-1 0 0,1 0 1 0 0,-1-1 0 0 0,1 1 0 0 0,-1 0 0 0 0,1-1 0 0 0,0 1-1 0 0,-1 0 1 0 0,1-1 0 0 0,0 1 0 0 0,0 0 0 0 0,0 0 0 0 0,-1 0-1 0 0,1 3-79 0 0,0-1-1 0 0,0 0 1 0 0,0 0-1 0 0,0 0 1 0 0,1 0-1 0 0,-1 0 1 0 0,1 1-1 0 0,1 4 0 0 0,3 2 29 0 0,1-1-1 0 0,0 1 0 0 0,0-2 0 0 0,1 1 0 0 0,0-1 0 0 0,1 0 0 0 0,13 12 0 0 0,17 19 152 0 0,-28-28-240 0 0,-1 0-1 0 0,0 1 1 0 0,-1 0-1 0 0,0 1 1 0 0,-1-1 0 0 0,0 2-1 0 0,-1-1 1 0 0,-1 1-1 0 0,6 22 1 0 0,-4 4 109 0 0,-2 0 0 0 0,-2 1 1 0 0,-2-1-1 0 0,-7 81 0 0 0,-1-79-92 0 0,-23 78 1 0 0,28-111-7 0 0,-2 2-18 0 0,0 0 0 0 0,-11 18 0 0 0,0 2-76 0 0,-20 63 61 0 0,34-89 16 0 0,1-3 0 0 0,-1 0 0 0 0,1 0 0 0 0,-1-1 0 0 0,1 1 0 0 0,-1-1 0 0 0,0 1 0 0 0,0 0 0 0 0,0-1 0 0 0,0 1 0 0 0,0-1 0 0 0,0 0 0 0 0,0 1 0 0 0,0-1 0 0 0,-1 0 0 0 0,-1 2 0 0 0,-1 1 7 0 0,1 0 0 0 0,0-1 0 0 0,0 2 0 0 0,0-1 0 0 0,0 0 0 0 0,1 0 0 0 0,-1 1 0 0 0,-1 4 0 0 0,1-1 121 0 0,-1-1 1 0 0,-8 13-1 0 0,2-5-32 0 0,7-11-85 0 0,1-1 7 0 0,0 0 1 0 0,1 0-1 0 0,-1 0 1 0 0,0 1-1 0 0,-1 4 0 0 0,3-6-220 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43.488"/>
    </inkml:context>
    <inkml:brush xml:id="br0">
      <inkml:brushProperty name="width" value="0.05" units="cm"/>
      <inkml:brushProperty name="height" value="0.05" units="cm"/>
    </inkml:brush>
  </inkml:definitions>
  <inkml:trace contextRef="#ctx0" brushRef="#br0">1 681 4143 0 0,'0'0'11096'0'0,"1"-1"-10185"0"0,38-16 1183 0 0,-5 3-1211 0 0,-11 3-385 0 0,-4 2 37 0 0,-1 0 1 0 0,0-1 0 0 0,-1-1-1 0 0,28-22 1 0 0,-36 24-283 0 0,1 1 186 0 0,-1-1 0 0 0,15-18 1 0 0,-16 15-48 0 0,3-2-3 0 0,-1-1 0 0 0,0 0 0 0 0,14-32 0 0 0,-16 27-312 0 0,-2 1 1 0 0,0-1 0 0 0,-1-1 0 0 0,-1 1-1 0 0,-1-1 1 0 0,0 0 0 0 0,-2-30-1 0 0,-1 38-38 0 0,-1 0 0 0 0,-1 0-1 0 0,0 0 1 0 0,-1 1-1 0 0,0-1 1 0 0,-1 1-1 0 0,0 0 1 0 0,-1 0-1 0 0,-1 0 1 0 0,0 0-1 0 0,0 1 1 0 0,-1 0 0 0 0,-10-12-1 0 0,14 20-57 0 0,0 0 0 0 0,0 1 0 0 0,0-1 0 0 0,0 1 0 0 0,0-1 0 0 0,-1 1 0 0 0,1 0 0 0 0,-1 1 0 0 0,0-1 0 0 0,1 0 0 0 0,-8-1 0 0 0,2 1-50 0 0,0 0 0 0 0,0 1 0 0 0,-18 0 0 0 0,25 1 59 0 0,1 0 0 0 0,0 0 1 0 0,-1 0-1 0 0,1 0 0 0 0,-1 1 0 0 0,1-1 0 0 0,0 0 1 0 0,-1 1-1 0 0,1-1 0 0 0,0 1 0 0 0,-1 0 0 0 0,1-1 0 0 0,0 1 1 0 0,0 0-1 0 0,0 0 0 0 0,0 0 0 0 0,0 0 0 0 0,0 0 0 0 0,-2 2 1 0 0,-2 1-83 0 0,1 1 61 0 0,0-1-1 0 0,0 1 1 0 0,1-1 0 0 0,-1 1 0 0 0,1 0-1 0 0,0 0 1 0 0,1 1 0 0 0,-1-1-1 0 0,-2 9 1 0 0,0-1-40 0 0,1-1 32 0 0,0-1-1 0 0,1 1 1 0 0,-3 19 0 0 0,1-1 4 0 0,-1 5 51 0 0,1-1 0 0 0,2 1 0 0 0,2 55 0 0 0,7 28-80 0 0,5 31 157 0 0,-10-139 42 0 0,0 1 0 0 0,1 0 0 0 0,0 0 0 0 0,1-1-1 0 0,0 1 1 0 0,1-1 0 0 0,0 0 0 0 0,0 0 0 0 0,1 0-1 0 0,9 13 1 0 0,-12-21-97 0 0,1 1 1 0 0,0-1-1 0 0,-1 0 0 0 0,1 0 0 0 0,0 0 1 0 0,0 0-1 0 0,1-1 0 0 0,-1 1 0 0 0,0-1 1 0 0,0 1-1 0 0,1-1 0 0 0,-1 0 0 0 0,1-1 1 0 0,-1 1-1 0 0,1-1 0 0 0,-1 1 0 0 0,5-1 1 0 0,3 0 48 0 0,0 0 0 0 0,0-1 0 0 0,-1 0 0 0 0,17-5 0 0 0,26-5-166 0 0,-52 10-726 0 0,8-2-2955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44.157"/>
    </inkml:context>
    <inkml:brush xml:id="br0">
      <inkml:brushProperty name="width" value="0.05" units="cm"/>
      <inkml:brushProperty name="height" value="0.05" units="cm"/>
    </inkml:brush>
  </inkml:definitions>
  <inkml:trace contextRef="#ctx0" brushRef="#br0">242 53 10591 0 0,'5'-9'9056'0'0,"-5"9"-8971"0"0,1 0 0 0 0,-1 0 0 0 0,0 0 0 0 0,1 0-1 0 0,-1-1 1 0 0,0 1 0 0 0,0 0 0 0 0,1 0 0 0 0,-1 0 0 0 0,0 0 0 0 0,0-1 0 0 0,1 1-1 0 0,-1 0 1 0 0,0 0 0 0 0,0-1 0 0 0,1 1 0 0 0,-1 0 0 0 0,0 0 0 0 0,0-1-1 0 0,0 1 1 0 0,0 0 0 0 0,0-1 0 0 0,0 1 0 0 0,1 0 0 0 0,-1 0 0 0 0,0-1-1 0 0,0 1 1 0 0,0 0 0 0 0,0-1 0 0 0,0 1 0 0 0,0 0 0 0 0,0-1 0 0 0,0 1-1 0 0,0-1 1 0 0,-3-9 2485 0 0,1 7-2443 0 0,0 1 0 0 0,0 0 0 0 0,0 1 0 0 0,0-1 0 0 0,-1 0-1 0 0,1 1 1 0 0,-1-1 0 0 0,1 1 0 0 0,-1 0 0 0 0,0-1 0 0 0,1 1 0 0 0,-1 1 0 0 0,0-1 0 0 0,-3 0 0 0 0,-5-1 47 0 0,0 1 0 0 0,-16 1 1 0 0,14 0-102 0 0,7 1-47 0 0,1-1 0 0 0,0 1 0 0 0,-1 1 0 0 0,1-1 0 0 0,0 0 0 0 0,0 1 0 0 0,0 0 0 0 0,0 1 0 0 0,0-1 0 0 0,1 1 1 0 0,-7 4-1 0 0,-3 3 19 0 0,1 1 0 0 0,-15 15 0 0 0,25-23-54 0 0,1 0 0 0 0,-1 0-1 0 0,1 0 1 0 0,0 0 0 0 0,0 1 0 0 0,0-1 0 0 0,0 0-1 0 0,1 1 1 0 0,0-1 0 0 0,-1 1 0 0 0,1 0-1 0 0,0-1 1 0 0,1 1 0 0 0,-1 0 0 0 0,1 0 0 0 0,-1 0-1 0 0,1-1 1 0 0,0 1 0 0 0,1 0 0 0 0,-1 0 0 0 0,1 0-1 0 0,0-1 1 0 0,1 5 0 0 0,-1-3-9 0 0,1 0 1 0 0,1 0-1 0 0,-1 0 1 0 0,1 0-1 0 0,0 0 1 0 0,0-1-1 0 0,0 1 1 0 0,1-1-1 0 0,-1 0 1 0 0,1 0-1 0 0,0 0 1 0 0,0-1 0 0 0,1 1-1 0 0,-1-1 1 0 0,1 0-1 0 0,-1 0 1 0 0,10 4-1 0 0,-5-4 13 0 0,1 0-1 0 0,-1-1 1 0 0,1 0 0 0 0,0 0-1 0 0,0-1 1 0 0,0 0 0 0 0,-1-1-1 0 0,1 0 1 0 0,0-1 0 0 0,0 0-1 0 0,13-3 1 0 0,-18 3 16 0 0,0-1-1 0 0,0 0 1 0 0,0 0 0 0 0,-1 0-1 0 0,1-1 1 0 0,-1 0 0 0 0,1 0 0 0 0,-1 0-1 0 0,0 0 1 0 0,0-1 0 0 0,-1 0-1 0 0,6-5 1 0 0,-5 4 56 0 0,0-1 1 0 0,0 0 0 0 0,0 0-1 0 0,0 0 1 0 0,-1-1-1 0 0,0 1 1 0 0,-1-1-1 0 0,4-11 1 0 0,-5 14 35 0 0,-1 0 1 0 0,1-1 0 0 0,-1 1 0 0 0,0 0-1 0 0,0-1 1 0 0,-1 1 0 0 0,1 0-1 0 0,-3-7 1 0 0,3 9-39 0 0,-1-1-1 0 0,0 1 0 0 0,1 0 1 0 0,-1 0-1 0 0,0-1 1 0 0,0 1-1 0 0,-1 0 1 0 0,1 0-1 0 0,0 0 1 0 0,-1 0-1 0 0,1 1 1 0 0,-1-1-1 0 0,0 0 1 0 0,1 1-1 0 0,-1-1 1 0 0,-3-2-1 0 0,-13-5 179 0 0,13 6-211 0 0,-1-1 0 0 0,0 1 0 0 0,-1 1 1 0 0,1-1-1 0 0,0 1 0 0 0,-1 0 1 0 0,1 0-1 0 0,-1 1 0 0 0,-13-1 0 0 0,4 1-76 0 0,11 1-297 0 0,0 0 1 0 0,0 0-1 0 0,0 0 0 0 0,-1 0 0 0 0,1 1 0 0 0,0 0 1 0 0,-7 2-1 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45.173"/>
    </inkml:context>
    <inkml:brush xml:id="br0">
      <inkml:brushProperty name="width" value="0.05" units="cm"/>
      <inkml:brushProperty name="height" value="0.05" units="cm"/>
    </inkml:brush>
  </inkml:definitions>
  <inkml:trace contextRef="#ctx0" brushRef="#br0">366 11 5063 0 0,'0'0'7987'0'0,"-11"-2"-2422"0"0,3-1-4655 0 0,-1 1-1 0 0,0 1 0 0 0,0 0 0 0 0,0 0 1 0 0,0 0-1 0 0,-12 2 0 0 0,1 4-236 0 0,16-4-520 0 0,0 0 0 0 0,1 0-1 0 0,-1 0 1 0 0,0 0 0 0 0,-5 0 0 0 0,0 0-46 0 0,0 0 1 0 0,1 1-1 0 0,-1 1 0 0 0,0-1 1 0 0,1 1-1 0 0,0 1 1 0 0,0 0-1 0 0,0 0 0 0 0,0 0 1 0 0,-7 6-1 0 0,9-5-127 0 0,1-1 1 0 0,0 1-1 0 0,0 0 1 0 0,0 0-1 0 0,1 0 0 0 0,0 1 1 0 0,0 0-1 0 0,0 0 0 0 0,1 0 1 0 0,-5 10-1 0 0,7-13 0 0 0,-1 1 0 0 0,1-1 0 0 0,0 1 0 0 0,1-1 0 0 0,-1 1 0 0 0,1-1 0 0 0,-1 1 0 0 0,1-1 0 0 0,0 1 0 0 0,0-1 0 0 0,1 1 0 0 0,-1-1 0 0 0,1 1 0 0 0,0-1 0 0 0,-1 1 0 0 0,2-1 0 0 0,1 5 0 0 0,-1-4-36 0 0,0-1-1 0 0,0 0 0 0 0,1 1 1 0 0,-1-1-1 0 0,1 0 1 0 0,0 0-1 0 0,0 0 1 0 0,0-1-1 0 0,0 1 0 0 0,1-1 1 0 0,-1 0-1 0 0,1 1 1 0 0,3 0-1 0 0,-1 0-7 0 0,0 0 0 0 0,0-1 0 0 0,1 0 0 0 0,-1 0 0 0 0,1-1 0 0 0,-1 0 0 0 0,1 0 0 0 0,-1 0 0 0 0,1-1 0 0 0,-1 0 0 0 0,1 0 0 0 0,0-1 0 0 0,-1 0 0 0 0,1 0 0 0 0,-1 0 0 0 0,1-1 0 0 0,6-3 0 0 0,-10 4 114 0 0,1-1 0 0 0,-1 0 0 0 0,0 0 0 0 0,0 0 0 0 0,0 0-1 0 0,0 0 1 0 0,0-1 0 0 0,0 1 0 0 0,-1-1 0 0 0,1 0 0 0 0,-1 0 0 0 0,0 0 0 0 0,0 0-1 0 0,0 0 1 0 0,0 0 0 0 0,0-1 0 0 0,-1 1 0 0 0,0-1 0 0 0,1 1 0 0 0,-1-1 0 0 0,0 1 0 0 0,-1-1-1 0 0,1 0 1 0 0,-1 1 0 0 0,0-1 0 0 0,1 0 0 0 0,-2 1 0 0 0,1-1 0 0 0,0 0 0 0 0,-1 0-1 0 0,0 1 1 0 0,1-1 0 0 0,-4-6 0 0 0,3 7 78 0 0,0 0 0 0 0,0 0 0 0 0,-1 0 0 0 0,1 0 0 0 0,-1 1 0 0 0,0-1 0 0 0,0 0-1 0 0,0 1 1 0 0,0-1 0 0 0,0 1 0 0 0,0 0 0 0 0,-1 0 0 0 0,1 0 0 0 0,-1 0 0 0 0,1 0 0 0 0,-6-2 0 0 0,7 4 104 0 0,-3 1-152 0 0,1 0-13 0 0,-4 9-37 0 0,6-8-30 0 0,-2 3 0 0 0,0-1 0 0 0,0 1 0 0 0,1 0 0 0 0,0 0 0 0 0,-3 8 0 0 0,5-12 0 0 0,-1 1 0 0 0,1-1 0 0 0,0 1 0 0 0,0-1 0 0 0,-1 1 0 0 0,1-1 0 0 0,0 1 0 0 0,1 0 0 0 0,-1-1 0 0 0,0 1 0 0 0,0-1 0 0 0,1 1 0 0 0,-1-1 0 0 0,2 3 0 0 0,-1 1 0 0 0,4 10-4 0 0,0 0 0 0 0,1 0 0 0 0,0-1-1 0 0,15 24 1 0 0,10 25-7 0 0,22 53-204 0 0,-49-104 98 0 0,0 0 0 0 0,-1 0 0 0 0,3 24 0 0 0,1 3-196 0 0,-2-11 252 0 0,-1 0 0 0 0,-1 1 0 0 0,-2 41 0 0 0,-2-53 61 0 0,0 0 0 0 0,-1 0 0 0 0,-1-1 0 0 0,-1 1 0 0 0,-9 25 0 0 0,12-40 31 0 0,-1 1 0 0 0,1 0 0 0 0,-1-1 1 0 0,1 1-1 0 0,-1-1 0 0 0,0 0 0 0 0,0 1 0 0 0,0-1 0 0 0,0 0 0 0 0,0 0 0 0 0,0 0 1 0 0,-1-1-1 0 0,1 1 0 0 0,0 0 0 0 0,-1-1 0 0 0,0 0 0 0 0,1 0 0 0 0,-1 1 0 0 0,0-1 1 0 0,0-1-1 0 0,1 1 0 0 0,-1 0 0 0 0,-5 0 0 0 0,-1-1 87 0 0,0 1 0 0 0,0-1 0 0 0,1-1-1 0 0,-1 0 1 0 0,0 0 0 0 0,-15-4 0 0 0,-57-23 302 0 0,71 24-372 0 0,0 1 0 0 0,1-2 0 0 0,0 1 0 0 0,-13-9 0 0 0,-8-4-37 0 0,26 14-2 0 0,0 1-1 0 0,1-1 1 0 0,-1 0 0 0 0,1 0 0 0 0,-6-6 0 0 0,-3-2 2 0 0,9 8-15 0 0,1 0-1 0 0,0 0 1 0 0,0 0 0 0 0,0 0 0 0 0,1 0 0 0 0,-1 0-1 0 0,1 0 1 0 0,0-1 0 0 0,-1 1 0 0 0,2-1 0 0 0,-1 1 0 0 0,0-1-1 0 0,1 1 1 0 0,-1-1 0 0 0,1 1 0 0 0,0-1 0 0 0,0 1 0 0 0,0-1-1 0 0,1 0 1 0 0,-1 1 0 0 0,1-1 0 0 0,2-5 0 0 0,-3 9 3 0 0,0-1 1 0 0,0 0-1 0 0,1 1 0 0 0,-1-1 1 0 0,0 0-1 0 0,1 1 1 0 0,-1-1-1 0 0,0 1 1 0 0,1-1-1 0 0,-1 1 0 0 0,1-1 1 0 0,-1 1-1 0 0,1-1 1 0 0,-1 1-1 0 0,1-1 1 0 0,-1 1-1 0 0,1-1 1 0 0,-1 1-1 0 0,1 0 0 0 0,0-1 1 0 0,-1 1-1 0 0,1 0 1 0 0,-1 0-1 0 0,1 0 1 0 0,1-1-1 0 0,0 1-6 0 0,54-25-161 0 0,-3 2 79 0 0,-18 9 74 0 0,-26 11 16 0 0,0 0 0 0 0,12-7 0 0 0,-18 9-1 0 0,0 0 0 0 0,-1 0 0 0 0,1 0 0 0 0,0 0 0 0 0,0 1 0 0 0,0-1 0 0 0,5 0 0 0 0,12-2 0 0 0,-18 2-12 0 0,1 1 1 0 0,0 0-1 0 0,-1 0 0 0 0,1 0 0 0 0,-1 0 1 0 0,1 1-1 0 0,-1-1 0 0 0,1 1 0 0 0,-1-1 1 0 0,1 1-1 0 0,3 1 0 0 0,-3 0-7 0 0,-1-2-45 0 0,0 0-91 0 0,14-1-1953 0 0,-4 0-5501 0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46.589"/>
    </inkml:context>
    <inkml:brush xml:id="br0">
      <inkml:brushProperty name="width" value="0.05" units="cm"/>
      <inkml:brushProperty name="height" value="0.05" units="cm"/>
    </inkml:brush>
  </inkml:definitions>
  <inkml:trace contextRef="#ctx0" brushRef="#br0">43 45 6215 0 0,'0'0'12532'0'0,"5"-8"-10228"0"0,2 0-1491 0 0,1 1-1 0 0,12-9 0 0 0,-19 16-508 0 0,18-5 1300 0 0,14 13-1577 0 0,-19-1-26 0 0,-11-3 4 0 0,-2-1 4 0 0,1-1 14 0 0,-1-1 0 0 0,0 1 1 0 0,1 0-1 0 0,-1 0 0 0 0,0 0 1 0 0,0 0-1 0 0,0 0 0 0 0,0 0 1 0 0,-1 0-1 0 0,1 0 0 0 0,0 0 1 0 0,-1 0-1 0 0,1 0 0 0 0,-1 0 1 0 0,0 0-1 0 0,0 4 0 0 0,0-3-20 0 0,-1 1 1 0 0,0-1-1 0 0,1 1 0 0 0,-1 0 0 0 0,0-1 0 0 0,-1 1 1 0 0,1-1-1 0 0,-1 0 0 0 0,-2 4 0 0 0,-4 5-62 0 0,-1 0 1 0 0,0-1-1 0 0,-20 20 0 0 0,22-24 64 0 0,-8 9 111 0 0,11-12-50 0 0,0 1-1 0 0,0-1 1 0 0,0 0-1 0 0,0-1 1 0 0,-1 1 0 0 0,-9 5-1 0 0,8-6 52 0 0,1 0 0 0 0,-1 0 0 0 0,-9 2 0 0 0,14-5 427 0 0,0 0-437 0 0,-3 0-98 0 0,3 0-46 0 0,23-5 122 0 0,-3 2-117 0 0,0 0 0 0 0,1 2-1 0 0,0 0 1 0 0,24 3 0 0 0,0-1 364 0 0,2-3 2068 0 0,-47 3-3300 0 0,-6 1-858 0 0,-2 0-4963 0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48.149"/>
    </inkml:context>
    <inkml:brush xml:id="br0">
      <inkml:brushProperty name="width" value="0.05" units="cm"/>
      <inkml:brushProperty name="height" value="0.05" units="cm"/>
    </inkml:brush>
  </inkml:definitions>
  <inkml:trace contextRef="#ctx0" brushRef="#br0">222 1 1839 0 0,'0'0'20580'0'0,"-1"1"-20139"0"0,-19 36 1111 0 0,-14 20-462 0 0,16-30-1008 0 0,2 1 0 0 0,1 0 0 0 0,0 1 0 0 0,3 1 0 0 0,0 0 0 0 0,-8 35 0 0 0,-9 76 154 0 0,28-132-200 0 0,-17 138 840 0 0,11-71-553 0 0,4-23-311 0 0,3-35 120 0 0,0 0-1 0 0,1 0 0 0 0,1 0 1 0 0,5 24-1 0 0,2 9 23 0 0,-7-35-103 0 0,1 0 0 0 0,0 0 0 0 0,1 0 1 0 0,12 28-1 0 0,5 18 86 0 0,-17-52-104 0 0,0-1 0 0 0,1 0-1 0 0,0 0 1 0 0,0 0 0 0 0,1 0-1 0 0,1-1 1 0 0,-1 0 0 0 0,13 12 0 0 0,2 9 176 0 0,-19-25-175 0 0,1-1-1 0 0,-1 1 1 0 0,0-1 0 0 0,1 1 0 0 0,0-1 0 0 0,0 0-1 0 0,0 0 1 0 0,0 0 0 0 0,0 0 0 0 0,1-1 0 0 0,6 5-1 0 0,-8-6 182 0 0,3-1-216 0 0,-5 0 32 0 0,1-1-1 0 0,0 1 1 0 0,-1 0-1 0 0,1 0 0 0 0,-1 1 1 0 0,1-1-1 0 0,0 0 1 0 0,-1 0-1 0 0,1 0 1 0 0,0 0-1 0 0,-1 0 1 0 0,1 1-1 0 0,-1-1 1 0 0,1 0-1 0 0,0 1 1 0 0,-1-1-1 0 0,1 0 1 0 0,-1 1-1 0 0,1-1 0 0 0,-1 1 1 0 0,1 0-1 0 0,3 2 2 0 0,-4-3-32 0 0,0 0 0 0 0,0 0-1 0 0,0 0 1 0 0,1 1 0 0 0,-1-1-1 0 0,0 0 1 0 0,0 0 0 0 0,0 0-1 0 0,0 0 1 0 0,0 0 0 0 0,1 1-1 0 0,-1-1 1 0 0,0 0-1 0 0,0 0 1 0 0,0 0 0 0 0,0 0-1 0 0,1 0 1 0 0,-1 0 0 0 0,0 0-1 0 0,0 0 1 0 0,0 0 0 0 0,1 0-1 0 0,-1 0 1 0 0,0 0 0 0 0,0 1-1 0 0,1-1 1 0 0,-1-1 0 0 0,0 1-1 0 0,0 0 1 0 0,0 0 0 0 0,1 0-1 0 0,-1 0 1 0 0,0 0 0 0 0,0 0-1 0 0,0 0 1 0 0,1 0 0 0 0,-1 0-1 0 0,0 0 1 0 0,0 0-1 0 0,0 0 1 0 0,0-1 0 0 0,1 1-1 0 0,-1 0 1 0 0,0 0 0 0 0,0 0-1 0 0,0 0 1 0 0,0 0 0 0 0,0-1-1 0 0,1 1 1 0 0,-1 0 0 0 0,0 0-1 0 0,0 0 1 0 0,0-1 0 0 0,0 1-1 0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48.991"/>
    </inkml:context>
    <inkml:brush xml:id="br0">
      <inkml:brushProperty name="width" value="0.05" units="cm"/>
      <inkml:brushProperty name="height" value="0.05" units="cm"/>
    </inkml:brush>
  </inkml:definitions>
  <inkml:trace contextRef="#ctx0" brushRef="#br0">64 2 1839 0 0,'-2'0'11839'0'0,"-6"-1"-7766"0"0,-1 0 0 0 0,-17 1 0 0 0,7 2-1488 0 0,20-1-2623 0 0,3 1 36 0 0,0-1 1 0 0,0 1-1 0 0,0-1 0 0 0,0 1 0 0 0,0-1 0 0 0,6 0 0 0 0,5 3 2 0 0,-6-2-6 0 0,7 4 38 0 0,1-1-1 0 0,0-1 0 0 0,0-1 0 0 0,0 0 0 0 0,19 0 0 0 0,23-1 129 0 0,-31 0-31 0 0,30-2 1 0 0,-26 1-150 0 0,-25 0 17 0 0,-1-1 0 0 0,1 0 0 0 0,-1 0 0 0 0,13-2 0 0 0,-10 0 4 0 0,1 0 1 0 0,-1 1-1 0 0,1 0 0 0 0,0 1 0 0 0,0 0 0 0 0,-1 0 0 0 0,1 1 0 0 0,0 1 0 0 0,9 2 0 0 0,-15-3 7 0 0,0-1 0 0 0,1 1 0 0 0,-1-1 1 0 0,0 1-1 0 0,0-1 0 0 0,1-1 0 0 0,-1 1 0 0 0,7-2 0 0 0,26-2 47 0 0,-22 5 6 0 0,-12-1-61 0 0,1 1 0 0 0,0-1 0 0 0,0 0 0 0 0,0 0 0 0 0,0 0 0 0 0,-1-1 0 0 0,8-1 0 0 0,16-5-77 0 0,-25 6 87 0 0,2-1 24 0 0,9 5-14 0 0,9 4-95 0 0,-20-7-315 0 0,-10 2-4729 0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49.707"/>
    </inkml:context>
    <inkml:brush xml:id="br0">
      <inkml:brushProperty name="width" value="0.05" units="cm"/>
      <inkml:brushProperty name="height" value="0.05" units="cm"/>
    </inkml:brush>
  </inkml:definitions>
  <inkml:trace contextRef="#ctx0" brushRef="#br0">21 39 919 0 0,'-7'-3'24307'0'0,"8"1"-24252"0"0,0 0 0 0 0,0 0 0 0 0,0 1 1 0 0,0-1-1 0 0,0 0 0 0 0,1 1 0 0 0,-1-1 1 0 0,0 0-1 0 0,1 1 0 0 0,0 0 0 0 0,-1-1 1 0 0,3 0-1 0 0,4-6 147 0 0,-7 7-133 0 0,1 1-5 0 0,1-1-24 0 0,0 0 1 0 0,1 0-1 0 0,-1 1 0 0 0,0-1 1 0 0,1 1-1 0 0,-1 0 1 0 0,0 0-1 0 0,1 0 0 0 0,-1 0 1 0 0,0 1-1 0 0,0-1 0 0 0,1 1 1 0 0,-1 0-1 0 0,0 0 0 0 0,0 0 1 0 0,0 1-1 0 0,0-1 0 0 0,0 1 1 0 0,0-1-1 0 0,0 1 0 0 0,0 0 1 0 0,2 2-1 0 0,-3-2-19 0 0,-1-1-3 0 0,1 0 0 0 0,-1 0 0 0 0,0 0-1 0 0,0 1 1 0 0,0-1 0 0 0,0 1 0 0 0,0-1 0 0 0,0 0-1 0 0,0 1 1 0 0,0 0 0 0 0,-1-1 0 0 0,1 1 0 0 0,-1-1-1 0 0,2 4 1 0 0,-1-2-2 0 0,0 1 1 0 0,-1-1-1 0 0,1 1 0 0 0,-1-1 1 0 0,1 1-1 0 0,-1-1 0 0 0,0 1 1 0 0,0 0-1 0 0,-1-1 0 0 0,1 1 1 0 0,-1-1-1 0 0,0 1 0 0 0,0-1 1 0 0,0 0-1 0 0,0 1 0 0 0,0-1 1 0 0,-1 0-1 0 0,0 0 0 0 0,1 0 1 0 0,-3 3-1 0 0,-6 8 150 0 0,-1 0 1 0 0,-23 23-1 0 0,16-19-101 0 0,15-14-43 0 0,-1-2 0 0 0,1 1 0 0 0,-1 0 0 0 0,1-1-1 0 0,-8 4 1 0 0,-6 4 324 0 0,16-9-154 0 0,-3 0 344 0 0,13-2-540 0 0,0-1 0 0 0,18 1 0 0 0,-19 1 2 0 0,0 0 0 0 0,0-1 0 0 0,0 0 0 0 0,0 0 0 0 0,9-3 0 0 0,-9 1 2 0 0,0 1 0 0 0,1 0 0 0 0,-1 1 0 0 0,1 0 0 0 0,-1 1 0 0 0,1-1 0 0 0,0 2 0 0 0,-1-1 0 0 0,10 2 0 0 0,-13-1-12 0 0,0-1 0 0 0,0 0 1 0 0,0-1-1 0 0,0 1 0 0 0,0-1 0 0 0,0 0 0 0 0,0-1 0 0 0,7-2 1 0 0,5-1 4 0 0,-16 5 311 0 0,7-5-5619 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50.247"/>
    </inkml:context>
    <inkml:brush xml:id="br0">
      <inkml:brushProperty name="width" value="0.05" units="cm"/>
      <inkml:brushProperty name="height" value="0.05" units="cm"/>
    </inkml:brush>
  </inkml:definitions>
  <inkml:trace contextRef="#ctx0" brushRef="#br0">194 19 3679 0 0,'0'0'10551'0'0,"-15"-9"-5926"0"0,11 7-4078 0 0,-1 1 0 0 0,-1-1 0 0 0,1 1-1 0 0,0 0 1 0 0,0 0 0 0 0,0 0 0 0 0,0 1 0 0 0,-1 0-1 0 0,1 0 1 0 0,0 0 0 0 0,-8 2 0 0 0,8-1-457 0 0,1 1 0 0 0,0-1 1 0 0,0 1-1 0 0,0 0 1 0 0,0 0-1 0 0,0 0 0 0 0,0 1 1 0 0,0-1-1 0 0,1 1 0 0 0,-1 0 1 0 0,1 0-1 0 0,0 0 0 0 0,-5 7 1 0 0,-4 4 8 0 0,7-9-52 0 0,0 1 0 0 0,0 0 0 0 0,1 1 1 0 0,0-1-1 0 0,0 1 0 0 0,-3 8 0 0 0,6-15-47 0 0,1 1 0 0 0,-1 0 0 0 0,1 0 0 0 0,-1 0 0 0 0,1-1 0 0 0,-1 1 0 0 0,1 0 0 0 0,0 0 0 0 0,-1 0 0 0 0,1 0 0 0 0,0 0 0 0 0,0 0 0 0 0,-1 0 0 0 0,1 0 0 0 0,0 0 0 0 0,0 0 0 0 0,0 0 0 0 0,0 0 0 0 0,0 0 0 0 0,1 0 0 0 0,-1 0 0 0 0,0 0 0 0 0,0 0 0 0 0,1 0 0 0 0,-1 1 0 0 0,4 9 0 0 0,12 32 0 0 0,-16-42-3 0 0,1 0 1 0 0,-1 0-1 0 0,0 0 1 0 0,1 0-1 0 0,-1 0 0 0 0,1 0 1 0 0,-1 0-1 0 0,1 0 1 0 0,-1 0-1 0 0,1 0 0 0 0,0 0 1 0 0,0 0-1 0 0,-1 0 1 0 0,1-1-1 0 0,0 1 0 0 0,2 1 1 0 0,0 1-27 0 0,7 7 14 0 0,0-2 15 0 0,-3-6 0 0 0,0-1 0 0 0,0 1 0 0 0,0-1 0 0 0,0-1 0 0 0,8 1 0 0 0,-1 0 0 0 0,-9-1 12 0 0,-1 0-1 0 0,1 0 1 0 0,-1-1 0 0 0,1 1 0 0 0,-1-1-1 0 0,1 0 1 0 0,-1 0 0 0 0,1-1-1 0 0,-1 1 1 0 0,0-1 0 0 0,1 0-1 0 0,6-5 1 0 0,12-10-75 0 0,-18 14 86 0 0,-1 0-1 0 0,0 0 1 0 0,0-1-1 0 0,0 1 0 0 0,0-1 1 0 0,-1 1-1 0 0,0-1 1 0 0,1 0-1 0 0,-1-1 1 0 0,2-4-1 0 0,-4 7 84 0 0,0-1 0 0 0,0 0 0 0 0,0 0 0 0 0,-1 0 0 0 0,1 0 0 0 0,-1 1 0 0 0,0-1 0 0 0,0 0 0 0 0,0 0 0 0 0,0 0 1 0 0,0 0-1 0 0,0 0 0 0 0,-1 0 0 0 0,0 0 0 0 0,1 0 0 0 0,-1 1 0 0 0,-3-6 0 0 0,1 1 126 0 0,0 1 1 0 0,-1 0-1 0 0,1 0 1 0 0,-1 0-1 0 0,-1 1 1 0 0,-6-8-1 0 0,8 10-307 0 0,-1 1 0 0 0,1 0 1 0 0,0 0-1 0 0,-1 0 0 0 0,1 0 0 0 0,-1 0 0 0 0,0 1 1 0 0,1 0-1 0 0,-1 0 0 0 0,0 0 0 0 0,0 0 0 0 0,0 0 1 0 0,0 1-1 0 0,0 0 0 0 0,0-1 0 0 0,0 2 0 0 0,0-1 1 0 0,1 0-1 0 0,-9 2 0 0 0,7 0-1677 0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51.556"/>
    </inkml:context>
    <inkml:brush xml:id="br0">
      <inkml:brushProperty name="width" value="0.05" units="cm"/>
      <inkml:brushProperty name="height" value="0.05" units="cm"/>
    </inkml:brush>
  </inkml:definitions>
  <inkml:trace contextRef="#ctx0" brushRef="#br0">0 19 2303 0 0,'3'-18'23536'0'0,"-3"18"-23459"0"0,6 6 1878 0 0,9 14-2667 0 0,-7-9 1099 0 0,51 62-206 0 0,-50-61-150 0 0,-1-1 0 0 0,-1 1-1 0 0,1 0 1 0 0,7 19 0 0 0,-1-2 27 0 0,-7-14 23 0 0,0 0-1 0 0,4 19 0 0 0,0 1 22 0 0,23 70-176 0 0,-24-70 81 0 0,12 61 206 0 0,-17-80-185 0 0,-2 1 0 0 0,0 0 0 0 0,-1 0-1 0 0,1 23 1 0 0,-11 52 36 0 0,-3-12 55 0 0,1-23-70 0 0,8-35-49 0 0,-5 37 0 0 0,-26 105 0 0 0,18-126 23 0 0,11-28-13 0 0,0 0 1 0 0,0 0-1 0 0,-2 17 0 0 0,3-12-10 0 0,0 2 0 0 0,0-13 0 0 0,-1 2 0 0 0,1 7-2 0 0,3-10 4 0 0,-1 1-1 0 0,0-1 0 0 0,0 0 0 0 0,0 1 1 0 0,-1-1-1 0 0,1 0 0 0 0,-1 0 0 0 0,1 0 1 0 0,-1 0-1 0 0,0 0 0 0 0,0 0 1 0 0,-1 0-1 0 0,-4 4 0 0 0,6-6 12 0 0,0 1-1 0 0,-1-1 1 0 0,1 1-1 0 0,0-1 1 0 0,0 1-1 0 0,0-1 1 0 0,1 1 0 0 0,-1 0-1 0 0,0 0 1 0 0,0 3-1 0 0,-10 23 13 0 0,-9 10 220 0 0,0 11 171 0 0,19-47-288 0 0,-5 10-53 0 0,4-5-51 0 0,2-4-12 0 0,-1-1-1 0 0,0 1 1 0 0,0-1 0 0 0,-1 0-1 0 0,1 1 1 0 0,0-1-1 0 0,-4 4 1 0 0,5-5-39 0 0,-1-1-1 0 0,1 1 1 0 0,-1 0-1 0 0,1-1 1 0 0,-1 1 0 0 0,1-1-1 0 0,-1 1 1 0 0,1-1 0 0 0,-1 1-1 0 0,0-1 1 0 0,1 0-1 0 0,-1 1 1 0 0,0-1 0 0 0,1 0-1 0 0,-1 1 1 0 0,0-1-1 0 0,1 0 1 0 0,-1 0 0 0 0,0 0-1 0 0,0 0 1 0 0,1 0-1 0 0,-1 1 1 0 0,0-1 0 0 0,0 0-1 0 0,1-1 1 0 0,-1 1 0 0 0,-1 0-1 0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53.743"/>
    </inkml:context>
    <inkml:brush xml:id="br0">
      <inkml:brushProperty name="width" value="0.05" units="cm"/>
      <inkml:brushProperty name="height" value="0.05" units="cm"/>
    </inkml:brush>
  </inkml:definitions>
  <inkml:trace contextRef="#ctx0" brushRef="#br0">50 47 10015 0 0,'0'0'491'0'0,"0"-9"-214"0"0,-3-28 6723 0 0,-18 42-1000 0 0,15-4-1306 0 0,12-3-5169 0 0,0 1 535 0 0,0 0 1 0 0,1 0-1 0 0,0 1 1 0 0,-1 0-1 0 0,1 0 1 0 0,-1 1-1 0 0,1 0 1 0 0,-1 0-1 0 0,9 2 1 0 0,-5 0-53 0 0,0-2 1 0 0,17 2-1 0 0,24-1-58 0 0,-28 0 97 0 0,31-3 0 0 0,-42-5-8 0 0,-11 5-34 0 0,0 0-1 0 0,0 1 1 0 0,-1-1 0 0 0,1 0-1 0 0,0 1 1 0 0,0-1 0 0 0,0 0-1 0 0,0 1 1 0 0,0 0-1 0 0,0-1 1 0 0,0 1 0 0 0,0-1-1 0 0,0 1 1 0 0,0 0 0 0 0,0 0-1 0 0,0 0 1 0 0,0 0 0 0 0,1 0-1 0 0,-1 0 1 0 0,0 0 0 0 0,0 0-1 0 0,0 0 1 0 0,0 0 0 0 0,0 0-1 0 0,0 1 1 0 0,0-1 0 0 0,0 0-1 0 0,0 1 1 0 0,0-1-1 0 0,0 1 1 0 0,0-1 0 0 0,1 2-1 0 0,-1-1 287 0 0,-10 5-216 0 0,5-4-67 0 0,1-1 0 0 0,-1 0 0 0 0,0 0 0 0 0,0 0 0 0 0,0-1 0 0 0,-5 1 0 0 0,-13 2-26 0 0,4 0 18 0 0,1 0 0 0 0,-1-1 0 0 0,-34-1 0 0 0,42-1-20 0 0,4 0-13 0 0,0 1 0 0 0,-1-1 0 0 0,-8 4 0 0 0,10-3 5 0 0,0 0 0 0 0,-1 0 1 0 0,1 0-1 0 0,0 0 0 0 0,-6-1 1 0 0,-60 0-328 0 0,78 0 274 0 0,1-1-1 0 0,0 1 1 0 0,7-3 0 0 0,-8 1 63 0 0,0 1 1 0 0,0 0-1 0 0,0 1 0 0 0,11 0 1 0 0,-12 1 15 0 0,0-1 1 0 0,1 1-1 0 0,-1-1 1 0 0,0-1-1 0 0,1 1 1 0 0,9-3-1 0 0,-6 1 7 0 0,0 1-1 0 0,0 0 1 0 0,0 1-1 0 0,0 0 1 0 0,0 0 0 0 0,17 4-1 0 0,-17-3 1 0 0,0 0-1 0 0,0 0 1 0 0,1 0-1 0 0,-1-2 1 0 0,0 1 0 0 0,15-3-1 0 0,-21 1-12 0 0,14 0-37 0 0,10 2 87 0 0,-26 0-168 0 0,-12 18-11997 0 0,5-9 9450 0 0,-1 7-1834 0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54.871"/>
    </inkml:context>
    <inkml:brush xml:id="br0">
      <inkml:brushProperty name="width" value="0.05" units="cm"/>
      <inkml:brushProperty name="height" value="0.05" units="cm"/>
    </inkml:brush>
  </inkml:definitions>
  <inkml:trace contextRef="#ctx0" brushRef="#br0">168 1 12095 0 0,'0'0'274'0'0,"4"15"10376"0"0,-17 4-10133 0 0,1 1 0 0 0,-12 28 1 0 0,12-23-298 0 0,-1 1 136 0 0,-17 49 0 0 0,9-4-64 0 0,-13 86 0 0 0,29-132-299 0 0,-2 18-59 0 0,6 42 522 0 0,11 96 1 0 0,-5-150-331 0 0,2 0-1 0 0,0 0 1 0 0,2-1-1 0 0,20 45 1 0 0,1-20-114 0 0,11 29-12 0 0,-35-74 36 0 0,0-1 1 0 0,1 0-1 0 0,0 0 0 0 0,1 0 1 0 0,0-1-1 0 0,0 0 0 0 0,1-1 0 0 0,10 7 1 0 0,-17-12-11 0 0,-1-1 1 0 0,0 1 0 0 0,1 0 0 0 0,-1-1-1 0 0,0 1 1 0 0,0 0 0 0 0,1 0 0 0 0,-1 0-1 0 0,-1 0 1 0 0,2 3 0 0 0,5 8 137 0 0,-1-6 3 0 0,-5-6 218 0 0,0 0-162 0 0,0 0-96 0 0,1 0 0 0 0,-1 0 0 0 0,1 0 0 0 0,-1 0 0 0 0,1-1 0 0 0,-1 1 0 0 0,1 0 0 0 0,0-1-1 0 0,2 2 1 0 0,0-6-240 0 0,-3 3-527 0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56.078"/>
    </inkml:context>
    <inkml:brush xml:id="br0">
      <inkml:brushProperty name="width" value="0.05" units="cm"/>
      <inkml:brushProperty name="height" value="0.05" units="cm"/>
    </inkml:brush>
  </inkml:definitions>
  <inkml:trace contextRef="#ctx0" brushRef="#br0">6 0 4143 0 0,'-6'2'18224'0'0,"7"9"-17897"0"0,1 1-1 0 0,-1-1 1 0 0,7 18-1 0 0,0 6 72 0 0,-5-24-289 0 0,0-1 1 0 0,1 0-1 0 0,0 0 0 0 0,0 0 1 0 0,1 0-1 0 0,0-1 0 0 0,1 0 1 0 0,11 13-1 0 0,-10-10-30 0 0,0 0 0 0 0,8 18 0 0 0,-5-10 95 0 0,-2 2 9 0 0,0-1-1 0 0,-1 2 1 0 0,-1-1 0 0 0,3 28 0 0 0,-3-19 135 0 0,-2-7-262 0 0,-1 0 0 0 0,-1 1 1 0 0,-1-1-1 0 0,-2 25 0 0 0,-3 25 61 0 0,3-53-49 0 0,-5 26-1 0 0,2-20-143 0 0,-1 7 200 0 0,-12 35 0 0 0,5-22-32 0 0,9-36-88 0 0,-14 48 69 0 0,-19 47 602 0 0,31-93-509 0 0,1 1 1 0 0,0-1-1 0 0,1 1 1 0 0,-2 22-1 0 0,5-34-78 0 0,-6 14 176 0 0,0 1-137 0 0,4-11-95 0 0,0 0 1 0 0,1 0-1 0 0,-1 0 0 0 0,0 10 0 0 0,2-15 112 0 0,0-2-128 0 0,-1-4-232 0 0,1 0 1 0 0,0 0-1 0 0,0 0 1 0 0,0 0-1 0 0,1 1 0 0 0,1-10 1 0 0,1 3-1868 0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56.826"/>
    </inkml:context>
    <inkml:brush xml:id="br0">
      <inkml:brushProperty name="width" value="0.05" units="cm"/>
      <inkml:brushProperty name="height" value="0.05" units="cm"/>
    </inkml:brush>
  </inkml:definitions>
  <inkml:trace contextRef="#ctx0" brushRef="#br0">14 1 8983 0 0,'-14'0'14482'0'0,"29"6"-11133"0"0,-5-2-4516 0 0,8 0 1538 0 0,0-1-1 0 0,32 2 1 0 0,69 7 580 0 0,-69-10-747 0 0,5 1-115 0 0,65-4 0 0 0,-74-3-46 0 0,79 6 0 0 0,-113-2-27 0 0,-4 0-10 0 0,0 0 0 0 0,0 1 0 0 0,-1 0 1 0 0,1 0-1 0 0,9 3 0 0 0,-15-2-9 0 0,12 1 22 0 0,8 3 125 0 0,-14-2-133 0 0,-6-3 42 0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57.715"/>
    </inkml:context>
    <inkml:brush xml:id="br0">
      <inkml:brushProperty name="width" value="0.05" units="cm"/>
      <inkml:brushProperty name="height" value="0.05" units="cm"/>
    </inkml:brush>
  </inkml:definitions>
  <inkml:trace contextRef="#ctx0" brushRef="#br0">1 33 3223 0 0,'0'0'11455'0'0,"6"-1"-6366"0"0,-3-2-4734 0 0,0 0 0 0 0,0 0 0 0 0,0 0 0 0 0,1 1-1 0 0,-1 0 1 0 0,1 0 0 0 0,-1 0 0 0 0,1 0 0 0 0,0 0 0 0 0,6-1-1 0 0,-2-1 95 0 0,-6 4-193 0 0,0 0-177 0 0,1 1 0 0 0,-1-1 0 0 0,0 1-1 0 0,1-1 1 0 0,-1 0 0 0 0,1 0 0 0 0,-1 0 0 0 0,4-1-1 0 0,4 0 149 0 0,-5 1-88 0 0,-1 0-96 0 0,-1 0-1 0 0,0 0 0 0 0,0 1 1 0 0,0-1-1 0 0,1 1 0 0 0,-1 0 1 0 0,0 0-1 0 0,4 1 0 0 0,-6-1-28 0 0,0 0 0 0 0,0-1 0 0 0,0 1 1 0 0,1 0-1 0 0,-1 0 0 0 0,0 0 0 0 0,0-1 0 0 0,0 1 0 0 0,0 0 0 0 0,0 1 0 0 0,0-1 0 0 0,-1 0 0 0 0,1 0 0 0 0,0 0 1 0 0,-1 0-1 0 0,1 1 0 0 0,0-1 0 0 0,-1 0 0 0 0,0 0 0 0 0,1 1 0 0 0,-1-1 0 0 0,0 1 0 0 0,1 2 0 0 0,-1-1 29 0 0,0 0-1 0 0,0 0 0 0 0,0 0 0 0 0,0 0 0 0 0,0 0 0 0 0,-1 1 1 0 0,1-1-1 0 0,-1 0 0 0 0,-1 3 0 0 0,-6 12 238 0 0,-2-1 1 0 0,-20 29-1 0 0,-2 2-38 0 0,30-45-205 0 0,-1 0 0 0 0,1 1 1 0 0,-1-1-1 0 0,0 0 0 0 0,0-1 1 0 0,-7 5-1 0 0,10-6-29 0 0,-2 0 184 0 0,5-1-175 0 0,-1 1 0 0 0,1-1-1 0 0,0 0 1 0 0,-1 0 0 0 0,1 0 0 0 0,2 0-1 0 0,11-5-4 0 0,-15 4-19 0 0,1 1-1 0 0,0-1 0 0 0,0 1 1 0 0,-1-1-1 0 0,1 1 0 0 0,0-1 0 0 0,0 1 1 0 0,0 0-1 0 0,0 0 0 0 0,-1 0 1 0 0,1 0-1 0 0,3 1 0 0 0,1 0-15 0 0,0-1-1 0 0,1 0 0 0 0,11-1 1 0 0,12 0 152 0 0,-9 2-55 0 0,-15-1-36 0 0,0 0 0 0 0,0 1-1 0 0,0 0 1 0 0,0 0 0 0 0,0 0 0 0 0,11 4 0 0 0,32 15 840 0 0,-48-19-178 0 0,0-1-644 0 0,6 2-44 0 0,-4-6-12 0 0,-1-2 63 0 0,-1 5-92 0 0,1-15-2501 0 0,0 8 649 0 0,-1 0-431 0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58.206"/>
    </inkml:context>
    <inkml:brush xml:id="br0">
      <inkml:brushProperty name="width" value="0.05" units="cm"/>
      <inkml:brushProperty name="height" value="0.05" units="cm"/>
    </inkml:brush>
  </inkml:definitions>
  <inkml:trace contextRef="#ctx0" brushRef="#br0">180 13 10247 0 0,'0'0'1302'0'0,"-21"-4"4756"0"0,11 2-5276 0 0,1 1-1 0 0,0 0 0 0 0,-1 0 1 0 0,1 1-1 0 0,-1 0 0 0 0,1 0 0 0 0,-1 1 1 0 0,-14 4-1 0 0,21-4-739 0 0,0 1 1 0 0,-1 0-1 0 0,1-1 0 0 0,0 1 0 0 0,0 1 0 0 0,1-1 0 0 0,-1 0 1 0 0,0 1-1 0 0,1-1 0 0 0,-1 1 0 0 0,1 0 0 0 0,0 0 1 0 0,0 0-1 0 0,0 0 0 0 0,0 0 0 0 0,-1 4 0 0 0,0 0-55 0 0,1-1-1 0 0,0 1 0 0 0,0-1 0 0 0,1 1 0 0 0,0 0 0 0 0,0-1 1 0 0,0 12-1 0 0,2 0-4 0 0,4-11 19 0 0,4 1 1 0 0,8 12-24 0 0,-10-13-3 0 0,0 1-1 0 0,0-1 0 0 0,8 6 1 0 0,-12-11 20 0 0,-1 0-1 0 0,1 0 1 0 0,0-1 0 0 0,-1 1 0 0 0,1-1-1 0 0,0 0 1 0 0,0 0 0 0 0,0 0 0 0 0,0 0 0 0 0,0 0-1 0 0,0-1 1 0 0,0 1 0 0 0,0-1 0 0 0,5 0-1 0 0,6-1-12 0 0,-6 0 9 0 0,0 1 0 0 0,0-1 1 0 0,10 2-1 0 0,-16-1 5 0 0,1 0-1 0 0,0 0 1 0 0,0 0-1 0 0,0-1 1 0 0,0 1-1 0 0,-1-1 1 0 0,1 0-1 0 0,0 0 1 0 0,-1 0-1 0 0,4-2 1 0 0,8-3-22 0 0,-10 5 41 0 0,-1-1 0 0 0,1 0 0 0 0,-1 0-1 0 0,0 0 1 0 0,0 0 0 0 0,0 0-1 0 0,0-1 1 0 0,0 0 0 0 0,0 1-1 0 0,-1-1 1 0 0,5-6 0 0 0,0-2 309 0 0,12-23-1 0 0,-18 31-174 0 0,-1 1 0 0 0,1-1 0 0 0,-1 0-1 0 0,0 0 1 0 0,0 0 0 0 0,0 0 0 0 0,-1 0 0 0 0,1 0-1 0 0,0 1 1 0 0,-1-1 0 0 0,0 0 0 0 0,0 0-1 0 0,-2-4 1 0 0,2 2-15 0 0,-1 0 1 0 0,-1 1-1 0 0,1-1 0 0 0,-1 0 1 0 0,0 1-1 0 0,0 0 1 0 0,0-1-1 0 0,0 1 0 0 0,-1 1 1 0 0,0-1-1 0 0,0 0 0 0 0,0 1 1 0 0,-9-6-1 0 0,7 6-464 0 0,0 0-1 0 0,0 0 1 0 0,0 1 0 0 0,-1 0 0 0 0,1 0-1 0 0,-1 0 1 0 0,0 1 0 0 0,0 0 0 0 0,1 0-1 0 0,-11 1 1 0 0,0 0-9110 0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59.301"/>
    </inkml:context>
    <inkml:brush xml:id="br0">
      <inkml:brushProperty name="width" value="0.05" units="cm"/>
      <inkml:brushProperty name="height" value="0.05" units="cm"/>
    </inkml:brush>
  </inkml:definitions>
  <inkml:trace contextRef="#ctx0" brushRef="#br0">25 639 2303 0 0,'-5'-1'200'0'0,"-15"-2"14859"0"0,20-1-12590 0 0,1 3-2117 0 0,19-9 1058 0 0,-10 4-1161 0 0,4-2-7 0 0,0-1 0 0 0,0 0 0 0 0,-1-1 1 0 0,15-15-1 0 0,-14 13-12 0 0,-3 2-48 0 0,0-1-1 0 0,-1 0 1 0 0,0-1-1 0 0,-1 0 0 0 0,0-1 1 0 0,-1 1-1 0 0,-1-2 1 0 0,0 1-1 0 0,0-1 1 0 0,-2 0-1 0 0,0 0 1 0 0,6-26-1 0 0,-6 16-120 0 0,-2 0 1 0 0,0 0-1 0 0,-2 0 0 0 0,0 0 1 0 0,-2-1-1 0 0,-1 1 0 0 0,-5-30 0 0 0,5 45-41 0 0,-1 1 0 0 0,0-1 0 0 0,-1 0 0 0 0,0 1 0 0 0,0 0 0 0 0,-1 0 0 0 0,0 0 0 0 0,0 0 0 0 0,-1 1-1 0 0,0 0 1 0 0,0 0 0 0 0,-10-8 0 0 0,-9-1-92 0 0,22 16 70 0 0,1-1-1 0 0,-1 1 1 0 0,0 0-1 0 0,0 0 1 0 0,0 1 0 0 0,0-1-1 0 0,1 0 1 0 0,-1 1-1 0 0,0 0 1 0 0,0 0-1 0 0,1-1 1 0 0,-1 2 0 0 0,0-1-1 0 0,1 0 1 0 0,-1 0-1 0 0,1 1 1 0 0,-1 0-1 0 0,1-1 1 0 0,0 1 0 0 0,0 0-1 0 0,0 0 1 0 0,0 0-1 0 0,0 0 1 0 0,0 1-1 0 0,-1 1 1 0 0,-2 5-10 0 0,0 1 0 0 0,0-1 0 0 0,1 0 0 0 0,0 1 0 0 0,-2 10 0 0 0,4-14 11 0 0,-8 26 27 0 0,2 0 1 0 0,-5 40-1 0 0,9 45 246 0 0,4-92-279 0 0,0-4 16 0 0,1 0-1 0 0,0 1 1 0 0,2-1-1 0 0,1 0 1 0 0,7 22 0 0 0,-9-33 28 0 0,2-1 1 0 0,-1 0-1 0 0,2-1 1 0 0,-1 1-1 0 0,1-1 0 0 0,0 0 1 0 0,1 0-1 0 0,-1 0 1 0 0,2-1-1 0 0,-1 0 1 0 0,1 0-1 0 0,0-1 1 0 0,13 10-1 0 0,89 51 731 0 0,-108-67-704 0 0,0 1-101 0 0,0 0 0 0 0,1 0 0 0 0,-1-1 0 0 0,0 1-1 0 0,1-1 1 0 0,-1 1 0 0 0,1-1 0 0 0,-1 1 0 0 0,0-1 0 0 0,1 0 0 0 0,-1 0-1 0 0,1 1 1 0 0,1-1 0 0 0,43-24-6045 0 0,-33 18 4004 0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6:59.877"/>
    </inkml:context>
    <inkml:brush xml:id="br0">
      <inkml:brushProperty name="width" value="0.05" units="cm"/>
      <inkml:brushProperty name="height" value="0.05" units="cm"/>
    </inkml:brush>
  </inkml:definitions>
  <inkml:trace contextRef="#ctx0" brushRef="#br0">330 55 2759 0 0,'-1'-1'6224'0'0,"0"-2"-5191"0"0,0 1 0 0 0,-1-1 0 0 0,1 1 0 0 0,-1 0-1 0 0,1-1 1 0 0,-1 1 0 0 0,0 0 0 0 0,0 0 0 0 0,0 0 0 0 0,-4-3-1 0 0,2 3-390 0 0,1-1-1 0 0,-2 1 0 0 0,1 0 0 0 0,0 0 0 0 0,0 0 0 0 0,-6-1 0 0 0,4 2-455 0 0,1-1-1 0 0,-1 1 1 0 0,0 0 0 0 0,0 1-1 0 0,0 0 1 0 0,0 0-1 0 0,0 0 1 0 0,0 0 0 0 0,0 1-1 0 0,-10 2 1 0 0,-4 3 110 0 0,-7 2 46 0 0,-25 12 0 0 0,43-16-338 0 0,0 1-1 0 0,0 0 1 0 0,0 1 0 0 0,-9 7 0 0 0,14-9-5 0 0,-1 0 1 0 0,1 0 0 0 0,0 0 0 0 0,0 1 0 0 0,1-1 0 0 0,-1 1-1 0 0,1 0 1 0 0,-5 10 0 0 0,3 0 0 0 0,5-10 0 0 0,1-1 0 0 0,0 0-7 0 0,-1 0 0 0 0,1 0-1 0 0,0 0 1 0 0,0 0 0 0 0,1 0 0 0 0,-1 0-1 0 0,1-1 1 0 0,0 1 0 0 0,0 0 0 0 0,0-1 0 0 0,0 1-1 0 0,6 5 1 0 0,2 2-30 0 0,1-1 0 0 0,15 12 0 0 0,-20-17 34 0 0,1 0-7 0 0,1-1 0 0 0,-1 1 0 0 0,1-2 0 0 0,0 1 1 0 0,-1-1-1 0 0,2-1 0 0 0,-1 1 0 0 0,0-1 0 0 0,0-1 0 0 0,1 1 0 0 0,-1-2 0 0 0,1 1 0 0 0,15-2 0 0 0,-15-1 5 0 0,1 0 1 0 0,-1-1-1 0 0,1 0 0 0 0,-1-1 0 0 0,0 0 0 0 0,0-1 0 0 0,0 1 0 0 0,-1-2 0 0 0,0 1 0 0 0,0-1 0 0 0,0-1 0 0 0,9-9 0 0 0,-5 2 18 0 0,-10 11-13 0 0,0 0 0 0 0,1 0-1 0 0,-1 0 1 0 0,1 1-1 0 0,4-4 1 0 0,-5 4 59 0 0,0 0 0 0 0,0 0-1 0 0,0 0 1 0 0,-1-1 0 0 0,1 1 0 0 0,0 0-1 0 0,-1-1 1 0 0,0 1 0 0 0,0-1 0 0 0,1 0-1 0 0,-2 1 1 0 0,1-1 0 0 0,0 0 0 0 0,0 0-1 0 0,0-4 1 0 0,-1 1 71 0 0,1 1-1 0 0,-1-1 1 0 0,0 1-1 0 0,0-1 1 0 0,-1 1-1 0 0,0-1 1 0 0,-1-6-1 0 0,0 7-60 0 0,0 0 0 0 0,0 0 0 0 0,-1 1 0 0 0,1-1 0 0 0,-1 1 0 0 0,0-1 0 0 0,0 1 0 0 0,-1 0-1 0 0,1 0 1 0 0,-1 0 0 0 0,0 1 0 0 0,0-1 0 0 0,0 1 0 0 0,-1 0 0 0 0,1 0 0 0 0,-1 1 0 0 0,1-1 0 0 0,-1 1 0 0 0,0 0 0 0 0,0 0 0 0 0,-7-1 0 0 0,-1 0-130 0 0,-1 0 0 0 0,1 1 0 0 0,-1 0 1 0 0,1 1-1 0 0,-1 1 0 0 0,0 0 0 0 0,-13 2 1 0 0,24-2-265 0 0,-1 1-1 0 0,1-1 1 0 0,0 1 0 0 0,0-1 0 0 0,0 1 0 0 0,0 0 0 0 0,0 0 0 0 0,0 0 0 0 0,0 0-1 0 0,0 1 1 0 0,1-1 0 0 0,-4 3 0 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00.813"/>
    </inkml:context>
    <inkml:brush xml:id="br0">
      <inkml:brushProperty name="width" value="0.05" units="cm"/>
      <inkml:brushProperty name="height" value="0.05" units="cm"/>
    </inkml:brush>
  </inkml:definitions>
  <inkml:trace contextRef="#ctx0" brushRef="#br0">294 12 3223 0 0,'-12'0'10134'0'0,"-10"-7"-128"0"0,17 6-9571 0 0,0 0-1 0 0,-1 0 1 0 0,1 0-1 0 0,-1 1 1 0 0,1 0-1 0 0,-1 0 1 0 0,-8 1-1 0 0,8 0-338 0 0,0 0-1 0 0,1 1 0 0 0,-1 0 1 0 0,1 0-1 0 0,-1 1 1 0 0,1-1-1 0 0,0 1 1 0 0,0 0-1 0 0,0 1 1 0 0,1-1-1 0 0,-1 1 1 0 0,1 0-1 0 0,0 0 1 0 0,-8 9-1 0 0,9-9-76 0 0,0 0 0 0 0,-1 0 0 0 0,0 0 0 0 0,-6 4 0 0 0,6-5-20 0 0,1 0 0 0 0,-1 0 0 0 0,1 0 0 0 0,0 0 0 0 0,0 1 0 0 0,-3 5 0 0 0,3-5 1 0 0,0 1 0 0 0,0 0 0 0 0,0 0 0 0 0,1 0 0 0 0,0 1 0 0 0,0-1 0 0 0,0 0 0 0 0,1 1 0 0 0,-2 6 0 0 0,2 4-37 0 0,4-11 15 0 0,-1-3 8 0 0,-1 1-26 0 0,1 1 1 0 0,0-1-1 0 0,0 1 1 0 0,0-1-1 0 0,1 0 1 0 0,-1 0-1 0 0,1 0 1 0 0,-1 0-1 0 0,1 0 1 0 0,0-1 0 0 0,0 1-1 0 0,1-1 1 0 0,-1 0-1 0 0,0 0 1 0 0,1 0-1 0 0,-1 0 1 0 0,1-1-1 0 0,-1 1 1 0 0,1-1-1 0 0,0 0 1 0 0,0 0-1 0 0,0-1 1 0 0,0 1-1 0 0,-1-1 1 0 0,5 1-1 0 0,1-2-43 0 0,0 1-1 0 0,-1-2 0 0 0,1 1 1 0 0,-1-1-1 0 0,1 0 0 0 0,-1-1 1 0 0,0 0-1 0 0,0 0 0 0 0,0-1 0 0 0,-1 0 1 0 0,13-8-1 0 0,-17 10 88 0 0,5-5 52 0 0,-2-11 21 0 0,-6 13-6 0 0,0 0 0 0 0,0 0 0 0 0,0 0 0 0 0,0 0-1 0 0,-1 0 1 0 0,1 1 0 0 0,-1-1 0 0 0,-1 0 0 0 0,1 0-1 0 0,-4-8 1 0 0,1 8 130 0 0,1 0 0 0 0,0 0-1 0 0,-1 1 1 0 0,-5-6 0 0 0,8 9-25 0 0,-2 0 45 0 0,-3 1 95 0 0,6 0-315 0 0,-1 0-1 0 0,1 0 1 0 0,-1 0-1 0 0,1 0 1 0 0,-1 1-1 0 0,1-1 1 0 0,-1 0-1 0 0,1 0 1 0 0,-1 1-1 0 0,1-1 1 0 0,0 0-1 0 0,-1 0 1 0 0,1 1-1 0 0,-1-1 1 0 0,1 1-1 0 0,0-1 1 0 0,-1 0-1 0 0,1 1 1 0 0,0-1-1 0 0,-1 1 1 0 0,1-1-1 0 0,0 0 1 0 0,0 1-1 0 0,-1-1 1 0 0,1 1-1 0 0,0-1 1 0 0,0 1-1 0 0,0-1 1 0 0,0 1-1 0 0,0 0 1 0 0,0 0-1 0 0,-1 1-1 0 0,0 2-3 0 0,0 0 0 0 0,0 0 0 0 0,0 0 0 0 0,1 1 0 0 0,-1-1 0 0 0,1 0 0 0 0,0 1 0 0 0,1 3 0 0 0,1 3-5 0 0,0-1 0 0 0,1 0 0 0 0,5 13 0 0 0,56 146-128 0 0,-40-87-237 0 0,-11-31 14 0 0,27 123-65 0 0,-33-114 425 0 0,-6-50 2 0 0,0 1-1 0 0,-2-1 1 0 0,1 0-1 0 0,-1 0 1 0 0,0 0-1 0 0,-4 13 1 0 0,0-7 52 0 0,2-13-50 0 0,0-1 10 0 0,2-1 3 0 0,0 1-1 0 0,0-1 1 0 0,1 0 0 0 0,-1 1 0 0 0,0-1-1 0 0,-1 0 1 0 0,1 0 0 0 0,0 0 0 0 0,0 0 0 0 0,0 0-1 0 0,-1 0 1 0 0,1-1 0 0 0,0 1 0 0 0,-1 0-1 0 0,1 0 1 0 0,-1-1 0 0 0,1 1 0 0 0,-1-1 0 0 0,1 0-1 0 0,-1 1 1 0 0,1-1 0 0 0,-1 0 0 0 0,-1 0-1 0 0,-73 2 1401 0 0,44-3-1006 0 0,27 1-387 0 0,-1-1 0 0 0,1 1 0 0 0,0-1 0 0 0,0 0 0 0 0,0-1 0 0 0,0 1 0 0 0,0-1 0 0 0,0 0 0 0 0,0 0 0 0 0,0-1 0 0 0,1 1 0 0 0,-8-7 0 0 0,-2-2 75 0 0,1-1 0 0 0,-17-19 0 0 0,18 18-85 0 0,2 3-31 0 0,1-1 0 0 0,0 0 1 0 0,1 0-1 0 0,0-1 0 0 0,-8-16 0 0 0,14 24 11 0 0,0-1 0 0 0,0 0-1 0 0,1 1 1 0 0,-1-1 0 0 0,1 0-1 0 0,0 0 1 0 0,1 0 0 0 0,-1 0 0 0 0,1 0-1 0 0,0 0 1 0 0,0 0 0 0 0,0 1 0 0 0,1-1-1 0 0,0 0 1 0 0,0 0 0 0 0,0 0 0 0 0,1 0-1 0 0,2-6 1 0 0,-3 8-2 0 0,1 0 1 0 0,-1 0-1 0 0,1 1 1 0 0,0-1-1 0 0,0 0 1 0 0,0 0-1 0 0,0 1 0 0 0,1 0 1 0 0,-1-1-1 0 0,6-3 1 0 0,-2 2-49 0 0,1 1 1 0 0,0-1-1 0 0,13-4 1 0 0,-4 3 45 0 0,0 0 1 0 0,0 1 0 0 0,0 1-1 0 0,0 1 1 0 0,1 0 0 0 0,-1 1-1 0 0,26 1 1 0 0,-32 1-4 0 0,-7 0-41 0 0,6 0-92 0 0,-7-1-540 0 0,-1 1-210 0 0,7 1-30 0 0,-7-1-9 0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01.595"/>
    </inkml:context>
    <inkml:brush xml:id="br0">
      <inkml:brushProperty name="width" value="0.05" units="cm"/>
      <inkml:brushProperty name="height" value="0.05" units="cm"/>
    </inkml:brush>
  </inkml:definitions>
  <inkml:trace contextRef="#ctx0" brushRef="#br0">1 52 14975 0 0,'0'0'5688'0'0,"2"-15"-3520"0"0,0 12-2038 0 0,0 0 1 0 0,0 1-1 0 0,0-1 0 0 0,0 1 0 0 0,0 0 0 0 0,1 0 1 0 0,-1 0-1 0 0,1 0 0 0 0,0 0 0 0 0,0 0 1 0 0,-1 1-1 0 0,1-1 0 0 0,0 1 0 0 0,0 0 0 0 0,0 0 1 0 0,1 0-1 0 0,3-1 0 0 0,-6 2-123 0 0,0-1-1 0 0,1 1 1 0 0,-1-1 0 0 0,0 1-1 0 0,0 0 1 0 0,1 0 0 0 0,-1-1-1 0 0,0 1 1 0 0,1 0 0 0 0,-1 0-1 0 0,0 0 1 0 0,1 1-1 0 0,-1-1 1 0 0,0 0 0 0 0,0 0-1 0 0,1 1 1 0 0,1 0 0 0 0,3 1 1 0 0,30 8 5 0 0,-35-10-1 0 0,0 1 0 0 0,0 0 0 0 0,0-1-1 0 0,0 1 1 0 0,-1 0 0 0 0,1 0 0 0 0,0 0-1 0 0,0-1 1 0 0,-1 1 0 0 0,1 0-1 0 0,0 0 1 0 0,-1 0 0 0 0,1 0 0 0 0,0 2-1 0 0,5 13 83 0 0,-6-13-87 0 0,0 0 1 0 0,1-1 0 0 0,-1 1 0 0 0,0 0-1 0 0,-1-1 1 0 0,1 1 0 0 0,0-1-1 0 0,-1 1 1 0 0,1 0 0 0 0,-1-1 0 0 0,0 1-1 0 0,0-1 1 0 0,0 1 0 0 0,0-1-1 0 0,0 0 1 0 0,0 1 0 0 0,-1-1 0 0 0,-1 2-1 0 0,-4 5 42 0 0,0-1 0 0 0,0 0-1 0 0,-9 7 1 0 0,-48 36 495 0 0,63-50-313 0 0,205-3-326 0 0,-189 4-569 0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02.663"/>
    </inkml:context>
    <inkml:brush xml:id="br0">
      <inkml:brushProperty name="width" value="0.05" units="cm"/>
      <inkml:brushProperty name="height" value="0.05" units="cm"/>
    </inkml:brush>
  </inkml:definitions>
  <inkml:trace contextRef="#ctx0" brushRef="#br0">103 1 11863 0 0,'23'12'5282'0'0,"-23"8"383"0"0,-17 19-3789 0 0,17-38-1635 0 0,-1 1-66 0 0,-4 5-119 0 0,1 1 0 0 0,0 0 0 0 0,0 0 0 0 0,1 0 1 0 0,0 0-1 0 0,0 0 0 0 0,-2 15 0 0 0,-19 94 179 0 0,14-78 59 0 0,-6 48 1 0 0,2 25 153 0 0,3 54-384 0 0,9-29 64 0 0,3-83-80 0 0,0-30 13 0 0,5 31 0 0 0,-1-19 89 0 0,1-3 20 0 0,1 0 1 0 0,2 0-1 0 0,19 47 1 0 0,-16-46 35 0 0,-5-17-129 0 0,10 20-1 0 0,-15-32-4 0 0,2 1-1 0 0,-1-1 1 0 0,1 0-1 0 0,-1 0 1 0 0,1 0-1 0 0,9 8 0 0 0,0-5 45 0 0,-11-7-109 0 0,-1-1 1 0 0,1 1-1 0 0,-1 0 0 0 0,1 0 0 0 0,-1 0 0 0 0,0 0 0 0 0,0 0 0 0 0,1 0 0 0 0,0 2 0 0 0,2 1 32 0 0,0 0 0 0 0,0 0 0 0 0,0-1 0 0 0,6 5 0 0 0,4 3 33 0 0,-9-7-19 0 0,-4-3 75 0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03.789"/>
    </inkml:context>
    <inkml:brush xml:id="br0">
      <inkml:brushProperty name="width" value="0.05" units="cm"/>
      <inkml:brushProperty name="height" value="0.05" units="cm"/>
    </inkml:brush>
  </inkml:definitions>
  <inkml:trace contextRef="#ctx0" brushRef="#br0">22 4 10823 0 0,'0'0'7976'0'0,"-2"-1"-7064"0"0,1 1-862 0 0,1-1 0 0 0,-1 1 0 0 0,1 0 0 0 0,0 0 0 0 0,-1 0 0 0 0,1-1 0 0 0,-1 1 0 0 0,1 0 0 0 0,-1 0 0 0 0,1 0 0 0 0,-1 0 0 0 0,1 0 0 0 0,-1 0 0 0 0,1 0 0 0 0,-1 0 0 0 0,1 0-1 0 0,-1 0 1 0 0,1 0 0 0 0,-1 0 0 0 0,1 0 0 0 0,-1 0 0 0 0,1 0 0 0 0,-1 0 0 0 0,1 1 0 0 0,-1-1 0 0 0,1 0 0 0 0,0 0 0 0 0,-1 1 0 0 0,1-1 0 0 0,-1 0 0 0 0,1 0 0 0 0,0 1 0 0 0,-1-1 0 0 0,1 1 0 0 0,0-1 0 0 0,-1 0 0 0 0,1 1 0 0 0,0-1 0 0 0,-1 1 0 0 0,1-1-1 0 0,-2 6 5175 0 0,17 2-4745 0 0,-10-6-454 0 0,1 1 11 0 0,1-1 0 0 0,0 1 0 0 0,-1-2 0 0 0,1 1-1 0 0,11 0 1 0 0,-9-1-16 0 0,0 1 0 0 0,14 4 0 0 0,-9-3 0 0 0,-1 0 1 0 0,1 0-1 0 0,0-1 1 0 0,18-1-1 0 0,-4 1-5 0 0,89-1 38 0 0,-16-6 7 0 0,-82 4-86 0 0,0-1-1 0 0,29-6 1 0 0,-35 5 33 0 0,0 0 0 0 0,1 1 0 0 0,-1 0 0 0 0,1 1 0 0 0,-1 1 0 0 0,1 0 0 0 0,0 1 0 0 0,-1 1 0 0 0,21 4 0 0 0,-26-4 160 0 0,0 2-1 0 0,14 6 1 0 0,-17-8 205 0 0,-4-1 380 0 0,1 0-699 0 0,4 1-57 0 0,-5-1-181 0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04.887"/>
    </inkml:context>
    <inkml:brush xml:id="br0">
      <inkml:brushProperty name="width" value="0.05" units="cm"/>
      <inkml:brushProperty name="height" value="0.05" units="cm"/>
    </inkml:brush>
  </inkml:definitions>
  <inkml:trace contextRef="#ctx0" brushRef="#br0">35 20 14167 0 0,'0'0'323'0'0,"-1"-3"44"0"0,-6-10 18 0 0,5 10-41 0 0,-5 9-436 0 0,-2 2 5572 0 0,8-7-5232 0 0,0 1 0 0 0,0-1 0 0 0,0 1 0 0 0,0 0 0 0 0,0-1 1 0 0,1 1-1 0 0,-1 0 0 0 0,0 0 0 0 0,1 0 0 0 0,-1 2 0 0 0,3 2-43 0 0,0 1-1 0 0,1-1 1 0 0,-1 0-1 0 0,1 0 1 0 0,1 0 0 0 0,4 7-1 0 0,-7-12 204 0 0,3 14-24 0 0,4 1-52 0 0,1 0 0 0 0,18 25 0 0 0,-11-19 16 0 0,-9-8-209 0 0,0 0 1 0 0,0 0-1 0 0,-1 0 0 0 0,-1 1 1 0 0,4 18-1 0 0,12 32 134 0 0,-13-40-269 0 0,0 1 0 0 0,7 52 0 0 0,-9-46-5 0 0,1 46 58 0 0,-6-56-39 0 0,-2 78-7 0 0,1 3 18 0 0,1-79 27 0 0,1-7-55 0 0,-1 0 1 0 0,-1 0-1 0 0,-1 0 0 0 0,0 0 0 0 0,-6 25 1 0 0,-13 87 115 0 0,9-55-117 0 0,4-28 64 0 0,-19 61 0 0 0,5-38-64 0 0,3-23 213 0 0,-1 10 259 0 0,18-55-466 0 0,1 0 0 0 0,0 0-1 0 0,-1 0 1 0 0,1 0 0 0 0,-1 0 0 0 0,1 0-1 0 0,-1 0 1 0 0,1-1 0 0 0,-1 1-1 0 0,0 0 1 0 0,1 0 0 0 0,-1-1-1 0 0,0 1 1 0 0,-1 1 0 0 0,1-1 1 0 0,1 0 0 0 0,-1 0 0 0 0,0 1 1 0 0,1-1-1 0 0,0 0 0 0 0,-1 0 0 0 0,1 1 1 0 0,0-1-1 0 0,-1 0 0 0 0,1 1 0 0 0,0-1 1 0 0,0 3-1 0 0,0-1 12 0 0,-3 18 57 0 0,3-19-115 0 0,-2-13-1118 0 0,1 5 760 0 0,-1-10-7678 0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05.826"/>
    </inkml:context>
    <inkml:brush xml:id="br0">
      <inkml:brushProperty name="width" value="0.05" units="cm"/>
      <inkml:brushProperty name="height" value="0.05" units="cm"/>
    </inkml:brush>
  </inkml:definitions>
  <inkml:trace contextRef="#ctx0" brushRef="#br0">1 52 455 0 0,'0'0'19872'0'0,"3"-19"-17075"0"0,1 16-2703 0 0,0-1-1 0 0,0 1 1 0 0,0 0-1 0 0,0 0 1 0 0,0 1-1 0 0,1 0 1 0 0,0-1-1 0 0,-1 1 1 0 0,1 1-1 0 0,0-1 1 0 0,0 1-1 0 0,0 0 1 0 0,0 0-1 0 0,0 0 1 0 0,0 1-1 0 0,0-1 1 0 0,9 2-1 0 0,-10 0-72 0 0,0 0 1 0 0,1 0-1 0 0,-1 1 0 0 0,0-1 1 0 0,0 1-1 0 0,0 0 0 0 0,0 1 1 0 0,0-1-1 0 0,0 1 0 0 0,-1-1 1 0 0,1 1-1 0 0,-1 0 0 0 0,0 0 1 0 0,5 7-1 0 0,-6-7 0 0 0,0 1-1 0 0,-1 0 1 0 0,0-1-1 0 0,0 1 1 0 0,0 0-1 0 0,0 0 1 0 0,0 0-1 0 0,-1 0 1 0 0,0 0-1 0 0,0 0 0 0 0,0 0 1 0 0,0 0-1 0 0,0 0 1 0 0,-1-1-1 0 0,0 1 1 0 0,-2 6-1 0 0,1-2 40 0 0,-1-1 0 0 0,-1 1 0 0 0,1-1 0 0 0,-1 0-1 0 0,0 0 1 0 0,-1-1 0 0 0,-6 9 0 0 0,-4 6 45 0 0,12-16-65 0 0,1-1-1 0 0,-1 0 1 0 0,0 0 0 0 0,0-1-1 0 0,0 1 1 0 0,-6 4-1 0 0,7-7 5 0 0,0 0-1 0 0,1 1 0 0 0,-1-1 0 0 0,1 1 0 0 0,-1-1 1 0 0,1 1-1 0 0,-1-1 0 0 0,1 1 0 0 0,0 0 0 0 0,0-1 0 0 0,0 1 1 0 0,-2 3-1 0 0,3-5-27 0 0,0 0 0 0 0,0 0 0 0 0,0 0 0 0 0,0 0 0 0 0,0 0 0 0 0,0 0 0 0 0,0 0 0 0 0,0 0 0 0 0,0 0 0 0 0,-1 0 0 0 0,1 0 1 0 0,0 0-1 0 0,0 0 0 0 0,0 0 0 0 0,0 0 0 0 0,0 0 0 0 0,0 0 0 0 0,0 0 0 0 0,0 0 0 0 0,0 0 0 0 0,-1 0 0 0 0,1 0 0 0 0,0 0 0 0 0,0 0 0 0 0,0 0 0 0 0,0 0 0 0 0,0 0 0 0 0,0 0 1 0 0,0 0-1 0 0,0 0 0 0 0,0 0 0 0 0,0 0 0 0 0,-1 0 0 0 0,1 0 0 0 0,0 1 0 0 0,0-1 0 0 0,0 0 0 0 0,0 0 0 0 0,0 0 0 0 0,0 0 0 0 0,0 0 0 0 0,0 0 0 0 0,3 2-15 0 0,-1 0-1 0 0,1-1 1 0 0,0 0-1 0 0,0 1 1 0 0,0-1-1 0 0,-1 0 1 0 0,1 0-1 0 0,0-1 1 0 0,1 1-1 0 0,-1-1 1 0 0,0 1-1 0 0,0-1 1 0 0,0 0-1 0 0,0 0 1 0 0,0-1-1 0 0,0 1 1 0 0,0 0-1 0 0,0-1 1 0 0,0 0-1 0 0,0 0 1 0 0,4-1-1 0 0,50-7-64 0 0,-56 8 72 0 0,0 1 0 0 0,1-1 0 0 0,-1 1-1 0 0,0 0 1 0 0,0-1 0 0 0,1 1 0 0 0,-1 0 0 0 0,0 0 0 0 0,1 0-1 0 0,-1 0 1 0 0,0 0 0 0 0,1 0 0 0 0,-1 0 0 0 0,0 1 0 0 0,1-1-1 0 0,-1 0 1 0 0,0 1 0 0 0,2 0 0 0 0,5 2 72 0 0,-8-3 34 0 0,1 0-1 0 0,0 0 1 0 0,-1 0-1 0 0,1 0 1 0 0,0-1-1 0 0,-1 1 0 0 0,1 0 1 0 0,0 0-1 0 0,-1 0 1 0 0,1 0-1 0 0,0-1 0 0 0,-1 1 1 0 0,1 0-1 0 0,-1-1 1 0 0,1 1-1 0 0,1-1 1 0 0,10-16-4641 0 0,-10 14 3271 0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06.254"/>
    </inkml:context>
    <inkml:brush xml:id="br0">
      <inkml:brushProperty name="width" value="0.05" units="cm"/>
      <inkml:brushProperty name="height" value="0.05" units="cm"/>
    </inkml:brush>
  </inkml:definitions>
  <inkml:trace contextRef="#ctx0" brushRef="#br0">142 4 14511 0 0,'0'0'1456'0'0,"-1"0"-1333"0"0,-3-1 267 0 0,0 1 0 0 0,0-1 0 0 0,-1 1 1 0 0,1 0-1 0 0,0 0 0 0 0,0 0 0 0 0,0 1 0 0 0,0-1 0 0 0,0 1 1 0 0,-1 0-1 0 0,1 0 0 0 0,0 1 0 0 0,1-1 0 0 0,-1 1 0 0 0,0 0 1 0 0,0 0-1 0 0,1 0 0 0 0,-5 4 0 0 0,1-1-228 0 0,1 1 0 0 0,0 1-1 0 0,1-1 1 0 0,-1 1 0 0 0,1-1 0 0 0,0 1 0 0 0,1 1-1 0 0,-5 8 1 0 0,8-12-160 0 0,-1 1-1 0 0,1-1 0 0 0,0 1 1 0 0,0-1-1 0 0,1 1 1 0 0,-1-1-1 0 0,1 1 0 0 0,0-1 1 0 0,0 1-1 0 0,0 0 0 0 0,1-1 1 0 0,0 1-1 0 0,-1-1 1 0 0,2 0-1 0 0,-1 1 0 0 0,0-1 1 0 0,1 0-1 0 0,0 1 1 0 0,0-1-1 0 0,4 5 0 0 0,-1-1-18 0 0,-2-3-7 0 0,1 0-1 0 0,0 0 0 0 0,0 0 0 0 0,9 9 0 0 0,0-7 53 0 0,-8-7-12 0 0,-3 0-7 0 0,55-2 55 0 0,-52 2-55 0 0,0 0-1 0 0,0-1 1 0 0,0 0-1 0 0,0 0 1 0 0,0 0-1 0 0,0 0 1 0 0,0-1-1 0 0,8-4 0 0 0,-2 1-26 0 0,0-1 0 0 0,16-12 0 0 0,-25 16 96 0 0,1 0 1 0 0,-1 0-1 0 0,0 0 1 0 0,0-1-1 0 0,0 1 1 0 0,0-1-1 0 0,0 1 1 0 0,0-1-1 0 0,-1 1 1 0 0,0-1-1 0 0,1 0 1 0 0,-1 0-1 0 0,0 0 1 0 0,0 0-1 0 0,0 0 1 0 0,-1 0-1 0 0,1 0 1 0 0,-1 0-1 0 0,0 0 1 0 0,0 0-1 0 0,0-6 1 0 0,-1 4 28 0 0,1 0-1 0 0,-1 0 1 0 0,-1 0-1 0 0,1 1 1 0 0,-1-1 0 0 0,0 0-1 0 0,0 1 1 0 0,0-1 0 0 0,0 1-1 0 0,-1 0 1 0 0,0 0-1 0 0,-6-7 1 0 0,3 4-102 0 0,0 1 0 0 0,0 1 0 0 0,0-1 0 0 0,-1 1-1 0 0,0 0 1 0 0,0 1 0 0 0,-1 0 0 0 0,-10-5 0 0 0,12 7-2064 0 0,-1 0 0 0 0,1 0 0 0 0,-12-1 0 0 0,6 1-6505 0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07.963"/>
    </inkml:context>
    <inkml:brush xml:id="br0">
      <inkml:brushProperty name="width" value="0.05" units="cm"/>
      <inkml:brushProperty name="height" value="0.05" units="cm"/>
    </inkml:brush>
  </inkml:definitions>
  <inkml:trace contextRef="#ctx0" brushRef="#br0">56 1 10479 0 0,'0'0'9844'0'0,"2"0"-9364"0"0,27 8 1030 0 0,55 7 0 0 0,-39-11-723 0 0,1-2-1 0 0,58-3 1 0 0,-58-1 77 0 0,-47 3-856 0 0,0 0 0 0 0,1-1 0 0 0,-1 1 0 0 0,0 0 0 0 0,1 0 0 0 0,-1 0 0 0 0,0 0 0 0 0,1 0-1 0 0,-1 0 1 0 0,1 0 0 0 0,0 0 0 0 0,-1 0 0 0 0,1 0 0 0 0,0 0 0 0 0,0 0 0 0 0,-1 1 0 0 0,1 1 0 0 0,-2 5 30 0 0,-15 28-80 0 0,16-34 41 0 0,0 0 0 0 0,0-1 0 0 0,0 1 1 0 0,1 0-1 0 0,-1 0 0 0 0,0 0 0 0 0,1-1 0 0 0,0 1 1 0 0,-1 0-1 0 0,1 0 0 0 0,0 0 0 0 0,0 0 0 0 0,0 0 0 0 0,1 4 1 0 0,-1 1 1 0 0,1 10-1 0 0,-2 0 0 0 0,0-1 0 0 0,-4 21 0 0 0,-2-11 14 0 0,4-14-5 0 0,0 1 0 0 0,1-1 0 0 0,-1 20-1 0 0,2-20-23 0 0,0 0-1 0 0,-4 15 0 0 0,3-15 7 0 0,0 0 1 0 0,0 14-1 0 0,0 9-40 0 0,1-25 23 0 0,0 0 0 0 0,1 17-1 0 0,1 3 63 0 0,-1 1 0 0 0,-2-1 0 0 0,-1 1 0 0 0,-7 31 0 0 0,3-23-11 0 0,4 34-102 0 0,-6 15 141 0 0,6-37-89 0 0,3-39 15 0 0,0-1 0 0 0,-1 0 1 0 0,-4 23-1 0 0,0-9 10 0 0,-4 41 0 0 0,4-19 0 0 0,3 22 53 0 0,0-28-92 0 0,1-11 25 0 0,-6 10 39 0 0,5-28-12 0 0,0 0 0 0 0,0 16 0 0 0,-4 72 68 0 0,1-35-87 0 0,-6 14 211 0 0,9-69-220 0 0,1-7 7 0 0,1 0 1 0 0,-1-1 0 0 0,1 1 0 0 0,-1 0-1 0 0,1 0 1 0 0,0-1 0 0 0,0 7 0 0 0,1-7-4 0 0,-1 22 7 0 0,-2 37 4 0 0,2-23 0 0 0,-2-28 0 0 0,2 14 0 0 0,1-17 0 0 0,5 28 0 0 0,-6-32 1 0 0,0 1-5 0 0,8 12 60 0 0,5 36-109 0 0,-9-22 53 0 0,-1-19 0 0 0,1 1 1 0 0,-4-9-3 0 0,-1 0 3 0 0,8 16 10 0 0,-6-15 31 0 0,-1 3-20 0 0,-2-2 31 0 0,-3 1-42 0 0,3-4 15 0 0,0-1 1 0 0,-1 0-1 0 0,1 0 1 0 0,-1 1-1 0 0,1-2 1 0 0,-1 1-1 0 0,-4 1 1 0 0,-48 3 885 0 0,35-4-333 0 0,0 1 1 0 0,-37 9-1 0 0,43-8-478 0 0,0 0 0 0 0,-16 0 0 0 0,2 1-85 0 0,23-4-1717 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09.076"/>
    </inkml:context>
    <inkml:brush xml:id="br0">
      <inkml:brushProperty name="width" value="0.05" units="cm"/>
      <inkml:brushProperty name="height" value="0.05" units="cm"/>
    </inkml:brush>
  </inkml:definitions>
  <inkml:trace contextRef="#ctx0" brushRef="#br0">34 28 13247 0 0,'-1'-1'121'0'0,"0"0"0"0"0,0-1-1 0 0,-1 1 1 0 0,1-1-1 0 0,0 1 1 0 0,0-1 0 0 0,1 0-1 0 0,-1 1 1 0 0,-1-4 0 0 0,0-1-1 0 0,2 6-141 0 0,-1 0 0 0 0,1 0 0 0 0,0-1 0 0 0,-1 1 0 0 0,1 0 0 0 0,0-1 0 0 0,0 1 0 0 0,-1 0 0 0 0,1 0 0 0 0,-1 0 0 0 0,1-1 0 0 0,0 1 0 0 0,-1 0 0 0 0,1 0 0 0 0,0 0 0 0 0,-1 0 0 0 0,1 0 0 0 0,-1 0 0 0 0,1 0 0 0 0,0 0 0 0 0,-1 0 0 0 0,1 0 0 0 0,-1 0 0 0 0,-10 4 10014 0 0,12-2-9913 0 0,2-1-67 0 0,-1 1-1 0 0,1 0 1 0 0,-1-1 0 0 0,1 1-1 0 0,0-1 1 0 0,0 0 0 0 0,0 0-1 0 0,0 0 1 0 0,0 0 0 0 0,0 0-1 0 0,4 0 1 0 0,2-1 78 0 0,0 0 0 0 0,13-1 0 0 0,6 0 116 0 0,-2-1-17 0 0,-21 1-165 0 0,0 0 0 0 0,1 1 1 0 0,-1 0-1 0 0,0 0 0 0 0,10 1 0 0 0,4 2 20 0 0,19 3-30 0 0,-37-5-272 0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09.424"/>
    </inkml:context>
    <inkml:brush xml:id="br0">
      <inkml:brushProperty name="width" value="0.05" units="cm"/>
      <inkml:brushProperty name="height" value="0.05" units="cm"/>
    </inkml:brush>
  </inkml:definitions>
  <inkml:trace contextRef="#ctx0" brushRef="#br0">1 15 14279 0 0,'0'0'1432'0'0,"2"0"-1192"0"0,42 1 2407 0 0,48-1 1565 0 0,-78-1-3642 0 0,-1 0 1 0 0,1 0 0 0 0,0-1-1 0 0,22-7 1 0 0,-34 9-509 0 0,0-1 0 0 0,-1 1 0 0 0,1 0 0 0 0,0 0 0 0 0,-1 0 0 0 0,1 0 1 0 0,0 0-1 0 0,-1 0 0 0 0,1 0 0 0 0,-1 1 0 0 0,4 0 0 0 0,1 1 81 0 0,9 1 304 0 0,8 1-3245 0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10.806"/>
    </inkml:context>
    <inkml:brush xml:id="br0">
      <inkml:brushProperty name="width" value="0.05" units="cm"/>
      <inkml:brushProperty name="height" value="0.05" units="cm"/>
    </inkml:brush>
  </inkml:definitions>
  <inkml:trace contextRef="#ctx0" brushRef="#br0">2 6 2759 0 0,'-1'-6'21279'0'0,"3"48"-20072"0"0,14 66 1 0 0,-16-107-1190 0 0,11 106 640 0 0,-5-34-193 0 0,-2-51-296 0 0,10 35 1 0 0,-7-35 16 0 0,-5-9-169 0 0,-1-12-18 0 0,4 6 65 0 0,-4-6-25 0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11.218"/>
    </inkml:context>
    <inkml:brush xml:id="br0">
      <inkml:brushProperty name="width" value="0.05" units="cm"/>
      <inkml:brushProperty name="height" value="0.05" units="cm"/>
    </inkml:brush>
  </inkml:definitions>
  <inkml:trace contextRef="#ctx0" brushRef="#br0">1 1 2759 0 0,'0'0'17592'0'0,"9"6"-15456"0"0,12-2-1494 0 0,17 3 332 0 0,64 5 462 0 0,-78-10-1238 0 0,-8 0-19 0 0,0 0 1 0 0,0-2 0 0 0,22-1-1 0 0,119-10 349 0 0,-110 11-453 0 0,-41 1-25 0 0,-5 0-41 0 0,0 0-1 0 0,0 0 1 0 0,0-1-1 0 0,0 1 1 0 0,0 0 0 0 0,0-1-1 0 0,0 1 1 0 0,0-1-1 0 0,1 1 1 0 0,-1-1 0 0 0,0 1-1 0 0,0-1 1 0 0,2 0-1 0 0,18 10-8 0 0,-19-10-54 0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11.837"/>
    </inkml:context>
    <inkml:brush xml:id="br0">
      <inkml:brushProperty name="width" value="0.05" units="cm"/>
      <inkml:brushProperty name="height" value="0.05" units="cm"/>
    </inkml:brush>
  </inkml:definitions>
  <inkml:trace contextRef="#ctx0" brushRef="#br0">19 50 5527 0 0,'-1'-6'16925'0'0,"2"5"-16681"0"0,7-4-97 0 0,1-1 0 0 0,0 1 0 0 0,0 1 0 0 0,1 0 0 0 0,-1 0 0 0 0,1 0 0 0 0,0 1 0 0 0,0 1 0 0 0,0 0 0 0 0,0 0 0 0 0,1 1 0 0 0,-1 1 0 0 0,14 0 0 0 0,-22 0-127 0 0,-1 0 0 0 0,1 0 1 0 0,0 1-1 0 0,0-1 0 0 0,0 1 1 0 0,-1-1-1 0 0,1 1 0 0 0,0 0 1 0 0,-1 0-1 0 0,1 0 0 0 0,0 0 1 0 0,-1 0-1 0 0,1 0 0 0 0,-1 0 1 0 0,0 0-1 0 0,1 1 0 0 0,-1-1 1 0 0,0 0-1 0 0,0 1 0 0 0,0-1 1 0 0,2 3-1 0 0,-2-1 20 0 0,0 0 0 0 0,0 0 0 0 0,0 0 0 0 0,0 1 0 0 0,0-1 0 0 0,0 0 0 0 0,-1 0 0 0 0,0 0 0 0 0,1 0 0 0 0,-1 1 0 0 0,-1-1-1 0 0,1 4 1 0 0,-2 2 9 0 0,0-1 0 0 0,0 0 0 0 0,-1 1 0 0 0,0-1 0 0 0,-1 0 0 0 0,1 0-1 0 0,-2 0 1 0 0,1-1 0 0 0,-10 13 0 0 0,-6 4 275 0 0,-32 30 0 0 0,17-18-206 0 0,27-28-68 0 0,-1 0 0 0 0,1-1 0 0 0,-16 10 0 0 0,13-10-12 0 0,10-6-108 0 0,8-3 25 0 0,79-3-209 0 0,-61 3 188 0 0,7 1 119 0 0,38 4 0 0 0,-54-1-5 0 0,-1 1 0 0 0,16 4 0 0 0,-19-4 163 0 0,8-2 281 0 0,-13-1-215 0 0,-6 0-14 0 0,6 1 230 0 0,-16 1-4602 0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17.564"/>
    </inkml:context>
    <inkml:brush xml:id="br0">
      <inkml:brushProperty name="width" value="0.05" units="cm"/>
      <inkml:brushProperty name="height" value="0.05" units="cm"/>
    </inkml:brush>
  </inkml:definitions>
  <inkml:trace contextRef="#ctx0" brushRef="#br0">87 1 7831 0 0,'0'0'356'0'0,"-2"0"-6"0"0,-31 0 946 0 0,22 0-359 0 0,9 0-310 0 0,0 0 0 0 0,0 0 0 0 0,-1 0 0 0 0,1 0 0 0 0,0 0 0 0 0,0 0 0 0 0,0 1 0 0 0,0-1 0 0 0,-1 1 0 0 0,1 0 0 0 0,-3 1 0 0 0,4-1 390 0 0,-9-5 3919 0 0,34 4-4256 0 0,-11-1-522 0 0,1 1 0 0 0,0 1 0 0 0,14 2 0 0 0,9 1 78 0 0,6 2-125 0 0,-31-4-60 0 0,0-1 0 0 0,-1 0 0 0 0,1-1 0 0 0,20-1 0 0 0,4-1 3 0 0,22 0-52 0 0,20-1 113 0 0,-2 1 24 0 0,-56-1-128 0 0,-17 2-6 0 0,0 0 0 0 0,0 1-1 0 0,-1-1 1 0 0,1 1 0 0 0,0 0-1 0 0,0 0 1 0 0,0 0 0 0 0,6 1-1 0 0,-8-1 361 0 0,4 1-1773 0 0,-15-4-3706 0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18.696"/>
    </inkml:context>
    <inkml:brush xml:id="br0">
      <inkml:brushProperty name="width" value="0.05" units="cm"/>
      <inkml:brushProperty name="height" value="0.05" units="cm"/>
    </inkml:brush>
  </inkml:definitions>
  <inkml:trace contextRef="#ctx0" brushRef="#br0">1 0 12095 0 0,'0'0'1211'0'0,"10"7"2702"0"0,10 6-811 0 0,-19-11-2464 0 0,8 12 607 0 0,-8-12-785 0 0,1 6 323 0 0,15 44 1060 0 0,-9-29-1725 0 0,-3-6 23 0 0,0 0 0 0 0,4 25 0 0 0,-5-18-141 0 0,6 23 0 0 0,-4-26 0 0 0,4 39 0 0 0,6 38 128 0 0,-12-70-113 0 0,-2-13 10 0 0,0 0 0 0 0,0 0-1 0 0,-1 0 1 0 0,-1 1 0 0 0,-1-1-1 0 0,-2 18 1 0 0,1-19-46 0 0,0 0-1 0 0,1 0 1 0 0,2 25 0 0 0,0 18-42 0 0,-2-29 63 0 0,0 21 0 0 0,0-4 27 0 0,2-32-15 0 0,-1 1 1 0 0,-2 14-1 0 0,0 17-16 0 0,2-34 23 0 0,-1 0 0 0 0,-2 16 0 0 0,-5 43 56 0 0,6-59-73 0 0,1 0 0 0 0,0 1 1 0 0,1-1-1 0 0,1 20 0 0 0,-3-22 69 0 0,0-2-36 0 0,-2 63 309 0 0,2-40-343 0 0,-5 33 0 0 0,1-31-24 0 0,2-2 115 0 0,-2 29 1587 0 0,6-58-1670 0 0,0 0 0 0 0,0-1 0 0 0,0 1 0 0 0,0-1 1 0 0,0 1-1 0 0,0-1 0 0 0,0 1 0 0 0,0-1 0 0 0,0 1 0 0 0,1-1 1 0 0,-1 1-1 0 0,0-1 0 0 0,0 1 0 0 0,0-1 0 0 0,0 1 1 0 0,1-1-1 0 0,-1 0 0 0 0,0 1 0 0 0,1-1 0 0 0,-1 1 0 0 0,0-1 1 0 0,1 1-1 0 0,-1-1 0 0 0,1 1 0 0 0,5 4 7 0 0,1 0-5 0 0,2-6 42 0 0,15 4 64 0 0,3-11-106 0 0,40 11-11 0 0,-63-2 0 0 0,0-1 0 0 0,0-1 0 0 0,-1 1 0 0 0,1 0 0 0 0,0-1 0 0 0,-1 1 0 0 0,1-1 0 0 0,4-2 0 0 0,18-3 0 0 0,-24 6 0 0 0,1-1 0 0 0,0 1 0 0 0,-1-1 0 0 0,1 0 0 0 0,-1 0 0 0 0,0 0 0 0 0,3-1 0 0 0,-3 1 0 0 0,-1 0 0 0 0,1 0 0 0 0,-1 0 0 0 0,1 1 0 0 0,0-1 0 0 0,-1 0 0 0 0,1 1 0 0 0,0 0 0 0 0,-1-1 0 0 0,1 1 0 0 0,0 0 0 0 0,-1 0 0 0 0,1 0 0 0 0,0 0 0 0 0,0 0 0 0 0,-1 0 0 0 0,4 1 0 0 0,8 4 0 0 0,-11-4 0 0 0,1 0 0 0 0,-1 0 0 0 0,1 0 0 0 0,0 0 0 0 0,0 0 0 0 0,-1-1 0 0 0,1 1 0 0 0,0-1 0 0 0,0 0 0 0 0,0 0 0 0 0,-1 0 0 0 0,1 0 0 0 0,0 0 0 0 0,0-1 0 0 0,0 0 0 0 0,-1 1 0 0 0,4-2 0 0 0,14 2 0 0 0,-18-1 9 0 0,2 0 25 0 0,8 8-13 0 0,-6-2-10 0 0,-5-4 19 0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19.651"/>
    </inkml:context>
    <inkml:brush xml:id="br0">
      <inkml:brushProperty name="width" value="0.05" units="cm"/>
      <inkml:brushProperty name="height" value="0.05" units="cm"/>
    </inkml:brush>
  </inkml:definitions>
  <inkml:trace contextRef="#ctx0" brushRef="#br0">56 26 1839 0 0,'0'0'24452'0'0,"2"-1"-24292"0"0,53-13 428 0 0,55 6-215 0 0,-84 6 147 0 0,-71 11-494 0 0,10-2-246 0 0,-37 3 0 0 0,51-9 144 0 0,-23-2 1 0 0,40 1 72 0 0,-14-5-73 0 0,9 0-8 0 0,8 3-99 0 0,15 3-195 0 0,3 0 385 0 0,-10-1-15 0 0,-3 0-5 0 0,0 0 0 0 0,-1 0 0 0 0,1 0 0 0 0,0 1 0 0 0,6 1 0 0 0,0 0-11 0 0,0-1-1 0 0,0 0 0 0 0,0 0 1 0 0,-1-1-1 0 0,18-2 0 0 0,3 1-8 0 0,-21 2 92 0 0,1 0 0 0 0,16 3 0 0 0,-16-1-15 0 0,-8-3 408 0 0,-15 13-10417 0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23.453"/>
    </inkml:context>
    <inkml:brush xml:id="br0">
      <inkml:brushProperty name="width" value="0.05" units="cm"/>
      <inkml:brushProperty name="height" value="0.05" units="cm"/>
    </inkml:brush>
  </inkml:definitions>
  <inkml:trace contextRef="#ctx0" brushRef="#br0">15 24 4375 0 0,'0'0'5971'0'0,"-1"-5"-4974"0"0,-1-2-1411 0 0,-2-5 3581 0 0,2 30-97 0 0,4 11-1753 0 0,7 45 0 0 0,2 11 273 0 0,-6 44-1141 0 0,-3-106-439 0 0,3 103 162 0 0,-4-120-140 0 0,-1 12 10 0 0,-1-11-31 0 0,1-6 502 0 0,-13-49-181 0 0,13 45-333 0 0,-10-54-179 0 0,-4-105 1 0 0,12 113-485 0 0,2 47 579 0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24.873"/>
    </inkml:context>
    <inkml:brush xml:id="br0">
      <inkml:brushProperty name="width" value="0.05" units="cm"/>
      <inkml:brushProperty name="height" value="0.05" units="cm"/>
    </inkml:brush>
  </inkml:definitions>
  <inkml:trace contextRef="#ctx0" brushRef="#br0">0 12 2303 0 0,'2'-12'23088'0'0,"4"366"-22672"0"0,-6-346-416 0 0,-4 126-53 0 0,4-127 369 0 0,-1 0 0 0 0,2-1 1 0 0,0 11-1 0 0,-1-15-129 0 0,6-13-3667 0 0,1 1 1337 0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25.362"/>
    </inkml:context>
    <inkml:brush xml:id="br0">
      <inkml:brushProperty name="width" value="0.05" units="cm"/>
      <inkml:brushProperty name="height" value="0.05" units="cm"/>
    </inkml:brush>
  </inkml:definitions>
  <inkml:trace contextRef="#ctx0" brushRef="#br0">1 0 6447 0 0,'0'0'17216'0'0,"7"5"-16576"0"0,-3-3-541 0 0,1 0 1 0 0,-1-1-1 0 0,1 0 0 0 0,-1 1 0 0 0,1-2 1 0 0,0 1-1 0 0,-1 0 0 0 0,1-1 0 0 0,9 0 1 0 0,22 2 203 0 0,-19 1-237 0 0,1-2 0 0 0,1 0-1 0 0,-1-1 1 0 0,0 0 0 0 0,0-2-1 0 0,18-3 1 0 0,-6 1-38 0 0,77-3 356 0 0,-104 7-390 0 0,0 0 0 0 0,0 0-1 0 0,0 0 1 0 0,-1 0 0 0 0,1 1 0 0 0,4 1 0 0 0,32 4-39 0 0,-35-6 72 0 0,-1 1 0 0 0,0-1 0 0 0,0 1-1 0 0,0 0 1 0 0,0 0 0 0 0,0 1 0 0 0,0-1 0 0 0,0 1 0 0 0,0-1 0 0 0,0 1-1 0 0,4 4 1 0 0,0-2-5 0 0,-6-4 81 0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26.269"/>
    </inkml:context>
    <inkml:brush xml:id="br0">
      <inkml:brushProperty name="width" value="0.05" units="cm"/>
      <inkml:brushProperty name="height" value="0.05" units="cm"/>
    </inkml:brush>
  </inkml:definitions>
  <inkml:trace contextRef="#ctx0" brushRef="#br0">27 82 11975 0 0,'0'0'3180'0'0,"4"-16"191"0"0,0 11-3066 0 0,0 0 0 0 0,0 0 1 0 0,0 0-1 0 0,1 1 0 0 0,-1-1 0 0 0,1 1 1 0 0,0 0-1 0 0,1 0 0 0 0,-1 1 1 0 0,1 0-1 0 0,-1 0 0 0 0,1 0 0 0 0,0 0 1 0 0,0 1-1 0 0,0 0 0 0 0,0 0 0 0 0,1 1 1 0 0,-1 0-1 0 0,8-1 0 0 0,19 4 126 0 0,-32-2-366 0 0,5 2 6 0 0,-4-1-84 0 0,1-1 1 0 0,-1 1-1 0 0,0 0 1 0 0,0 0-1 0 0,0 0 0 0 0,0 1 1 0 0,0-1-1 0 0,0 0 0 0 0,0 1 1 0 0,3 2-1 0 0,-4-3 28 0 0,1 1-1 0 0,-1-1 1 0 0,1 1-1 0 0,-1-1 1 0 0,0 1-1 0 0,1-1 1 0 0,-1 1-1 0 0,0 0 1 0 0,0 0-1 0 0,0 0 1 0 0,0-1-1 0 0,-1 1 1 0 0,1 0-1 0 0,0 0 1 0 0,-1 0-1 0 0,1 0 1 0 0,-1 3-1 0 0,0-2 8 0 0,0 1-1 0 0,0-1 1 0 0,0 1 0 0 0,-1-1-1 0 0,1 1 1 0 0,-1-1 0 0 0,0 1-1 0 0,0-1 1 0 0,-3 5 0 0 0,0 0 2 0 0,0-1 0 0 0,-1 1 1 0 0,1-1-1 0 0,-2 0 1 0 0,1-1-1 0 0,-1 0 1 0 0,0 1-1 0 0,-7 4 0 0 0,-29 25 120 0 0,22-17 45 0 0,-29 19 1 0 0,8-2 390 0 0,39-35-521 0 0,1 0-5 0 0,-4 4-32 0 0,4-4-2 0 0,1 0-14 0 0,-1-1 0 0 0,1 0 0 0 0,-1 1 0 0 0,1-1 0 0 0,-1 1 0 0 0,1-1 0 0 0,0 1-1 0 0,-1-1 1 0 0,1 1 0 0 0,0-1 0 0 0,-1 1 0 0 0,1-1 0 0 0,0 1 0 0 0,0 0 0 0 0,-1-1 0 0 0,1 1 0 0 0,0-1 0 0 0,0 1 0 0 0,0 0 0 0 0,0-1-1 0 0,0 1 1 0 0,0 0 0 0 0,0-1 0 0 0,0 1 0 0 0,0-1 0 0 0,0 1 0 0 0,0 0 0 0 0,1-1 0 0 0,-1 1 0 0 0,0-1 0 0 0,0 1 0 0 0,1 0 0 0 0,-1-1-1 0 0,0 1 1 0 0,0-1 0 0 0,1 1 0 0 0,0 0 0 0 0,-1-1 4 0 0,0 1-7 0 0,0-1-1 0 0,1 0 1 0 0,-1 1-1 0 0,0-1 1 0 0,0 0-1 0 0,1 1 0 0 0,-1-1 1 0 0,0 0-1 0 0,1 1 1 0 0,-1-1-1 0 0,0 0 0 0 0,1 0 1 0 0,-1 1-1 0 0,1-1 1 0 0,-1 0-1 0 0,0 0 1 0 0,1 0-1 0 0,-1 0 0 0 0,1 0 1 0 0,-1 1-1 0 0,0-1 1 0 0,1 0-1 0 0,-1 0 0 0 0,1 0 1 0 0,0 0-1 0 0,7 2 53 0 0,1-1-9 0 0,-1 0-1 0 0,1 0 1 0 0,-1-1-1 0 0,1 0 1 0 0,-1 0-1 0 0,15-4 1 0 0,4 1 19 0 0,64-8 567 0 0,-90 10-623 0 0,0 1-1 0 0,0 0 1 0 0,0-1 0 0 0,0 1-1 0 0,0 0 1 0 0,1 0 0 0 0,-1 0 0 0 0,0 0-1 0 0,0 0 1 0 0,0 0 0 0 0,0 1-1 0 0,1-1 1 0 0,-1 0 0 0 0,0 0-1 0 0,2 2 1 0 0,4 0-25 0 0,22-4 21 0 0,-5 4 251 0 0,-23-2 380 0 0,1 0-561 0 0,16 8 53 0 0,-11-4-58 0 0,-6-4 532 0 0,-8 0-5602 0 0,0 0 3305 0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28.409"/>
    </inkml:context>
    <inkml:brush xml:id="br0">
      <inkml:brushProperty name="width" value="0.05" units="cm"/>
      <inkml:brushProperty name="height" value="0.05" units="cm"/>
    </inkml:brush>
  </inkml:definitions>
  <inkml:trace contextRef="#ctx0" brushRef="#br0">4 36 15319 0 0,'0'0'1535'0'0,"0"-5"-1404"0"0,-3-19 7112 0 0,3 24-7196 0 0,0 0 0 0 0,0 0 0 0 0,0-1 0 0 0,0 1 0 0 0,0 0 0 0 0,0-1-1 0 0,0 1 1 0 0,0 0 0 0 0,0 0 0 0 0,1-1 0 0 0,-1 1 0 0 0,0 0 0 0 0,0 0-1 0 0,0-1 1 0 0,0 1 0 0 0,1 0 0 0 0,-1 0 0 0 0,0-1 0 0 0,0 1-1 0 0,1 0 1 0 0,-1 0 0 0 0,0 0 0 0 0,0 0 0 0 0,1-1 0 0 0,-1 1 0 0 0,0 0-1 0 0,0 0 1 0 0,1 0 0 0 0,-1 0 0 0 0,0 0 0 0 0,1 0 0 0 0,-1 0 0 0 0,0 0-1 0 0,1 0 1 0 0,-1 0 0 0 0,0 0 0 0 0,0 0 0 0 0,1 0 0 0 0,-1 0-1 0 0,0 0 1 0 0,1 0 0 0 0,-1 0 0 0 0,14 4 1824 0 0,-13-3-1845 0 0,0 0 1 0 0,1 1-1 0 0,-1-1 1 0 0,0 1 0 0 0,1 0-1 0 0,-1-1 1 0 0,0 1-1 0 0,0 0 1 0 0,0 0-1 0 0,-1-1 1 0 0,1 1-1 0 0,1 3 1 0 0,4 28 177 0 0,-2-13-103 0 0,12 75-22 0 0,-12-62-157 0 0,9 33 0 0 0,-1 8 131 0 0,-11-73-85 0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28.806"/>
    </inkml:context>
    <inkml:brush xml:id="br0">
      <inkml:brushProperty name="width" value="0.05" units="cm"/>
      <inkml:brushProperty name="height" value="0.05" units="cm"/>
    </inkml:brush>
  </inkml:definitions>
  <inkml:trace contextRef="#ctx0" brushRef="#br0">1 24 919 0 0,'0'0'18163'0'0,"2"0"-17410"0"0,16-3 479 0 0,10 0 156 0 0,-18 3-966 0 0,-1 0 0 0 0,20-4 0 0 0,13 0 400 0 0,88-5 1586 0 0,-127 9-2216 0 0,10 3 982 0 0,-8 0-2685 0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29.314"/>
    </inkml:context>
    <inkml:brush xml:id="br0">
      <inkml:brushProperty name="width" value="0.05" units="cm"/>
      <inkml:brushProperty name="height" value="0.05" units="cm"/>
    </inkml:brush>
  </inkml:definitions>
  <inkml:trace contextRef="#ctx0" brushRef="#br0">26 29 11863 0 0,'0'0'540'0'0,"-1"-1"-5"0"0,0-1 11 0 0,0 0 0 0 0,0 0 0 0 0,0 0 0 0 0,0 1-1 0 0,0-1 1 0 0,0 0 0 0 0,-1 1 0 0 0,1-1 0 0 0,-1 1 0 0 0,1 0 0 0 0,-10-8 6502 0 0,11 11-6999 0 0,1 0 0 0 0,0 0 0 0 0,-1 0 0 0 0,0 0 0 0 0,1 0 0 0 0,-1 0 0 0 0,0 0 0 0 0,0 2 0 0 0,0 0 30 0 0,4 95 197 0 0,-3-53-67 0 0,2-1 0 0 0,2 1 0 0 0,12 55 0 0 0,-1-6 992 0 0,-16-94-1383 0 0,7-14-7423 0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29.744"/>
    </inkml:context>
    <inkml:brush xml:id="br0">
      <inkml:brushProperty name="width" value="0.05" units="cm"/>
      <inkml:brushProperty name="height" value="0.05" units="cm"/>
    </inkml:brush>
  </inkml:definitions>
  <inkml:trace contextRef="#ctx0" brushRef="#br0">1 15 11631 0 0,'0'0'10360'0'0,"1"0"-9935"0"0,5 1-281 0 0,-1 1-1 0 0,1-2 0 0 0,0 1 1 0 0,0-1-1 0 0,0 0 0 0 0,0 0 1 0 0,7-1-1 0 0,19 0 177 0 0,-3 1 54 0 0,34-4 0 0 0,-14 0 29 0 0,-7 0-193 0 0,-28 2-57 0 0,1 0 0 0 0,22 2 0 0 0,43 6 359 0 0,-71-6-501 0 0,-7 0 42 0 0,-1 0 0 0 0,3 0-57 0 0,-2 0-245 0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30.442"/>
    </inkml:context>
    <inkml:brush xml:id="br0">
      <inkml:brushProperty name="width" value="0.05" units="cm"/>
      <inkml:brushProperty name="height" value="0.05" units="cm"/>
    </inkml:brush>
  </inkml:definitions>
  <inkml:trace contextRef="#ctx0" brushRef="#br0">0 27 15519 0 0,'0'0'6853'0'0,"11"-3"-5411"0"0,33-6-538 0 0,-29 5-632 0 0,1 0 0 0 0,0 1 1 0 0,22 0-1 0 0,-36 2-249 0 0,-1 1 0 0 0,0 0 0 0 0,1 0 0 0 0,-1 0 0 0 0,1 1 0 0 0,-1-1 0 0 0,1 0 0 0 0,-1 0 1 0 0,1 1-1 0 0,-1-1 0 0 0,1 1 0 0 0,-1-1 0 0 0,0 1 0 0 0,1 0 0 0 0,-1 0 0 0 0,0-1 0 0 0,0 1 0 0 0,0 0 0 0 0,1 0 0 0 0,-1 0 0 0 0,0 0 0 0 0,0 0 0 0 0,0 1 0 0 0,0-1 0 0 0,-1 0 0 0 0,1 0 0 0 0,0 1 0 0 0,0-1 0 0 0,-1 0 0 0 0,1 1 1 0 0,-1-1-1 0 0,1 2 0 0 0,0 2 30 0 0,-1-1 1 0 0,0 1-1 0 0,0 0 1 0 0,0-1-1 0 0,0 1 1 0 0,-1-1-1 0 0,0 1 1 0 0,1-1 0 0 0,-3 6-1 0 0,-3 6 107 0 0,-1-1 0 0 0,0 1 0 0 0,-16 22-1 0 0,11-17-46 0 0,-2 1-113 0 0,-1-1 1 0 0,-21 22-1 0 0,-3 5 215 0 0,39-47-151 0 0,-1-1-56 0 0,1 0 0 0 0,0 0 1 0 0,0 1-1 0 0,0-1 0 0 0,-1 0 0 0 0,1 0 0 0 0,0 1 0 0 0,0-1 1 0 0,0 0-1 0 0,0 0 0 0 0,0 1 0 0 0,-1-1 0 0 0,1 0 1 0 0,0 0-1 0 0,0 1 0 0 0,0-1 0 0 0,0 0 0 0 0,0 0 0 0 0,0 1 1 0 0,0-1-1 0 0,0 0 0 0 0,0 1 0 0 0,0-1 0 0 0,0 0 1 0 0,0 0-1 0 0,0 1 0 0 0,0-1 0 0 0,0 0 0 0 0,1 1 0 0 0,16 8-12 0 0,-14-8 3 0 0,-1-1 0 0 0,1 1 0 0 0,-1-1 0 0 0,1 1 0 0 0,-1-1 0 0 0,1 0 0 0 0,-1 0 0 0 0,1 0 0 0 0,-1-1 0 0 0,1 1 0 0 0,0 0 0 0 0,-1-1 0 0 0,4-1 0 0 0,-3 1 2 0 0,1 0-1 0 0,-1 1 1 0 0,1-1 0 0 0,-1 1 0 0 0,7 0 0 0 0,-4 0-1 0 0,0-1 0 0 0,1 1 0 0 0,-1-1 0 0 0,0 0 0 0 0,0 0 0 0 0,12-4 0 0 0,-11 3 0 0 0,0 0 0 0 0,0 0 0 0 0,0 1 0 0 0,12-1 0 0 0,-13 1-10 0 0,-1 1 1 0 0,0 0-1 0 0,0-1 0 0 0,8-2 0 0 0,13-3 6 0 0,-19 6 58 0 0,7 2 1121 0 0,-15-4-1270 0 0,-10-29-3645 0 0,5 23 2319 0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32.048"/>
    </inkml:context>
    <inkml:brush xml:id="br0">
      <inkml:brushProperty name="width" value="0.05" units="cm"/>
      <inkml:brushProperty name="height" value="0.05" units="cm"/>
    </inkml:brush>
  </inkml:definitions>
  <inkml:trace contextRef="#ctx0" brushRef="#br0">0 21 13703 0 0,'0'0'6020'0'0,"3"-4"-5418"0"0,8-10-24 0 0,-11 14-550 0 0,0-1-1 0 0,1 1 0 0 0,-1 0 1 0 0,0 0-1 0 0,1 0 0 0 0,-1-1 1 0 0,0 1-1 0 0,1 0 0 0 0,-1 0 1 0 0,0 0-1 0 0,1 0 1 0 0,-1-1-1 0 0,1 1 0 0 0,-1 0 1 0 0,0 0-1 0 0,1 0 0 0 0,-1 0 1 0 0,1 0-1 0 0,-1 0 1 0 0,0 0-1 0 0,1 0 0 0 0,-1 0 1 0 0,1 0-1 0 0,-1 0 0 0 0,0 1 1 0 0,1-1-1 0 0,-1 0 0 0 0,0 0 1 0 0,1 0-1 0 0,-1 0 1 0 0,0 1-1 0 0,1-1 0 0 0,0 1 90 0 0,22 3 943 0 0,0-2 0 0 0,43 1 0 0 0,-47-3-792 0 0,0 0 0 0 0,0 2 0 0 0,0 0 0 0 0,0 1 0 0 0,20 6 0 0 0,-7-1 4 0 0,-30-7-208 0 0,0-1 5 0 0,3 0-64 0 0,-3 0 39 0 0,0 1 0 0 0,0-1 1 0 0,0 0-1 0 0,0 0 0 0 0,0 1 1 0 0,0-1-1 0 0,0 1 0 0 0,0-1 0 0 0,-1 1 1 0 0,1 0-1 0 0,0 0 0 0 0,0 0 1 0 0,-1 0-1 0 0,1 0 0 0 0,0 0 0 0 0,1 2 1 0 0,-2-2 472 0 0,0 11-389 0 0,1 8 0 0 0,-2-20-126 0 0,0 0 0 0 0,0 1 0 0 0,0-1 0 0 0,0 0-1 0 0,0 0 1 0 0,0 1 0 0 0,0-1 0 0 0,0 0 0 0 0,0 0 0 0 0,0 0 0 0 0,0 1-1 0 0,0-1 1 0 0,0 0 0 0 0,0 0 0 0 0,0 0 0 0 0,0 1 0 0 0,-1-1 0 0 0,1 0-1 0 0,0 0 1 0 0,0 0 0 0 0,0 1 0 0 0,0-1 0 0 0,0 0 0 0 0,-1 0 0 0 0,1 0-1 0 0,0 0 1 0 0,0 0 0 0 0,0 0 0 0 0,0 1 0 0 0,-1-1 0 0 0,1 0 0 0 0,0 0 1 0 0,-1 0 1 0 0,1 0 0 0 0,0 0 0 0 0,0 0 0 0 0,-1 0-1 0 0,1 1 1 0 0,0-1 0 0 0,0 0 0 0 0,0 0 0 0 0,0 0-1 0 0,-1 0 1 0 0,1 1 0 0 0,0-1 0 0 0,0 0 0 0 0,0 0-1 0 0,0 0 1 0 0,0 1 0 0 0,-1-1 0 0 0,1 0 0 0 0,0 0 0 0 0,0 0-1 0 0,0 1 1 0 0,0-1 0 0 0,0 0 0 0 0,0 0 0 0 0,0 1-1 0 0,0-1 1 0 0,0 0 0 0 0,0 0 0 0 0,0 0 0 0 0,0 1-1 0 0,0 19 72 0 0,-2 20 42 0 0,0-24-104 0 0,1-13-13 0 0,0-1 0 0 0,1 1-1 0 0,0 0 1 0 0,0-1 0 0 0,0 1 0 0 0,0 0-1 0 0,0 3 1 0 0,0-3 0 0 0,0 0 0 0 0,0-1 0 0 0,0 1 0 0 0,-1 0 0 0 0,1-1 0 0 0,-1 1 0 0 0,0-1 0 0 0,-2 6 0 0 0,-1 5 0 0 0,0 1 0 0 0,3-11 0 0 0,0-1 0 0 0,1 1 0 0 0,-1 0 0 0 0,1 0 0 0 0,-1-1 0 0 0,1 1 0 0 0,0 0 0 0 0,0 0 0 0 0,0 0 0 0 0,1 3 0 0 0,-1-2 0 0 0,0 0 0 0 0,0-1 0 0 0,0 1 0 0 0,0-1 0 0 0,0 1 0 0 0,-1-1 0 0 0,0 1 0 0 0,-1 4 0 0 0,1-4 0 0 0,0 0 0 0 0,0-1 0 0 0,0 1 0 0 0,0 0 0 0 0,1 0 0 0 0,0 0 0 0 0,0 5 0 0 0,1 0 0 0 0,-1-1 0 0 0,0 1 0 0 0,-1-1 0 0 0,0 0 0 0 0,-2 11 0 0 0,1-9 0 0 0,1 0 0 0 0,0 0 0 0 0,0 17 0 0 0,1-13 8 0 0,0 0-1 0 0,-1 1 1 0 0,-5 20-1 0 0,1 1 27 0 0,-2 26 15 0 0,4-16-122 0 0,0-29 73 0 0,2-9 0 0 0,-1-1 0 0 0,1 0 0 0 0,-5 11 0 0 0,3-7 7 0 0,1 0-1 0 0,0 1 1 0 0,-1 21-1 0 0,-1 10 21 0 0,1-29-23 0 0,2 1-1 0 0,-1 28 1 0 0,3-32-13 0 0,-2 19-35 0 0,0-19 41 0 0,-1-1 1 0 0,-5 18-1 0 0,4-17 4 0 0,0 0 1 0 0,1 0-1 0 0,0 1 0 0 0,1-1 0 0 0,-1 13 1 0 0,2-11 2 0 0,0-13 3 0 0,6 25 35 0 0,-5-20-42 0 0,1 18 0 0 0,0 45-64 0 0,-3-46 64 0 0,2 18 0 0 0,-1-39 2 0 0,0-1 1 0 0,0 1-1 0 0,1 0 1 0 0,-1 0-1 0 0,0 0 0 0 0,0 0 1 0 0,0 0-1 0 0,0 0 1 0 0,0 0-1 0 0,-1-1 0 0 0,1 1 1 0 0,0 0-1 0 0,0 0 0 0 0,0 0 1 0 0,-1 0-1 0 0,1 0 1 0 0,0-1-1 0 0,-2 3 0 0 0,0 2 17 0 0,-2 88-83 0 0,6-73 117 0 0,0-2-53 0 0,-3-11-7 0 0,1-3 10 0 0,0 0 0 0 0,1 0 0 0 0,-1 0 0 0 0,1 1 0 0 0,2 6 0 0 0,-3-6-3 0 0,8 22 0 0 0,13 26 0 0 0,-20-53 2 0 0,-1 1 0 0 0,0 0-1 0 0,1 0 1 0 0,-1-1 0 0 0,0 1-1 0 0,1 0 1 0 0,-1 0 0 0 0,0 0 0 0 0,0 0-1 0 0,0-1 1 0 0,0 1 0 0 0,0 0 0 0 0,0 0-1 0 0,0 0 1 0 0,0 0 0 0 0,0 0 0 0 0,0-1-1 0 0,0 1 1 0 0,-1 0 0 0 0,1 1 0 0 0,-2 2 14 0 0,0 0-5 0 0,-2 1 0 0 0,2-1 42 0 0,1-3-47 0 0,1-1 0 0 0,0 1 0 0 0,-1 0 0 0 0,1-1-1 0 0,0 1 1 0 0,-1-1 0 0 0,1 1 0 0 0,-1 0 0 0 0,1-1 0 0 0,-1 1 0 0 0,1-1-1 0 0,-1 0 1 0 0,1 1 0 0 0,-1-1 0 0 0,1 1 0 0 0,-1-1 0 0 0,0 0 0 0 0,1 1 0 0 0,-2-1-1 0 0,-1 2-3 0 0,0 0-1 0 0,0 0 0 0 0,0-1 1 0 0,-1 1-1 0 0,1-1 0 0 0,0 0 1 0 0,-7 1-1 0 0,-141 3 1155 0 0,128-3-1287 0 0,22-2-115 0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33.797"/>
    </inkml:context>
    <inkml:brush xml:id="br0">
      <inkml:brushProperty name="width" value="0.05" units="cm"/>
      <inkml:brushProperty name="height" value="0.05" units="cm"/>
    </inkml:brush>
  </inkml:definitions>
  <inkml:trace contextRef="#ctx0" brushRef="#br0">47 37 10943 0 0,'0'0'987'0'0,"-5"-6"-635"0"0,-15-18 572 0 0,15 19 3737 0 0,4 4-4525 0 0,1 1-1 0 0,-1 0 1 0 0,0 0-1 0 0,1 0 1 0 0,-1 0-1 0 0,0 0 1 0 0,0 0-1 0 0,1 0 1 0 0,-1 0-1 0 0,0 0 1 0 0,1 1-1 0 0,-1-1 1 0 0,0 0-1 0 0,1 0 1 0 0,-1 0-1 0 0,0 1 1 0 0,1-1-1 0 0,-1 1 1 0 0,1-1-1 0 0,-1 0 1 0 0,0 1-1 0 0,1-1 1 0 0,-1 1-1 0 0,0 0 1 0 0,1-1 45 0 0,0 1 1 0 0,0 0-1 0 0,1-1 1 0 0,-1 1-1 0 0,0 0 1 0 0,0-1-1 0 0,0 1 1 0 0,0-1-1 0 0,1 1 1 0 0,-1-1-1 0 0,0 1 1 0 0,1 0 0 0 0,-1-1-1 0 0,0 1 1 0 0,1-1-1 0 0,-1 0 1 0 0,1 1-1 0 0,-1-1 1 0 0,0 1-1 0 0,2 0 1 0 0,1 1-11 0 0,0 1 1 0 0,0-1-1 0 0,0 0 1 0 0,1 0-1 0 0,-1 0 0 0 0,1 0 1 0 0,-1-1-1 0 0,6 2 1 0 0,-5-3-161 0 0,-1 1 1 0 0,1-1-1 0 0,0-1 0 0 0,-1 1 1 0 0,6-1-1 0 0,-5 0 8 0 0,0 0 0 0 0,-1 1 0 0 0,1 0-1 0 0,0 0 1 0 0,5 0 0 0 0,1 1 53 0 0,0 0 1 0 0,18-2-1 0 0,12 0 191 0 0,-37 1-251 0 0,-1 0 0 0 0,0 0 0 0 0,1 0 0 0 0,-1 0 0 0 0,1-1 0 0 0,-1 1 0 0 0,1-1 0 0 0,3-1 0 0 0,0 0-35 0 0,0 0 1 0 0,0 1 0 0 0,10-2 0 0 0,-6 6 897 0 0,-7-2-2678 0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34.181"/>
    </inkml:context>
    <inkml:brush xml:id="br0">
      <inkml:brushProperty name="width" value="0.05" units="cm"/>
      <inkml:brushProperty name="height" value="0.05" units="cm"/>
    </inkml:brush>
  </inkml:definitions>
  <inkml:trace contextRef="#ctx0" brushRef="#br0">1 15 12319 0 0,'0'0'1468'0'0,"2"-1"-801"0"0,17-3 717 0 0,1 1 0 0 0,0 0-1 0 0,28 1 1 0 0,-12 1-262 0 0,-21 1-2207 0 0,25 3 5720 0 0,-22-1-8293 0 0,-1 0-10151 0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34.924"/>
    </inkml:context>
    <inkml:brush xml:id="br0">
      <inkml:brushProperty name="width" value="0.05" units="cm"/>
      <inkml:brushProperty name="height" value="0.05" units="cm"/>
    </inkml:brush>
  </inkml:definitions>
  <inkml:trace contextRef="#ctx0" brushRef="#br0">1 25 16239 0 0,'0'0'1234'0'0,"1"-3"-840"0"0,0-19 9490 0 0,2 40-9756 0 0,-2-13-112 0 0,-1-1 1 0 0,1 1-1 0 0,-1-1 0 0 0,0 1 1 0 0,-1 6-1 0 0,1 16 14 0 0,4 105-122 0 0,-1-8 96 0 0,4-33 60 0 0,0 6-75 0 0,-5-85-21 0 0,-1-10 287 0 0,-1 13-59 0 0,0-14-127 0 0,1-6-849 0 0,6-4-5887 0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35.464"/>
    </inkml:context>
    <inkml:brush xml:id="br0">
      <inkml:brushProperty name="width" value="0.05" units="cm"/>
      <inkml:brushProperty name="height" value="0.05" units="cm"/>
    </inkml:brush>
  </inkml:definitions>
  <inkml:trace contextRef="#ctx0" brushRef="#br0">0 29 16007 0 0,'0'0'6848'0'0,"3"0"-6425"0"0,34 1 343 0 0,30 0-195 0 0,191-16 16 0 0,-195 8-344 0 0,-41 3-13 0 0,35 0 1 0 0,42 12 330 0 0,-96-7-493 0 0,13-2-5 0 0,-2 3-64 0 0,-4 0 14 0 0,-9-2 61 0 0,-3 5-3028 0 0,1-3 2424 0 0,0 0 0 0 0,0 0 0 0 0,-1 0 0 0 0,1 0 0 0 0,-1 0-1 0 0,1 0 1 0 0,-1 0 0 0 0,0 0 0 0 0,1-1 0 0 0,-1 1 0 0 0,0-1 0 0 0,-3 2 0 0 0,-4 2-1887 0 0,-1 3-14 0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36.496"/>
    </inkml:context>
    <inkml:brush xml:id="br0">
      <inkml:brushProperty name="width" value="0.05" units="cm"/>
      <inkml:brushProperty name="height" value="0.05" units="cm"/>
    </inkml:brush>
  </inkml:definitions>
  <inkml:trace contextRef="#ctx0" brushRef="#br0">6 146 11287 0 0,'-5'-7'8522'0'0,"7"4"-8336"0"0,0-1 0 0 0,0 0 0 0 0,1 0 0 0 0,-1 1 0 0 0,1-1 1 0 0,0 1-1 0 0,0 0 0 0 0,6-5 0 0 0,32-22 529 0 0,-29 22-564 0 0,2-1 174 0 0,1 0 0 0 0,0 0 0 0 0,0 2 0 0 0,0 0 1 0 0,1 1-1 0 0,0 0 0 0 0,26-5 0 0 0,-38 11-256 0 0,0 0 0 0 0,0-1 0 0 0,0 2-1 0 0,0-1 1 0 0,0 0 0 0 0,0 1 0 0 0,1 0 0 0 0,-1 0 0 0 0,0 0-1 0 0,-1 0 1 0 0,1 1 0 0 0,0-1 0 0 0,0 1 0 0 0,0 0 0 0 0,-1 0-1 0 0,1 1 1 0 0,-1-1 0 0 0,0 1 0 0 0,0 0 0 0 0,0-1 0 0 0,0 1-1 0 0,0 1 1 0 0,3 3 0 0 0,-5-2-40 0 0,1-1 0 0 0,-1 0-1 0 0,1 1 1 0 0,-2-1 0 0 0,1 1-1 0 0,0-1 1 0 0,-1 1 0 0 0,0-1 0 0 0,0 1-1 0 0,-1 6 1 0 0,0 0-4 0 0,0-1 1 0 0,-1 0-1 0 0,-1 0 0 0 0,1 0 1 0 0,-2 0-1 0 0,1-1 0 0 0,-2 1 1 0 0,1-1-1 0 0,-1 0 0 0 0,0 0 0 0 0,-11 13 1 0 0,-7 5 108 0 0,0-2 0 0 0,-31 27 0 0 0,5-7 240 0 0,30-29-127 0 0,15-13-168 0 0,0 0-1 0 0,0 0 1 0 0,0 0-1 0 0,-4 6 1 0 0,-10 17 493 0 0,17-26-563 0 0,0 1 0 0 0,1 0 0 0 0,-1 0 0 0 0,1 0 0 0 0,0-1 0 0 0,-1 1 0 0 0,1 0 0 0 0,0 0 0 0 0,0 0 0 0 0,-1 0 0 0 0,1 0 0 0 0,0 0 0 0 0,0 0 0 0 0,0-1 0 0 0,0 1 0 0 0,0 0 0 0 0,0 0 0 0 0,0 0 0 0 0,0 0 0 0 0,1 1 0 0 0,0-1 2 0 0,0 0-1 0 0,0 0 0 0 0,0 0 0 0 0,1 0 0 0 0,-1 0 1 0 0,0 0-1 0 0,0-1 0 0 0,1 1 0 0 0,-1-1 0 0 0,0 1 0 0 0,1-1 1 0 0,-1 1-1 0 0,2-1 0 0 0,5 2 44 0 0,-1-2 0 0 0,1 1 0 0 0,0-1 0 0 0,-1 0 0 0 0,1-1 0 0 0,-1 0 0 0 0,1 0 0 0 0,-1 0 1 0 0,11-4-1 0 0,17-2 34 0 0,89-10 166 0 0,-122 17-258 0 0,0 0 0 0 0,-1 0 0 0 0,1 0 1 0 0,0 0-1 0 0,0-1 0 0 0,-1 1 0 0 0,1-1 0 0 0,0 1 1 0 0,0-1-1 0 0,1-1 0 0 0,-1 2 2 0 0,-1-1 0 0 0,1 1 0 0 0,0-1 0 0 0,-1 1 0 0 0,1-1 1 0 0,-1 1-1 0 0,1 0 0 0 0,0 0 0 0 0,-1 0 0 0 0,1 0 0 0 0,0 0 0 0 0,2 0 0 0 0,16 3 119 0 0,6 4-38 0 0,20 6-126 0 0,-37-10 65 0 0,-4-2 4 0 0,1 1 1 0 0,-1-1-1 0 0,-1 1 1 0 0,1 0-1 0 0,0 0 1 0 0,0 1-1 0 0,4 3 1 0 0,-8-5 158 0 0,11 4-117 0 0,-4-2-53 0 0,-6-2 170 0 0,-9 1-3116 0 0,-17 19-6550 0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45.235"/>
    </inkml:context>
    <inkml:brush xml:id="br0">
      <inkml:brushProperty name="width" value="0.05" units="cm"/>
      <inkml:brushProperty name="height" value="0.05" units="cm"/>
      <inkml:brushProperty name="color" value="#004F8B"/>
    </inkml:brush>
  </inkml:definitions>
  <inkml:trace contextRef="#ctx0" brushRef="#br0">143 74 2303 0 0,'4'-2'379'0'0,"17"-8"11370"0"0,-21 8-11040 0 0,0-1 234 0 0,0 0 0 0 0,0 0 1 0 0,-1 0-1 0 0,1 0 0 0 0,0 0 1 0 0,-2-3-1 0 0,-1 3-792 0 0,0 0 0 0 0,0 0 0 0 0,-1 0-1 0 0,1 0 1 0 0,-1 1 0 0 0,1 0 0 0 0,-1-1 0 0 0,0 1-1 0 0,0 1 1 0 0,0-1 0 0 0,0 1 0 0 0,0-1 0 0 0,0 1 0 0 0,-8-1-1 0 0,8 1-106 0 0,-1 1 0 0 0,1-1 0 0 0,-1 1 0 0 0,1 0 0 0 0,-1 0-1 0 0,1 0 1 0 0,-1 1 0 0 0,1 0 0 0 0,-1 0 0 0 0,1 0 0 0 0,0 0 0 0 0,-1 1-1 0 0,1-1 1 0 0,-6 5 0 0 0,9-6-40 0 0,0 0 0 0 0,0 1 0 0 0,0-1 0 0 0,1 1 0 0 0,-1-1-1 0 0,0 1 1 0 0,0-1 0 0 0,1 1 0 0 0,-1-1 0 0 0,0 1 0 0 0,1 0 0 0 0,-1-1 0 0 0,1 1-1 0 0,-1 0 1 0 0,1-1 0 0 0,-1 1 0 0 0,1 0 0 0 0,-1 1 0 0 0,0 1 2 0 0,-1-1-6 0 0,1-1 0 0 0,0 1 0 0 0,0 0 0 0 0,0 0 0 0 0,0-1 0 0 0,0 1 0 0 0,0 0 0 0 0,0 0 0 0 0,0 0 0 0 0,1 0 0 0 0,-1 0 0 0 0,1 0 0 0 0,0 0 0 0 0,0 0 0 0 0,-1 3 0 0 0,1 3 0 0 0,-2 4 0 0 0,2-6 0 0 0,7 8 0 0 0,-4-6-19 0 0,0 0 0 0 0,1 0 0 0 0,7 11 0 0 0,-8-15 6 0 0,0-1 1 0 0,0 1-1 0 0,0-1 0 0 0,0 0 1 0 0,6 4-1 0 0,14 11 13 0 0,-21-17 3 0 0,0 0 1 0 0,0 0-1 0 0,0 0 1 0 0,1 0-1 0 0,-1 0 0 0 0,0 0 1 0 0,1 0-1 0 0,-1-1 0 0 0,0 1 1 0 0,4 0-1 0 0,1-1 6 0 0,-1 0 0 0 0,0-1 1 0 0,1 1-1 0 0,-1-1 0 0 0,6-2 0 0 0,-7 2 35 0 0,0 0-1 0 0,0 0 1 0 0,0-1 0 0 0,0 1-1 0 0,0-1 1 0 0,-1 0-1 0 0,1 0 1 0 0,-1-1 0 0 0,1 1-1 0 0,-1-1 1 0 0,0 0 0 0 0,0 0-1 0 0,4-5 1 0 0,-7 6 25 0 0,0 0 0 0 0,0 0-1 0 0,0 0 1 0 0,0-1 0 0 0,-1 1 0 0 0,1 0 0 0 0,-1 0 0 0 0,1-1 0 0 0,-1 1 0 0 0,0 0 0 0 0,0-1-1 0 0,0-3 1 0 0,0 0 329 0 0,-1 3-354 0 0,1 0 0 0 0,0-1 0 0 0,-1 1 0 0 0,1 0 0 0 0,-1-1 0 0 0,0 1 0 0 0,0 0 0 0 0,0 0 0 0 0,-1 0 0 0 0,1 0 0 0 0,-1 0 0 0 0,0 0 0 0 0,0 0 0 0 0,0 0 0 0 0,0 1 0 0 0,0-1 0 0 0,0 1 0 0 0,-1-1 0 0 0,1 1 0 0 0,-4-2 0 0 0,1-1 19 0 0,1 1 25 0 0,0 1-1 0 0,0-1 1 0 0,-9-5-1 0 0,9 7-78 0 0,0 1-1 0 0,0-1 0 0 0,0 1 1 0 0,0 0-1 0 0,0 0 0 0 0,0 1 0 0 0,0-1 1 0 0,-7 1-1 0 0,0 0-8 0 0,8-1 0 0 0,0 1 0 0 0,0 0 0 0 0,0 1 0 0 0,0-1 0 0 0,0 1 0 0 0,0-1 0 0 0,0 1 0 0 0,0 0 0 0 0,-4 1 0 0 0,4-1 0 0 0,2-1 0 0 0,0 0 0 0 0,0 0 0 0 0,0 0 0 0 0,0 0 0 0 0,0 0 0 0 0,0 1 0 0 0,1-1 0 0 0,-1 0 0 0 0,0 1 0 0 0,0-1 0 0 0,0 1 0 0 0,0-1 0 0 0,1 1 0 0 0,-1-1 0 0 0,0 1 0 0 0,0 0 0 0 0,1-1 0 0 0,-2 3 0 0 0,-13 12 0 0 0,9-9-1 0 0,1 0 3 0 0,0 9-14 0 0,3-12-1 0 0,1-2 11 0 0,1 0 0 0 0,0-1 1 0 0,0 1-1 0 0,-1-1 0 0 0,1 1 0 0 0,0 0 0 0 0,0-1 1 0 0,0 1-1 0 0,0-1 0 0 0,0 1 0 0 0,0 0 0 0 0,0-1 0 0 0,0 1 1 0 0,0 0-1 0 0,0-1 0 0 0,0 1 0 0 0,1-1 0 0 0,-1 1 0 0 0,0 0 1 0 0,1 0-1 0 0,0 7 0 0 0,-1-6-1 0 0,0 0-1 0 0,1 1 1 0 0,-1-1-1 0 0,1 1 1 0 0,0-1 0 0 0,0 0-1 0 0,0 1 1 0 0,0-1 0 0 0,0 0-1 0 0,0 0 1 0 0,1 0-1 0 0,-1 0 1 0 0,1 0 0 0 0,-1 0-1 0 0,1 0 1 0 0,0 0-1 0 0,0-1 1 0 0,0 1 0 0 0,0-1-1 0 0,0 1 1 0 0,4 1-1 0 0,0 1-37 0 0,-4-3 41 0 0,0 0 0 0 0,0 0 0 0 0,1 0-1 0 0,-1 0 1 0 0,0 0 0 0 0,1 0 0 0 0,-1-1 0 0 0,4 1 0 0 0,1 0 1 0 0,-1 2 28 0 0,-4-3-27 0 0,0 1-1 0 0,1-1 1 0 0,-1 1-1 0 0,0-1 1 0 0,0 0-1 0 0,0 0 0 0 0,1 0 1 0 0,-1 0-1 0 0,0 0 1 0 0,4-1-1 0 0,36-4-74 0 0,-33 4 73 0 0,-2-4 0 0 0,1-1 21 0 0,-7 5-9 0 0,-1 1-1 0 0,1-1 1 0 0,0 1 0 0 0,-1-1-1 0 0,1 1 1 0 0,0-1-1 0 0,-1 0 1 0 0,1 1 0 0 0,-1-1-1 0 0,1 0 1 0 0,-1 1-1 0 0,0-1 1 0 0,1 0 0 0 0,-1 0-1 0 0,0 1 1 0 0,1-1-1 0 0,-1 0 1 0 0,0-1 0 0 0,3-6 26 0 0,-2 5-12 0 0,1-7 11 0 0,-3 8-37 0 0,0-1 0 0 0,0 1 0 0 0,0 0 0 0 0,0 0 1 0 0,0 1-1 0 0,0-1 0 0 0,-3-3 0 0 0,-14-16 0 0 0,18 20 4 0 0,-1 0 1 0 0,0 0-1 0 0,-1 0 0 0 0,1 0 0 0 0,0 0 1 0 0,0 0-1 0 0,0 0 0 0 0,-1 0 0 0 0,1 1 1 0 0,0-1-1 0 0,-1 1 0 0 0,1-1 0 0 0,0 1 1 0 0,-1-1-1 0 0,-1 0 0 0 0,-3 0 0 0 0,5 1-4 0 0,1-1 0 0 0,-1 1 0 0 0,1 0 0 0 0,-1-1 0 0 0,0 1 0 0 0,1 0 0 0 0,-1-1 0 0 0,1 1 0 0 0,-1 0 0 0 0,0 0 0 0 0,1 0 0 0 0,-1 0 0 0 0,0 0 0 0 0,1-1 0 0 0,-1 1 0 0 0,0 0 0 0 0,1 1 0 0 0,-1-1 0 0 0,0 0 0 0 0,1 0 0 0 0,-1 0 0 0 0,0 0 0 0 0,1 0 0 0 0,-1 1 0 0 0,-1-1 0 0 0,0 2 0 0 0,-7-1 0 0 0,6-1 0 0 0,0 0 0 0 0,1 1 0 0 0,-1-1 0 0 0,1 1 0 0 0,-1 0 0 0 0,1 0 0 0 0,-1 0 0 0 0,1 0 0 0 0,-1 0 0 0 0,-1 2 0 0 0,3-3 0 0 0,0 0 0 0 0,0 0 1 0 0,1 1-1 0 0,-1-1 0 0 0,0 0 0 0 0,1 1 0 0 0,-1-1 1 0 0,0 0-1 0 0,1 1 0 0 0,-1-1 0 0 0,1 1 0 0 0,-1-1 0 0 0,1 1 1 0 0,-1-1-1 0 0,1 1 0 0 0,-1-1 0 0 0,1 1 0 0 0,-1 1 1 0 0,-7 9-69 0 0,6-9 15 0 0,-4 11 42 0 0,6-12 11 0 0,-1 1 0 0 0,1-1 0 0 0,-1 0 0 0 0,1 1 0 0 0,-1-1 0 0 0,1 1 0 0 0,0-1 0 0 0,0 0 0 0 0,0 1 0 0 0,0-1 0 0 0,0 1 0 0 0,0-1 0 0 0,0 1 0 0 0,0-1 0 0 0,1 3 0 0 0,0 5-11 0 0,0-8 8 0 0,-1 0-1 0 0,0 0 1 0 0,1 0-1 0 0,0 0 0 0 0,-1 0 1 0 0,1 0-1 0 0,-1 0 1 0 0,1 0-1 0 0,0 0 0 0 0,0 0 1 0 0,-1 0-1 0 0,1 0 1 0 0,0-1-1 0 0,0 1 0 0 0,2 1 1 0 0,16 8-16 0 0,-15-8-11 0 0,-1 0 25 0 0,0-1 0 0 0,0 0 0 0 0,0 0 0 0 0,0 0 0 0 0,0 0 0 0 0,0-1 0 0 0,0 1 0 0 0,0-1 0 0 0,4 1 0 0 0,41-6-28 0 0,-42 4 33 0 0,-5 1 0 0 0,1 0 0 0 0,0 0 0 0 0,0-1 0 0 0,0 1 0 0 0,0-1 0 0 0,-1 1 0 0 0,1-1 0 0 0,0 0 0 0 0,-1 0 0 0 0,1 1 0 0 0,0-1 0 0 0,-1-1 0 0 0,2 0 0 0 0,6-4 0 0 0,-8 5 6 0 0,1 0-1 0 0,-1 0 1 0 0,0 0-1 0 0,1 0 1 0 0,-1 0-1 0 0,0-1 1 0 0,0 1-1 0 0,0 0 1 0 0,0-1-1 0 0,0 1 1 0 0,0-1-1 0 0,0 1 1 0 0,-1-1 0 0 0,1 1-1 0 0,-1-1 1 0 0,1 0-1 0 0,-1 1 1 0 0,1-1-1 0 0,-1 0 1 0 0,0 0-1 0 0,0 1 1 0 0,0-1-1 0 0,0 0 1 0 0,0 1-1 0 0,0-1 1 0 0,-1-2-1 0 0,1 3-2 0 0,-2-6 50 0 0,0 0 1 0 0,0 0-1 0 0,-1 0 1 0 0,-4-8-1 0 0,6 13-60 0 0,-1-1 0 0 0,0 1-1 0 0,0 0 1 0 0,0 0 0 0 0,0 0 0 0 0,0 0 0 0 0,0 0-1 0 0,0 0 1 0 0,0 1 0 0 0,-1-1 0 0 0,1 1-1 0 0,-1-1 1 0 0,1 1 0 0 0,-5-1 0 0 0,1 0 67 0 0,0 0 0 0 0,0 0 0 0 0,-9 0 0 0 0,13 1-74 0 0,1 1 1 0 0,-1 0 0 0 0,1 0 0 0 0,-1 0 0 0 0,1 0-1 0 0,-1 0 1 0 0,1 0 0 0 0,-1 0 0 0 0,1 1 0 0 0,-1-1-1 0 0,1 1 1 0 0,-1-1 0 0 0,1 1 0 0 0,0-1 0 0 0,-1 1-1 0 0,1 0 1 0 0,0-1 0 0 0,-1 1 0 0 0,1 0 0 0 0,-2 2-1 0 0,2-3 10 0 0,1 1-1 0 0,-1 0 1 0 0,1-1-1 0 0,-1 1 1 0 0,0 0-1 0 0,1-1 1 0 0,0 1-1 0 0,-1 0 1 0 0,1 0-1 0 0,-1 0 0 0 0,1 0 1 0 0,0-1-1 0 0,-1 1 1 0 0,1 0-1 0 0,0 0 1 0 0,0 0-1 0 0,0 0 1 0 0,0 1-1 0 0,0 1 7 0 0,-1-1 2 0 0,1 0 0 0 0,0 0 0 0 0,0 1 0 0 0,0-1-1 0 0,0 0 1 0 0,0 0 0 0 0,1 3 0 0 0,3 2-79 0 0,-3-6 87 0 0,0 0-65 0 0,3 2 61 0 0,0 0 0 0 0,-1 0-1 0 0,1-1 1 0 0,1 1 0 0 0,-1-1-1 0 0,0 0 1 0 0,0 0 0 0 0,1 0 0 0 0,-1-1-1 0 0,1 0 1 0 0,-1 0 0 0 0,1 0 0 0 0,6 0-1 0 0,-6 0-52 0 0,-1-2-25 0 0,4-4 53 0 0,0 3 28 0 0,-7 2 43 0 0,-1-3 17 0 0,-1 0-58 0 0,0-1 1 0 0,0 0-1 0 0,-1 1 0 0 0,1-1 1 0 0,-1 1-1 0 0,0 0 0 0 0,0-1 1 0 0,0 1-1 0 0,0 0 0 0 0,0 0 1 0 0,-1 0-1 0 0,1 1 0 0 0,-1-1 1 0 0,-6-4-1 0 0,2 4-13 0 0,-1 4 0 0 0,4 5-64 0 0,3-5-268 0 0,-2 9-2313 0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47.822"/>
    </inkml:context>
    <inkml:brush xml:id="br0">
      <inkml:brushProperty name="width" value="0.05" units="cm"/>
      <inkml:brushProperty name="height" value="0.05" units="cm"/>
      <inkml:brushProperty name="color" value="#004F8B"/>
    </inkml:brush>
  </inkml:definitions>
  <inkml:trace contextRef="#ctx0" brushRef="#br0">1 17 8287 0 0,'0'0'756'0'0,"0"-16"11936"0"0,5 18-12187 0 0,-4-2-458 0 0,-1 0 0 0 0,1 0 0 0 0,0 0-1 0 0,0 1 1 0 0,-1-1 0 0 0,1 0 0 0 0,0 0-1 0 0,-1 1 1 0 0,1-1 0 0 0,0 0 0 0 0,-1 1-1 0 0,1-1 1 0 0,0 1 0 0 0,-1-1 0 0 0,1 1-1 0 0,-1-1 1 0 0,1 2 0 0 0,0-1 9 0 0,0 1-1 0 0,0-1 1 0 0,-1 1 0 0 0,1-1-1 0 0,0 1 1 0 0,1-1 0 0 0,-1 1 0 0 0,2 1-1 0 0,2 3 94 0 0,-2-1-90 0 0,0 0 0 0 0,0 0 0 0 0,-1 1 0 0 0,0-1 0 0 0,0 1 0 0 0,-1-1 0 0 0,1 1 0 0 0,-1-1-1 0 0,0 8 1 0 0,0 7-57 0 0,-1 26-1 0 0,-1-12 109 0 0,8 82 27 0 0,-4-74 35 0 0,-3-18-109 0 0,2 1 23 0 0,-1-20-133 0 0,0 6 106 0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48.794"/>
    </inkml:context>
    <inkml:brush xml:id="br0">
      <inkml:brushProperty name="width" value="0.05" units="cm"/>
      <inkml:brushProperty name="height" value="0.05" units="cm"/>
      <inkml:brushProperty name="color" value="#004F8B"/>
    </inkml:brush>
  </inkml:definitions>
  <inkml:trace contextRef="#ctx0" brushRef="#br0">192 38 1375 0 0,'-2'-11'17081'0'0,"0"6"-15202"0"0,-4-1 1232 0 0,-2 0-2842 0 0,4 3 187 0 0,3 2-155 0 0,0 1-279 0 0,1 0 0 0 0,0 0 0 0 0,-1 0 0 0 0,1 0 0 0 0,0 0 0 0 0,-1 1 0 0 0,1-1-1 0 0,0 0 1 0 0,-1 0 0 0 0,1 0 0 0 0,-1-1 0 0 0,1 1 0 0 0,0 0 0 0 0,-1 0 0 0 0,1 0 0 0 0,0 0-1 0 0,-1 0 1 0 0,1 0 0 0 0,0 0 0 0 0,-1-1 0 0 0,1 1 0 0 0,0 0 0 0 0,-1-1 0 0 0,-12-2 443 0 0,6 4-434 0 0,0 0-1 0 0,0 1 1 0 0,0 0-1 0 0,1 0 1 0 0,-1 1-1 0 0,1 0 1 0 0,-1 0-1 0 0,1 1 1 0 0,0-1-1 0 0,0 1 1 0 0,0 0-1 0 0,1 1 1 0 0,-1 0-1 0 0,1 0 1 0 0,0 0-1 0 0,0 0 1 0 0,-6 10-1 0 0,7-10-6 0 0,1 1 0 0 0,-1-1-1 0 0,1 1 1 0 0,0 0 0 0 0,0 0-1 0 0,1 0 1 0 0,0 0-1 0 0,0 0 1 0 0,0 0 0 0 0,1 1-1 0 0,0-1 1 0 0,0 1-1 0 0,0 11 1 0 0,1 11-24 0 0,1-8-13 0 0,-1-12 1 0 0,0 0 0 0 0,1 0 0 0 0,0 0 0 0 0,3 9 0 0 0,-2-11 0 0 0,-2-3 11 0 0,1 0 1 0 0,1-1 0 0 0,-1 1-1 0 0,0 0 1 0 0,1-1 0 0 0,0 0-1 0 0,2 5 1 0 0,-2-4 2 0 0,9 11-15 0 0,-9-13 7 0 0,-1 1-1 0 0,1-1 1 0 0,0 0-1 0 0,0 0 0 0 0,1-1 1 0 0,-1 1-1 0 0,0 0 1 0 0,1-1-1 0 0,-1 0 1 0 0,1 1-1 0 0,-1-1 0 0 0,1 0 1 0 0,3 1-1 0 0,0-1 44 0 0,0 0-1 0 0,0 0 1 0 0,1-1 0 0 0,6 0-1 0 0,-11 0-23 0 0,17 2 150 0 0,-17-1-140 0 0,1-1 0 0 0,-1 1 1 0 0,1-1-1 0 0,-1 0 1 0 0,1 0-1 0 0,-1 0 0 0 0,1 0 1 0 0,-1 0-1 0 0,1-1 0 0 0,-1 1 1 0 0,4-2-1 0 0,6-3 50 0 0,-6 3 9 0 0,0 0 1 0 0,-1 0-1 0 0,1-1 1 0 0,-1 0 0 0 0,6-4-1 0 0,-8 5-43 0 0,-1 1 0 0 0,0 0 0 0 0,1-1-1 0 0,0 1 1 0 0,-1 0 0 0 0,1 0 0 0 0,0 1 0 0 0,0-1 0 0 0,-1 0 0 0 0,1 1-1 0 0,0 0 1 0 0,0-1 0 0 0,0 1 0 0 0,4 1 0 0 0,-4-2-18 0 0,0 1-1 0 0,0-1 1 0 0,-1 0 0 0 0,1 0 0 0 0,0-1 0 0 0,-1 1 0 0 0,1 0-1 0 0,-1-1 1 0 0,1 0 0 0 0,-1 1 0 0 0,0-1 0 0 0,1 0 0 0 0,-1 0 0 0 0,0 0-1 0 0,0-1 1 0 0,-1 1 0 0 0,1 0 0 0 0,2-5 0 0 0,17-24 40 0 0,-18 27-26 0 0,0 0-1 0 0,0 0 0 0 0,0 0 1 0 0,-1-1-1 0 0,1 1 1 0 0,-1-1-1 0 0,0 1 0 0 0,-1-1 1 0 0,3-7-1 0 0,1-8 128 0 0,-4 16-77 0 0,0 0 0 0 0,0 0 0 0 0,0 0-1 0 0,0-1 1 0 0,-1 1 0 0 0,0 0-1 0 0,0-6 1 0 0,0 6-6 0 0,0-1 1 0 0,-1 0-1 0 0,0 1 0 0 0,0-1 0 0 0,0 1 0 0 0,0-1 1 0 0,-1 1-1 0 0,0-1 0 0 0,0 1 0 0 0,0 0 1 0 0,0 0-1 0 0,-1 0 0 0 0,-4-6 0 0 0,-6-6 168 0 0,11 13-197 0 0,0 0-1 0 0,-1 0 1 0 0,1 0 0 0 0,-1 0 0 0 0,0 0 0 0 0,0 0 0 0 0,0 0 0 0 0,0 1-1 0 0,-1 0 1 0 0,-5-3 0 0 0,-13-7 32 0 0,19 10-113 0 0,0 0 0 0 0,-1 0 0 0 0,1 0 0 0 0,-1 0 0 0 0,1 1 0 0 0,-1 0 0 0 0,1 0 0 0 0,-1 0 0 0 0,0 0 0 0 0,0 0 0 0 0,0 1 0 0 0,1-1 0 0 0,-1 1 0 0 0,-5 0 0 0 0,6 1-250 0 0,2-1 97 0 0,0 0 0 0 0,0 0 0 0 0,-1 0 0 0 0,1 0 1 0 0,0 0-1 0 0,0 0 0 0 0,0 1 0 0 0,0-1 0 0 0,0 0 0 0 0,0 1 0 0 0,0-1 0 0 0,-2 2 0 0 0,-1 2-1753 0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50.833"/>
    </inkml:context>
    <inkml:brush xml:id="br0">
      <inkml:brushProperty name="width" value="0.05" units="cm"/>
      <inkml:brushProperty name="height" value="0.05" units="cm"/>
      <inkml:brushProperty name="color" value="#004F8B"/>
    </inkml:brush>
  </inkml:definitions>
  <inkml:trace contextRef="#ctx0" brushRef="#br0">2 37 2303 0 0,'0'0'102'0'0,"-1"-3"-1"0"0,2-30 22328 0 0,1 36-22344 0 0,1 1 0 0 0,0-1 0 0 0,-1 1 0 0 0,1 0 0 0 0,-1 0 0 0 0,0 0-1 0 0,-1 0 1 0 0,1 0 0 0 0,-1 0 0 0 0,2 7 0 0 0,0 7 17 0 0,2 23 0 0 0,0-3 163 0 0,1 37-56 0 0,-2-19-136 0 0,-2-3 20 0 0,-3-38-10 0 0,1 0-1 0 0,3 17 1722 0 0,-3-31-1738 0 0,0 5-75 0 0,0-4-84 0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51.600"/>
    </inkml:context>
    <inkml:brush xml:id="br0">
      <inkml:brushProperty name="width" value="0.05" units="cm"/>
      <inkml:brushProperty name="height" value="0.05" units="cm"/>
      <inkml:brushProperty name="color" value="#004F8B"/>
    </inkml:brush>
  </inkml:definitions>
  <inkml:trace contextRef="#ctx0" brushRef="#br0">245 27 919 0 0,'0'0'10924'0'0,"-14"-16"-2520"0"0,12 14-8212 0 0,0 1-1 0 0,-1 0 0 0 0,1 0 0 0 0,0 0 1 0 0,0 0-1 0 0,0 0 0 0 0,0 0 1 0 0,-1 1-1 0 0,1-1 0 0 0,0 1 1 0 0,-1 0-1 0 0,1 0 0 0 0,-1 0 1 0 0,1 0-1 0 0,0 0 0 0 0,-1 0 1 0 0,-2 1-1 0 0,0 0-45 0 0,0-1 0 0 0,1 1 0 0 0,-1 1 0 0 0,0-1 0 0 0,0 1 0 0 0,1 0 0 0 0,-7 3 0 0 0,-10 10 456 0 0,-30 27 0 0 0,42-33-465 0 0,-1 0-1 0 0,-13 19 0 0 0,19-23-111 0 0,1 0 0 0 0,0 0 0 0 0,0 0-1 0 0,1 1 1 0 0,-1-1 0 0 0,1 1 0 0 0,1-1-1 0 0,-3 10 1 0 0,3-7-25 0 0,0-5 0 0 0,0-1 0 0 0,1 1 0 0 0,0-1 0 0 0,0 1 0 0 0,0 0 0 0 0,0-1 0 0 0,0 1 0 0 0,0-1 0 0 0,1 1 0 0 0,-1-1 0 0 0,1 1 0 0 0,-1 0 0 0 0,1-1 0 0 0,0 0 0 0 0,2 5 0 0 0,2 4 5 0 0,1 0 0 0 0,-1 0 0 0 0,2 0 0 0 0,12 16 0 0 0,-15-22 15 0 0,0 0-1 0 0,0-1 1 0 0,1 1-1 0 0,-1-1 1 0 0,1 0-1 0 0,0 0 1 0 0,1 0-1 0 0,-1-1 1 0 0,0 0 0 0 0,12 5-1 0 0,2-7 31 0 0,-17-1-46 0 0,0 0 0 0 0,0 0-1 0 0,1 0 1 0 0,-1 1 0 0 0,0-1 0 0 0,0 0-1 0 0,3 2 1 0 0,-2-1-3 0 0,-1-1-1 0 0,0 1 1 0 0,1-1-1 0 0,-1 1 1 0 0,0-1-1 0 0,1 0 1 0 0,-1 0-1 0 0,1 0 1 0 0,-1 0-1 0 0,0 0 1 0 0,1-1-1 0 0,3 0 0 0 0,27-13 18 0 0,0 1 7 0 0,-24 9 18 0 0,-1 0 1 0 0,1 0-1 0 0,-1-1 0 0 0,0 0 0 0 0,0-1 0 0 0,0 1 0 0 0,-1-1 0 0 0,0-1 0 0 0,8-8 0 0 0,-12 12 11 0 0,-1 0 1 0 0,0 0-1 0 0,1 0 1 0 0,-1 0-1 0 0,0 0 1 0 0,0 0-1 0 0,-1-1 0 0 0,1 1 1 0 0,-1-1-1 0 0,0 1 1 0 0,1-1-1 0 0,-2 0 0 0 0,2-4 1 0 0,-2 2 120 0 0,1 0 0 0 0,-1 1 0 0 0,0-1 0 0 0,-1 0 0 0 0,0 0-1 0 0,0 0 1 0 0,-3-10 0 0 0,0 2-52 0 0,0 1 1 0 0,-1 0-1 0 0,0 0 0 0 0,-1 0 0 0 0,-1 0 0 0 0,0 1 0 0 0,-1 0 0 0 0,0 0 0 0 0,-13-14 0 0 0,20 26-201 0 0,1-1 0 0 0,-1 1 0 0 0,0-1-1 0 0,1 1 1 0 0,-1 0 0 0 0,0-1 0 0 0,1 1 0 0 0,-1 0 0 0 0,0 0 0 0 0,0 0-1 0 0,1 0 1 0 0,-1-1 0 0 0,0 1 0 0 0,0 0 0 0 0,1 0 0 0 0,-1 0 0 0 0,0 0-1 0 0,0 1 1 0 0,0-1 0 0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52.983"/>
    </inkml:context>
    <inkml:brush xml:id="br0">
      <inkml:brushProperty name="width" value="0.05" units="cm"/>
      <inkml:brushProperty name="height" value="0.05" units="cm"/>
      <inkml:brushProperty name="color" value="#004F8B"/>
    </inkml:brush>
  </inkml:definitions>
  <inkml:trace contextRef="#ctx0" brushRef="#br0">4 20 9871 0 0,'0'0'455'0'0,"1"-1"-12"0"0,0 1-444 0 0,-1-1 1 0 0,1 1 0 0 0,-1 0 0 0 0,0 0-1 0 0,1 0 1 0 0,-1 0 0 0 0,0 0 0 0 0,1-1-1 0 0,-1 1 1 0 0,0 0 0 0 0,0 0 0 0 0,1 0-1 0 0,-1-1 1 0 0,0 1 0 0 0,1 0 0 0 0,-1-1-1 0 0,0 1 1 0 0,0 0 0 0 0,0-1 0 0 0,1 1-1 0 0,-1 0 1 0 0,0-1 0 0 0,0 1 0 0 0,-3-13 11022 0 0,5 23-6924 0 0,9 59-3894 0 0,-1 127-129 0 0,-11-185-36 0 0,0-9-29 0 0,1 0 0 0 0,-1 0 1 0 0,1 0-1 0 0,0 0 0 0 0,0 1 0 0 0,0-1 0 0 0,0 0 1 0 0,0 0-1 0 0,0 0 0 0 0,1 0 0 0 0,-1 0 0 0 0,1 1 0 0 0,-1-1 1 0 0,2 3-1 0 0,-1-4 332 0 0,3-19-38 0 0,-3 6-234 0 0,-1 0 0 0 0,0 0 1 0 0,-1 0-1 0 0,0 0 0 0 0,-5-21 0 0 0,0-2 37 0 0,-6-25 0 0 0,7 40-149 0 0,-2-21-1 0 0,7 25 67 0 0,1 11 1 0 0,15 37-89 0 0,-6 12 116 0 0,-2 1-1 0 0,-2 0 1 0 0,0 72 0 0 0,-5-112 243 0 0,2 4-3425 0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7:53.644"/>
    </inkml:context>
    <inkml:brush xml:id="br0">
      <inkml:brushProperty name="width" value="0.05" units="cm"/>
      <inkml:brushProperty name="height" value="0.05" units="cm"/>
      <inkml:brushProperty name="color" value="#004F8B"/>
    </inkml:brush>
  </inkml:definitions>
  <inkml:trace contextRef="#ctx0" brushRef="#br0">196 91 3223 0 0,'4'-9'4700'0'0,"-4"5"-2959"0"0,1 0-1 0 0,-1-1 0 0 0,0 1 1 0 0,0 0-1 0 0,0-1 0 0 0,-2-4 1 0 0,1 5-1191 0 0,1 0 0 0 0,-1 1 1 0 0,-1-1-1 0 0,1 0 0 0 0,0 1 1 0 0,-4-7-1 0 0,4 9 215 0 0,-20-8 1247 0 0,17 8-1953 0 0,0 0-1 0 0,0 0 1 0 0,-1 0-1 0 0,1 1 0 0 0,0 0 1 0 0,0 0-1 0 0,0 0 1 0 0,-1 0-1 0 0,1 0 1 0 0,0 1-1 0 0,0 0 1 0 0,0 0-1 0 0,0 0 1 0 0,-1 0-1 0 0,2 1 1 0 0,-1-1-1 0 0,0 1 1 0 0,0 0-1 0 0,0 0 0 0 0,1 1 1 0 0,-1-1-1 0 0,1 1 1 0 0,-5 4-1 0 0,1 1-43 0 0,0 0 0 0 0,0 0 0 0 0,1 1 1 0 0,0 0-1 0 0,1 0 0 0 0,0 0 0 0 0,0 1 0 0 0,-5 14 0 0 0,8-16-18 0 0,1-1 0 0 0,-1 1 0 0 0,1-1 0 0 0,0 1 0 0 0,1-1 0 0 0,0 1 0 0 0,0-1 0 0 0,0 1 0 0 0,1 0 0 0 0,1-1-1 0 0,-1 1 1 0 0,1-1 0 0 0,0 0 0 0 0,5 11 0 0 0,-5-15 3 0 0,0 0-1 0 0,0 1 1 0 0,0-1-1 0 0,1 0 0 0 0,0 0 1 0 0,-1 0-1 0 0,1 0 1 0 0,0-1-1 0 0,0 1 0 0 0,4 1 1 0 0,38 20 10 0 0,-7-5-3 0 0,-37-18-7 0 0,0 0 0 0 0,0 0 0 0 0,1 0 0 0 0,-1 0 0 0 0,0 0 0 0 0,1-1 0 0 0,-1 1 0 0 0,0-1 0 0 0,1 1 0 0 0,-1-1 0 0 0,1 1 0 0 0,-1-1 0 0 0,1 0 0 0 0,-1 1 0 0 0,1-1 0 0 0,-1 0 0 0 0,3 0 0 0 0,2-1 0 0 0,1 2 7 0 0,-1 0 1 0 0,1-1-1 0 0,0 0 0 0 0,0 0 1 0 0,-1-1-1 0 0,1 0 0 0 0,-1 0 0 0 0,1 0 1 0 0,0-1-1 0 0,-1 0 0 0 0,0-1 1 0 0,0 1-1 0 0,0-1 0 0 0,9-5 0 0 0,-3 1 73 0 0,0-1 0 0 0,-1 1 0 0 0,0-2 0 0 0,-1 0 0 0 0,0 0-1 0 0,14-17 1 0 0,-20 22-37 0 0,-1 0 1 0 0,0 0-1 0 0,-1 0 0 0 0,1 0 0 0 0,-1-1 1 0 0,0 1-1 0 0,0-1 0 0 0,0 0 0 0 0,-1 0 0 0 0,0 0 1 0 0,0 0-1 0 0,0 1 0 0 0,0-1 0 0 0,-1-1 1 0 0,0 1-1 0 0,0 0 0 0 0,0 0 0 0 0,0 0 1 0 0,-1 0-1 0 0,-2-9 0 0 0,1 9 49 0 0,1-1 0 0 0,-1 1-1 0 0,0 0 1 0 0,-1 0 0 0 0,1-1 0 0 0,-1 2 0 0 0,0-1-1 0 0,-1 0 1 0 0,1 1 0 0 0,-1-1 0 0 0,1 1 0 0 0,-1 0-1 0 0,-1 0 1 0 0,1 1 0 0 0,0-1 0 0 0,-1 1 0 0 0,0 0-1 0 0,0 0 1 0 0,-7-3 0 0 0,-1 0-779 0 0,-33-14 1681 0 0,30 16-3830 0 0,0 1-3798 0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03.466"/>
    </inkml:context>
    <inkml:brush xml:id="br0">
      <inkml:brushProperty name="width" value="0.05" units="cm"/>
      <inkml:brushProperty name="height" value="0.05" units="cm"/>
      <inkml:brushProperty name="color" value="#E71224"/>
    </inkml:brush>
  </inkml:definitions>
  <inkml:trace contextRef="#ctx0" brushRef="#br0">127 33 7487 0 0,'-18'-2'24'0'0,"0"-1"354"0"0,2 3 5774 0 0,16 0-6105 0 0,0 0 0 0 0,1 0-1 0 0,-1 0 1 0 0,0 0 0 0 0,0 0 0 0 0,0-1 0 0 0,0 1 0 0 0,1 0 0 0 0,-1 0 0 0 0,0 0 0 0 0,0 0 0 0 0,0 0 0 0 0,0 0 0 0 0,0-1 0 0 0,0 1 0 0 0,1 0 0 0 0,-1 0 0 0 0,0 0 0 0 0,0 0 0 0 0,0 0-1 0 0,0-1 1 0 0,0 1 0 0 0,0 0 0 0 0,0 0 0 0 0,0 0 0 0 0,0 0 0 0 0,0-1 0 0 0,0 1 0 0 0,0 0 0 0 0,0 0 0 0 0,0 0 0 0 0,0 0 0 0 0,0-1 0 0 0,0 1 0 0 0,0 0 0 0 0,0 0 0 0 0,0 0 0 0 0,0 0-1 0 0,0-1 1 0 0,0 1 0 0 0,0 0 0 0 0,0 0 0 0 0,-1 0 0 0 0,1-1 0 0 0,-4-6 5055 0 0,-7 5-3942 0 0,10 1-1119 0 0,-1 1 0 0 0,0 0 0 0 0,1 0 0 0 0,-1-1-1 0 0,0 1 1 0 0,1 0 0 0 0,-1 1 0 0 0,0-1 0 0 0,1 0 0 0 0,-1 0-1 0 0,0 1 1 0 0,1-1 0 0 0,-1 1 0 0 0,1-1 0 0 0,-1 1 0 0 0,0 0-1 0 0,1 0 1 0 0,0 0 0 0 0,-1 0 0 0 0,1 0 0 0 0,-1 0 0 0 0,1 0-1 0 0,0 0 1 0 0,0 0 0 0 0,0 0 0 0 0,-2 3 0 0 0,-1 0-10 0 0,3-3-13 0 0,0 0-1 0 0,0 1 1 0 0,0 0-1 0 0,0-1 1 0 0,0 1-1 0 0,0-1 1 0 0,0 1 0 0 0,0 0-1 0 0,1 0 1 0 0,-1-1-1 0 0,0 1 1 0 0,1 0-1 0 0,0 0 1 0 0,-1 0-1 0 0,1 0 1 0 0,0 3-1 0 0,-1-2 1 0 0,1-2-16 0 0,-1 0 0 0 0,1 0-1 0 0,0-1 1 0 0,-1 1 0 0 0,1 0-1 0 0,0 0 1 0 0,0 0-1 0 0,0 0 1 0 0,0 0 0 0 0,0 0-1 0 0,0 0 1 0 0,0 0 0 0 0,0 0-1 0 0,0 0 1 0 0,1 0 0 0 0,-1 0-1 0 0,0 0 1 0 0,1 1-1 0 0,-1 1-17 0 0,7 16 12 0 0,-3-12 17 0 0,0 0 0 0 0,1-1-1 0 0,0 1 1 0 0,0-1 0 0 0,0 0-1 0 0,1 0 1 0 0,-1-1-1 0 0,1 1 1 0 0,1-1 0 0 0,10 7-1 0 0,0-6 7 0 0,-15-6 71 0 0,18 0 206 0 0,-17 0-234 0 0,0 0-1 0 0,1 0 1 0 0,-1-1-1 0 0,0 1 1 0 0,1-1-1 0 0,-1 0 1 0 0,0 0-1 0 0,0 0 1 0 0,0-1-1 0 0,0 1 1 0 0,0-1-1 0 0,0 1 1 0 0,4-4-1 0 0,0-1 51 0 0,-1 0 1 0 0,1-1-1 0 0,7-10 1 0 0,7-7-28 0 0,-20 21-143 0 0,-2-3 43 0 0,2 3 75 0 0,0-1 0 0 0,-1 1 0 0 0,0-1 0 0 0,0 1-1 0 0,0-1 1 0 0,0 1 0 0 0,0-1 0 0 0,-1 1 0 0 0,1-1 0 0 0,-1 1 0 0 0,0 0-1 0 0,0-1 1 0 0,0 1 0 0 0,-1 0 0 0 0,1-1 0 0 0,-1 1 0 0 0,1 0 0 0 0,-1 0 0 0 0,-3-2-1 0 0,4 3 40 0 0,0 0-61 0 0,-1 0 0 0 0,0 0-1 0 0,0 0 1 0 0,0 0 0 0 0,0 0 0 0 0,-1 0 0 0 0,-2-2-1 0 0,4 4-11 0 0,-1-2-14 0 0,0 1 0 0 0,0 0 0 0 0,0-1 0 0 0,-1 1 0 0 0,1 0 0 0 0,0 0 1 0 0,-1 0-1 0 0,1 1 0 0 0,-1-1 0 0 0,0 0 0 0 0,1 1 0 0 0,-1 0 0 0 0,1 0 0 0 0,-1 0 0 0 0,1 0 0 0 0,-1 0 0 0 0,0 0 0 0 0,1 0 0 0 0,-4 2 0 0 0,-9 0-16 0 0,-25 7-1 0 0,38-9 5 0 0,1 0 0 0 0,-1 1 0 0 0,0-1 0 0 0,1 1 1 0 0,-1-1-1 0 0,1 1 0 0 0,-1 0 0 0 0,1-1 0 0 0,-1 1 0 0 0,0 1 0 0 0,-3 2-12 0 0,-4 1-30 0 0,2 4 31 0 0,0 3 11 0 0,6-7 0 0 0,2-1 0 0 0,-4 5-1 0 0,1-6 10 0 0,1 0 0 0 0,0 1 0 0 0,0-1 0 0 0,0 0 0 0 0,0 8 0 0 0,0-7-10 0 0,1-2-11 0 0,0 0 0 0 0,-1 0 0 0 0,2 0-1 0 0,-1 0 1 0 0,0 0 0 0 0,0 0 0 0 0,0 0 0 0 0,1 0 0 0 0,-1 0 0 0 0,1-1 0 0 0,0 1 0 0 0,0 0 0 0 0,1 2 0 0 0,-1 0 8 0 0,10 18 61 0 0,-11-21-57 0 0,6 7-11 0 0,4 5 10 0 0,-6-11 34 0 0,3 0 105 0 0,-2 1-94 0 0,-1-1-82 0 0,1 0-1 0 0,0 0 0 0 0,0 0 0 0 0,0-1 1 0 0,0 1-1 0 0,0-1 0 0 0,0 0 1 0 0,0-1-1 0 0,6 1 0 0 0,-9 0 41 0 0,22-3 140 0 0,-19 0-96 0 0,1 0 0 0 0,-2 0 0 0 0,1 0 0 0 0,0 0 0 0 0,0-1-1 0 0,-1 0 1 0 0,1 0 0 0 0,-1 0 0 0 0,0 0 0 0 0,0-1 0 0 0,4-4 0 0 0,-6 6-30 0 0,0 0 1 0 0,-1 0-1 0 0,1-1 1 0 0,-1 1-1 0 0,0-1 1 0 0,0 1-1 0 0,1-1 1 0 0,-2 1-1 0 0,1-1 0 0 0,0 0 1 0 0,-1 1-1 0 0,1-1 1 0 0,-1-3-1 0 0,1 2 16 0 0,-1 0-1 0 0,0 1 0 0 0,0-1 1 0 0,0 0-1 0 0,-1 1 0 0 0,1-1 1 0 0,-1 0-1 0 0,0 1 0 0 0,0-1 1 0 0,0 1-1 0 0,0-1 0 0 0,-1 1 1 0 0,0 0-1 0 0,1-1 0 0 0,-1 1 1 0 0,0 0-1 0 0,-1 0 0 0 0,1 0 1 0 0,-3-2-1 0 0,-3-4-31 0 0,-2 3 0 0 0,8 5 0 0 0,-2-1-8 0 0,0 0 1 0 0,0 0 0 0 0,0 1-1 0 0,-1 0 1 0 0,1 0 0 0 0,0 0-1 0 0,-1 0 1 0 0,1 1 0 0 0,-1-1-1 0 0,1 1 1 0 0,-1 0-1 0 0,-7 2 1 0 0,4-1 4 0 0,4-1-7 0 0,0 0 0 0 0,1 1 0 0 0,-1-1 0 0 0,1 0 0 0 0,-1-1 0 0 0,-4 0 0 0 0,6 0 1 0 0,2 1 6 0 0,-1 0 1 0 0,0 0-1 0 0,0-1 1 0 0,1 1-1 0 0,-1 0 1 0 0,0 0-1 0 0,0 0 0 0 0,1 0 1 0 0,-1 0-1 0 0,0 0 1 0 0,0 0-1 0 0,1 0 0 0 0,-1 0 1 0 0,0 0-1 0 0,1 1 1 0 0,-1-1-1 0 0,0 0 0 0 0,0 0 1 0 0,1 1-1 0 0,-1-1 1 0 0,0 0-1 0 0,1 1 0 0 0,-1-1 1 0 0,1 1-1 0 0,-1-1 1 0 0,-1 1-1 0 0,1 0-4 0 0,0 0 0 0 0,0 0 0 0 0,0 0 1 0 0,0 0-1 0 0,0 0 0 0 0,0 0 0 0 0,1 0 0 0 0,-1 0 0 0 0,0 0 0 0 0,0 0 1 0 0,1 1-1 0 0,-1-1 0 0 0,0 2 0 0 0,0 0 7 0 0,0 0 1 0 0,0 0-1 0 0,1-1 0 0 0,-1 1 0 0 0,1 0 1 0 0,0 0-1 0 0,0 0 0 0 0,0 0 1 0 0,0-1-1 0 0,1 1 0 0 0,-1 0 0 0 0,1 0 1 0 0,-1 0-1 0 0,1-1 0 0 0,0 1 1 0 0,1 2-1 0 0,1 2-16 0 0,-2-1-35 0 0,3 0 39 0 0,3 2-42 0 0,-4-3 16 0 0,-2-4 54 0 0,1 1 0 0 0,-1-1 0 0 0,0 0 0 0 0,1 1 0 0 0,-1-1 0 0 0,1 0 0 0 0,-1 0 0 0 0,1 0 0 0 0,0 0 0 0 0,-1 0 0 0 0,1-1 0 0 0,0 1 1 0 0,0 0-1 0 0,2 0 0 0 0,11 4-2 0 0,-10-6-15 0 0,-2 1 1 0 0,8-1 0 0 0,-1 0 0 0 0,-1-3 0 0 0,-2 0 0 0 0,6-8 29 0 0,-11 2 18 0 0,-3 2-48 0 0,2 6 28 0 0,-1 0-22 0 0,-1 1 0 0 0,1-1-1 0 0,0 1 1 0 0,0-1 0 0 0,0 1-1 0 0,-1-1 1 0 0,1 1-1 0 0,-1-1 1 0 0,1 1 0 0 0,-1-1-1 0 0,0 1 1 0 0,0 0 0 0 0,1-1-1 0 0,-1 1 1 0 0,0 0 0 0 0,-2-3-1 0 0,2 3-1 0 0,0 0-1 0 0,-1 0 0 0 0,1 0 0 0 0,0 1 0 0 0,0-1 0 0 0,0 0 0 0 0,-1 0 1 0 0,1 1-1 0 0,0-1 0 0 0,-1 0 0 0 0,1 1 0 0 0,0-1 0 0 0,-1 1 0 0 0,1 0 1 0 0,-1 0-1 0 0,1-1 0 0 0,-1 1 0 0 0,1 0 0 0 0,-1 0 0 0 0,1 0 0 0 0,-1 0 1 0 0,1 1-1 0 0,-3 0 0 0 0,1-1-28 0 0,0 1 1 0 0,-1 0-1 0 0,1 0 0 0 0,0 0 0 0 0,0 0 1 0 0,0 1-1 0 0,0-1 0 0 0,0 1 1 0 0,-3 2-1 0 0,0 1 26 0 0,2 3 0 0 0,2-1 11 0 0,2-5-16 0 0,0 0 0 0 0,0 0 0 0 0,0 0 0 0 0,1 0 0 0 0,-1 1 0 0 0,1-1 0 0 0,-1 0 1 0 0,1 0-1 0 0,0 0 0 0 0,0 0 0 0 0,0 0 0 0 0,0 0 0 0 0,2 2 0 0 0,-3-4-1 0 0,6 8-34 0 0,3-2 83 0 0,-6-4-34 0 0,16 1 6 0 0,-8-3 27 0 0,-4-2-16 0 0,-5 1 138 0 0,0-4-92 0 0,0 0-75 0 0,-3-18 3 0 0,-1 16 0 0 0,-6-4 1 0 0,0 5-14 0 0,7 5-19 0 0,1 0 23 0 0,0 1 1 0 0,0 0-1 0 0,0-1 0 0 0,0 1 0 0 0,0 0 1 0 0,0 0-1 0 0,0-1 0 0 0,0 1 1 0 0,0 0-1 0 0,0-1 0 0 0,0 1 0 0 0,0 0 1 0 0,0-1-1 0 0,0 1 0 0 0,0 0 1 0 0,0-1-1 0 0,0 1 0 0 0,-1 0 0 0 0,1 0 1 0 0,0-1-1 0 0,0 1 0 0 0,0 0 0 0 0,-1-1 1 0 0,-5 0-172 0 0,5 1-698 0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05.536"/>
    </inkml:context>
    <inkml:brush xml:id="br0">
      <inkml:brushProperty name="width" value="0.05" units="cm"/>
      <inkml:brushProperty name="height" value="0.05" units="cm"/>
      <inkml:brushProperty name="color" value="#E71224"/>
    </inkml:brush>
  </inkml:definitions>
  <inkml:trace contextRef="#ctx0" brushRef="#br0">19 25 919 0 0,'0'0'2203'0'0,"-5"-2"198"0"0,-9-20 15692 0 0,17 27-15721 0 0,1 8-2338 0 0,-1 0 0 0 0,-1 0 0 0 0,0 0 0 0 0,0 27-1 0 0,-1-24 4 0 0,8 151 256 0 0,-11-130-96 0 0,2-18 710 0 0,0-24-885 0 0,0 1-1 0 0,-1-1 1 0 0,0 0-1 0 0,0 0 1 0 0,0 1-1 0 0,-1-1 1 0 0,-3-6-1 0 0,4 9-13 0 0,1 0-73 0 0,-4-15-3643 0 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06.426"/>
    </inkml:context>
    <inkml:brush xml:id="br0">
      <inkml:brushProperty name="width" value="0.05" units="cm"/>
      <inkml:brushProperty name="height" value="0.05" units="cm"/>
      <inkml:brushProperty name="color" value="#E71224"/>
    </inkml:brush>
  </inkml:definitions>
  <inkml:trace contextRef="#ctx0" brushRef="#br0">153 31 3223 0 0,'0'0'10704'0'0,"11"-12"-5566"0"0,-11 11-5018 0 0,0 1-1 0 0,0-1 1 0 0,0 1 0 0 0,0-1 0 0 0,0 1 0 0 0,0-1 0 0 0,0 1 0 0 0,0-1 0 0 0,0 0 0 0 0,0 1 0 0 0,0-1 0 0 0,0 1 0 0 0,0-1 0 0 0,0 1 0 0 0,0-1 0 0 0,-1 1 0 0 0,1-1 0 0 0,0 1 0 0 0,0-1 0 0 0,-1 1 0 0 0,1-1 0 0 0,0 1 0 0 0,-1-1 0 0 0,1 1 0 0 0,-1 0 0 0 0,1-1 0 0 0,0 1 0 0 0,-1 0-1 0 0,1-1 1 0 0,-1 1 0 0 0,-1-1 2 0 0,0 0 0 0 0,1 1-1 0 0,-1-1 1 0 0,0 1 0 0 0,0 0-1 0 0,1-1 1 0 0,-1 1 0 0 0,0 0-1 0 0,0 0 1 0 0,-1 1 0 0 0,-3-1-5 0 0,0 1 1 0 0,0 0 0 0 0,0 0 0 0 0,1 1 0 0 0,-10 4-1 0 0,10-5-85 0 0,-12 12 3 0 0,12-9-28 0 0,0 1 0 0 0,0-1 1 0 0,0 1-1 0 0,0 0 0 0 0,1 0 0 0 0,0 1 0 0 0,0-1 0 0 0,0 1 1 0 0,1 0-1 0 0,-1 0 0 0 0,2 0 0 0 0,-1 1 0 0 0,1-1 0 0 0,0 1 0 0 0,0-1 1 0 0,0 1-1 0 0,1 0 0 0 0,-1 10 0 0 0,-2 2-7 0 0,3-16 0 0 0,1 0 0 0 0,-1-1 0 0 0,1 1 0 0 0,0 0 0 0 0,0-1 0 0 0,0 1 0 0 0,0 0 0 0 0,0 0 0 0 0,1-1 0 0 0,-1 1 0 0 0,1 0 0 0 0,1 2 0 0 0,1 5 0 0 0,7 36 0 0 0,-4-28 0 0 0,-3-15 0 0 0,0-1 0 0 0,10 11 0 0 0,-6-12 0 0 0,-3-1 0 0 0,12 4 0 0 0,-14-4 0 0 0,0 1 0 0 0,1-1 0 0 0,-1 1 0 0 0,1-1 0 0 0,-1 1 0 0 0,0 0 0 0 0,0 0 0 0 0,5 3 0 0 0,-5-3 0 0 0,-1 0 0 0 0,1 1 0 0 0,0-1 0 0 0,0 0 0 0 0,0 0 0 0 0,0 0 0 0 0,0 0 0 0 0,0-1 0 0 0,4 2 0 0 0,-1-1 0 0 0,-4-1 0 0 0,0 0 0 0 0,0 1 0 0 0,0-1 0 0 0,0 0 0 0 0,0 0 0 0 0,0 0 0 0 0,0 0 0 0 0,0 0 0 0 0,1 0 0 0 0,-1 0 0 0 0,0-1 0 0 0,0 1 0 0 0,0 0 0 0 0,0-1 0 0 0,0 1 0 0 0,1-1 0 0 0,-1 0 0 0 0,0 1 0 0 0,0-1 0 0 0,0 1 0 0 0,0 0 0 0 0,0-1 0 0 0,0 1 0 0 0,0 0 0 0 0,0 0 0 0 0,0 0 0 0 0,1 0 0 0 0,-1 0 0 0 0,0 0 0 0 0,0 0 0 0 0,0 0 0 0 0,0 0 0 0 0,0 0 0 0 0,0 1 0 0 0,2-1 0 0 0,-2 1 9 0 0,0-1 0 0 0,1 0 0 0 0,-1 1 0 0 0,1-1 0 0 0,-1 0 0 0 0,1 0 0 0 0,-1 0 0 0 0,1 0 0 0 0,-1 0 1 0 0,1-1-1 0 0,2 0 0 0 0,15 0 106 0 0,-16 2-101 0 0,1 0-1 0 0,-1-1 1 0 0,1 1-1 0 0,-1-1 0 0 0,1 0 1 0 0,0 0-1 0 0,-1 0 1 0 0,1 0-1 0 0,0-1 1 0 0,-1 1-1 0 0,1-1 1 0 0,-1 0-1 0 0,1 0 1 0 0,-1-1-1 0 0,1 1 1 0 0,-1-1-1 0 0,0 1 1 0 0,4-4-1 0 0,14-7 130 0 0,-19 10-131 0 0,1 1-1 0 0,-1 0 0 0 0,1 0 0 0 0,-1-1 0 0 0,0 1 1 0 0,0-1-1 0 0,0 0 0 0 0,0 0 0 0 0,0 0 1 0 0,3-4-1 0 0,0-1 90 0 0,-3 4-15 0 0,0 1 1 0 0,0-1-1 0 0,0 0 0 0 0,0-1 0 0 0,-1 1 0 0 0,0 0 1 0 0,1 0-1 0 0,0-7 0 0 0,-2 9 89 0 0,4-13 146 0 0,-2 5-168 0 0,-2 7-29 0 0,0 0-17 0 0,0-8 11 0 0,-1-1 0 0 0,0 1 1 0 0,0-1-1 0 0,-5-17 0 0 0,5 24-22 0 0,-1 0 0 0 0,1-1 0 0 0,-1 1 0 0 0,0 0 0 0 0,-1 0 0 0 0,1 0 0 0 0,0 1 0 0 0,-1-1 0 0 0,0 1 0 0 0,0-1 0 0 0,0 1 0 0 0,0 0 0 0 0,-8-5 0 0 0,-17-14 108 0 0,19 15-47 0 0,0 1 0 0 0,-12-8 0 0 0,17 12-131 0 0,0 0 1 0 0,0 1-1 0 0,0-1 0 0 0,0 1 0 0 0,0 0 0 0 0,0 0 0 0 0,-1 0 1 0 0,1 1-1 0 0,-6-1 0 0 0,-5 3-4726 0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07.762"/>
    </inkml:context>
    <inkml:brush xml:id="br0">
      <inkml:brushProperty name="width" value="0.05" units="cm"/>
      <inkml:brushProperty name="height" value="0.05" units="cm"/>
      <inkml:brushProperty name="color" value="#E71224"/>
    </inkml:brush>
  </inkml:definitions>
  <inkml:trace contextRef="#ctx0" brushRef="#br0">0 57 6591 0 0,'0'0'594'0'0,"2"-3"-488"0"0,8-6 36 0 0,-10 8-42 0 0,1 0 0 0 0,-1 0 0 0 0,0 1 0 0 0,0-1 1 0 0,0 0-1 0 0,1 0 0 0 0,-1 0 0 0 0,0 1 0 0 0,0-1 0 0 0,0 0 1 0 0,0 0-1 0 0,0 0 0 0 0,0 1 0 0 0,0-1 0 0 0,-1 0 1 0 0,1 0-1 0 0,0 0 0 0 0,0 1 0 0 0,-1-1 0 0 0,0-1 0 0 0,1 0 309 0 0,-9-23 14341 0 0,13 49-14640 0 0,-1-1 0 0 0,-1 0-1 0 0,-1 1 1 0 0,-2 24 0 0 0,1 31-63 0 0,2-51 26 0 0,-1-12-47 0 0,-1 34-1 0 0,0-47-23 0 0,2 10 60 0 0,-2-9-9 0 0,-4 15 641 0 0,1-11-678 0 0,3-12-70 0 0,0-4-700 0 0,1 1 0 0 0,0-1 1 0 0,3-7-1 0 0,-3 11-202 0 0,1-6-7166 0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08.412"/>
    </inkml:context>
    <inkml:brush xml:id="br0">
      <inkml:brushProperty name="width" value="0.05" units="cm"/>
      <inkml:brushProperty name="height" value="0.05" units="cm"/>
      <inkml:brushProperty name="color" value="#E71224"/>
    </inkml:brush>
  </inkml:definitions>
  <inkml:trace contextRef="#ctx0" brushRef="#br0">102 19 11287 0 0,'0'0'2214'0'0,"-14"-16"7347"0"0,12 16-9491 0 0,1-1 0 0 0,-1 1 0 0 0,1 0-1 0 0,-1 0 1 0 0,1 1 0 0 0,-1-1 0 0 0,0 0 0 0 0,1 1 0 0 0,-1-1 0 0 0,1 1 0 0 0,-1-1 0 0 0,1 1-1 0 0,0-1 1 0 0,-1 1 0 0 0,1 0 0 0 0,0 0 0 0 0,-1 0 0 0 0,1 0 0 0 0,0 0 0 0 0,0 0 0 0 0,0 0 0 0 0,0 0-1 0 0,0 0 1 0 0,0 1 0 0 0,-2 2 0 0 0,-2 4-36 0 0,1 0 1 0 0,-1 1-1 0 0,-3 11 0 0 0,3-7 56 0 0,0 0-70 0 0,1-1 0 0 0,0 2 0 0 0,0-1 0 0 0,2 0 1 0 0,0 1-1 0 0,0-1 0 0 0,1 1 0 0 0,2 23 0 0 0,-1-33-20 0 0,0 0 0 0 0,1 0 0 0 0,-1 0 0 0 0,1 0 0 0 0,0 0 0 0 0,0-1 0 0 0,0 1 0 0 0,2 4 0 0 0,1 2 0 0 0,10 29 13 0 0,-14-37 54 0 0,2 0 0 0 0,4 4-62 0 0,0 1 1 0 0,0-1-1 0 0,1 0 1 0 0,8 6-1 0 0,-11-10 5 0 0,0 1-1 0 0,-1-1 1 0 0,1 0-1 0 0,0 0 1 0 0,0-1-1 0 0,0 1 1 0 0,0-1-1 0 0,0 0 1 0 0,0 0-1 0 0,1 0 1 0 0,5 0-1 0 0,-8-1-9 0 0,1-1 0 0 0,-1 1 0 0 0,0 0-1 0 0,1-1 1 0 0,-1 0 0 0 0,0 0 0 0 0,0 1 0 0 0,0-1 0 0 0,2-2-1 0 0,-2 2 7 0 0,0 0 0 0 0,0 0 0 0 0,0 0 0 0 0,0 1 0 0 0,0-1 0 0 0,0 0 0 0 0,1 1 0 0 0,-1-1 0 0 0,0 1 0 0 0,4 0 0 0 0,-3 0 1 0 0,0 0-1 0 0,0 0 1 0 0,0 0-1 0 0,0 0 1 0 0,0-1-1 0 0,0 0 1 0 0,0 1-1 0 0,0-1 1 0 0,0 0-1 0 0,0 0 1 0 0,-1 0-1 0 0,6-3 1 0 0,-2-1 15 0 0,-1 1 0 0 0,1-1 1 0 0,8-9-1 0 0,3-3-4 0 0,-4 10-49 0 0,-11 6 26 0 0,-1 0 0 0 0,1 0 1 0 0,-1 1-1 0 0,1-1 0 0 0,-1 0 0 0 0,1 0 1 0 0,-1 0-1 0 0,0-1 0 0 0,1 1 1 0 0,-1 0-1 0 0,1-2 0 0 0,3-8 117 0 0,0 0 0 0 0,-2 0 0 0 0,1 0 0 0 0,-1 0 0 0 0,-1-1 0 0 0,0 1 0 0 0,-1-1 0 0 0,0 0 0 0 0,-1 1 0 0 0,-1-20 0 0 0,-1 21 50 0 0,-1 0 1 0 0,1 0-1 0 0,-2 0 1 0 0,1 0-1 0 0,-1 1 0 0 0,-1-1 1 0 0,1 1-1 0 0,-2 0 1 0 0,-10-14-1 0 0,14 21-106 0 0,1 0 0 0 0,-1 0-1 0 0,0 0 1 0 0,0 0 0 0 0,0 0-1 0 0,0 1 1 0 0,0-1 0 0 0,0 1 0 0 0,0-1-1 0 0,0 1 1 0 0,-1 0 0 0 0,1 0 0 0 0,0 0-1 0 0,-1 0 1 0 0,1 0 0 0 0,-1 1-1 0 0,1-1 1 0 0,-5 0 0 0 0,-19 3-1397 0 0,0 6-6353 0 0,13-3-1170 0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09.797"/>
    </inkml:context>
    <inkml:brush xml:id="br0">
      <inkml:brushProperty name="width" value="0.05" units="cm"/>
      <inkml:brushProperty name="height" value="0.05" units="cm"/>
      <inkml:brushProperty name="color" value="#E71224"/>
    </inkml:brush>
  </inkml:definitions>
  <inkml:trace contextRef="#ctx0" brushRef="#br0">8 43 7135 0 0,'0'0'331'0'0,"-2"-3"-10"0"0,-2-6-78 0 0,2-1 7217 0 0,8-3-5477 0 0,-3 5 3599 0 0,3 30-4999 0 0,11 126 330 0 0,-9-47-657 0 0,-6-73-235 0 0,1 40 278 0 0,0-45-219 0 0,-3-21 192 0 0,-1-2-192 0 0,-4 1-53 0 0,-1-18 79 0 0,2 0-77 0 0,-3-31-1 0 0,6 37 1 0 0,-2-20-44 0 0,2-33 0 0 0,1 43 10 0 0,0 3-9 0 0,1 6-7 0 0,-1 0 1 0 0,-1 1-1 0 0,0-1 0 0 0,-5-22 1 0 0,6 45 103 0 0,3 26 4 0 0,2-11-86 0 0,-1 1 0 0 0,1 51-1 0 0,-1-3 126 0 0,-7-57 301 0 0,1-10-1251 0 0,2 1-3484 0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10.610"/>
    </inkml:context>
    <inkml:brush xml:id="br0">
      <inkml:brushProperty name="width" value="0.05" units="cm"/>
      <inkml:brushProperty name="height" value="0.05" units="cm"/>
      <inkml:brushProperty name="color" value="#E71224"/>
    </inkml:brush>
  </inkml:definitions>
  <inkml:trace contextRef="#ctx0" brushRef="#br0">185 52 3679 0 0,'-5'-15'14248'0'0,"4"13"-13885"0"0,0 0 1 0 0,0 0-1 0 0,-1-1 0 0 0,1 1 0 0 0,0 0 0 0 0,-1 0 0 0 0,1 0 0 0 0,-1 1 0 0 0,0-1 1 0 0,1 0-1 0 0,-1 0 0 0 0,0 1 0 0 0,-4-3 707 0 0,-11 3-193 0 0,13 1-790 0 0,0 1 0 0 0,1-1 0 0 0,-1 1 1 0 0,1 0-1 0 0,-1 0 0 0 0,1 1 0 0 0,-1-1 0 0 0,-3 3 0 0 0,-27 16 127 0 0,28-16-155 0 0,3-2-45 0 0,0 0-1 0 0,1 0 0 0 0,-1 0 0 0 0,1 0 0 0 0,0 0 0 0 0,-1 1 1 0 0,1-1-1 0 0,-3 6 0 0 0,-14 31 109 0 0,16-32-120 0 0,-7 30-2 0 0,9-34 0 0 0,0 0 0 0 0,0 0 0 0 0,1 0 0 0 0,-1 0 1 0 0,1 0-1 0 0,0 0 0 0 0,0 0 0 0 0,0 0 0 0 0,0 0 0 0 0,1 4 0 0 0,0 3-12 0 0,-1-1 5 0 0,2 0-1 0 0,-1-1 1 0 0,1 1-1 0 0,0-1 1 0 0,6 15-1 0 0,2 7 0 0 0,-8-24 8 0 0,0 0 0 0 0,0 1 0 0 0,1-1 0 0 0,0-1 0 0 0,0 1 0 0 0,7 9 0 0 0,-2-7 0 0 0,-5-8 0 0 0,0 0 0 0 0,9 10 0 0 0,-12-9 0 0 0,1 0 0 0 0,0 0 0 0 0,0 0 0 0 0,0 0 0 0 0,0-1 0 0 0,0 1 0 0 0,0 0 0 0 0,0 0 0 0 0,0-1 0 0 0,0 1 0 0 0,0-1 0 0 0,0 1 0 0 0,0-1 0 0 0,0 0 0 0 0,3 1 0 0 0,10 3 0 0 0,-13-4 0 0 0,1 1 0 0 0,-1-1 0 0 0,1 1 0 0 0,0-1 0 0 0,-1 0 0 0 0,1 0 0 0 0,0 0 0 0 0,-1 0 0 0 0,1 0 0 0 0,3 0 0 0 0,10 0 14 0 0,-13 0-10 0 0,0 0 0 0 0,0 0 0 0 0,0 0 0 0 0,0 0 0 0 0,-1 0 0 0 0,1-1 0 0 0,0 1 0 0 0,0 0 0 0 0,2-1-1 0 0,11-6 121 0 0,0 0-1 0 0,0 0 1 0 0,13-10-1 0 0,-21 12-94 0 0,-1 0 1 0 0,0 1-1 0 0,0-2 0 0 0,0 1 1 0 0,-1-1-1 0 0,0 0 0 0 0,0 0 0 0 0,6-11 1 0 0,-9 11-40 0 0,0 0 0 0 0,0-1 0 0 0,-1 1 0 0 0,0 0 0 0 0,0-1 0 0 0,0-11 0 0 0,0 5 44 0 0,1-15 818 0 0,-4-52 1 0 0,1 73-746 0 0,0 1 0 0 0,0-1-1 0 0,-1 1 1 0 0,0-1 0 0 0,0 1 0 0 0,0 0-1 0 0,-1 0 1 0 0,0 0 0 0 0,0 0 0 0 0,-1 1-1 0 0,1-1 1 0 0,-1 1 0 0 0,-9-10 0 0 0,9 12-35 0 0,2 2-125 0 0,0 1 1 0 0,1-1-1 0 0,-1 0 1 0 0,0 1-1 0 0,1 0 1 0 0,-1-1 0 0 0,0 1-1 0 0,1 0 1 0 0,-1 0-1 0 0,0 0 1 0 0,0 0-1 0 0,1 0 1 0 0,-1 0-1 0 0,0 0 1 0 0,-3 1-1 0 0,-13 5-7360 0 0,5 1-1877 0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21.154"/>
    </inkml:context>
    <inkml:brush xml:id="br0">
      <inkml:brushProperty name="width" value="0.05" units="cm"/>
      <inkml:brushProperty name="height" value="0.05" units="cm"/>
    </inkml:brush>
  </inkml:definitions>
  <inkml:trace contextRef="#ctx0" brushRef="#br0">430 146 5871 0 0,'10'15'8215'0'0,"-4"-12"-8220"0"0,-5-3 111 0 0,0-1 0 0 0,0 1 0 0 0,0 0 0 0 0,0-1 1 0 0,0 1-1 0 0,0-1 0 0 0,0 1 0 0 0,0-1 1 0 0,0 1-1 0 0,0-1 0 0 0,0 0 0 0 0,0 1 0 0 0,-1-1 1 0 0,2-1-1 0 0,-1 1 9 0 0,-1 0 0 0 0,1 1 0 0 0,0-1 0 0 0,0 0 0 0 0,0 1 0 0 0,0-1 0 0 0,-1 0 0 0 0,1 1 0 0 0,0-1 0 0 0,0 1 0 0 0,0-1 0 0 0,0 1 0 0 0,0 0 0 0 0,2-1 0 0 0,9-16 2731 0 0,-11 15-2614 0 0,0 0 0 0 0,0-1 1 0 0,0 1-1 0 0,0 0 0 0 0,0 0 1 0 0,0-1-1 0 0,0 1 1 0 0,-1-1-1 0 0,1 1 0 0 0,-1 0 1 0 0,0-1-1 0 0,0 1 0 0 0,0-5 1 0 0,0 6 419 0 0,1 0-11 0 0,-1-2-511 0 0,0 1 0 0 0,0-1 0 0 0,0 1 0 0 0,0 0 0 0 0,0-1 0 0 0,0 1 0 0 0,-1 0 0 0 0,1-1 0 0 0,-1 1 0 0 0,1 0 0 0 0,-1 0 0 0 0,0-1 0 0 0,0 1 0 0 0,0 0 0 0 0,0 0 0 0 0,0 0 0 0 0,-3-3 0 0 0,1 1 36 0 0,0 0 0 0 0,-1 0 0 0 0,1 0 0 0 0,-1 0 0 0 0,0 0 0 0 0,0 1 0 0 0,-4-4 0 0 0,4 6-84 0 0,1-1 0 0 0,-1 1 0 0 0,1 0 1 0 0,-1 0-1 0 0,1 0 0 0 0,-6 0 0 0 0,3 0 15 0 0,-4 0-29 0 0,1 0-1 0 0,0 1 0 0 0,-1 0 1 0 0,1 0-1 0 0,0 1 1 0 0,-1 0-1 0 0,1 1 1 0 0,0 0-1 0 0,-12 5 1 0 0,-8 3 30 0 0,-40 22 0 0 0,61-27-90 0 0,0 0 0 0 0,0 1 1 0 0,0 0-1 0 0,-12 12 0 0 0,-10 9 4 0 0,22-20-24 0 0,-1 0 0 0 0,1 1-1 0 0,1 0 1 0 0,0 1 0 0 0,-12 18 0 0 0,5-4-33 0 0,-14 32 0 0 0,22-42 33 0 0,0 1-1 0 0,2 0 1 0 0,0 1 0 0 0,0-1-1 0 0,-2 26 1 0 0,5-33 7 0 0,1 1 1 0 0,-1 0-1 0 0,2 0 1 0 0,-1 0-1 0 0,1 0 1 0 0,0 0-1 0 0,1 0 1 0 0,0 0-1 0 0,0-1 1 0 0,1 1-1 0 0,0-1 1 0 0,5 10-1 0 0,3 4-6 0 0,-8-15 4 0 0,1 0 1 0 0,-1 0-1 0 0,1 0 0 0 0,0 0 1 0 0,1 0-1 0 0,-1-1 1 0 0,7 6-1 0 0,-3-3 16 0 0,1-1 0 0 0,0-1 0 0 0,0 1 0 0 0,1-2 0 0 0,-1 1 0 0 0,1-1 0 0 0,20 7 0 0 0,-28-12-7 0 0,11 5-22 0 0,0-1-1 0 0,0 0 1 0 0,1-2-1 0 0,-1 1 1 0 0,1-1-1 0 0,19-1 1 0 0,17 1-49 0 0,-35-1 49 0 0,0-1 1 0 0,22-1-1 0 0,-17 0 86 0 0,-15 0-82 0 0,1 1 1 0 0,-1 0-1 0 0,1-1 0 0 0,-1 0 0 0 0,1 0 0 0 0,-1-1 0 0 0,1 0 1 0 0,4-2-1 0 0,3-3-227 0 0,-2 2-862 0 0,-1 0-2902 0 0,4 0 1569 0 0,-10 4-24 0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21.952"/>
    </inkml:context>
    <inkml:brush xml:id="br0">
      <inkml:brushProperty name="width" value="0.05" units="cm"/>
      <inkml:brushProperty name="height" value="0.05" units="cm"/>
    </inkml:brush>
  </inkml:definitions>
  <inkml:trace contextRef="#ctx0" brushRef="#br0">299 76 1839 0 0,'0'-1'3882'0'0,"1"-15"8607"0"0,-1 12-11936 0 0,-1 1 1 0 0,0-1-1 0 0,0 0 0 0 0,-1 1 1 0 0,1-1-1 0 0,-1 1 0 0 0,0-1 0 0 0,0 1 1 0 0,0 0-1 0 0,-4-5 0 0 0,4 6-394 0 0,0 1-1 0 0,0-1 0 0 0,0 1 1 0 0,0 0-1 0 0,-1 0 1 0 0,1 0-1 0 0,0 0 0 0 0,-1 0 1 0 0,1 0-1 0 0,-4 0 0 0 0,3 0 50 0 0,0 1-80 0 0,-1-1 0 0 0,0 0 0 0 0,0 1 0 0 0,0 0 0 0 0,0 0 0 0 0,1 0 0 0 0,-1 1 0 0 0,0-1 0 0 0,-6 3 0 0 0,-35 12 513 0 0,26-7-460 0 0,10-4-169 0 0,0 1-1 0 0,0 0 0 0 0,0 0 0 0 0,0 1 0 0 0,1 0 1 0 0,0 0-1 0 0,0 1 0 0 0,1 0 0 0 0,0 1 0 0 0,0 0 1 0 0,1 0-1 0 0,0 0 0 0 0,0 0 0 0 0,1 1 0 0 0,0 0 1 0 0,0 1-1 0 0,1-1 0 0 0,1 1 0 0 0,-5 15 0 0 0,7-20-17 0 0,0 1 1 0 0,1-1-1 0 0,-1 1 0 0 0,1-1 0 0 0,0 1 0 0 0,1 0 0 0 0,-1-1 0 0 0,1 1 0 0 0,0-1 0 0 0,1 1 0 0 0,-1-1 0 0 0,1 0 0 0 0,0 0 0 0 0,4 6 0 0 0,-5-8-6 0 0,1 0-1 0 0,0 0 1 0 0,0 0 0 0 0,0 0-1 0 0,1 0 1 0 0,-1-1-1 0 0,1 1 1 0 0,-1-1 0 0 0,1 0-1 0 0,0 0 1 0 0,0 0-1 0 0,0 0 1 0 0,0 0 0 0 0,0-1-1 0 0,0 1 1 0 0,1-1-1 0 0,-1 0 1 0 0,1 0 0 0 0,-1 0-1 0 0,0 0 1 0 0,1-1 0 0 0,-1 1-1 0 0,5-1 1 0 0,3 0-16 0 0,1-1 1 0 0,-1 0 0 0 0,0 0 0 0 0,0-1-1 0 0,0 0 1 0 0,0-1 0 0 0,-1-1 0 0 0,20-8-1 0 0,-24 9 15 0 0,-1 0-1 0 0,1-1 1 0 0,-1 0-1 0 0,1 0 1 0 0,-1 0-1 0 0,0-1 1 0 0,-1 1-1 0 0,1-1 1 0 0,-1 0 0 0 0,0-1-1 0 0,0 1 1 0 0,-1-1-1 0 0,1 0 1 0 0,-1 0-1 0 0,0 0 1 0 0,2-7-1 0 0,-2 2 171 0 0,0 1 0 0 0,0-1 0 0 0,-1 0 0 0 0,0 0 1 0 0,-1 0-1 0 0,0 0 0 0 0,-1 0 0 0 0,0 0 0 0 0,0 0 0 0 0,-4-17 0 0 0,3 27 227 0 0,0-1-245 0 0,1 2-131 0 0,0 0 0 0 0,0 0 1 0 0,0 0-1 0 0,0 0 0 0 0,0 0 1 0 0,0 0-1 0 0,0 0 1 0 0,0 0-1 0 0,0-1 0 0 0,0 1 1 0 0,0 0-1 0 0,0 0 0 0 0,0 0 1 0 0,0 0-1 0 0,0 0 1 0 0,0 0-1 0 0,0 0 0 0 0,0 0 1 0 0,0 0-1 0 0,0 0 0 0 0,0 0 1 0 0,0-1-1 0 0,0 1 1 0 0,0 0-1 0 0,0 0 0 0 0,0 0 1 0 0,0 0-1 0 0,-1 0 0 0 0,1 0 1 0 0,0 0-1 0 0,0 0 0 0 0,0 0 1 0 0,0 0-1 0 0,0 0 1 0 0,0 0-1 0 0,0 0 0 0 0,0 0 1 0 0,0 0-1 0 0,0 0 0 0 0,-1 0 1 0 0,1 0-1 0 0,0 0 1 0 0,0 0-1 0 0,0 0 0 0 0,0 0 1 0 0,0 0-1 0 0,0 0 0 0 0,0 0 1 0 0,0 0-1 0 0,0 0 1 0 0,0 0-1 0 0,-1 0 0 0 0,1 0 1 0 0,-2 9-13 0 0,1-1 0 0 0,-1 1 0 0 0,1-1 0 0 0,1 1 0 0 0,0 14 0 0 0,9 46-27 0 0,-2-27 23 0 0,-5-29-11 0 0,1-1 1 0 0,0 1-1 0 0,8 17 0 0 0,-11-29-13 0 0,2 1 11 0 0,-1-1-1 0 0,1 0 1 0 0,0 0-1 0 0,0 0 1 0 0,-1 0-1 0 0,1 0 1 0 0,0 0 0 0 0,4 1-1 0 0,-5-2-83 0 0,1 0 0 0 0,-1 0-1 0 0,1 0 1 0 0,-1 1 0 0 0,1-1 0 0 0,-1-1-1 0 0,1 1 1 0 0,-1 0 0 0 0,1 0 0 0 0,-1 0-1 0 0,1-1 1 0 0,-1 1 0 0 0,1-1 0 0 0,-1 1 0 0 0,3-3-1 0 0,19-13-2975 0 0,-17 12 2265 0 0,6-7-847 0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22.477"/>
    </inkml:context>
    <inkml:brush xml:id="br0">
      <inkml:brushProperty name="width" value="0.05" units="cm"/>
      <inkml:brushProperty name="height" value="0.05" units="cm"/>
    </inkml:brush>
  </inkml:definitions>
  <inkml:trace contextRef="#ctx0" brushRef="#br0">150 32 11487 0 0,'0'0'1456'0'0,"1"-8"1344"0"0,-3-3 5295 0 0,0 9-7899 0 0,0 1 0 0 0,0 0 1 0 0,0-1-1 0 0,-1 1 0 0 0,1 0 0 0 0,0 0 0 0 0,-1 0 1 0 0,1 0-1 0 0,-1 1 0 0 0,1-1 0 0 0,-1 1 1 0 0,1-1-1 0 0,-1 1 0 0 0,1 0 0 0 0,-1 0 1 0 0,1 0-1 0 0,-1 0 0 0 0,1 1 0 0 0,-1-1 1 0 0,1 1-1 0 0,-1-1 0 0 0,1 1 0 0 0,-1 0 1 0 0,-2 1-1 0 0,-3 1-105 0 0,0 1 0 0 0,0 0 0 0 0,1 0 0 0 0,-1 1 0 0 0,1 0-1 0 0,-9 7 1 0 0,14-10-103 0 0,0 0-1 0 0,0 1 0 0 0,0-1 0 0 0,0 1 0 0 0,0-1 1 0 0,1 1-1 0 0,-1 0 0 0 0,1 0 0 0 0,-2 4 0 0 0,0 3-29 0 0,3-9 41 0 0,0 1 1 0 0,-1-1-1 0 0,1 0 1 0 0,0 0-1 0 0,0 0 1 0 0,0 0-1 0 0,0 0 1 0 0,0 1-1 0 0,0-1 1 0 0,0 0-1 0 0,1 0 1 0 0,-1 0-1 0 0,0 0 1 0 0,0 0-1 0 0,1 0 0 0 0,-1 0 1 0 0,1 0-1 0 0,-1 0 1 0 0,1 0-1 0 0,0 0 1 0 0,-1 0-1 0 0,1 0 1 0 0,1 1-1 0 0,1 1-8 0 0,2 4-38 0 0,0 0 0 0 0,1-1 0 0 0,0 1 0 0 0,0-2 0 0 0,1 1-1 0 0,-1-1 1 0 0,10 6 0 0 0,5 1-343 0 0,27 11 0 0 0,-41-19 294 0 0,12 4-113 0 0,-9-4 145 0 0,0 0 1 0 0,-1 1-1 0 0,0 0 0 0 0,1 1 0 0 0,10 8 0 0 0,4 7 53 0 0,-21-19 8 0 0,0 0 0 0 0,-1 0-1 0 0,1 1 1 0 0,0-1 0 0 0,-1 1-1 0 0,0 0 1 0 0,0 0 0 0 0,1 0-1 0 0,-2 0 1 0 0,1 0 0 0 0,0 0-1 0 0,-1 0 1 0 0,1 1 0 0 0,-1-1-1 0 0,1 5 1 0 0,-1-4 69 0 0,0 1 0 0 0,0-1 0 0 0,-1 0 1 0 0,1 1-1 0 0,-1-1 0 0 0,0 1 0 0 0,-1-1 0 0 0,1 0 0 0 0,-1 1 0 0 0,0-1 0 0 0,0 0 0 0 0,0 1 1 0 0,-3 6-1 0 0,3-9-25 0 0,0 1 0 0 0,0-1 0 0 0,0 0 0 0 0,-1 1 0 0 0,1-1 0 0 0,-1 0 0 0 0,1 0 0 0 0,-1 0 0 0 0,1 0 0 0 0,-1-1 0 0 0,0 1 0 0 0,0 0 1 0 0,0-1-1 0 0,0 1 0 0 0,0-1 0 0 0,0 0 0 0 0,-1 1 0 0 0,1-1 0 0 0,0 0 0 0 0,-1 0 0 0 0,1-1 0 0 0,-1 1 0 0 0,1 0 0 0 0,0-1 0 0 0,-4 1 0 0 0,-10-1 410 0 0,8 0-302 0 0,0 0-1 0 0,1 0 1 0 0,-1 0-1 0 0,0-1 1 0 0,0-1-1 0 0,0 1 1 0 0,-11-5-1 0 0,-89-46 351 0 0,107 51-577 0 0,0 0-1 0 0,0 1 1 0 0,0-1 0 0 0,-1 0 0 0 0,1 0 0 0 0,0 1 0 0 0,0-1-1 0 0,0 0 1 0 0,0 0 0 0 0,0 0 0 0 0,1 0 0 0 0,-1 0 0 0 0,0-1-1 0 0,0 1 1 0 0,1 0 0 0 0,-1 0 0 0 0,1 0 0 0 0,-1-1 0 0 0,1 1-1 0 0,-1 0 1 0 0,1-1 0 0 0,0 1 0 0 0,-1-3 0 0 0,2 2-225 0 0,-1 1 0 0 0,0-1 1 0 0,1 0-1 0 0,-1 0 0 0 0,1 0 1 0 0,-1 0-1 0 0,1 0 0 0 0,0 1 1 0 0,0-1-1 0 0,0 0 0 0 0,0 1 1 0 0,0-1-1 0 0,0 1 0 0 0,1-1 1 0 0,-1 1-1 0 0,3-3 0 0 0,10-7-1806 0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23.003"/>
    </inkml:context>
    <inkml:brush xml:id="br0">
      <inkml:brushProperty name="width" value="0.05" units="cm"/>
      <inkml:brushProperty name="height" value="0.05" units="cm"/>
    </inkml:brush>
  </inkml:definitions>
  <inkml:trace contextRef="#ctx0" brushRef="#br0">219 67 10823 0 0,'0'0'980'0'0,"5"-18"6367"0"0,-5 16-6888 0 0,-1 0 0 0 0,1 0 0 0 0,0 0 0 0 0,-1-1 0 0 0,0 1 0 0 0,1 0-1 0 0,-1 0 1 0 0,0 0 0 0 0,0 1 0 0 0,0-1 0 0 0,-1 0 0 0 0,1 0 0 0 0,0 0 0 0 0,-1 1 0 0 0,1-1 0 0 0,-4-2 0 0 0,3 2-230 0 0,-1 1 1 0 0,0-1-1 0 0,1 1 1 0 0,-1-1-1 0 0,0 1 1 0 0,0 0-1 0 0,0 0 1 0 0,0 0-1 0 0,0 1 1 0 0,-6-1-1 0 0,3 0-181 0 0,0 1 1 0 0,-1 0-1 0 0,1 1 0 0 0,-1 0 0 0 0,1 0 1 0 0,0 0-1 0 0,0 1 0 0 0,0-1 0 0 0,-1 1 1 0 0,2 1-1 0 0,-7 2 0 0 0,6-1-44 0 0,-1-1 0 0 0,2 1 1 0 0,-1 1-1 0 0,0-1 0 0 0,1 1 0 0 0,0-1 1 0 0,0 2-1 0 0,0-1 0 0 0,1 0 0 0 0,0 1 0 0 0,0 0 1 0 0,0 0-1 0 0,0 0 0 0 0,1 0 0 0 0,0 1 0 0 0,1-1 1 0 0,-1 1-1 0 0,-1 10 0 0 0,3-11-20 0 0,1-1 1 0 0,-1 1-1 0 0,1-1 1 0 0,0 1-1 0 0,0-1 1 0 0,1 1-1 0 0,0-1 0 0 0,0 1 1 0 0,0-1-1 0 0,1 1 1 0 0,-1-1-1 0 0,1 0 1 0 0,1 0-1 0 0,-1 0 0 0 0,1 0 1 0 0,-1 0-1 0 0,2 0 1 0 0,-1-1-1 0 0,0 1 0 0 0,1-1 1 0 0,0 0-1 0 0,0 0 1 0 0,0 0-1 0 0,0-1 1 0 0,1 0-1 0 0,-1 1 0 0 0,1-2 1 0 0,0 1-1 0 0,0 0 1 0 0,0-1-1 0 0,0 0 0 0 0,0 0 1 0 0,1-1-1 0 0,-1 1 1 0 0,1-1-1 0 0,-1 0 1 0 0,8 0-1 0 0,3 0-131 0 0,-10 0 85 0 0,0 0-1 0 0,-1-1 1 0 0,1 0-1 0 0,0 0 1 0 0,0 0-1 0 0,0-1 1 0 0,7-2-1 0 0,7-2-162 0 0,35-17 0 0 0,-48 18 201 0 0,0 1-1 0 0,0-1 1 0 0,-1-1 0 0 0,0 1 0 0 0,0-1 0 0 0,0 0 0 0 0,0-1 0 0 0,6-7-1 0 0,-10 11 68 0 0,-1 0-1 0 0,1 0 0 0 0,-1-1 0 0 0,1 1 1 0 0,-1-1-1 0 0,0 1 0 0 0,0-1 1 0 0,0 1-1 0 0,0-1 0 0 0,-1 0 0 0 0,1 1 1 0 0,-1-1-1 0 0,1 0 0 0 0,-1 0 0 0 0,0 1 1 0 0,0-1-1 0 0,-1-4 0 0 0,0 2 96 0 0,0 1 0 0 0,-1 0 0 0 0,1 0-1 0 0,-1 0 1 0 0,0 0 0 0 0,0 0 0 0 0,0 0-1 0 0,-1 0 1 0 0,1 0 0 0 0,-4-3 0 0 0,-3-2 63 0 0,-1-1 0 0 0,0 1-1 0 0,0 1 1 0 0,-1 0 0 0 0,0 1 0 0 0,-15-8 0 0 0,20 12-274 0 0,0 0 1 0 0,-1 0-1 0 0,1 1 0 0 0,-1 0 0 0 0,1 0 1 0 0,-1 0-1 0 0,0 1 0 0 0,0 0 1 0 0,0 1-1 0 0,1 0 0 0 0,-1 0 0 0 0,0 0 1 0 0,0 1-1 0 0,-10 1 0 0 0,5 4-2222 0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24.110"/>
    </inkml:context>
    <inkml:brush xml:id="br0">
      <inkml:brushProperty name="width" value="0.05" units="cm"/>
      <inkml:brushProperty name="height" value="0.05" units="cm"/>
    </inkml:brush>
  </inkml:definitions>
  <inkml:trace contextRef="#ctx0" brushRef="#br0">19 28 14399 0 0,'0'0'1098'0'0,"-3"-3"-753"0"0,-12-22 9905 0 0,19 36-10230 0 0,-1 1-1 0 0,0-1 0 0 0,0 1 1 0 0,2 16-1 0 0,0 53 268 0 0,-4-58-96 0 0,0 37-163 0 0,-1-24 35 0 0,2 0 1 0 0,10 55 0 0 0,-12-90 65 0 0,2-1-599 0 0,-1 0 123 0 0,1 0 0 0 0,-1 0 0 0 0,1-1-1 0 0,-1 1 1 0 0,0-1 0 0 0,1 1 0 0 0,-1-1 0 0 0,2 0-1 0 0,4-6-985 0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24.476"/>
    </inkml:context>
    <inkml:brush xml:id="br0">
      <inkml:brushProperty name="width" value="0.05" units="cm"/>
      <inkml:brushProperty name="height" value="0.05" units="cm"/>
    </inkml:brush>
  </inkml:definitions>
  <inkml:trace contextRef="#ctx0" brushRef="#br0">1 1 2303 0 0,'0'0'23323'0'0,"1"0"-23149"0"0,0 0 0 0 0,0 1 1 0 0,0-1-1 0 0,0 0 0 0 0,1 1 1 0 0,-1 0-1 0 0,0-1 0 0 0,0 1 1 0 0,-1 0-1 0 0,1-1 0 0 0,1 2 1 0 0,4 10-65 0 0,-2-1 0 0 0,0 1 0 0 0,0 0 1 0 0,2 18-1 0 0,5 54 370 0 0,-3-10-191 0 0,-3-28-166 0 0,-5-36-107 0 0,1 1-1 0 0,0-1 1 0 0,0 1 0 0 0,2-1-1 0 0,2 11 1 0 0,-3-14 23 0 0,1 4-579 0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24.875"/>
    </inkml:context>
    <inkml:brush xml:id="br0">
      <inkml:brushProperty name="width" value="0.05" units="cm"/>
      <inkml:brushProperty name="height" value="0.05" units="cm"/>
    </inkml:brush>
  </inkml:definitions>
  <inkml:trace contextRef="#ctx0" brushRef="#br0">0 11 11255 0 0,'0'0'10095'0'0,"2"0"-9235"0"0,16-4 22 0 0,-10 2-626 0 0,0 0-1 0 0,0 1 1 0 0,10-1 0 0 0,76 6 804 0 0,-61-2-840 0 0,35 5 200 0 0,11 4 293 0 0,37 6 286 0 0,-6 1-976 0 0,-99-17 30 0 0,30 7 159 0 0,-39-7-148 0 0,1 4 0 0 0,-2-4-144 0 0,-1 1-1133 0 0,-1 1 687 0 0,0-1-1 0 0,0 1 1 0 0,0-1-1 0 0,0 0 1 0 0,0 0-1 0 0,0 1 1 0 0,0-1-1 0 0,-1 0 1 0 0,1 0-1 0 0,-1 0 1 0 0,1 0 0 0 0,-1-1-1 0 0,0 1 1 0 0,-4 2-1 0 0,-5 8-4599 0 0,2 0 1386 0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25.322"/>
    </inkml:context>
    <inkml:brush xml:id="br0">
      <inkml:brushProperty name="width" value="0.05" units="cm"/>
      <inkml:brushProperty name="height" value="0.05" units="cm"/>
    </inkml:brush>
  </inkml:definitions>
  <inkml:trace contextRef="#ctx0" brushRef="#br0">7 22 10711 0 0,'-6'2'13960'0'0,"10"0"-13895"0"0,0 0 1 0 0,0-1-1 0 0,0 0 0 0 0,0 0 1 0 0,1 0-1 0 0,-1-1 0 0 0,0 1 0 0 0,5-1 1 0 0,38-1 362 0 0,-17-1-194 0 0,102-3 321 0 0,-93 3-323 0 0,51-8-1 0 0,-51 4-97 0 0,52-1 0 0 0,-53 11-301 0 0,-44 1-2419 0 0,-2-1 1243 0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50.536"/>
    </inkml:context>
    <inkml:brush xml:id="br0">
      <inkml:brushProperty name="width" value="0.05" units="cm"/>
      <inkml:brushProperty name="height" value="0.05" units="cm"/>
    </inkml:brush>
  </inkml:definitions>
  <inkml:trace contextRef="#ctx0" brushRef="#br0">15 41 10247 0 0,'1'-3'88'0'0,"0"1"-1"0"0,-1-1 0 0 0,1 0 0 0 0,-1 1 0 0 0,0-1 1 0 0,1 0-1 0 0,-1 1 0 0 0,-1-18 11668 0 0,1 20-11681 0 0,-1 0-1 0 0,0 1 1 0 0,1-1-1 0 0,-1 0 0 0 0,0 1 1 0 0,0-1-1 0 0,1 1 0 0 0,-1-1 1 0 0,1 0-1 0 0,-1 1 0 0 0,0-1 1 0 0,1 1-1 0 0,-1 0 0 0 0,1-1 1 0 0,-1 1-1 0 0,1-1 0 0 0,0 1 1 0 0,-1 0-1 0 0,1-1 1 0 0,0 1-1 0 0,-1 0 0 0 0,1 0 1 0 0,0-1-1 0 0,-1 2 0 0 0,-3 19 180 0 0,3 18 11 0 0,5 41 1 0 0,0 5 114 0 0,-10 238 3437 0 0,6-322-3416 0 0,1 5-405 0 0,13-35-5285 0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51.014"/>
    </inkml:context>
    <inkml:brush xml:id="br0">
      <inkml:brushProperty name="width" value="0.05" units="cm"/>
      <inkml:brushProperty name="height" value="0.05" units="cm"/>
    </inkml:brush>
  </inkml:definitions>
  <inkml:trace contextRef="#ctx0" brushRef="#br0">18 0 12895 0 0,'0'0'986'0'0,"-2"1"-676"0"0,-14 9 7097 0 0,37-1-6507 0 0,-11-7-764 0 0,-1 0 0 0 0,1 0 0 0 0,0-1 0 0 0,-1 0 0 0 0,16 0 0 0 0,7 0 205 0 0,38-1 397 0 0,-46-1-400 0 0,29 3-1 0 0,52 0 528 0 0,-61-3-471 0 0,-38 1-294 0 0,1 0 0 0 0,-1-1 0 0 0,11-3 0 0 0,-16 4-36 0 0,9 0 89 0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51.684"/>
    </inkml:context>
    <inkml:brush xml:id="br0">
      <inkml:brushProperty name="width" value="0.05" units="cm"/>
      <inkml:brushProperty name="height" value="0.05" units="cm"/>
    </inkml:brush>
  </inkml:definitions>
  <inkml:trace contextRef="#ctx0" brushRef="#br0">31 1 10711 0 0,'0'0'10792'0'0,"1"2"-10233"0"0,1 4-177 0 0,0 1 0 0 0,0 0 0 0 0,-1 0 1 0 0,0 0-1 0 0,1 10 0 0 0,-3 13-68 0 0,-1 0 1 0 0,-9 44-1 0 0,-3 27 91 0 0,12-85-213 0 0,2-16-176 0 0,0 1 0 0 0,0-1 0 0 0,0 1 0 0 0,0-1 0 0 0,0 1 0 0 0,0-1 0 0 0,0 1 0 0 0,0-1 0 0 0,0 1 0 0 0,0-1 0 0 0,0 1 0 0 0,0-1 0 0 0,0 1 0 0 0,1-1 0 0 0,-1 0 0 0 0,0 1 0 0 0,0-1 0 0 0,1 1 0 0 0,-1-1 0 0 0,0 1 0 0 0,1-1 0 0 0,-1 0 0 0 0,0 1 0 0 0,1-1 0 0 0,-1 0 0 0 0,0 1 0 0 0,1-1 0 0 0,-1 0 0 0 0,1 0 0 0 0,-1 1 0 0 0,1-1 0 0 0,1 1 92 0 0,0-1 0 0 0,-1 0 0 0 0,1 0-1 0 0,0 1 1 0 0,0-1 0 0 0,-1 0 0 0 0,1 0 0 0 0,0-1 0 0 0,2 1-1 0 0,6-2 449 0 0,0-1 0 0 0,13-5-1 0 0,-22 8-548 0 0,40-17-24 0 0,-29 11 7 0 0,0 0 0 0 0,1 2 0 0 0,-1-1-1 0 0,1 2 1 0 0,0 0 0 0 0,19-3 0 0 0,-14 5 10 0 0,1 1 0 0 0,28 4 0 0 0,-40-3 0 0 0,0 0 0 0 0,0 1 0 0 0,0 0 0 0 0,-1 0 0 0 0,1 0 0 0 0,-1 1 0 0 0,1 0 0 0 0,-1 0 0 0 0,0 1 0 0 0,6 4 0 0 0,4 4 0 0 0,-10-8 0 0 0,0 1 0 0 0,0-1 0 0 0,-1 1 0 0 0,1 0 0 0 0,-1 1 0 0 0,0-1 0 0 0,-1 1 0 0 0,6 8 0 0 0,-9-12 2 0 0,0 0 0 0 0,1 0 0 0 0,-1 0 1 0 0,0 0-1 0 0,0 1 0 0 0,-1-1 0 0 0,1 0 0 0 0,0 1 0 0 0,-1-1 0 0 0,0 0 0 0 0,1 1 0 0 0,-1-1 1 0 0,0 1-1 0 0,0-1 0 0 0,0 1 0 0 0,0-1 0 0 0,-1 4 0 0 0,-1 3 13 0 0,1 0 0 0 0,0-1 0 0 0,0 0 0 0 0,-1 0 0 0 0,-1 1-1 0 0,1-2 1 0 0,-1 1 0 0 0,0 0 0 0 0,-1 0-1 0 0,0-1 1 0 0,-7 11 0 0 0,0-2 47 0 0,7-9-12 0 0,-1 0 1 0 0,0 0-1 0 0,0-1 0 0 0,0 0 0 0 0,-1 0 0 0 0,-9 7 0 0 0,9-7 84 0 0,-1-1 0 0 0,0-1 0 0 0,0 0-1 0 0,-1 0 1 0 0,-8 4 0 0 0,-3 0 174 0 0,15-6-236 0 0,-1 1 0 0 0,0-1 1 0 0,0-1-1 0 0,1 1 0 0 0,-1-1 0 0 0,-6 1 0 0 0,-8 0 69 0 0,-1-1 0 0 0,1-1 0 0 0,0-1 0 0 0,0-1 0 0 0,-24-4 0 0 0,32 3-200 0 0,1 0 1 0 0,0 0-1 0 0,0-1 1 0 0,0 0-1 0 0,1 0 0 0 0,-1-1 1 0 0,1-1-1 0 0,0 0 1 0 0,0 0-1 0 0,1 0 1 0 0,-8-8-1 0 0,9 3-1089 0 0,7 10 559 0 0,-1 0 0 0 0,1 1 1 0 0,0-1-1 0 0,0 0 0 0 0,-1 0 0 0 0,1 0 1 0 0,0 0-1 0 0,0 0 0 0 0,0 0 1 0 0,0 1-1 0 0,0-1 0 0 0,0 0 0 0 0,0 0 1 0 0,1 0-1 0 0,-1 0 0 0 0,0 0 1 0 0,1 0-1 0 0,3-6-3310 0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56.070"/>
    </inkml:context>
    <inkml:brush xml:id="br0">
      <inkml:brushProperty name="width" value="0.05" units="cm"/>
      <inkml:brushProperty name="height" value="0.05" units="cm"/>
    </inkml:brush>
  </inkml:definitions>
  <inkml:trace contextRef="#ctx0" brushRef="#br0">408 169 7831 0 0,'15'-23'175'0'0,"-12"18"244"0"0,-3 4-378 0 0,1 0 1 0 0,-1 1-1 0 0,0-1 1 0 0,1 0-1 0 0,-1 0 1 0 0,1 1-1 0 0,-1-1 1 0 0,1 0-1 0 0,-1 1 1 0 0,1-1 0 0 0,-1 1-1 0 0,1-1 1 0 0,0 0-1 0 0,-1 1 1 0 0,1-1-1 0 0,0 1 1 0 0,-1 0-1 0 0,1-1 1 0 0,1 0-1 0 0,-1 1 221 0 0,0-1 1 0 0,0 1-1 0 0,0-1 0 0 0,0 1 0 0 0,0-1 0 0 0,-1 0 0 0 0,1 0 1 0 0,0 1-1 0 0,0-1 0 0 0,0 0 0 0 0,-1 0 0 0 0,2-1 0 0 0,6-17 2567 0 0,-7 16-2363 0 0,1 1-1 0 0,-1-1 1 0 0,0 0 0 0 0,0 1-1 0 0,0-1 1 0 0,0 0-1 0 0,0 0 1 0 0,0 0-1 0 0,-1 0 1 0 0,0 0 0 0 0,1 0-1 0 0,-1 0 1 0 0,0 0-1 0 0,0 0 1 0 0,-1 0 0 0 0,0-5-1 0 0,0 6-326 0 0,1 0-1 0 0,-1 0 1 0 0,0-1-1 0 0,0 1 1 0 0,0 0 0 0 0,0 0-1 0 0,0 0 1 0 0,0 1-1 0 0,-1-1 1 0 0,1 0-1 0 0,-1 0 1 0 0,1 1 0 0 0,-1-1-1 0 0,1 1 1 0 0,-1-1-1 0 0,0 1 1 0 0,0 0-1 0 0,0-1 1 0 0,0 1 0 0 0,0 0-1 0 0,0 0 1 0 0,0 1-1 0 0,0-1 1 0 0,0 0-1 0 0,-1 1 1 0 0,1-1 0 0 0,-3 1-1 0 0,-2-2 6 0 0,0 1 0 0 0,0 0 0 0 0,0 1 0 0 0,0 0 0 0 0,0 0 0 0 0,0 0 0 0 0,0 1 0 0 0,0 0 0 0 0,-12 4 0 0 0,-2 1 53 0 0,-36 19 0 0 0,32-13-148 0 0,10-4-33 0 0,1 0 1 0 0,0 2 0 0 0,0-1 0 0 0,1 2 0 0 0,1 0-1 0 0,-16 17 1 0 0,14-13-34 0 0,1 1 0 0 0,0 0-1 0 0,2 1 1 0 0,0 0 0 0 0,1 1 0 0 0,0 0 0 0 0,2 1-1 0 0,0 0 1 0 0,-9 34 0 0 0,14-42 8 0 0,1 0 1 0 0,0 1-1 0 0,1-1 1 0 0,0 0-1 0 0,0 1 0 0 0,2-1 1 0 0,-1 0-1 0 0,2 1 1 0 0,-1-1-1 0 0,1 0 0 0 0,1 0 1 0 0,0 0-1 0 0,1 0 1 0 0,0 0-1 0 0,0-1 0 0 0,1 0 1 0 0,1 0-1 0 0,0 0 1 0 0,7 10-1 0 0,-6-12 16 0 0,1 0 0 0 0,0 0 0 0 0,0 0 1 0 0,1-1-1 0 0,-1 0 0 0 0,2 0 0 0 0,-1-1 0 0 0,12 6 0 0 0,3 0 0 0 0,-17-7 0 0 0,1-1-1 0 0,0 0 0 0 0,1 0 0 0 0,-1-1 1 0 0,1 0-1 0 0,-1-1 0 0 0,1 0 1 0 0,15 2-1 0 0,-11-3 24 0 0,0-1 0 0 0,1-1 1 0 0,-1 0-1 0 0,0-1 0 0 0,0 0 0 0 0,0-1 0 0 0,0-1 1 0 0,-1 0-1 0 0,23-10 0 0 0,-29 11-7 0 0,-1-1-1 0 0,1 1 0 0 0,-1-1 1 0 0,0 0-1 0 0,0 0 1 0 0,0-1-1 0 0,0 1 1 0 0,-1-1-1 0 0,6-8 1 0 0,-7 8-14 0 0,-1 1 1 0 0,1-1 0 0 0,-1 0 0 0 0,0 1 0 0 0,-1-1-1 0 0,1 0 1 0 0,-1 0 0 0 0,0 0 0 0 0,0 0 0 0 0,-1 0 0 0 0,1-1-1 0 0,-1 1 1 0 0,-1-7 0 0 0,0 7 54 0 0,0-1 0 0 0,0 1 0 0 0,0-1 0 0 0,-1 1 0 0 0,0 0 0 0 0,0 0 0 0 0,-1 0 0 0 0,0 0 0 0 0,1 0 1 0 0,-2 1-1 0 0,1-1 0 0 0,0 1 0 0 0,-1 0 0 0 0,0 0 0 0 0,0 0 0 0 0,0 0 0 0 0,0 1 0 0 0,-8-5 0 0 0,7 5-38 0 0,0 0-1 0 0,0 0 1 0 0,-1 0 0 0 0,1 0-1 0 0,-1 1 1 0 0,0 0 0 0 0,0 0-1 0 0,0 1 1 0 0,0 0 0 0 0,0 0-1 0 0,0 0 1 0 0,0 1 0 0 0,0-1-1 0 0,0 1 1 0 0,0 1 0 0 0,-10 1-1 0 0,12-1-29 0 0,-1 1-1 0 0,1 0 1 0 0,-1 0-1 0 0,1 0 0 0 0,0 0 1 0 0,-1 1-1 0 0,1 0 1 0 0,1 0-1 0 0,-1 0 0 0 0,-6 6 1 0 0,9-8-278 0 0,1 1-66 0 0,-3 5-17 0 0,3-5-187 0 0,9 8-4155 0 0,3-1 2966 0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56.614"/>
    </inkml:context>
    <inkml:brush xml:id="br0">
      <inkml:brushProperty name="width" value="0.05" units="cm"/>
      <inkml:brushProperty name="height" value="0.05" units="cm"/>
    </inkml:brush>
  </inkml:definitions>
  <inkml:trace contextRef="#ctx0" brushRef="#br0">27 0 11919 0 0,'0'0'9972'0'0,"-2"8"-7961"0"0,-18 109 440 0 0,17-95-2365 0 0,2-16-62 0 0,1-1 0 0 0,-1 0 0 0 0,1 1 0 0 0,0-1 0 0 0,1 0 0 0 0,-1 0 0 0 0,1 1 0 0 0,0-1 0 0 0,0 0 0 0 0,1 0 0 0 0,2 6 0 0 0,2-3-5 0 0,-4-7 5 0 0,0 0 0 0 0,0 0 0 0 0,0 0 0 0 0,0 0 0 0 0,0-1 0 0 0,0 1 0 0 0,1-1 0 0 0,-1 1 0 0 0,0-1 0 0 0,0 0 0 0 0,1 0 0 0 0,-1 0 0 0 0,0 0 0 0 0,1-1 0 0 0,-1 1 0 0 0,3-1 0 0 0,-2 0-34 0 0,0 0 1 0 0,0 0 0 0 0,0 0-1 0 0,0 0 1 0 0,0-1-1 0 0,0 1 1 0 0,0-1-1 0 0,-1 0 1 0 0,1 0-1 0 0,0 0 1 0 0,2-2-1 0 0,19-30-4610 0 0,-16 24-3633 0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56.980"/>
    </inkml:context>
    <inkml:brush xml:id="br0">
      <inkml:brushProperty name="width" value="0.05" units="cm"/>
      <inkml:brushProperty name="height" value="0.05" units="cm"/>
    </inkml:brush>
  </inkml:definitions>
  <inkml:trace contextRef="#ctx0" brushRef="#br0">29 6 15055 0 0,'0'0'6575'0'0,"2"0"-6462"0"0,22-5 4038 0 0,-32 12-3387 0 0,-5 9-434 0 0,6-9-824 0 0,0 1 1 0 0,1 1-1 0 0,-7 9 1 0 0,13-16-274 0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58.256"/>
    </inkml:context>
    <inkml:brush xml:id="br0">
      <inkml:brushProperty name="width" value="0.05" units="cm"/>
      <inkml:brushProperty name="height" value="0.05" units="cm"/>
    </inkml:brush>
  </inkml:definitions>
  <inkml:trace contextRef="#ctx0" brushRef="#br0">10 0 5063 0 0,'-9'9'22720'0'0,"16"-6"-24648"0"0,7-1 2141 0 0,0 0 0 0 0,0-1 0 0 0,0-1 0 0 0,0 0 0 0 0,15-2 1 0 0,-6 0-53 0 0,59 0 284 0 0,-78 1-436 0 0,-3 0-6 0 0,0 1 1 0 0,0 0 0 0 0,1 0 0 0 0,-1 0-1 0 0,0-1 1 0 0,1 1 0 0 0,-1 0-1 0 0,0 1 1 0 0,1-1 0 0 0,-1 0 0 0 0,0 0-1 0 0,0 0 1 0 0,1 1 0 0 0,1 0-1 0 0,1-1 342 0 0,1 3-4472 0 0,-4 6 2720 0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58.592"/>
    </inkml:context>
    <inkml:brush xml:id="br0">
      <inkml:brushProperty name="width" value="0.05" units="cm"/>
      <inkml:brushProperty name="height" value="0.05" units="cm"/>
    </inkml:brush>
  </inkml:definitions>
  <inkml:trace contextRef="#ctx0" brushRef="#br0">0 30 6447 0 0,'0'0'12464'0'0,"18"2"-9408"0"0,14-2-1439 0 0,-10 1-1123 0 0,0-1 0 0 0,0-1-1 0 0,32-6 1 0 0,-26 0-501 0 0,-3 1-446 0 0,1 1 1 0 0,37-2-1 0 0,-61 8-399 0 0,9 2-11 0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00.472"/>
    </inkml:context>
    <inkml:brush xml:id="br0">
      <inkml:brushProperty name="width" value="0.05" units="cm"/>
      <inkml:brushProperty name="height" value="0.05" units="cm"/>
    </inkml:brush>
  </inkml:definitions>
  <inkml:trace contextRef="#ctx0" brushRef="#br0">1 545 10591 0 0,'0'0'2534'0'0,"1"-2"-1772"0"0,9-11 435 0 0,-9 10-1001 0 0,1 0-1 0 0,0 1 0 0 0,0 0 1 0 0,-1-1-1 0 0,1 1 0 0 0,1 0 1 0 0,3-4-1 0 0,0 2 299 0 0,-1 0 0 0 0,1-1 0 0 0,7-9 0 0 0,-8 8-120 0 0,0 1 0 0 0,0 0 0 0 0,10-7 0 0 0,40-29 1250 0 0,-44 31-1235 0 0,0 0-1 0 0,-1-1 1 0 0,0 0-1 0 0,-1-1 1 0 0,14-23-1 0 0,-14 22-159 0 0,3-6 17 0 0,0 0-1 0 0,-1-1 1 0 0,0-1-1 0 0,-2 0 1 0 0,-1 0-1 0 0,0-1 1 0 0,-2 1 0 0 0,0-2-1 0 0,-1 1 1 0 0,-2-1-1 0 0,2-32 1 0 0,-7 40 55 0 0,2 14-72 0 0,0 1-214 0 0,0 0 0 0 0,0-1 1 0 0,0 1-1 0 0,0 0 0 0 0,0-1 0 0 0,0 1 0 0 0,0 0 0 0 0,-1 0 0 0 0,1-1 0 0 0,0 1 0 0 0,0 0 0 0 0,0 0 0 0 0,0 0 0 0 0,0-1 0 0 0,-1 1 0 0 0,1 0 0 0 0,0 0 0 0 0,0 0 0 0 0,0-1 0 0 0,-1 1 0 0 0,1 0 0 0 0,0 0 0 0 0,0 0 0 0 0,-1-1 0 0 0,-3 11-13 0 0,1 0-1 0 0,0 0 0 0 0,1 0 0 0 0,0 1 1 0 0,-1 13-1 0 0,1-5-13 0 0,-10 125-58 0 0,6-58 14 0 0,5-73 33 0 0,-2 0 0 0 0,-6 22 0 0 0,4-21 84 0 0,-3 24 0 0 0,-2 40-66 0 0,0 90-1 0 0,11-154 41 0 0,0 0-1 0 0,0 1 0 0 0,1-1 0 0 0,7 21 0 0 0,-8-32-87 0 0,2 5 42 0 0,2 0 11 0 0,4 1 24 0 0,-9-7 1 0 0,4 19-10 0 0,-3-6-4 0 0,-1-13 31 0 0,-1 0-37 0 0,-1 0-1 0 0,1-1 0 0 0,-1 1 0 0 0,0 0 0 0 0,1-1 0 0 0,-1 0 0 0 0,0 1 0 0 0,0-1 1 0 0,0 0-1 0 0,0 0 0 0 0,0 0 0 0 0,0 0 0 0 0,0 0 0 0 0,-2 0 0 0 0,-6 3 145 0 0,5-2-91 0 0,-1 0 0 0 0,0 0 0 0 0,0 0 0 0 0,0 0 0 0 0,0-1 0 0 0,0 0 0 0 0,0-1 0 0 0,-1 1 0 0 0,1-1 0 0 0,0 0 0 0 0,0-1 0 0 0,0 0-1 0 0,-1 0 1 0 0,-5-2 0 0 0,-11 3 86 0 0,16 0-114 0 0,5 0 23 0 0,1 0 0 0 0,-5 0-53 0 0,42 1-49 0 0,22 0-19 0 0,-44-2 69 0 0,31-1 31 0 0,74-15-1 0 0,-114 15-31 0 0,-1 1 0 0 0,23-2 0 0 0,-18 2 0 0 0,-9 1 0 0 0,0 1 0 0 0,0-1 0 0 0,0 0 0 0 0,0 0 0 0 0,0 0 0 0 0,-1 0 0 0 0,1 0 0 0 0,0 0 0 0 0,0 0 0 0 0,0 0 0 0 0,0 0 0 0 0,0 1 0 0 0,0-1 0 0 0,0 0 0 0 0,0 0 0 0 0,0 0 0 0 0,0 0 0 0 0,0 0 0 0 0,0 0 0 0 0,0 0 0 0 0,0 1 0 0 0,0-1 0 0 0,0 0 0 0 0,0 0 0 0 0,0 0 0 0 0,0 0 0 0 0,0 0 0 0 0,0 0 0 0 0,1 0 0 0 0,-1 0 0 0 0,0 1 0 0 0,0-1 0 0 0,0 0 0 0 0,0 0 0 0 0,0 0 0 0 0,0 0 0 0 0,0 0 0 0 0,0 0 0 0 0,0 0 0 0 0,0 0 0 0 0,0 0 0 0 0,1 0 0 0 0,-1 0 0 0 0,0 0 0 0 0,0 0 0 0 0,0 1 0 0 0,0-1 0 0 0,0 0 0 0 0,0 0 0 0 0,0 0 0 0 0,0 0 0 0 0,1 0 0 0 0,-1 0 0 0 0,0 0 0 0 0,-8 4 0 0 0,-4 0 0 0 0,-1-1 0 0 0,1 0 0 0 0,-24 2 0 0 0,10-2 11 0 0,-75 5 42 0 0,20-7 11 0 0,50-4-64 0 0,26 2 0 0 0,-1 0 0 0 0,1 0 0 0 0,-11 1 0 0 0,6 1-280 0 0,18 0-56 0 0,2 1-504 0 0,0-1-1 0 0,0 0 1 0 0,17-1 0 0 0,-12-2-311 0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01.712"/>
    </inkml:context>
    <inkml:brush xml:id="br0">
      <inkml:brushProperty name="width" value="0.05" units="cm"/>
      <inkml:brushProperty name="height" value="0.05" units="cm"/>
    </inkml:brush>
  </inkml:definitions>
  <inkml:trace contextRef="#ctx0" brushRef="#br0">82 26 7367 0 0,'-4'-4'763'0'0,"0"1"-384"0"0,-25-10 17047 0 0,31 13-17313 0 0,143-5 454 0 0,-110 5-1576 0 0,-33 0 1938 0 0,-4 1-923 0 0,1-1 0 0 0,0 1 0 0 0,-1 0 0 0 0,1-1 0 0 0,-1 1 0 0 0,0-1 0 0 0,1 0 0 0 0,-1 1 0 0 0,-2-1 0 0 0,4 0-2 0 0,-21 2 105 0 0,1 0 1 0 0,-42-4-1 0 0,34 0-447 0 0,-52 4 0 0 0,162 3-298 0 0,-63-6 690 0 0,1 0 0 0 0,-1 2 0 0 0,1 0 0 0 0,26 6-1 0 0,-44-7-223 0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02.777"/>
    </inkml:context>
    <inkml:brush xml:id="br0">
      <inkml:brushProperty name="width" value="0.05" units="cm"/>
      <inkml:brushProperty name="height" value="0.05" units="cm"/>
    </inkml:brush>
  </inkml:definitions>
  <inkml:trace contextRef="#ctx0" brushRef="#br0">171 17 13935 0 0,'0'0'1396'0'0,"0"-3"-1277"0"0,0-10 6050 0 0,-2 20-1165 0 0,-1 2-4848 0 0,-1 0 0 0 0,1 0 0 0 0,-2 0-1 0 0,1-1 1 0 0,-1 0 0 0 0,-9 13 0 0 0,-10 17 73 0 0,9-12-152 0 0,2 1 0 0 0,1 1 0 0 0,1 0 0 0 0,1 1 0 0 0,-7 36-1 0 0,12-39 2 0 0,-3 10-29 0 0,2 0 1 0 0,1 0-1 0 0,1 66 0 0 0,7-68-12 0 0,15 64 1 0 0,-14-84-17 0 0,1 1 0 0 0,12 21 0 0 0,-10-20-59 0 0,8 21-1 0 0,-6-13 56 0 0,2 0 0 0 0,1 0-1 0 0,25 38 1 0 0,-23-42 8 0 0,1 0 0 0 0,30 30 0 0 0,-44-49-23 0 0,-1-1 0 0 0,1 1 0 0 0,-1-1 1 0 0,1 1-1 0 0,-1-1 0 0 0,1 1 0 0 0,0-1 0 0 0,-1 0 1 0 0,1 0-1 0 0,-1 1 0 0 0,1-1 0 0 0,0 0 0 0 0,-1 0 1 0 0,1 0-1 0 0,0 1 0 0 0,-1-1 0 0 0,1 0 0 0 0,0 0 1 0 0,-1 0-1 0 0,1 0 0 0 0,1 0 0 0 0,8 0 86 0 0,-8 1-63 0 0,-1 0-1 0 0,1-1 1 0 0,0 1 0 0 0,-1-1 0 0 0,1 0 0 0 0,0 0 0 0 0,-1 1 0 0 0,1-1-1 0 0,3-1 1 0 0,-4 1-15 0 0,0 0-1 0 0,0 0 1 0 0,0 0-1 0 0,0 1 1 0 0,-1-1-1 0 0,1 0 1 0 0,0 0-1 0 0,0 0 0 0 0,0 1 1 0 0,0-1-1 0 0,-1 0 1 0 0,1 1-1 0 0,0-1 1 0 0,0 1-1 0 0,0 0 1 0 0,0 0 67 0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04.570"/>
    </inkml:context>
    <inkml:brush xml:id="br0">
      <inkml:brushProperty name="width" value="0.05" units="cm"/>
      <inkml:brushProperty name="height" value="0.05" units="cm"/>
    </inkml:brush>
  </inkml:definitions>
  <inkml:trace contextRef="#ctx0" brushRef="#br0">1 8 13591 0 0,'0'0'13603'0'0,"3"-2"-13502"0"0,-1 1-90 0 0,-1 1 0 0 0,0-1 0 0 0,1 0 0 0 0,-1 1 0 0 0,0-1 0 0 0,1 1 0 0 0,-1-1 0 0 0,1 1 0 0 0,-1 0 0 0 0,1-1-1 0 0,-1 1 1 0 0,1 0 0 0 0,-1 0 0 0 0,1 0 0 0 0,0 0 0 0 0,-1 1 0 0 0,1-1 0 0 0,-1 0 0 0 0,1 1 0 0 0,-1-1 0 0 0,0 1 0 0 0,1-1 0 0 0,1 2 0 0 0,8 1 17 0 0,-1 0 1 0 0,1-1-1 0 0,0 0 1 0 0,17 1-1 0 0,16 2 23 0 0,54 7-51 0 0,-4-12 128 0 0,-80 0-106 0 0,-1-1 0 0 0,21-3 0 0 0,-21 2-1 0 0,1 1-1 0 0,17 0 1 0 0,17 1 5 0 0,-31 0 4 0 0,-1 0 0 0 0,1 1 0 0 0,28 5-1 0 0,-38-5-54 0 0,0 0 0 0 0,0-1 0 0 0,12 0 0 0 0,16 2 119 0 0,-32-2-79 0 0,1 0 1 0 0,-1 0-1 0 0,1 0 1 0 0,0 0-1 0 0,6-1 1 0 0,-7 0-15 0 0,-1 0 0 0 0,1 1 0 0 0,0 0 0 0 0,0 0 0 0 0,0 0 0 0 0,0 0-1 0 0,0 0 1 0 0,0 0 0 0 0,5 2 0 0 0,25 1-10 0 0,-24-3 73 0 0,0-3-11 0 0,1 4-42 0 0,-4 1-247 0 0,-6 0-523 0 0,-9 3-2633 0 0,7-4 2634 0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05.366"/>
    </inkml:context>
    <inkml:brush xml:id="br0">
      <inkml:brushProperty name="width" value="0.05" units="cm"/>
      <inkml:brushProperty name="height" value="0.05" units="cm"/>
    </inkml:brush>
  </inkml:definitions>
  <inkml:trace contextRef="#ctx0" brushRef="#br0">8 49 13015 0 0,'-7'1'9683'0'0,"21"-17"-8786"0"0,-9 13-741 0 0,0-1 0 0 0,0 1 0 0 0,0 0 0 0 0,0 0 0 0 0,0 0 0 0 0,1 1 0 0 0,-1-1 0 0 0,1 2 0 0 0,0-1 0 0 0,-1 0 0 0 0,10 0 0 0 0,-5 1-32 0 0,0 0-1 0 0,0 1 0 0 0,0 0 1 0 0,1 1-1 0 0,16 3 0 0 0,-25-4-95 0 0,0 1 0 0 0,0 0 0 0 0,0 0 0 0 0,0 0 0 0 0,0 0 0 0 0,0 0-1 0 0,0 1 1 0 0,0-1 0 0 0,-1 0 0 0 0,1 1 0 0 0,0 0 0 0 0,-1-1 0 0 0,1 1 0 0 0,-1 0 0 0 0,2 3 0 0 0,-1-2-6 0 0,0 0 0 0 0,0 0 1 0 0,-1 0-1 0 0,1 0 1 0 0,-1 0-1 0 0,0 1 0 0 0,0-1 1 0 0,1 7-1 0 0,-3 0 26 0 0,0 0-1 0 0,0 0 1 0 0,-1 0-1 0 0,0 0 1 0 0,0 0 0 0 0,-1-1-1 0 0,-1 1 1 0 0,-6 12-1 0 0,2-1 37 0 0,2-9-20 0 0,0 0 0 0 0,-1-1 0 0 0,0 1 0 0 0,-1-2 0 0 0,0 1 0 0 0,-12 12 0 0 0,18-22 249 0 0,-4 0-99 0 0,5-1-208 0 0,1 0 0 0 0,0 0 0 0 0,-1 0 0 0 0,1 0-1 0 0,-1 0 1 0 0,1 0 0 0 0,0 0 0 0 0,-1 0 0 0 0,1 0 0 0 0,0 0-1 0 0,-1 0 1 0 0,1 0 0 0 0,-1 0 0 0 0,1 0 0 0 0,0 0 0 0 0,-1 0 0 0 0,1-1-1 0 0,0 1 1 0 0,-1 0 0 0 0,1 0 0 0 0,0 0 0 0 0,-1-1 0 0 0,1 1-1 0 0,0 0 1 0 0,-1 0 0 0 0,1-1 0 0 0,0 1 0 0 0,0 0 0 0 0,-1-1-1 0 0,1 1 1 0 0,0 0 0 0 0,0-1 0 0 0,-1 1 0 0 0,1 0 0 0 0,0-1 0 0 0,0 1-1 0 0,0 0 1 0 0,0-1 0 0 0,0 1 0 0 0,0-1 0 0 0,0 0 0 0 0,0-1 1 0 0,0 1-1 0 0,0 0 1 0 0,1-1-1 0 0,-1 1 1 0 0,1 0-1 0 0,-1 0 0 0 0,1-1 1 0 0,-1 1-1 0 0,1 0 1 0 0,0 0-1 0 0,-1 0 1 0 0,1 0-1 0 0,0 0 1 0 0,0 0-1 0 0,0 0 1 0 0,0 0-1 0 0,0 0 1 0 0,0 0-1 0 0,0 1 1 0 0,1-2-1 0 0,1 0-11 0 0,0-1 1 0 0,1 1-1 0 0,-1 0 1 0 0,0 0-1 0 0,0 0 0 0 0,1 1 1 0 0,3-2-1 0 0,20-4 5 0 0,-27 6 0 0 0,1 1 0 0 0,-1 0 0 0 0,1-1 0 0 0,-1 1 0 0 0,1 0 0 0 0,-1 0 0 0 0,1-1 0 0 0,-1 1 0 0 0,1 0 0 0 0,-1 0 0 0 0,1 0 0 0 0,0 0 0 0 0,-1-1 0 0 0,1 1 0 0 0,-1 0 0 0 0,1 0 0 0 0,0 0 0 0 0,-1 0 0 0 0,1 0 0 0 0,0 1 0 0 0,-1-1 0 0 0,1 0 0 0 0,-1 0 0 0 0,1 0 0 0 0,-1 0 0 0 0,2 1 0 0 0,0 0 0 0 0,17 3-11 0 0,-12-3-18 0 0,-2 0 16 0 0,1 1 1 0 0,-1-1-1 0 0,1 1 1 0 0,-1 0-1 0 0,0 0 1 0 0,7 4-1 0 0,-5-1-17 0 0,-6-4 47 0 0,0 0 0 0 0,1 0 0 0 0,-1 0 0 0 0,1 0 0 0 0,-1 0 1 0 0,1-1-1 0 0,-1 1 0 0 0,1 0 0 0 0,0-1 0 0 0,-1 0 0 0 0,1 1 0 0 0,2-1 0 0 0,-3 1-172 0 0,1-2-378 0 0,6-2-176 0 0,1 0-1989 0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05.939"/>
    </inkml:context>
    <inkml:brush xml:id="br0">
      <inkml:brushProperty name="width" value="0.05" units="cm"/>
      <inkml:brushProperty name="height" value="0.05" units="cm"/>
    </inkml:brush>
  </inkml:definitions>
  <inkml:trace contextRef="#ctx0" brushRef="#br0">117 52 9095 0 0,'0'0'11580'0'0,"-18"-2"-8132"0"0,11 1-2917 0 0,1 0 0 0 0,-1 1 0 0 0,-9 0 0 0 0,13 2-485 0 0,0 0 1 0 0,0-1-1 0 0,0 1 0 0 0,1 0 0 0 0,-1 1 0 0 0,0-1 1 0 0,1 0-1 0 0,-3 4 0 0 0,1-2-43 0 0,0 1 1 0 0,1-1-1 0 0,0 1 1 0 0,0 0-1 0 0,0 0 0 0 0,0 0 1 0 0,1 0-1 0 0,0 0 0 0 0,0 1 1 0 0,0-1-1 0 0,1 0 1 0 0,0 1-1 0 0,0 0 0 0 0,0-1 1 0 0,1 1-1 0 0,-1 0 0 0 0,2-1 1 0 0,0 9-1 0 0,0-7-3 0 0,1 0 0 0 0,1 0 0 0 0,-1-1 0 0 0,1 1 0 0 0,0-1 0 0 0,4 7 0 0 0,-5-11 0 0 0,-1 2 0 0 0,10 10 0 0 0,-10-12 5 0 0,1 1-37 0 0,0-1 1 0 0,0 0 0 0 0,0 1 0 0 0,0-1-1 0 0,1 0 1 0 0,-1 0 0 0 0,1-1 0 0 0,-1 1-1 0 0,1 0 1 0 0,-1-1 0 0 0,1 0 0 0 0,0 1 0 0 0,0-1-1 0 0,5 1 1 0 0,-3-1 43 0 0,0 0-1 0 0,-1-1 1 0 0,1 0 0 0 0,0 0 0 0 0,0 0-1 0 0,-1 0 1 0 0,1-1 0 0 0,0 1-1 0 0,0-1 1 0 0,7-3 0 0 0,5-2 26 0 0,25-14 0 0 0,-20 10-112 0 0,-19 8 84 0 0,-1 1 1 0 0,1-1-1 0 0,0 1 1 0 0,-1-1-1 0 0,1 0 0 0 0,-1 0 1 0 0,0 0-1 0 0,1 0 1 0 0,-1-1-1 0 0,0 1 1 0 0,0-1-1 0 0,-1 1 0 0 0,1-1 1 0 0,-1 0-1 0 0,1 1 1 0 0,1-5-1 0 0,5-9 129 0 0,-7 13-59 0 0,0 0 0 0 0,0 0-1 0 0,0 0 1 0 0,0 0 0 0 0,-1 0 0 0 0,1 0 0 0 0,-1 0 0 0 0,0-1 0 0 0,0 1 0 0 0,0 0-1 0 0,-1-4 1 0 0,-7-35 1103 0 0,6 36-1145 0 0,0 1 0 0 0,1 0-1 0 0,-2-1 1 0 0,1 1 0 0 0,-1 0-1 0 0,0 0 1 0 0,0 0 0 0 0,0 1 0 0 0,0-1-1 0 0,-1 1 1 0 0,0 0 0 0 0,0 0 0 0 0,0 0-1 0 0,0 0 1 0 0,-1 1 0 0 0,0 0 0 0 0,1-1-1 0 0,-1 2 1 0 0,0-1 0 0 0,0 1 0 0 0,-1-1-1 0 0,1 2 1 0 0,0-1 0 0 0,-1 0-1 0 0,0 1 1 0 0,1 0 0 0 0,-1 0 0 0 0,1 1-1 0 0,-1 0 1 0 0,0 0 0 0 0,1 0 0 0 0,-7 1-1 0 0,-23 5-5265 0 0,27-3 3247 0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06.782"/>
    </inkml:context>
    <inkml:brush xml:id="br0">
      <inkml:brushProperty name="width" value="0.05" units="cm"/>
      <inkml:brushProperty name="height" value="0.05" units="cm"/>
    </inkml:brush>
  </inkml:definitions>
  <inkml:trace contextRef="#ctx0" brushRef="#br0">4 10 13591 0 0,'-3'-9'10286'0'0,"5"11"-8639"0"0,6 8-599 0 0,9 18-814 0 0,56 88 526 0 0,-36-61-564 0 0,-29-42-147 0 0,0 0 0 0 0,-1 1 0 0 0,-1 0 0 0 0,10 28 0 0 0,3 43 218 0 0,-16-71-230 0 0,17 135 251 0 0,-18-117-285 0 0,0-18 7 0 0,-1 0 0 0 0,0 0-1 0 0,-1 0 1 0 0,-1 1-1 0 0,0-1 1 0 0,-1 0-1 0 0,-6 23 1 0 0,-15 38-11 0 0,-20 54 66 0 0,36-110-66 0 0,3-8 39 0 0,-10 21 0 0 0,0-7 251 0 0,-1-1-1 0 0,-23 29 1 0 0,37-51-280 0 0,-9 10 76 0 0,9-11-114 0 0,0 0 27 0 0,1-1-1 0 0,0 1 1 0 0,0-1 0 0 0,-1 1 0 0 0,1-1 0 0 0,0 1 0 0 0,-1-1 0 0 0,1 1-1 0 0,-1-1 1 0 0,1 0 0 0 0,0 1 0 0 0,-1-1 0 0 0,1 0 0 0 0,-1 1 0 0 0,1-1-1 0 0,-1 0 1 0 0,1 0 0 0 0,-1 1 0 0 0,1-1 0 0 0,-1 0 0 0 0,0 0 0 0 0,1 0-1 0 0,-1 0 1 0 0,1 0 0 0 0,-1 0 0 0 0,1 0 0 0 0,-1 0 0 0 0,1 0 0 0 0,-1 0-1 0 0,0 0 1 0 0,1 0 0 0 0,-1 0 0 0 0,1 0 0 0 0,-1 0 0 0 0,1-1 0 0 0,-1 1-1 0 0,1 0 1 0 0,-1 0 0 0 0,0-1 0 0 0,0 0-242 0 0,2-10-1611 0 0,3-2-4878 0 0,4-5-2227 0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07.674"/>
    </inkml:context>
    <inkml:brush xml:id="br0">
      <inkml:brushProperty name="width" value="0.05" units="cm"/>
      <inkml:brushProperty name="height" value="0.05" units="cm"/>
    </inkml:brush>
  </inkml:definitions>
  <inkml:trace contextRef="#ctx0" brushRef="#br0">1 100 12095 0 0,'0'0'7823'0'0,"0"-2"-6894"0"0,4-7-204 0 0,0 0 0 0 0,0 0 0 0 0,7-9 0 0 0,-9 15-622 0 0,0 0 0 0 0,0 1 0 0 0,0-1 0 0 0,0 1 0 0 0,1 0-1 0 0,-1-1 1 0 0,1 1 0 0 0,0 0 0 0 0,0 1 0 0 0,-1-1 0 0 0,1 0-1 0 0,0 1 1 0 0,6-2 0 0 0,6-2 94 0 0,-10 3-66 0 0,1 0 0 0 0,0 0-1 0 0,0 0 1 0 0,0 1 0 0 0,0 0 0 0 0,0 1 0 0 0,10-1 0 0 0,-12 1-50 0 0,-1 0 0 0 0,0 0 0 0 0,0-1 0 0 0,1 1 0 0 0,-1-1 0 0 0,0 0 0 0 0,4-1 0 0 0,-5 1 111 0 0,0 2-16 0 0,2 0-156 0 0,-1 0 0 0 0,0 1 0 0 0,0-1 0 0 0,0 1 0 0 0,0 0 0 0 0,0 0 1 0 0,0 0-1 0 0,0 0 0 0 0,-1 0 0 0 0,1 0 0 0 0,-1 1 0 0 0,1-1 0 0 0,-1 1 0 0 0,0 0 0 0 0,0 0 0 0 0,0 0 0 0 0,-1 0 0 0 0,1 0 0 0 0,-1 0 0 0 0,2 5 0 0 0,-1-3 7 0 0,-1 1-1 0 0,1 0 1 0 0,-1 0-1 0 0,0 0 1 0 0,-1 0-1 0 0,0-1 1 0 0,0 1-1 0 0,0 0 1 0 0,0 0-1 0 0,-1 0 1 0 0,0 0-1 0 0,0 0 1 0 0,-1 0-1 0 0,0-1 1 0 0,0 1-1 0 0,0 0 1 0 0,0-1-1 0 0,-1 0 1 0 0,-5 8-1 0 0,-5 7 39 0 0,-1-1 0 0 0,-1-1 0 0 0,-27 26 0 0 0,-10 0 244 0 0,45-40-245 0 0,6-3 0 0 0,0 1-11 0 0,-3 5-42 0 0,3 1-26 0 0,2-6 11 0 0,0-1-1 0 0,0 0 0 0 0,0 1 0 0 0,0-1 0 0 0,0 0 0 0 0,0 0 0 0 0,1 0 1 0 0,-1 0-1 0 0,0 0 0 0 0,0 0 0 0 0,1 0 0 0 0,-1-1 0 0 0,1 1 0 0 0,-1 0 1 0 0,1-1-1 0 0,-1 1 0 0 0,1-1 0 0 0,-1 1 0 0 0,1-1 0 0 0,-1 0 0 0 0,1 0 1 0 0,2 0-1 0 0,3 1-18 0 0,0-1 1 0 0,-1 0-1 0 0,14-2 1 0 0,-6 1 55 0 0,1 0 0 0 0,-1 1-1 0 0,0 0 1 0 0,1 1 0 0 0,-1 1 0 0 0,25 6-1 0 0,-36-8-1851 0 0,15 2 6425 0 0,-10-2-5670 0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08.327"/>
    </inkml:context>
    <inkml:brush xml:id="br0">
      <inkml:brushProperty name="width" value="0.05" units="cm"/>
      <inkml:brushProperty name="height" value="0.05" units="cm"/>
    </inkml:brush>
  </inkml:definitions>
  <inkml:trace contextRef="#ctx0" brushRef="#br0">91 30 16007 0 0,'0'0'363'0'0,"-4"-1"46"0"0,1 0-263 0 0,1 0-76 0 0,0 1 0 0 0,0-1 0 0 0,1 1 1 0 0,-1 0-1 0 0,0 0 0 0 0,0 0 0 0 0,1 0 0 0 0,-1 0 1 0 0,0 0-1 0 0,1 1 0 0 0,-3 0 0 0 0,-8 0-577 0 0,-3 0 7016 0 0,27-3-3572 0 0,99-16-2820 0 0,-96 17-107 0 0,0 0 0 0 0,18 1 0 0 0,-14 0 35 0 0,0-1 146 0 0,-12 0 140 0 0,-13 2-144 0 0,-71 11 287 0 0,58-8-432 0 0,-1-1 0 0 0,0 0 0 0 0,-31-1-1 0 0,-20 0-242 0 0,107-8 38 0 0,-5 0 123 0 0,39-3 15 0 0,-29 4 11 0 0,43-1 0 0 0,-60 5 25 0 0,-13 2-1575 0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09.476"/>
    </inkml:context>
    <inkml:brush xml:id="br0">
      <inkml:brushProperty name="width" value="0.05" units="cm"/>
      <inkml:brushProperty name="height" value="0.05" units="cm"/>
    </inkml:brush>
  </inkml:definitions>
  <inkml:trace contextRef="#ctx0" brushRef="#br0">175 25 5983 0 0,'0'0'464'0'0,"-5"-4"-305"0"0,-15-17 9868 0 0,-2 40-4714 0 0,17-15-5127 0 0,0 0 0 0 0,1 0 0 0 0,0 0 1 0 0,0 0-1 0 0,0 1 0 0 0,0-1 0 0 0,-5 9 0 0 0,3 0-171 0 0,1 0-1 0 0,0 1 1 0 0,-5 23 0 0 0,1-3-14 0 0,2-9-5 0 0,-19 53 232 0 0,22-65-158 0 0,0-1 1 0 0,1 1-1 0 0,0 0 0 0 0,-1 20 0 0 0,2 54 340 0 0,2-74-355 0 0,1 13 12 0 0,7 37 1 0 0,-2-19-59 0 0,-4-32 9 0 0,0-1-1 0 0,8 21 1 0 0,-2-6 57 0 0,26 74 557 0 0,-1-17 136 0 0,-26-71-604 0 0,1-1-1 0 0,0 1 1 0 0,0-1-1 0 0,1-1 1 0 0,1 1-1 0 0,-1-1 1 0 0,21 14-1 0 0,-13-8-71 0 0,-8-8 211 0 0,-1 1 1 0 0,12 16-1 0 0,-18-22-217 0 0,-1-2 214 0 0,8 2 22 0 0,-5-1-103 0 0,0-8-281 0 0,-3 5 190 0 0,1-5-1708 0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10.254"/>
    </inkml:context>
    <inkml:brush xml:id="br0">
      <inkml:brushProperty name="width" value="0.05" units="cm"/>
      <inkml:brushProperty name="height" value="0.05" units="cm"/>
    </inkml:brush>
  </inkml:definitions>
  <inkml:trace contextRef="#ctx0" brushRef="#br0">0 22 4607 0 0,'0'0'21896'0'0,"2"0"-21672"0"0,26 2 218 0 0,-20 0-355 0 0,1-1 0 0 0,14-1 0 0 0,17 3 79 0 0,-30-2-93 0 0,0 0 0 0 0,16-1 0 0 0,127-8 116 0 0,-81 6-186 0 0,-41 1-2 0 0,-16 2 17 0 0,-1-2-1 0 0,27-4 0 0 0,0-1-3 0 0,0 1-1 0 0,70 0 0 0 0,-100 6-2 0 0,-8-1 1 0 0,1 0-1 0 0,-1 0 1 0 0,0 1-1 0 0,1-1 1 0 0,-1 1-1 0 0,6 2 1 0 0,15 4 35 0 0,-19-4-186 0 0,-3-3 92 0 0,-1 1 0 0 0,1-1 0 0 0,-1 1-1 0 0,0 0 1 0 0,1-1 0 0 0,-1 0 0 0 0,1 1 0 0 0,-1-1 0 0 0,1 0 0 0 0,-1 0-1 0 0,1 0 1 0 0,1 0 0 0 0,-25 5-6651 0 0,14-1 4396 0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11.178"/>
    </inkml:context>
    <inkml:brush xml:id="br0">
      <inkml:brushProperty name="width" value="0.05" units="cm"/>
      <inkml:brushProperty name="height" value="0.05" units="cm"/>
    </inkml:brush>
  </inkml:definitions>
  <inkml:trace contextRef="#ctx0" brushRef="#br0">0 134 2303 0 0,'0'-1'5653'0'0,"3"-7"76"0"0,11-21-1991 0 0,1 6-18 0 0,-12 19-3385 0 0,1-1 0 0 0,-1 1 0 0 0,1-1-1 0 0,0 1 1 0 0,0 0 0 0 0,0 0 0 0 0,1 1 0 0 0,5-4-1 0 0,4-2 24 0 0,23-9-1 0 0,-34 17-323 0 0,-1 0 0 0 0,0 1 0 0 0,0-1 0 0 0,1 0 0 0 0,-1 1 0 0 0,0-1 0 0 0,1 1 0 0 0,-1 0 0 0 0,0 0-1 0 0,1 0 1 0 0,-1 0 0 0 0,0 0 0 0 0,1 0 0 0 0,-1 1 0 0 0,0-1 0 0 0,1 1 0 0 0,-1 0 0 0 0,0 0 0 0 0,0-1 0 0 0,0 1 0 0 0,0 1 0 0 0,0-1 0 0 0,0 0 0 0 0,0 0-1 0 0,3 3 1 0 0,-3-2-25 0 0,1 1-1 0 0,-1 0 0 0 0,1 0 0 0 0,-1-1 0 0 0,0 1 1 0 0,0 1-1 0 0,0-1 0 0 0,-1 0 0 0 0,1 0 0 0 0,-1 1 0 0 0,0-1 1 0 0,1 1-1 0 0,-2-1 0 0 0,1 1 0 0 0,0 6 0 0 0,0-4 7 0 0,-1 0 0 0 0,0 0 0 0 0,-1 1 0 0 0,0-1 0 0 0,0 0-1 0 0,0 0 1 0 0,-1 0 0 0 0,0 0 0 0 0,0 0 0 0 0,0 0 0 0 0,-7 11 0 0 0,1-5 68 0 0,0 0 0 0 0,-1 0 1 0 0,-21 20-1 0 0,24-27-7 0 0,0 1 0 0 0,-1-1 0 0 0,0 0-1 0 0,-9 5 1 0 0,-12 10 500 0 0,27-20-112 0 0,11-5-400 0 0,4-2-57 0 0,-1 1 0 0 0,1 1 0 0 0,1 0 1 0 0,-1 1-1 0 0,0 0 0 0 0,1 1 0 0 0,0 1 0 0 0,22-1 0 0 0,-24 2-7 0 0,-4 4 0 0 0,-5-1 0 0 0,9 7 11 0 0,-11-8 258 0 0,-2-1-242 0 0,0 1 1 0 0,0-1-1 0 0,0 0 1 0 0,0 1-1 0 0,0-1 1 0 0,0 0-1 0 0,0 1 0 0 0,0-1 1 0 0,0 0-1 0 0,0 1 1 0 0,0-1-1 0 0,0 0 1 0 0,0 1-1 0 0,0-1 0 0 0,1 0 1 0 0,-1 1-1 0 0,0-1 1 0 0,0 0-1 0 0,0 0 0 0 0,0 1 1 0 0,1-1-1 0 0,-1 0 1 0 0,0 0-1 0 0,0 0 1 0 0,1 1-1 0 0,-1-1 0 0 0,0 0 1 0 0,1 0-1 0 0,-1 0 1 0 0,0 0-1 0 0,0 1 1 0 0,1-1-1 0 0,13-3 343 0 0,16-14-1599 0 0,-24 14 324 0 0,12-9-2967 0 0,-8 4 1867 0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11.640"/>
    </inkml:context>
    <inkml:brush xml:id="br0">
      <inkml:brushProperty name="width" value="0.05" units="cm"/>
      <inkml:brushProperty name="height" value="0.05" units="cm"/>
    </inkml:brush>
  </inkml:definitions>
  <inkml:trace contextRef="#ctx0" brushRef="#br0">162 1 10135 0 0,'0'0'4891'0'0,"-9"0"241"0"0,-15 2-3766 0 0,17-2-904 0 0,0 1-1 0 0,1 0 1 0 0,-1 0 0 0 0,0 0 0 0 0,1 0-1 0 0,-1 1 1 0 0,-7 3 0 0 0,4 0-173 0 0,7-4-223 0 0,1 0 0 0 0,-1 0 0 0 0,1 0 0 0 0,-1 1 0 0 0,1-1 0 0 0,0 1 0 0 0,0-1 0 0 0,0 1 0 0 0,0 0 0 0 0,0 0 0 0 0,0-1 0 0 0,0 1 0 0 0,1 1 0 0 0,-1-1 0 0 0,-2 5 0 0 0,0 0-8 0 0,1 0 1 0 0,0 1-1 0 0,0-1 1 0 0,-3 15-1 0 0,6-21-58 0 0,-1 0 0 0 0,1 0 0 0 0,0-1 0 0 0,-1 1 0 0 0,1 0 0 0 0,0 0 0 0 0,0 0 0 0 0,0 0 0 0 0,0 0 0 0 0,0 0 0 0 0,0-1 0 0 0,0 1 0 0 0,0 0 0 0 0,0 0 0 0 0,0 0 0 0 0,0 0 0 0 0,1 0 0 0 0,-1-1 0 0 0,1 2 0 0 0,0 1 0 0 0,1 3-5 0 0,-1 0 0 0 0,1 0 0 0 0,0 0 1 0 0,1-1-1 0 0,0 1 0 0 0,0-1 0 0 0,0 1 0 0 0,4 5 0 0 0,0-3-6 0 0,0 1 0 0 0,0-1 0 0 0,16 13 0 0 0,-20-18 7 0 0,1-1 0 0 0,-1 1-1 0 0,1-1 1 0 0,0 1 0 0 0,0-1-1 0 0,0 0 1 0 0,0 0 0 0 0,0-1 0 0 0,1 0-1 0 0,-1 1 1 0 0,0-1 0 0 0,1 0 0 0 0,-1-1-1 0 0,1 1 1 0 0,-1-1 0 0 0,1 0 0 0 0,-1 0-1 0 0,1-1 1 0 0,-1 1 0 0 0,1-1-1 0 0,-1 0 1 0 0,0 0 0 0 0,1 0 0 0 0,-1-1-1 0 0,0 1 1 0 0,0-1 0 0 0,0 0 0 0 0,0-1-1 0 0,5-3 1 0 0,-2 2 149 0 0,-2 0 0 0 0,1 0-1 0 0,0-1 1 0 0,-1 0 0 0 0,0 0 0 0 0,0-1 0 0 0,0 1-1 0 0,-1-1 1 0 0,5-8 0 0 0,-7 11-67 0 0,-1 0 0 0 0,1-1 0 0 0,-1 1 0 0 0,0-1 1 0 0,0 1-1 0 0,0-1 0 0 0,-1 1 0 0 0,1-1 0 0 0,-1 1 0 0 0,0-1 0 0 0,0 1 0 0 0,0-1 0 0 0,-1 0 0 0 0,1 1 0 0 0,-1-1 1 0 0,0 1-1 0 0,0-1 0 0 0,0 1 0 0 0,0-1 0 0 0,-3-5 0 0 0,1 4 42 0 0,0 0 1 0 0,0-1-1 0 0,0 1 0 0 0,-1 1 0 0 0,0-1 1 0 0,0 0-1 0 0,0 1 0 0 0,0 0 0 0 0,-1 0 1 0 0,1 0-1 0 0,-1 1 0 0 0,-10-6 0 0 0,11 7-281 0 0,-1 0 0 0 0,1 0 0 0 0,-1 1-1 0 0,1 0 1 0 0,-1 0 0 0 0,0 0-1 0 0,1 0 1 0 0,-1 1 0 0 0,0 0-1 0 0,0 0 1 0 0,1 0 0 0 0,-1 1 0 0 0,0-1-1 0 0,0 1 1 0 0,1 0 0 0 0,-9 4-1 0 0,3-2-1883 0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12.738"/>
    </inkml:context>
    <inkml:brush xml:id="br0">
      <inkml:brushProperty name="width" value="0.05" units="cm"/>
      <inkml:brushProperty name="height" value="0.05" units="cm"/>
    </inkml:brush>
  </inkml:definitions>
  <inkml:trace contextRef="#ctx0" brushRef="#br0">4 3 1375 0 0,'-3'-2'21195'0'0,"19"16"-20786"0"0,-1 0 1 0 0,0 1 0 0 0,-1 1-1 0 0,0 1 1 0 0,-1 0 0 0 0,-1 0-1 0 0,-1 1 1 0 0,10 23-1 0 0,-1-3-220 0 0,-4-8 106 0 0,-1 1-1 0 0,-1 1 1 0 0,9 35-1 0 0,6 64-166 0 0,-26-111-102 0 0,-1 0-1 0 0,-1 1 1 0 0,0-1-1 0 0,-5 32 1 0 0,0-30 0 0 0,-2 1 1 0 0,0-1-1 0 0,-2 0 0 0 0,0 0 0 0 0,-16 27 1 0 0,-3 10 24 0 0,-20 78 43 0 0,43-129 74 0 0,0-1-1 0 0,0-1 1 0 0,0 1 0 0 0,-1 0 0 0 0,-9 9 0 0 0,-2 3 337 0 0,15-18-371 0 0,10-19-4510 0 0,-2 9 2851 0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13.676"/>
    </inkml:context>
    <inkml:brush xml:id="br0">
      <inkml:brushProperty name="width" value="0.05" units="cm"/>
      <inkml:brushProperty name="height" value="0.05" units="cm"/>
    </inkml:brush>
  </inkml:definitions>
  <inkml:trace contextRef="#ctx0" brushRef="#br0">2 115 13247 0 0,'0'0'4706'0'0,"-2"-10"-371"0"0,2-15-2784 0 0,0 23-1104 0 0,2 1-142 0 0,4-5-149 0 0,1 0-1 0 0,1 1 0 0 0,-1-1 1 0 0,1 2-1 0 0,0-1 1 0 0,17-6-1 0 0,48-20-3 0 0,-69 30-130 0 0,0 1-1 0 0,0-1 1 0 0,0 1 0 0 0,0-1-1 0 0,0 1 1 0 0,0 0 0 0 0,0 1-1 0 0,0-1 1 0 0,0 1 0 0 0,7 1-1 0 0,-7-1 1 0 0,-2 0 14 0 0,0 0-1 0 0,0 0 1 0 0,0 1-1 0 0,0-1 1 0 0,0 0-1 0 0,-1 1 1 0 0,1 0-1 0 0,0-1 1 0 0,-1 1-1 0 0,0 0 1 0 0,3 3-1 0 0,-2-2 30 0 0,-1 0-39 0 0,0 0-1 0 0,0 0 1 0 0,0 0 0 0 0,-1 0 0 0 0,1 0 0 0 0,-1 0-1 0 0,0 0 1 0 0,0 0 0 0 0,0 0 0 0 0,-1 5 0 0 0,0-2-5 0 0,0 0-1 0 0,-1-1 1 0 0,0 1 0 0 0,0-1 0 0 0,-1 1-1 0 0,1-1 1 0 0,-1 0 0 0 0,0 0 0 0 0,-5 6 0 0 0,-2 1 37 0 0,-1 0 1 0 0,-13 13 0 0 0,-106 94 337 0 0,129-118 582 0 0,33 6-1416 0 0,30-7 531 0 0,-46-1-67 0 0,1 1 0 0 0,26 3-1 0 0,16 4 146 0 0,-58-7 373 0 0,1 1-476 0 0,-1-1 1 0 0,0 1-1 0 0,0-1 0 0 0,1 1 1 0 0,-1-1-1 0 0,0 0 0 0 0,1 1 1 0 0,-1-1-1 0 0,1 0 0 0 0,-1 0 1 0 0,0 0-1 0 0,3 0 0 0 0,4 1 400 0 0,-16 5-1728 0 0,-10 6-2615 0 0,6-3 1862 0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14.489"/>
    </inkml:context>
    <inkml:brush xml:id="br0">
      <inkml:brushProperty name="width" value="0.05" units="cm"/>
      <inkml:brushProperty name="height" value="0.05" units="cm"/>
    </inkml:brush>
  </inkml:definitions>
  <inkml:trace contextRef="#ctx0" brushRef="#br0">6 0 12895 0 0,'-5'1'12236'0'0,"11"2"-12139"0"0,0-1-1 0 0,1 0 1 0 0,0 0-1 0 0,-1 0 1 0 0,1-1-1 0 0,0 0 1 0 0,12 0-1 0 0,53-4 358 0 0,-16 0 156 0 0,-41 1-451 0 0,-11 2-145 0 0,0-1 0 0 0,0 1 0 0 0,1 0-1 0 0,-1 0 1 0 0,0 0 0 0 0,0 1 0 0 0,8 1-1 0 0,-4-1 51 0 0,-7 0-137 0 0,-13 16-10497 0 0,6-8 6764 0 0,-2 0-30 0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14.840"/>
    </inkml:context>
    <inkml:brush xml:id="br0">
      <inkml:brushProperty name="width" value="0.05" units="cm"/>
      <inkml:brushProperty name="height" value="0.05" units="cm"/>
    </inkml:brush>
  </inkml:definitions>
  <inkml:trace contextRef="#ctx0" brushRef="#br0">1 35 13359 0 0,'0'0'5992'0'0,"2"0"-5066"0"0,6 3-421 0 0,1-1 0 0 0,0-1 1 0 0,0 1-1 0 0,0-1 0 0 0,0-1 1 0 0,0 1-1 0 0,0-2 0 0 0,14-1 1 0 0,6-3 232 0 0,37-12 0 0 0,-48 12-560 0 0,-2-1-112 0 0,-11 4-143 0 0,0 1 1 0 0,1-1-1 0 0,-1 1 0 0 0,0 0 1 0 0,0 0-1 0 0,1 1 0 0 0,-1 0 1 0 0,6 0-1 0 0,-16 11-4956 0 0,-9 20-5603 0 0,5-13 5145 0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22.732"/>
    </inkml:context>
    <inkml:brush xml:id="br0">
      <inkml:brushProperty name="width" value="0.05" units="cm"/>
      <inkml:brushProperty name="height" value="0.05" units="cm"/>
    </inkml:brush>
  </inkml:definitions>
  <inkml:trace contextRef="#ctx0" brushRef="#br0">36 511 3223 0 0,'0'0'143'0'0,"-6"-2"-3"0"0,-24-8 16057 0 0,30 10-16134 0 0,0 1 0 0 0,0-1 0 0 0,0 0 0 0 0,0 1-1 0 0,0-1 1 0 0,0 1 0 0 0,0-1 0 0 0,0 1 0 0 0,0-1 0 0 0,0 1 0 0 0,0-1-1 0 0,1 1 1 0 0,-1-1 0 0 0,0 1 0 0 0,0-1 0 0 0,0 1 0 0 0,0-1 0 0 0,1 1-1 0 0,-1-1 1 0 0,0 1 0 0 0,1-1 0 0 0,-1 0 0 0 0,1 1 0 0 0,9-4 397 0 0,-9 2-501 0 0,13-3 257 0 0,-13 4-210 0 0,0 0 0 0 0,0-1-1 0 0,0 1 1 0 0,0 0 0 0 0,0 0-1 0 0,0-1 1 0 0,0 1 0 0 0,0-1 0 0 0,0 1-1 0 0,-1-1 1 0 0,1 1 0 0 0,0-1-1 0 0,1-1 1 0 0,39-29 346 0 0,58-55 1260 0 0,-76 63-1310 0 0,-1-2 0 0 0,-1 0 0 0 0,-1-2 0 0 0,-1 0 0 0 0,21-43 0 0 0,-34 59-202 0 0,-2-1 0 0 0,1 0-1 0 0,-1 0 1 0 0,4-25 0 0 0,-7 27 152 0 0,1-1 0 0 0,-2-17 0 0 0,0 24-147 0 0,0 2-52 0 0,0 0 0 0 0,-1 0-1 0 0,0 0 1 0 0,1 0 0 0 0,-1 0 0 0 0,0 0 0 0 0,0 1-1 0 0,0-1 1 0 0,0 0 0 0 0,-1-1 0 0 0,-5-8 38 0 0,4 5-91 0 0,-2 2 0 0 0,0 4 13 0 0,4 0 566 0 0,1 2-526 0 0,-7 118 30 0 0,6-103-83 0 0,2 29 0 0 0,0-12 0 0 0,-2 103-128 0 0,-4 45 256 0 0,6-120-384 0 0,-2-44 361 0 0,0-14-87 0 0,1-1 0 0 0,0 0 0 0 0,0 1 0 0 0,0-1-1 0 0,0 1 1 0 0,1-1 0 0 0,0 5 0 0 0,0 6-18 0 0,-1-2-2 0 0,13 24 53 0 0,-1-5-60 0 0,-2-10-2 0 0,-7-13 22 0 0,-5 2-11 0 0,-2-2-11 0 0,2-5-31 0 0,-2 4 42 0 0,2-5 245 0 0,-6 1-181 0 0,3-1-51 0 0,-1-1-1 0 0,0 0 1 0 0,0 0-1 0 0,1-1 1 0 0,-1 1 0 0 0,0-1-1 0 0,0-1 1 0 0,0 1-1 0 0,-9-3 1 0 0,9 2-11 0 0,2 1 5 0 0,0 0-1 0 0,0 0 1 0 0,0 0 0 0 0,0 1-1 0 0,-6 0 1 0 0,-11 2 17 0 0,6-3-11 0 0,10 1-3 0 0,0-1 0 0 0,-1 0 0 0 0,1 0 1 0 0,-8-2-1 0 0,8 1-22 0 0,1 0-1 0 0,0 1 1 0 0,0 0 0 0 0,-1 0 0 0 0,1 0-1 0 0,0 1 1 0 0,0 0 0 0 0,-6 1-1 0 0,5-1 2 0 0,1 0 0 0 0,-1-1 0 0 0,0 1 0 0 0,1-1 0 0 0,-10 0 0 0 0,-1 0 200 0 0,14 0-248 0 0,4 1 13 0 0,0 0-1 0 0,0-1 1 0 0,0 1-1 0 0,1 0 1 0 0,-1-1-1 0 0,0 0 1 0 0,5 0-1 0 0,-2 1 2 0 0,18 1 59 0 0,-1-2 0 0 0,0 0 0 0 0,1-2 0 0 0,27-5-1 0 0,8 0 54 0 0,-47 5-67 0 0,1 1 0 0 0,0 1 0 0 0,21 1 0 0 0,-1 1 0 0 0,5 3 0 0 0,-26-5 0 0 0,-9-1-1 0 0,6-3 13 0 0,-7 3 30 0 0,4-1-31 0 0,0 3 0 0 0,-4-1 31 0 0,3 1-20 0 0,-9-1 5 0 0,0 0 1 0 0,0-1 0 0 0,0 1-1 0 0,-1 0 1 0 0,1 1-1 0 0,0-1 1 0 0,0 1 0 0 0,0 0-1 0 0,-6 2 1 0 0,4-1 20 0 0,0-1 0 0 0,-1 0 1 0 0,-12 1-1 0 0,-34-4 21 0 0,27 1-72 0 0,-45 3 1 0 0,-76 19-267 0 0,138-20 271 0 0,2 0 32 0 0,10-2-74 0 0,0 0 0 0 0,0-1 1 0 0,0 1-1 0 0,0 0 0 0 0,0-1 1 0 0,-1 0-1 0 0,4-1 1 0 0,7-6-48 0 0,1 4 74 0 0,1 0 1 0 0,-1 1 0 0 0,1 1 0 0 0,0 0-1 0 0,0 1 1 0 0,1 0 0 0 0,15 1 0 0 0,31-3 35 0 0,-23 3-23 0 0,-6 2 0 0 0,-20 0 1 0 0,-11 0-5 0 0,0-1 1 0 0,0 1-1 0 0,0-1 0 0 0,0 0 0 0 0,-1 0 0 0 0,1 0 0 0 0,0 0 0 0 0,0 0 0 0 0,0 0 1 0 0,0-1-1 0 0,2 0 0 0 0,-2 1-240 0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24.262"/>
    </inkml:context>
    <inkml:brush xml:id="br0">
      <inkml:brushProperty name="width" value="0.05" units="cm"/>
      <inkml:brushProperty name="height" value="0.05" units="cm"/>
    </inkml:brush>
  </inkml:definitions>
  <inkml:trace contextRef="#ctx0" brushRef="#br0">28 1 5063 0 0,'0'0'390'0'0,"-10"18"13363"0"0,-3-10-6147 0 0,19-10-7602 0 0,0 0-1 0 0,0 1 0 0 0,0 0 0 0 0,-1 0 0 0 0,1 1 0 0 0,0-1 0 0 0,9 2 0 0 0,17-2 143 0 0,111-10 121 0 0,-124 11-147 0 0,36 4 1 0 0,-49-3-117 0 0,0-1 7 0 0,-6 0 170 0 0,-21 7 75 0 0,3-1-161 0 0,-27 3 0 0 0,41-8-93 0 0,0-1-2 0 0,1 0 0 0 0,0 0 0 0 0,0 0 0 0 0,0 0 0 0 0,-1-1 0 0 0,1 1 0 0 0,-3-2 0 0 0,2 1 0 0 0,1 1 0 0 0,-1-1 0 0 0,0 1 0 0 0,1-1 0 0 0,-5 2 0 0 0,-33 6 1 0 0,30-4-6 0 0,0-1 0 0 0,-13 2-1 0 0,10-3-2 0 0,0 1-1 0 0,-17 4 0 0 0,-1 1 15 0 0,31-7-59 0 0,23-4-139 0 0,-20 4 191 0 0,58-13-63 0 0,65-5 1 0 0,-102 15 63 0 0,-14 2 0 0 0,0 0 0 0 0,1 0 0 0 0,-1 1 0 0 0,0 1 0 0 0,0-1 0 0 0,14 4 0 0 0,-16-3-156 0 0,-9-4-216 0 0,-12-4-428 0 0,2 4 256 0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29.112"/>
    </inkml:context>
    <inkml:brush xml:id="br0">
      <inkml:brushProperty name="width" value="0.05" units="cm"/>
      <inkml:brushProperty name="height" value="0.05" units="cm"/>
    </inkml:brush>
  </inkml:definitions>
  <inkml:trace contextRef="#ctx0" brushRef="#br0">0 14 919 0 0,'5'-14'25496'0'0,"1"22"-25416"0"0,-1 0 0 0 0,0 1-1 0 0,0-1 1 0 0,-1 1 0 0 0,0 0 0 0 0,-1 1-1 0 0,0-1 1 0 0,0 0 0 0 0,-1 1-1 0 0,0 0 1 0 0,0 16 0 0 0,0 3-21 0 0,-2-1 0 0 0,-7 54-1 0 0,-7 62 2282 0 0,11-155-5722 0 0,3 9 2664 0 0,0-7-1368 0 0,4 3-3099 0 0,2 0 2243 0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29.952"/>
    </inkml:context>
    <inkml:brush xml:id="br0">
      <inkml:brushProperty name="width" value="0.05" units="cm"/>
      <inkml:brushProperty name="height" value="0.05" units="cm"/>
    </inkml:brush>
  </inkml:definitions>
  <inkml:trace contextRef="#ctx0" brushRef="#br0">223 19 919 0 0,'1'-1'5644'0'0,"8"-4"186"0"0,-3-8 4200 0 0,-7 13-9885 0 0,-12 0 4668 0 0,2 2-6075 0 0,4-1 1346 0 0,-1 1-1 0 0,1 0 1 0 0,0 0 0 0 0,0 1-1 0 0,0 0 1 0 0,0 0 0 0 0,1 1-1 0 0,-1-1 1 0 0,1 2-1 0 0,0-1 1 0 0,-8 8 0 0 0,1 0-91 0 0,1 0 0 0 0,0 1 0 0 0,-17 26 0 0 0,21-27 20 0 0,2 0 0 0 0,0 1 0 0 0,-5 14-1 0 0,-2 6 17 0 0,10-26-28 0 0,0 1-1 0 0,1-1 0 0 0,0 1 1 0 0,0 0-1 0 0,1-1 1 0 0,0 1-1 0 0,1 0 1 0 0,0 0-1 0 0,1 11 0 0 0,0-6-4 0 0,1 1 0 0 0,0-1-1 0 0,2 1 1 0 0,6 19 0 0 0,-7-26-5 0 0,0-1 1 0 0,0 1-1 0 0,1-1 1 0 0,0 0-1 0 0,0 0 1 0 0,0 0-1 0 0,0 0 1 0 0,10 7-1 0 0,-13-11 8 0 0,1 0-1 0 0,0-1 0 0 0,0 1 0 0 0,1-1 0 0 0,-1 1 0 0 0,0-1 0 0 0,0 0 1 0 0,1 0-1 0 0,-1 0 0 0 0,1 0 0 0 0,-1 0 0 0 0,1 0 0 0 0,-1-1 0 0 0,1 1 0 0 0,-1-1 1 0 0,1 0-1 0 0,0 0 0 0 0,-1 0 0 0 0,1 0 0 0 0,-1 0 0 0 0,1-1 0 0 0,-1 1 1 0 0,1-1-1 0 0,-1 1 0 0 0,1-1 0 0 0,4-2 0 0 0,-2 1 2 0 0,0 0 0 0 0,1 1 0 0 0,-1-1 0 0 0,1 1 0 0 0,0 0 0 0 0,-1 1 0 0 0,1-1 0 0 0,8 2 0 0 0,-5-1 0 0 0,0-1 0 0 0,16-1 0 0 0,-23 1 1 0 0,7-1 28 0 0,0 0 0 0 0,17-7 0 0 0,-24 8-24 0 0,1 0 0 0 0,-1-1 0 0 0,0 1 0 0 0,0 0 0 0 0,0-1 0 0 0,0 1 0 0 0,0-1 0 0 0,0 0 0 0 0,0 0 0 0 0,0 0 0 0 0,-1 0 0 0 0,1 0 0 0 0,-1 0 0 0 0,0 0 0 0 0,2-4 0 0 0,17-37 11 0 0,-20 42 59 0 0,1 0-60 0 0,0-1 0 0 0,0 1 0 0 0,-1-1 0 0 0,1 1 1 0 0,0-1-1 0 0,-1 0 0 0 0,1 1 0 0 0,-1-1 0 0 0,0 1 0 0 0,1-4 0 0 0,-1 2 36 0 0,-1 0 0 0 0,1 0 0 0 0,0 0 0 0 0,-1 0-1 0 0,0 0 1 0 0,0 0 0 0 0,0 0 0 0 0,0 0-1 0 0,0 0 1 0 0,0 0 0 0 0,-1 0 0 0 0,0 1 0 0 0,1-1-1 0 0,-1 0 1 0 0,0 1 0 0 0,0 0 0 0 0,0-1 0 0 0,-1 1-1 0 0,1 0 1 0 0,-1 0 0 0 0,1 0 0 0 0,-1 1-1 0 0,-4-4 1 0 0,3 3-25 0 0,0 1-1 0 0,1-1 0 0 0,-1 1 1 0 0,0 0-1 0 0,0 0 1 0 0,0 0-1 0 0,0 1 0 0 0,0-1 1 0 0,-1 1-1 0 0,1 0 1 0 0,0 0-1 0 0,0 0 0 0 0,0 1 1 0 0,0-1-1 0 0,0 1 1 0 0,0 0-1 0 0,-7 3 0 0 0,-3 2-23 0 0,1 1-1 0 0,0 0 1 0 0,0 1-1 0 0,1 0 1 0 0,0 1 0 0 0,-21 19-1 0 0,5-3-1050 0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27.946"/>
    </inkml:context>
    <inkml:brush xml:id="br0">
      <inkml:brushProperty name="width" value="0.05" units="cm"/>
      <inkml:brushProperty name="height" value="0.05" units="cm"/>
    </inkml:brush>
  </inkml:definitions>
  <inkml:trace contextRef="#ctx0" brushRef="#br0">18 98 8407 0 0,'0'-3'50'0'0,"0"1"0"0"0,-1-1-1 0 0,1 1 1 0 0,0-1-1 0 0,-1 1 1 0 0,0-1 0 0 0,1 1-1 0 0,-1-1 1 0 0,0 1-1 0 0,0 0 1 0 0,-1-1-1 0 0,-1-2 1 0 0,-1-2 63 0 0,2 0 25 0 0,6 3 1057 0 0,-3 3-1014 0 0,0 1 0 0 0,-1 0 0 0 0,1 0 0 0 0,-1-1 0 0 0,1 1 0 0 0,-1 0 0 0 0,1-1 0 0 0,-1 1 0 0 0,1 0 0 0 0,-1-1 0 0 0,0 1 0 0 0,1-1 0 0 0,-1 1 0 0 0,1-1 0 0 0,-1 1 0 0 0,0-1 0 0 0,1 1 0 0 0,-1-1 0 0 0,0 1 0 0 0,0-1 0 0 0,0 0 0 0 0,1 1 0 0 0,-1-2 0 0 0,4-15 1064 0 0,-3 14-830 0 0,-1 3 37 0 0,0-1 0 0 0,0 0 0 0 0,0 1 1 0 0,0-1-1 0 0,0 0 0 0 0,1 1 0 0 0,-1-1 0 0 0,4-4 4070 0 0,-3 5-4070 0 0,0-2 1 0 0,5 1-876 0 0,-5 1 555 0 0,4 6-57 0 0,-2-1-64 0 0,0 0 0 0 0,0 0 0 0 0,-1-1 0 0 0,0 2 1 0 0,0-1-1 0 0,0 0 0 0 0,-1 0 0 0 0,1 1 0 0 0,-1-1 1 0 0,0 9-1 0 0,0 7 11 0 0,-2 32 0 0 0,0-3 152 0 0,9 159 605 0 0,0-152 322 0 0,-26-68-2185 0 0,-10-6-4153 0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28.492"/>
    </inkml:context>
    <inkml:brush xml:id="br0">
      <inkml:brushProperty name="width" value="0.05" units="cm"/>
      <inkml:brushProperty name="height" value="0.05" units="cm"/>
    </inkml:brush>
  </inkml:definitions>
  <inkml:trace contextRef="#ctx0" brushRef="#br0">14 52 919 0 0,'-13'-9'24144'0'0,"40"8"-23521"0"0,34-6-1 0 0,-33 2-380 0 0,38 0-1 0 0,0 3 34 0 0,22 1 18 0 0,-46 1-302 0 0,-19 0-21 0 0,31 3 0 0 0,41 4 200 0 0,-86-7-131 0 0,0 0-1 0 0,0-1 0 0 0,0 0 0 0 0,-1-1 0 0 0,13-3 0 0 0,9-2 35 0 0,0 0 6 0 0,-24 5-24 0 0,0 0-1 0 0,0 1 0 0 0,0 0 0 0 0,0 0 1 0 0,7 0-1 0 0,-2 2-13 0 0,-13 4-827 0 0,-4 5-148 0 0,0 4-1671 0 0,-1 0-6135 0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30.862"/>
    </inkml:context>
    <inkml:brush xml:id="br0">
      <inkml:brushProperty name="width" value="0.05" units="cm"/>
      <inkml:brushProperty name="height" value="0.05" units="cm"/>
    </inkml:brush>
  </inkml:definitions>
  <inkml:trace contextRef="#ctx0" brushRef="#br0">62 10 13359 0 0,'0'0'10504'0'0,"2"2"-10256"0"0,1-1-180 0 0,0 0 0 0 0,0 0 0 0 0,0 0 0 0 0,0 0-1 0 0,0 0 1 0 0,1 0 0 0 0,-1-1 0 0 0,0 1 0 0 0,0-1 0 0 0,5 0 0 0 0,36-5 289 0 0,-22-1-256 0 0,-19 4-90 0 0,1 1 0 0 0,-1 0 0 0 0,1 0 0 0 0,0 0 1 0 0,-1 0-1 0 0,7 0 0 0 0,4 1 45 0 0,-8 0-8 0 0,0 0-1 0 0,0 0 1 0 0,1 0 0 0 0,-1 1-1 0 0,0 0 1 0 0,0 0-1 0 0,8 4 1 0 0,-12-4-23 0 0,-6 0 43 0 0,-11 2 147 0 0,-29 3 215 0 0,34-5-389 0 0,-19 2 23 0 0,-62 10-11 0 0,88-13-46 0 0,-5 2-20 0 0,1 0 0 0 0,-1-1 0 0 0,1 0-1 0 0,-1-1 1 0 0,0 0 0 0 0,1 0 0 0 0,-16-2-1 0 0,22 1-39 0 0,3 2-22 0 0,1-1 64 0 0,-1 0 0 0 0,0 0-1 0 0,0 0 1 0 0,0 0 0 0 0,1 0 0 0 0,-1 0 0 0 0,0-1 0 0 0,4 0-1 0 0,2-1-4 0 0,43-5-12 0 0,7-1-59 0 0,63 0-1 0 0,-66 6 238 0 0,-53 2-97 0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44.006"/>
    </inkml:context>
    <inkml:brush xml:id="br0">
      <inkml:brushProperty name="width" value="0.05" units="cm"/>
      <inkml:brushProperty name="height" value="0.05" units="cm"/>
    </inkml:brush>
  </inkml:definitions>
  <inkml:trace contextRef="#ctx0" brushRef="#br0">313 149 3679 0 0,'12'-44'9980'0'0,"-11"43"-9669"0"0,0 1 1 0 0,0 0-1 0 0,0-1 0 0 0,0 0 0 0 0,0 1 0 0 0,-1-1 0 0 0,1 1 0 0 0,0-1 1 0 0,0 0-1 0 0,-1 0 0 0 0,1 1 0 0 0,0-1 0 0 0,0-2 0 0 0,12-20 3619 0 0,-12 20-3674 0 0,-1-1 0 0 0,1 0 0 0 0,-1 0 0 0 0,0 0 0 0 0,0 1 0 0 0,-1-1 0 0 0,1 0 1 0 0,-2-5-1 0 0,2 8-220 0 0,-1-1 0 0 0,1 1 0 0 0,-1-1 0 0 0,1 1 0 0 0,-1-1 0 0 0,0 1 0 0 0,0-1 0 0 0,0 1 0 0 0,0 0 0 0 0,0-1 0 0 0,0 1 0 0 0,0 0 0 0 0,0 0 1 0 0,0 0-1 0 0,0 0 0 0 0,-1 0 0 0 0,1 0 0 0 0,0 0 0 0 0,-1 0 0 0 0,1 0 0 0 0,-1 1 0 0 0,-2-2 0 0 0,-3 1 2 0 0,1 0 0 0 0,-1 0 0 0 0,0 1-1 0 0,1 0 1 0 0,-1 0 0 0 0,0 1 0 0 0,0-1 0 0 0,1 2-1 0 0,-1-1 1 0 0,-8 3 0 0 0,5 0 18 0 0,0-1 0 0 0,0 1 0 0 0,0 1 0 0 0,1 0 0 0 0,-17 12 0 0 0,10-6-100 0 0,-25 15 0 0 0,35-22 44 0 0,1 0 0 0 0,0 0 0 0 0,0 0 0 0 0,0 1 0 0 0,0 0 0 0 0,1 0 0 0 0,-4 6 0 0 0,-18 17 0 0 0,23-25 8 0 0,-8 12 37 0 0,7-9-40 0 0,1-1-22 0 0,0 0-1 0 0,0 0 1 0 0,1 0-1 0 0,0 1 1 0 0,0-1-1 0 0,0 1 0 0 0,1-1 1 0 0,0 1-1 0 0,-1 9 1 0 0,2-10 17 0 0,-1 0-1 0 0,2 0 1 0 0,-1 0 0 0 0,0 0-1 0 0,1 0 1 0 0,0 0 0 0 0,0-1 0 0 0,1 1-1 0 0,-1 0 1 0 0,1-1 0 0 0,3 6 0 0 0,0 1-32 0 0,1 0 1 0 0,1 0 0 0 0,10 12 0 0 0,-13-18 25 0 0,0 0 0 0 0,0 0 0 0 0,0-1 0 0 0,1 0 0 0 0,0 1 0 0 0,0-2 0 0 0,0 1 0 0 0,0 0 0 0 0,1-1 0 0 0,-1 0 0 0 0,1-1 0 0 0,0 1 0 0 0,0-1 0 0 0,0 0 0 0 0,0 0 0 0 0,0-1 0 0 0,1 0 0 0 0,11 1 0 0 0,-7-2 29 0 0,0 0-1 0 0,0-1 1 0 0,-1 0-1 0 0,1-1 1 0 0,0 0-1 0 0,-1-1 1 0 0,16-6-1 0 0,-17 6-13 0 0,-3 1 4 0 0,0-1-1 0 0,0 0 1 0 0,0 0 0 0 0,0 0 0 0 0,-1 0-1 0 0,1-1 1 0 0,-1 0 0 0 0,0 0 0 0 0,8-8-1 0 0,-1-2-5 0 0,0 0-4 0 0,15-21 1 0 0,-24 29-5 0 0,0 0 1 0 0,1 0 0 0 0,-2 0-1 0 0,1 0 1 0 0,-1 0 0 0 0,0-1-1 0 0,2-9 1 0 0,-3 11 76 0 0,-1 0-1 0 0,0 0 1 0 0,0 0-1 0 0,-1 0 1 0 0,1 0-1 0 0,-1 0 1 0 0,-3-8-1 0 0,1-2 73 0 0,2 8-29 0 0,1 2-102 0 0,-1 1-1 0 0,1-1 1 0 0,-1 0 0 0 0,-2-7 0 0 0,1 8 162 0 0,1 0-1 0 0,0-1 1 0 0,1 1-1 0 0,-1-7 1 0 0,-4 6-51 0 0,5 5-127 0 0,-1 0 1 0 0,1 0-1 0 0,0 0 0 0 0,0-1 0 0 0,0 1 0 0 0,0 0 1 0 0,0 0-1 0 0,0 0 0 0 0,0 0 0 0 0,0 0 0 0 0,0 0 1 0 0,0 0-1 0 0,-1 0 0 0 0,1 0 0 0 0,0 0 0 0 0,0 0 1 0 0,0 0-1 0 0,0 0 0 0 0,0 0 0 0 0,0 0 1 0 0,0 0-1 0 0,-1 0 0 0 0,1 0 0 0 0,0 0 0 0 0,0 0 1 0 0,0 0-1 0 0,0 0 0 0 0,0 0 0 0 0,0 0 0 0 0,0 0 1 0 0,0 0-1 0 0,-1 0 0 0 0,1 0 0 0 0,0 0 1 0 0,0 0-1 0 0,0 0 0 0 0,0 0 0 0 0,0 0 0 0 0,0 0 1 0 0,0 1-1 0 0,0-1 0 0 0,0 0 0 0 0,-1 0 0 0 0,-1 3-7 0 0,0 1 0 0 0,0 0-1 0 0,1 0 1 0 0,-1 0-1 0 0,1 0 1 0 0,-1 0 0 0 0,1 4-1 0 0,-7 33-94 0 0,3 70 61 0 0,-4 1 104 0 0,3-42-8 0 0,3-48-32 0 0,2-12 15 0 0,0 0 0 0 0,2 19-1 0 0,-1-25 132 0 0,-1-1-509 0 0,2 8-3000 0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44.852"/>
    </inkml:context>
    <inkml:brush xml:id="br0">
      <inkml:brushProperty name="width" value="0.05" units="cm"/>
      <inkml:brushProperty name="height" value="0.05" units="cm"/>
    </inkml:brush>
  </inkml:definitions>
  <inkml:trace contextRef="#ctx0" brushRef="#br0">16 22 1839 0 0,'2'11'8420'0'0,"-12"-4"-2170"0"0,6-3-5442 0 0,3-3-365 0 0,1-1-1 0 0,0 1 0 0 0,-1 0 1 0 0,1-1-1 0 0,0 1 0 0 0,0 0 1 0 0,-1-1-1 0 0,1 1 1 0 0,0 0-1 0 0,0-1 0 0 0,0 1 1 0 0,0 0-1 0 0,0 0 0 0 0,0-1 1 0 0,0 1-1 0 0,0 1 0 0 0,4 7-372 0 0,-4-8 198 0 0,14 2-12 0 0,-4-2-165 0 0,0 0 0 0 0,0-1 0 0 0,0 0 0 0 0,0 0 0 0 0,12-3-1 0 0,-9 2 90 0 0,26-1-1 0 0,-17 3-14 0 0,1-2 0 0 0,31-5-1 0 0,-28 2-55 0 0,28 0 0 0 0,125-6 211 0 0,-139 7-345 0 0,-29 3 35 0 0,0 0-1 0 0,0-1 1 0 0,0 0-1 0 0,0-1 0 0 0,0-1 1 0 0,0 1-1 0 0,19-9 1 0 0,12-5 175 0 0,-38 13 575 0 0,-10 3-883 0 0,-11 5-1741 0 0,5-1 108 0 0,9-4 862 0 0,1 1 0 0 0,0 0 0 0 0,0 0 0 0 0,0-1 0 0 0,0 1 0 0 0,0 0 0 0 0,0 1 0 0 0,0-1 0 0 0,0 0 0 0 0,-2 2 0 0 0,-7 9-4178 0 0,-2 0-43 0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45.899"/>
    </inkml:context>
    <inkml:brush xml:id="br0">
      <inkml:brushProperty name="width" value="0.05" units="cm"/>
      <inkml:brushProperty name="height" value="0.05" units="cm"/>
    </inkml:brush>
  </inkml:definitions>
  <inkml:trace contextRef="#ctx0" brushRef="#br0">0 30 6767 0 0,'0'0'4943'0'0,"1"-1"-3998"0"0,0-1-684 0 0,1-1 0 0 0,-1 1-1 0 0,0-1 1 0 0,0 1 0 0 0,0-1 0 0 0,0 1-1 0 0,1-10 9339 0 0,1 21-9504 0 0,0 1 0 0 0,-1-1 0 0 0,0 1 0 0 0,0 0 0 0 0,-1-1 0 0 0,0 1-1 0 0,-1 0 1 0 0,-1 13 0 0 0,2 10 35 0 0,-1 77-66 0 0,0 10 224 0 0,-2-35 448 0 0,4-51 976 0 0,-3-36-1714 0 0,0 1 0 0 0,0 0 1 0 0,0-1-1 0 0,0 1 0 0 0,-1 0 0 0 0,1-1 0 0 0,0 1 1 0 0,-1 0-1 0 0,-2-1 0 0 0,-2-3-1468 0 0,2-1-2117 0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46.665"/>
    </inkml:context>
    <inkml:brush xml:id="br0">
      <inkml:brushProperty name="width" value="0.05" units="cm"/>
      <inkml:brushProperty name="height" value="0.05" units="cm"/>
    </inkml:brush>
  </inkml:definitions>
  <inkml:trace contextRef="#ctx0" brushRef="#br0">231 32 8119 0 0,'13'-31'19527'0'0,"-16"31"-19466"0"0,0 0-1 0 0,0 0 1 0 0,1 0 0 0 0,-1 0 0 0 0,0 0-1 0 0,1 1 1 0 0,-1-1 0 0 0,0 1 0 0 0,1 0 0 0 0,-1-1-1 0 0,1 1 1 0 0,-5 2 0 0 0,-33 20 47 0 0,27-15-58 0 0,4-1-43 0 0,0-1 1 0 0,0 1-1 0 0,0 1 0 0 0,1 0 1 0 0,0 0-1 0 0,0 0 1 0 0,-8 14-1 0 0,6-7-12 0 0,0 2 0 0 0,0-1 0 0 0,-11 30-1 0 0,15-27 2 0 0,1 0 0 0 0,1 1 0 0 0,0-1 0 0 0,-1 39 0 0 0,5-52 0 0 0,0 1 0 0 0,1-1 0 0 0,0 1 0 0 0,1 0 0 0 0,-1-1 0 0 0,1 0 0 0 0,1 1 0 0 0,-1-1-1 0 0,1 0 1 0 0,0 0 0 0 0,0 0 0 0 0,5 5 0 0 0,-8-10-60 0 0,16 10 0 0 0,-15-10 64 0 0,0 0 0 0 0,1 0 0 0 0,-1 0 0 0 0,0 1 0 0 0,1-1 0 0 0,-1 0 0 0 0,0 0 0 0 0,1-1 0 0 0,-1 1 0 0 0,1 0 0 0 0,0 0 0 0 0,-1-1 0 0 0,1 1 0 0 0,0-1 0 0 0,-1 1 0 0 0,3-1 0 0 0,-1 1 0 0 0,0-1 0 0 0,-1 1 0 0 0,1 0 0 0 0,-1 0 0 0 0,1 0 0 0 0,-1 0 0 0 0,1 0 0 0 0,2 3 0 0 0,-3-3 0 0 0,0 0 0 0 0,0 0 0 0 0,0 0 0 0 0,0 0 0 0 0,0 0 0 0 0,0 0 0 0 0,0 0 0 0 0,0-1 0 0 0,0 1 0 0 0,0-1 0 0 0,1 0 0 0 0,-1 1 0 0 0,0-1 0 0 0,3 0 0 0 0,20-3 0 0 0,-15 2 0 0 0,0 0 0 0 0,14-4 0 0 0,-7 2 0 0 0,-13 2 0 0 0,-1 1 0 0 0,0-1 0 0 0,0 1 0 0 0,0-1 0 0 0,0 0 0 0 0,6-3 0 0 0,-3 0 8 0 0,1 1 0 0 0,-1-1 0 0 0,0-1 0 0 0,0 1 0 0 0,6-6 0 0 0,-9 6-8 0 0,0 1 1 0 0,0-1-1 0 0,-1 0 1 0 0,1 0-1 0 0,-1 0 1 0 0,0 0-1 0 0,0 0 1 0 0,0 0-1 0 0,-1 0 0 0 0,1-1 1 0 0,0-8-1 0 0,-1 10 27 0 0,-1-1-1 0 0,0 1 1 0 0,0-1-1 0 0,0 1 0 0 0,-1-1 1 0 0,1 1-1 0 0,-1-1 1 0 0,0 1-1 0 0,0 0 0 0 0,0-1 1 0 0,0 1-1 0 0,-1 0 1 0 0,1 0-1 0 0,-1 0 0 0 0,0 0 1 0 0,0 0-1 0 0,0 0 1 0 0,0 0-1 0 0,0 1 0 0 0,-1-1 1 0 0,1 1-1 0 0,-1-1 1 0 0,0 1-1 0 0,0 0 0 0 0,0 0 1 0 0,0 0-1 0 0,0 1 1 0 0,0-1-1 0 0,-6-1 0 0 0,7 2-24 0 0,-1 1 0 0 0,1 0 0 0 0,-1-1 0 0 0,1 1 1 0 0,-1 0-1 0 0,1 1 0 0 0,-1-1 0 0 0,1 0 0 0 0,-1 1 0 0 0,1-1 0 0 0,0 1 0 0 0,-1 0 0 0 0,1 0 0 0 0,0 0 0 0 0,0 0 0 0 0,-1 0 0 0 0,1 0 0 0 0,0 1 0 0 0,0-1 0 0 0,0 1 0 0 0,0 0 0 0 0,-2 2 0 0 0,-6 6 10 0 0,1 1 0 0 0,-14 19 0 0 0,19-25-12 0 0,-10 12-826 0 0,11-13 471 0 0,0-1 0 0 0,0 0 0 0 0,0 1 0 0 0,1-1 0 0 0,-1 1 0 0 0,1 0 0 0 0,0-1 0 0 0,0 1 0 0 0,-1 5 0 0 0,5 0-3085 0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48.365"/>
    </inkml:context>
    <inkml:brush xml:id="br0">
      <inkml:brushProperty name="width" value="0.05" units="cm"/>
      <inkml:brushProperty name="height" value="0.05" units="cm"/>
    </inkml:brush>
  </inkml:definitions>
  <inkml:trace contextRef="#ctx0" brushRef="#br0">11 0 2303 0 0,'0'0'11080'0'0,"-11"15"473"0"0,12-15-11412 0 0,14 5 1319 0 0,19-2-1726 0 0,-1-7 567 0 0,36-8 0 0 0,-39 6 50 0 0,-29 5-455 0 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9:48.715"/>
    </inkml:context>
    <inkml:brush xml:id="br0">
      <inkml:brushProperty name="width" value="0.05" units="cm"/>
      <inkml:brushProperty name="height" value="0.05" units="cm"/>
    </inkml:brush>
  </inkml:definitions>
  <inkml:trace contextRef="#ctx0" brushRef="#br0">0 1 1375 0 0,'3'22'19678'0'0,"-2"-22"-19520"0"0,11 4 1219 0 0,-9-3-1308 0 0,0 0 0 0 0,-1-1 1 0 0,1 1-1 0 0,0 0 0 0 0,0-1 0 0 0,-1 1 1 0 0,5-1-1 0 0,73-8 1915 0 0,-21 8-1263 0 0,39-10 519 0 0,-81 6-2624 0 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03.506"/>
    </inkml:context>
    <inkml:brush xml:id="br0">
      <inkml:brushProperty name="width" value="0.05" units="cm"/>
      <inkml:brushProperty name="height" value="0.05" units="cm"/>
    </inkml:brush>
  </inkml:definitions>
  <inkml:trace contextRef="#ctx0" brushRef="#br0">17 265 8863 0 0,'-2'-9'407'0'0,"-8"-24"-6"0"0,7 13 12375 0 0,3 18-12656 0 0,-1 0 1 0 0,1 1-1 0 0,0-1 0 0 0,-1 0 1 0 0,1 0-1 0 0,0 0 0 0 0,1 0 0 0 0,-1 0 1 0 0,0 1-1 0 0,0-1 0 0 0,1 0 1 0 0,-1 0-1 0 0,1 0 0 0 0,-1 1 0 0 0,1-1 1 0 0,0 0-1 0 0,0 1 0 0 0,1-2 0 0 0,8-10 68 0 0,0 1-1 0 0,1 0 0 0 0,1 1 0 0 0,0 1 0 0 0,0 0 1 0 0,1 0-1 0 0,0 1 0 0 0,1 1 0 0 0,21-10 0 0 0,14-4 149 0 0,-27 12-26 0 0,34-12-1 0 0,-54 22-213 0 0,5-1-14 0 0,-4 1-71 0 0,-1 0 0 0 0,1 1 0 0 0,0-1 0 0 0,-1 0 0 0 0,1 1 0 0 0,0-1 0 0 0,-1 1 0 0 0,1 0-1 0 0,-1 0 1 0 0,1 0 0 0 0,-1 0 0 0 0,3 2 0 0 0,-1-1-5 0 0,0 1-1 0 0,0-1 1 0 0,-1 1 0 0 0,1 0-1 0 0,-1 0 1 0 0,1 0 0 0 0,-1 1-1 0 0,0-1 1 0 0,0 1 0 0 0,0-1-1 0 0,-1 1 1 0 0,0 0 0 0 0,1 0-1 0 0,-1 1 1 0 0,-1-1 0 0 0,4 9-1 0 0,-2-1 27 0 0,0 0-1 0 0,-1 0 1 0 0,0 0-1 0 0,0 1 1 0 0,-1 13-1 0 0,-2-19-7 0 0,1-1 0 0 0,-1 1-1 0 0,0-1 1 0 0,-1 1 0 0 0,1-1-1 0 0,-1 0 1 0 0,-1 1 0 0 0,1-1-1 0 0,-1 0 1 0 0,0 0-1 0 0,0 0 1 0 0,-1-1 0 0 0,0 1-1 0 0,-7 8 1 0 0,6-9-3 0 0,-1 1 1 0 0,1-1-1 0 0,-1 0 0 0 0,0 0 1 0 0,-13 7-1 0 0,17-11-1 0 0,0-1 1 0 0,0 1-1 0 0,0 0 1 0 0,0-1-1 0 0,0 1 0 0 0,-1-1 1 0 0,1 0-1 0 0,0 1 0 0 0,-1-1 1 0 0,-2-1-1 0 0,-11 3 76 0 0,11-1-59 0 0,1-1 1 0 0,-1 1-1 0 0,1-1 1 0 0,-8 0-1 0 0,6 0-21 0 0,4 0 204 0 0,24 7-219 0 0,-15-5-5 0 0,-3 0-3 0 0,0-1 0 0 0,0 0 0 0 0,0 0 0 0 0,1 0 0 0 0,-1-1 0 0 0,5 0 0 0 0,12 3-5 0 0,-15-2 13 0 0,1 0-1 0 0,0 0 0 0 0,12-1 0 0 0,-13 1 0 0 0,0-1 0 0 0,0 1 0 0 0,0 1 0 0 0,0-1 0 0 0,0 1 0 0 0,0 0 0 0 0,0 0 0 0 0,10 6 0 0 0,-4-2 0 0 0,-9-5 2 0 0,0 0 0 0 0,-1 0 0 0 0,1 0 0 0 0,0 1 1 0 0,-1-1-1 0 0,1 1 0 0 0,-1 0 0 0 0,0-1 0 0 0,1 1 0 0 0,-1 0 0 0 0,0 0 0 0 0,0 1 0 0 0,0-1 0 0 0,0 0 1 0 0,-1 1-1 0 0,1-1 0 0 0,-1 1 0 0 0,1 0 0 0 0,-1-1 0 0 0,0 1 0 0 0,0 0 0 0 0,1 4 0 0 0,4 11-50 0 0,-5-15 44 0 0,-1 0 0 0 0,1-1 1 0 0,0 1-1 0 0,-1 0 0 0 0,0 0 0 0 0,0 0 0 0 0,0 0 1 0 0,0 0-1 0 0,0 0 0 0 0,-1 0 0 0 0,1 0 0 0 0,-1 0 0 0 0,1 0 1 0 0,-1-1-1 0 0,0 1 0 0 0,-1 0 0 0 0,1 0 0 0 0,-2 2 1 0 0,-3 6 85 0 0,-2 0 0 0 0,-14 18 0 0 0,16-22-40 0 0,-2 3 94 0 0,0-2 1 0 0,0 1-1 0 0,-1-1 1 0 0,0 0-1 0 0,0-1 1 0 0,-14 9-1 0 0,19-13-64 0 0,-1-1 1 0 0,1 0-1 0 0,0 0 0 0 0,-1 0 0 0 0,0-1 1 0 0,1 0-1 0 0,-1 0 0 0 0,0 0 0 0 0,1 0 1 0 0,-1-1-1 0 0,0 1 0 0 0,0-1 0 0 0,0-1 1 0 0,0 1-1 0 0,1-1 0 0 0,-1 1 1 0 0,0-1-1 0 0,-6-3 0 0 0,-14-6 8 0 0,14 6-232 0 0,1-1 1 0 0,-1 2-1 0 0,-17-5 0 0 0,23 8 186 0 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04.299"/>
    </inkml:context>
    <inkml:brush xml:id="br0">
      <inkml:brushProperty name="width" value="0.05" units="cm"/>
      <inkml:brushProperty name="height" value="0.05" units="cm"/>
    </inkml:brush>
  </inkml:definitions>
  <inkml:trace contextRef="#ctx0" brushRef="#br0">66 61 7831 0 0,'-14'2'6092'0'0,"-9"-2"-372"0"0,19 0-4573 0 0,0 0 0 0 0,0 0 0 0 0,0 0 0 0 0,-8 1 3228 0 0,37-1-4086 0 0,43-5-248 0 0,-16 0 1 0 0,148-4 267 0 0,-188 8-322 0 0,33 0 10 0 0,0-3-1 0 0,46-9 0 0 0,-71 8 14 0 0,3-1 17 0 0,0 1 0 0 0,0 1 0 0 0,33-1-1 0 0,-25 6-4 0 0,-31-1-21 0 0,0 0 0 0 0,0 0 0 0 0,0 0-1 0 0,1 0 1 0 0,-1 0 0 0 0,0 0 0 0 0,0 0 0 0 0,0 0 0 0 0,0 0 0 0 0,0 0 0 0 0,0 0 0 0 0,0 0 0 0 0,0 0 0 0 0,1 0 0 0 0,-1 0 0 0 0,0 0 0 0 0,0 0 0 0 0,0 0-1 0 0,0 0 1 0 0,0 0 0 0 0,0 0 0 0 0,1 0 0 0 0,-1 0 0 0 0,0 0 0 0 0,0 0 0 0 0,0 0 0 0 0,0 0 0 0 0,0 0 0 0 0,0 0 0 0 0,0 0 0 0 0,1 0 0 0 0,-1 0 0 0 0,0 0-1 0 0,0 0 1 0 0,0 0 0 0 0,0 0 0 0 0,0 0 0 0 0,0 1 0 0 0,0-1 0 0 0,0 0 0 0 0,0 0 0 0 0,0 0 0 0 0,0 0 0 0 0,1 0 0 0 0,-1 0 0 0 0,0 0 0 0 0,0 0 0 0 0,0 1-1 0 0,0-1 1 0 0,0 0 0 0 0,0 0 0 0 0,0 0 0 0 0,0 0 0 0 0,2 3 1 0 0,14-2 170 0 0,-15-1-224 0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05.600"/>
    </inkml:context>
    <inkml:brush xml:id="br0">
      <inkml:brushProperty name="width" value="0.05" units="cm"/>
      <inkml:brushProperty name="height" value="0.05" units="cm"/>
    </inkml:brush>
  </inkml:definitions>
  <inkml:trace contextRef="#ctx0" brushRef="#br0">336 101 9415 0 0,'0'0'4346'0'0,"4"-10"-516"0"0,-3 9-3561 0 0,0-1 0 0 0,0 0-1 0 0,-1 0 1 0 0,1 0-1 0 0,-1 0 1 0 0,1 0 0 0 0,-1 0-1 0 0,0 0 1 0 0,0 0 0 0 0,0 0-1 0 0,0 0 1 0 0,0 0 0 0 0,0 0-1 0 0,-1 0 1 0 0,1 0 0 0 0,-1 0-1 0 0,1 0 1 0 0,-1 0-1 0 0,0 1 1 0 0,0-1 0 0 0,-2-3-1 0 0,2 2-10 0 0,-1 1-1 0 0,1 0 1 0 0,-1 0-1 0 0,0 0 1 0 0,0 0-1 0 0,0 0 1 0 0,0 1-1 0 0,0-1 1 0 0,-1 1-1 0 0,1-1 1 0 0,0 1 0 0 0,-1 0-1 0 0,1 0 1 0 0,-1 0-1 0 0,1 0 1 0 0,-5-1-1 0 0,-24-5 612 0 0,21 4-596 0 0,-1 0 1 0 0,-21-1-1 0 0,28 4-235 0 0,0 0 1 0 0,-1 0-1 0 0,1 0 1 0 0,-1 1-1 0 0,1 0 1 0 0,0 0-1 0 0,-1 0 1 0 0,1 0-1 0 0,0 1 1 0 0,-7 3-1 0 0,-1 1-26 0 0,-6 4 7 0 0,-21 14 1 0 0,35-21-19 0 0,-1 1 1 0 0,1-1-1 0 0,-1 1 0 0 0,1 0 1 0 0,0 1-1 0 0,1-1 0 0 0,-1 1 0 0 0,1 0 1 0 0,-3 5-1 0 0,-2 3-10 0 0,5-8-8 0 0,1 1 0 0 0,-1-1-1 0 0,-3 11 1 0 0,6-14 12 0 0,-1 0 0 0 0,1 1-1 0 0,-1-1 1 0 0,1 1 0 0 0,0-1 0 0 0,0 0-1 0 0,0 1 1 0 0,1-1 0 0 0,-1 1-1 0 0,0-1 1 0 0,1 0 0 0 0,0 1-1 0 0,0 2 1 0 0,3 3-49 0 0,-3-4 46 0 0,0-1 0 0 0,0 1 0 0 0,1-1 0 0 0,0 1 0 0 0,0-1 0 0 0,0 0 0 0 0,0 0 0 0 0,0 0 0 0 0,0 0 0 0 0,1 0 0 0 0,0-1 0 0 0,-1 1 1 0 0,1-1-1 0 0,0 0 0 0 0,5 4 0 0 0,6 1 6 0 0,0 0 1 0 0,0-1-1 0 0,0-1 0 0 0,1 0 1 0 0,0-1-1 0 0,24 4 1 0 0,-25-5 1 0 0,11 2 12 0 0,-18-4-3 0 0,0 0-1 0 0,0 0 0 0 0,0 0 0 0 0,0 1 1 0 0,0 1-1 0 0,0-1 0 0 0,0 1 0 0 0,-1 0 1 0 0,1 0-1 0 0,-1 1 0 0 0,0 0 1 0 0,0 0-1 0 0,10 10 0 0 0,-11-8-22 0 0,1 0 0 0 0,-1 1-1 0 0,-1-1 1 0 0,1 1 0 0 0,-1 0 0 0 0,0 1-1 0 0,-1-1 1 0 0,5 14 0 0 0,-7-16 14 0 0,0-3 0 0 0,0 0 1 0 0,0 0-1 0 0,-1 1 0 0 0,1-1 0 0 0,-1 0 1 0 0,1 1-1 0 0,-1-1 0 0 0,0 1 0 0 0,0-1 1 0 0,0 0-1 0 0,0 1 0 0 0,-1-1 1 0 0,1 1-1 0 0,-1-1 0 0 0,1 0 0 0 0,-2 3 1 0 0,0 4 5 0 0,-5 17 62 0 0,2-10 5 0 0,2-14-76 0 0,0 0 6 0 0,-27 28-3 0 0,27-27 0 0 0,1-1 0 0 0,-1 0 0 0 0,0-1 0 0 0,0 1 0 0 0,0 0 0 0 0,1-1 0 0 0,-1 1 0 0 0,-1-1 0 0 0,1 0 0 0 0,0 0 0 0 0,-4 0 0 0 0,1 0 2 0 0,0 0 1 0 0,1 1-1 0 0,-11 3 0 0 0,12-3 17 0 0,0-1-1 0 0,1 0 1 0 0,-1 0-1 0 0,0 0 1 0 0,0 0 0 0 0,0-1-1 0 0,1 1 1 0 0,-1-1-1 0 0,0 0 1 0 0,0 0-1 0 0,-6-1 1 0 0,-24-4 73 0 0,24 4-97 0 0,1 0 0 0 0,0 0 1 0 0,-13-5-1 0 0,7 1-46 0 0,-3-1 169 0 0,-20-10-1 0 0,33 14-133 0 0,0-1-1 0 0,-1-1 1 0 0,1 1 0 0 0,0-1 0 0 0,0 0 0 0 0,1 0 0 0 0,-7-7 0 0 0,10 10 17 0 0,0-1-1 0 0,0 1 0 0 0,0-1 1 0 0,0 1-1 0 0,1 0 1 0 0,-1-1-1 0 0,0 1 1 0 0,1-1-1 0 0,0 0 1 0 0,-1 1-1 0 0,1-1 1 0 0,0 1-1 0 0,-1-1 1 0 0,1 0-1 0 0,0 1 1 0 0,0-1-1 0 0,1 1 1 0 0,-1-1-1 0 0,0 0 1 0 0,0 1-1 0 0,1-1 1 0 0,-1 1-1 0 0,1-1 0 0 0,-1 1 1 0 0,1-1-1 0 0,0 1 1 0 0,1-3-1 0 0,2-2 2 0 0,1-1-1 0 0,0 1 1 0 0,0 0-1 0 0,7-7 0 0 0,-3 3-85 0 0,-3 5 69 0 0,0-1 0 0 0,0 1 0 0 0,1 0 0 0 0,-1 0 0 0 0,1 0 0 0 0,10-4 0 0 0,47-18-59 0 0,-36 15 125 0 0,15-2-51 0 0,-27 9 0 0 0,0 0 0 0 0,26-14 0 0 0,-28 13 7 0 0,-1-1 0 0 0,-1 0 0 0 0,1-1 0 0 0,-1 0 1 0 0,-1-1-1 0 0,0-1 0 0 0,0 0 0 0 0,11-13 0 0 0,-17 17-14 0 0,-1 3 46 0 0,-1-1-1 0 0,1 0 1 0 0,-1 0-1 0 0,0 0 1 0 0,3-7-1 0 0,-5 9 12 0 0,0-1 1 0 0,0 1-1 0 0,-1-1 1 0 0,1 0-1 0 0,-1 1 1 0 0,0-1-1 0 0,0 0 1 0 0,0 1-1 0 0,0-1 0 0 0,0 0 1 0 0,0 1-1 0 0,-1-1 1 0 0,1 0-1 0 0,-1 1 1 0 0,0-1-1 0 0,0 0 1 0 0,0 1-1 0 0,0 0 0 0 0,0-1 1 0 0,-1 1-1 0 0,1 0 1 0 0,-1-1-1 0 0,1 1 1 0 0,-4-3-1 0 0,2 1-6 0 0,-1 1-1 0 0,0 0 1 0 0,0-1-1 0 0,-1 1 1 0 0,1 1 0 0 0,-1-1-1 0 0,1 1 1 0 0,-1-1-1 0 0,0 1 1 0 0,0 1-1 0 0,-9-3 1 0 0,7 2-78 0 0,0 1 1 0 0,0 0-1 0 0,0 1 0 0 0,0-1 1 0 0,0 2-1 0 0,-1-1 0 0 0,1 1 1 0 0,-13 2-1 0 0,-12 9-3328 0 0,19-5 1368 0 0,1-2-19 0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08.843"/>
    </inkml:context>
    <inkml:brush xml:id="br0">
      <inkml:brushProperty name="width" value="0.05" units="cm"/>
      <inkml:brushProperty name="height" value="0.05" units="cm"/>
    </inkml:brush>
  </inkml:definitions>
  <inkml:trace contextRef="#ctx0" brushRef="#br0">0 17 13127 0 0,'0'0'7675'0'0,"7"-14"-5074"0"0,-6 14-2531 0 0,-1-1 0 0 0,0 1 0 0 0,0 0-1 0 0,0 0 1 0 0,1 0 0 0 0,-1-1 0 0 0,0 1-1 0 0,0 0 1 0 0,0 0 0 0 0,1 0 0 0 0,-1 0 0 0 0,0 0-1 0 0,0 0 1 0 0,1-1 0 0 0,-1 1 0 0 0,0 0 0 0 0,1 0-1 0 0,-1 0 1 0 0,0 0 0 0 0,0 0 0 0 0,1 0 0 0 0,-1 0-1 0 0,0 0 1 0 0,0 0 0 0 0,1 0 0 0 0,-1 0 0 0 0,0 0-1 0 0,1 0 1 0 0,-1 1 0 0 0,0-1 0 0 0,0 0 0 0 0,1 0-1 0 0,-1 0 1 0 0,0 0 0 0 0,0 0 0 0 0,0 1-1 0 0,1-1 1 0 0,-1 0 0 0 0,0 0 0 0 0,0 0 0 0 0,0 0-1 0 0,1 1 1 0 0,-1-1 0 0 0,0 0 0 0 0,0 0 0 0 0,0 1-1 0 0,0-1 1 0 0,12 16 402 0 0,-9-12-374 0 0,-2-2 98 0 0,-1 1-162 0 0,1 0-1 0 0,-1 1 1 0 0,1-1-1 0 0,0 0 0 0 0,0 1 1 0 0,3 5-1 0 0,4 13 117 0 0,1 18-25 0 0,-1-6-13 0 0,5 52 0 0 0,-5 10-100 0 0,9 133-13 0 0,-14-150 76 0 0,-3-76-22 0 0,1-2 72 0 0,-1 4-105 0 0,1-12-514 0 0,-2-11-972 0 0,1 0-6128 0 0,1 7-589 0 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09.178"/>
    </inkml:context>
    <inkml:brush xml:id="br0">
      <inkml:brushProperty name="width" value="0.05" units="cm"/>
      <inkml:brushProperty name="height" value="0.05" units="cm"/>
    </inkml:brush>
  </inkml:definitions>
  <inkml:trace contextRef="#ctx0" brushRef="#br0">0 48 3679 0 0,'3'-1'7954'0'0,"11"0"-3556"0"0,51-12 2424 0 0,34 1-3625 0 0,20-4-1456 0 0,-99 14-1462 0 0,-8 0-151 0 0,0 1 0 0 0,0 1 0 0 0,21 1 0 0 0,-12 3-33 0 0,5 0-94 0 0,-10-3-3017 0 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09.558"/>
    </inkml:context>
    <inkml:brush xml:id="br0">
      <inkml:brushProperty name="width" value="0.05" units="cm"/>
      <inkml:brushProperty name="height" value="0.05" units="cm"/>
    </inkml:brush>
  </inkml:definitions>
  <inkml:trace contextRef="#ctx0" brushRef="#br0">1 6 17647 0 0,'1'-6'8495'0'0,"1"27"-7775"0"0,0-1 1 0 0,6 26-1 0 0,3 24-452 0 0,-6 11-198 0 0,-8 127 0 0 0,-4-32 77 0 0,9-161-99 0 0,1 1-31 0 0,-3-15 42 0 0,8-10-2290 0 0,-1 0 927 0 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10.180"/>
    </inkml:context>
    <inkml:brush xml:id="br0">
      <inkml:brushProperty name="width" value="0.05" units="cm"/>
      <inkml:brushProperty name="height" value="0.05" units="cm"/>
    </inkml:brush>
  </inkml:definitions>
  <inkml:trace contextRef="#ctx0" brushRef="#br0">22 20 14743 0 0,'0'0'715'0'0,"3"-6"50"0"0,-3 5-508 0 0,0 0 0 0 0,0 1 0 0 0,1-1 0 0 0,-1 0 0 0 0,0 0 0 0 0,0 0 0 0 0,1 1 0 0 0,-1-1 1 0 0,0 0-1 0 0,1 1 0 0 0,-1-1 0 0 0,1 0 0 0 0,-1 1 0 0 0,1-1 0 0 0,-1 1 0 0 0,1-1 0 0 0,-1 0 0 0 0,2 0 0 0 0,1 10 5519 0 0,-2-2-7052 0 0,0-3 1426 0 0,0 1 1 0 0,0-1-1 0 0,0 0 0 0 0,-1 1 0 0 0,0-1 0 0 0,0 0 1 0 0,0 1-1 0 0,-1-1 0 0 0,1 0 0 0 0,-1 1 1 0 0,0-1-1 0 0,0 0 0 0 0,-1 0 0 0 0,-2 6 0 0 0,4-9-19 0 0,-1 1-3 0 0,-4 9 23 0 0,1 1 0 0 0,-5 20 0 0 0,3-8-84 0 0,1-10-64 0 0,5-8-4 0 0,3 6 70 0 0,-3-11-64 0 0,0-1 0 0 0,0 1 0 0 0,1-1 0 0 0,-1 0 0 0 0,0 1 0 0 0,0-1 0 0 0,1 0 0 0 0,-1 1 0 0 0,0-1 0 0 0,1 0 0 0 0,-1 0 0 0 0,1 1 0 0 0,-1-1 0 0 0,0 0 0 0 0,1 0 0 0 0,-1 0 0 0 0,0 0 0 0 0,1 1 0 0 0,-1-1 0 0 0,1 0 0 0 0,1 1 8 0 0,9 6 9 0 0,-1-2 20 0 0,-9-6-41 0 0,1 1 0 0 0,-1 0 0 0 0,1-1 0 0 0,-1 1 0 0 0,1-1-1 0 0,-1 0 1 0 0,1 1 0 0 0,-1-1 0 0 0,1 0 0 0 0,-1 0-1 0 0,0 0 1 0 0,0 0 0 0 0,0 0 0 0 0,1 0 0 0 0,0-2 0 0 0,0 1-2 0 0,0 1 1 0 0,0-1 0 0 0,0 0-1 0 0,0 1 1 0 0,0 0-1 0 0,4-3 1 0 0,-3 4-102 0 0,0-1 0 0 0,0 1 1 0 0,0-1-1 0 0,0 1 0 0 0,0 0 0 0 0,0 0 0 0 0,0 1 1 0 0,5 0-1 0 0,-5 0-22 0 0,-1-1-1 0 0,1 1 1 0 0,-1-1 0 0 0,1 0 0 0 0,-1 0 0 0 0,1 0 0 0 0,-1 0 0 0 0,1 0-1 0 0,-1 0 1 0 0,1-1 0 0 0,-1 1 0 0 0,1-1 0 0 0,-1 0 0 0 0,4-1-1 0 0,23-22-4614 0 0,-27 22 4329 0 0,9-8-1446 0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10.548"/>
    </inkml:context>
    <inkml:brush xml:id="br0">
      <inkml:brushProperty name="width" value="0.05" units="cm"/>
      <inkml:brushProperty name="height" value="0.05" units="cm"/>
    </inkml:brush>
  </inkml:definitions>
  <inkml:trace contextRef="#ctx0" brushRef="#br0">18 0 2303 0 0,'-1'0'10648'0'0,"-6"5"-5832"0"0,7-5-4707 0 0,-5 11 2607 0 0,5-9-2618 0 0,0-1 1 0 0,0 0-1 0 0,0 1 1 0 0,1-1-1 0 0,-1 0 1 0 0,0 1 0 0 0,1-1-1 0 0,-1 0 1 0 0,1 0-1 0 0,0 1 1 0 0,-1-1-1 0 0,1 0 1 0 0,0 0-1 0 0,0 0 1 0 0,-1 0 0 0 0,3 1-1 0 0,-1 0-80 0 0,0 0 0 0 0,0-1 1 0 0,0 1-1 0 0,0-1 0 0 0,0 1 0 0 0,1-1 0 0 0,-1 0 0 0 0,0 0 1 0 0,1 0-1 0 0,-1 0 0 0 0,1-1 0 0 0,3 2 0 0 0,-4-2 141 0 0,21-7 1866 0 0,-23 7-1986 0 0,0 0 1 0 0,0 0-1 0 0,1 0 0 0 0,-1 0 1 0 0,0-1-1 0 0,0 1 0 0 0,1 0 1 0 0,-1 0-1 0 0,0 0 0 0 0,0 0 0 0 0,0-1 1 0 0,1 1-1 0 0,-1 0 0 0 0,0 0 1 0 0,0-1-1 0 0,0 1 0 0 0,0 0 1 0 0,1 0-1 0 0,-1-1 0 0 0,0 1 1 0 0,0 0-1 0 0,0 0 0 0 0,0-1 0 0 0,0 1 1 0 0,0 0-1 0 0,0-1 0 0 0,0 1 1 0 0,0 0-1 0 0,0 0 0 0 0,0-1 1 0 0,0 1-1 0 0,0 0 0 0 0,0-1 1 0 0,0 1-1 0 0,0 0 0 0 0,0 0 0 0 0,0-1 1 0 0,0 1-1 0 0,0 0 0 0 0,-1-1 1 0 0,1 1-1 0 0,0 0 0 0 0,0 0 1 0 0,0 0-1 0 0,0-1 0 0 0,-1 1 0 0 0,1 0 1 0 0,0 0-1 0 0,0-1 0 0 0,-1 1 1 0 0,1 0-1 0 0,0 0 0 0 0,0 0 1 0 0,-1 0-1 0 0,-1-2 73 0 0,1 1-1 0 0,-1-1 1 0 0,0 1 0 0 0,0 0 0 0 0,0 0 0 0 0,0 0-1 0 0,-3-1 1 0 0,3 1-94 0 0,1 1 0 0 0,-1-1 0 0 0,0 1 0 0 0,1-1 0 0 0,-1 1 0 0 0,0 0 0 0 0,0 0 0 0 0,0 0 0 0 0,1 0 1 0 0,-1 0-1 0 0,0 0 0 0 0,0 0 0 0 0,0 0 0 0 0,1 1 0 0 0,-1-1 0 0 0,0 1 0 0 0,0-1 0 0 0,1 1 0 0 0,-1 0 0 0 0,1-1 0 0 0,-1 1 0 0 0,0 0 0 0 0,1 0 0 0 0,0 0 0 0 0,-1 1 0 0 0,1-1 0 0 0,-2 2 0 0 0,2-2-151 0 0,-4 19-3023 0 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11.103"/>
    </inkml:context>
    <inkml:brush xml:id="br0">
      <inkml:brushProperty name="width" value="0.05" units="cm"/>
      <inkml:brushProperty name="height" value="0.05" units="cm"/>
    </inkml:brush>
  </inkml:definitions>
  <inkml:trace contextRef="#ctx0" brushRef="#br0">37 24 14687 0 0,'0'0'1474'0'0,"-1"1"-1353"0"0,0-1 115 0 0,-1 0 1 0 0,1 1-1 0 0,-1-1 1 0 0,1 0-1 0 0,-1 0 1 0 0,1 0-1 0 0,-1 0 1 0 0,1 0-1 0 0,-1 0 0 0 0,1 0 1 0 0,-1 0-1 0 0,1-1 1 0 0,-1 1-1 0 0,1 0 1 0 0,0-1-1 0 0,-3-1 1 0 0,-5-1 5527 0 0,9 2-5750 0 0,1 1 0 0 0,-1-1 0 0 0,0 1 0 0 0,1-1 0 0 0,-1 1 0 0 0,0-1 0 0 0,1 1 0 0 0,-1-1 0 0 0,0 1 0 0 0,1 0 0 0 0,-1-1 1 0 0,1 1-1 0 0,-1-1 0 0 0,1 1 0 0 0,-1 0 0 0 0,1-1 0 0 0,-1 1 0 0 0,1 0 0 0 0,0 0 0 0 0,-1 0 0 0 0,1-1 0 0 0,-1 1 0 0 0,1 0 0 0 0,1 0 0 0 0,15-3 185 0 0,-15 3-149 0 0,14-3 161 0 0,0 1 1 0 0,1 1-1 0 0,-1 1 1 0 0,0 0 0 0 0,21 4-1 0 0,-14-1-558 0 0,25 1 0 0 0,-47-4 316 0 0,6 10-7398 0 0,-2-4 4955 0 0,0 3-626 0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11.502"/>
    </inkml:context>
    <inkml:brush xml:id="br0">
      <inkml:brushProperty name="width" value="0.05" units="cm"/>
      <inkml:brushProperty name="height" value="0.05" units="cm"/>
    </inkml:brush>
  </inkml:definitions>
  <inkml:trace contextRef="#ctx0" brushRef="#br0">1 9 15983 0 0,'0'0'1228'0'0,"2"0"-800"0"0,57-5 4204 0 0,-38 3-2721 0 0,39 0-1 0 0,10 4-675 0 0,-68-2-1155 0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23.112"/>
    </inkml:context>
    <inkml:brush xml:id="br0">
      <inkml:brushProperty name="width" value="0.05" units="cm"/>
      <inkml:brushProperty name="height" value="0.05" units="cm"/>
    </inkml:brush>
  </inkml:definitions>
  <inkml:trace contextRef="#ctx0" brushRef="#br0">73 66 9327 0 0,'0'0'706'0'0,"-1"-1"-488"0"0,-9-18 2 0 0,4 6 4378 0 0,3 8-3332 0 0,1 0 0 0 0,-1 0 1 0 0,0 0-1 0 0,-6-7 5183 0 0,9 13-6382 0 0,7 24-28 0 0,-1 0 1 0 0,-1 0 0 0 0,-1 0 0 0 0,1 40-1 0 0,-9 104 184 0 0,2-138-215 0 0,-2 73 5 0 0,4-103 237 0 0,0-3-182 0 0,-15-175 686 0 0,4 76-732 0 0,6 56 8 0 0,-17-69 1 0 0,31 150 77 0 0,-2 1 0 0 0,-2 0 0 0 0,1 40 0 0 0,-13 63-24 0 0,8-90 29 0 0,0-41-102 0 0,1-2-168 0 0,-1-5-666 0 0,10-4-2725 0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24.052"/>
    </inkml:context>
    <inkml:brush xml:id="br0">
      <inkml:brushProperty name="width" value="0.05" units="cm"/>
      <inkml:brushProperty name="height" value="0.05" units="cm"/>
    </inkml:brush>
  </inkml:definitions>
  <inkml:trace contextRef="#ctx0" brushRef="#br0">48 2 2759 0 0,'0'0'6563'0'0,"-9"2"-2791"0"0,-30-5 9646 0 0,246 11-11235 0 0,-93-2-1695 0 0,-62-3-305 0 0,144-1 510 0 0,-159-2-564 0 0,-35 0 154 0 0,7 1 314 0 0,-15 1-1039 0 0,-1 1-1 0 0,1-1 1 0 0,-1-1 0 0 0,-12 3-1 0 0,-19 4-7384 0 0,29-4 5333 0 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24.858"/>
    </inkml:context>
    <inkml:brush xml:id="br0">
      <inkml:brushProperty name="width" value="0.05" units="cm"/>
      <inkml:brushProperty name="height" value="0.05" units="cm"/>
    </inkml:brush>
  </inkml:definitions>
  <inkml:trace contextRef="#ctx0" brushRef="#br0">60 92 1375 0 0,'-10'-7'6482'0'0,"10"7"-6566"0"0,-18-17 14343 0 0,12 14-12992 0 0,5 3-303 0 0,-2-4 672 0 0,3 3-1566 0 0,-1 1 0 0 0,1 0-1 0 0,-1-1 1 0 0,1 1 0 0 0,-1-1 0 0 0,1 1 0 0 0,0-1-1 0 0,-1 1 1 0 0,1 0 0 0 0,0-1 0 0 0,0 1-1 0 0,-1-1 1 0 0,1 0 0 0 0,0 1 0 0 0,0-1 0 0 0,0 1-1 0 0,0-1 1 0 0,0 1 0 0 0,-1-1 0 0 0,1 1-1 0 0,0-1 1 0 0,0 0 0 0 0,0 1 0 0 0,1-1 0 0 0,-1 1-1 0 0,0-2 1 0 0,5-2 48 0 0,0-1 1 0 0,0 1-1 0 0,1 0 1 0 0,-1 0-1 0 0,1 1 0 0 0,0 0 1 0 0,0 0-1 0 0,0 0 1 0 0,11-3-1 0 0,-13 5-97 0 0,0 0 1 0 0,0-1-1 0 0,0 2 0 0 0,0-1 1 0 0,0 0-1 0 0,0 1 0 0 0,0 0 1 0 0,1 0-1 0 0,-1 0 0 0 0,0 0 1 0 0,0 1-1 0 0,0 0 0 0 0,0-1 1 0 0,0 2-1 0 0,0-1 0 0 0,0 0 1 0 0,0 1-1 0 0,0 0 0 0 0,0 0 1 0 0,-1 0-1 0 0,1 0 0 0 0,-1 0 1 0 0,1 1-1 0 0,-1 0 0 0 0,0-1 1 0 0,0 1-1 0 0,0 0 0 0 0,-1 1 1 0 0,1-1-1 0 0,-1 0 0 0 0,1 1 1 0 0,1 3-1 0 0,-3-4-11 0 0,0 0 0 0 0,-1-1 0 0 0,1 1 1 0 0,-1 0-1 0 0,1 0 0 0 0,-1 0 0 0 0,0-1 0 0 0,0 1 0 0 0,0 0 0 0 0,-1 0 1 0 0,0 5-1 0 0,0 0-4 0 0,-1-1 15 0 0,1 1 0 0 0,-2-1 0 0 0,1 1 0 0 0,-1-1 0 0 0,0 0 0 0 0,0 0 0 0 0,-1 0 0 0 0,0 0-1 0 0,0-1 1 0 0,-7 9 0 0 0,2-4 25 0 0,-1-1 0 0 0,0 1-1 0 0,0-1 1 0 0,-21 14 0 0 0,22-19-6 0 0,0 1 1 0 0,-12 4 0 0 0,6-3 45 0 0,-26 17 0 0 0,40-23-155 0 0,25-2-180 0 0,6-2 265 0 0,35-1-32 0 0,-64 4 19 0 0,1 0 0 0 0,-1-1 0 0 0,1 1 0 0 0,-1 1 0 0 0,1-1 0 0 0,-1 0 0 0 0,1 0 1 0 0,-1 1-1 0 0,1-1 0 0 0,-1 0 0 0 0,1 1 0 0 0,-1 0 0 0 0,0-1 0 0 0,1 1 0 0 0,-1 0 0 0 0,2 1 0 0 0,4 2-13 0 0,1-1-32 0 0,0 2 31 0 0,20 16 76 0 0,-13-8-119 0 0,1-3 58 0 0,-12-7 35 0 0,-3-2 26 0 0,1 0-1 0 0,-1 0 1 0 0,1-1 0 0 0,0 1-1 0 0,-1 0 1 0 0,1-1 0 0 0,0 1-1 0 0,-1-1 1 0 0,1 1 0 0 0,0-1-1 0 0,0 0 1 0 0,-1 0 0 0 0,1 0-1 0 0,3 0 1 0 0,4 1-1 0 0,9-2 102 0 0,-14 1-2700 0 0,-10 4 1110 0 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26.038"/>
    </inkml:context>
    <inkml:brush xml:id="br0">
      <inkml:brushProperty name="width" value="0.05" units="cm"/>
      <inkml:brushProperty name="height" value="0.05" units="cm"/>
    </inkml:brush>
  </inkml:definitions>
  <inkml:trace contextRef="#ctx0" brushRef="#br0">38 54 6879 0 0,'0'0'623'0'0,"-2"-1"-350"0"0,-17-15 3086 0 0,2 7 9985 0 0,21 9-13176 0 0,-1-1 0 0 0,0 1 0 0 0,1-1 0 0 0,-1 1 0 0 0,6-3 0 0 0,-3 1-42 0 0,11 0 228 0 0,26 0 0 0 0,-16 1-123 0 0,32 1 199 0 0,-37 0-310 0 0,0 0 0 0 0,24-4-1 0 0,-18 1 231 0 0,38 1 0 0 0,15-2 44 0 0,-76 3-380 0 0,19 0 85 0 0,-21 1-101 0 0,-1 0 9 0 0,-1-1 0 0 0,1 1 0 0 0,0 0 0 0 0,0 0-1 0 0,0 0 1 0 0,0 1 0 0 0,0-1 0 0 0,-1 0 0 0 0,1 1 0 0 0,2 0-1 0 0,-3-1-404 0 0,-6 4-2811 0 0,2-2 2080 0 0,-1 0-1 0 0,0 1 0 0 0,0-1 0 0 0,-4 1 1 0 0,-5 2-1365 0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27.244"/>
    </inkml:context>
    <inkml:brush xml:id="br0">
      <inkml:brushProperty name="width" value="0.05" units="cm"/>
      <inkml:brushProperty name="height" value="0.05" units="cm"/>
    </inkml:brush>
  </inkml:definitions>
  <inkml:trace contextRef="#ctx0" brushRef="#br0">0 0 12207 0 0,'0'0'11605'0'0,"1"2"-11154"0"0,34 164 2129 0 0,-30-140-2386 0 0,-1 0 1 0 0,-1 0-1 0 0,-1 0 1 0 0,-2 30-1 0 0,0 18-2 0 0,0-52-192 0 0,1-1 0 0 0,3 25 0 0 0,2 25 0 0 0,-1 85 64 0 0,-2-106-64 0 0,-6 85 0 0 0,3-130 0 0 0,-1 1 0 0 0,1-1 0 0 0,1 0 0 0 0,0 11 0 0 0,0-11 0 0 0,1 30 0 0 0,-1-14 11 0 0,-1 36 42 0 0,-1-25-53 0 0,1-26 0 0 0,-1 0 0 0 0,1 0 0 0 0,-1-1 0 0 0,-2 10 0 0 0,0-1 0 0 0,-1 8-2 0 0,2-11 24 0 0,-1 1 0 0 0,0 17 0 0 0,3-8-31 0 0,1 25 58 0 0,-6-19-113 0 0,-2 10 128 0 0,6-27-53 0 0,2-1 31 0 0,1-1-20 0 0,-2-8-21 0 0,0 1 0 0 0,0-1 0 0 0,0 1 1 0 0,0-1-1 0 0,1 1 0 0 0,-1 0 0 0 0,0-1 0 0 0,0 1 0 0 0,1-1 1 0 0,-1 1-1 0 0,0-1 0 0 0,0 1 0 0 0,1-1 0 0 0,-1 1 1 0 0,1-1-1 0 0,-1 1 0 0 0,1 0 0 0 0,1 0-22 0 0,-2 0 20 0 0,1-1 1 0 0,-1 1-1 0 0,1 0 0 0 0,-1-1 1 0 0,1 1-1 0 0,0 0 0 0 0,-1-1 1 0 0,1 1-1 0 0,0-1 1 0 0,0 1-1 0 0,-1-1 0 0 0,1 0 1 0 0,0 1-1 0 0,0-1 1 0 0,-1 0-1 0 0,1 1 0 0 0,0-1 1 0 0,0 0-1 0 0,0 0 1 0 0,0 0-1 0 0,1 0 0 0 0,6 1 72 0 0,3 2-30 0 0,1-1 0 0 0,0 0 1 0 0,-1-1-1 0 0,1 0 0 0 0,0-1 0 0 0,-1 0 0 0 0,18-2 0 0 0,-21 1-38 0 0,0-1 0 0 0,0 1-1 0 0,12-5 1 0 0,-4 1-3 0 0,16-5 64 0 0,-25 6-64 0 0,-1 2 0 0 0,25-3 0 0 0,-24 4 2 0 0,20-1 129 0 0,-17 2-40 0 0,0 3 0 0 0,2 1-33 0 0,-3 0-36 0 0,8 2 303 0 0,-15-6-233 0 0,-9 0-1452 0 0,2 0 165 0 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28.392"/>
    </inkml:context>
    <inkml:brush xml:id="br0">
      <inkml:brushProperty name="width" value="0.05" units="cm"/>
      <inkml:brushProperty name="height" value="0.05" units="cm"/>
    </inkml:brush>
  </inkml:definitions>
  <inkml:trace contextRef="#ctx0" brushRef="#br0">27 39 10367 0 0,'0'0'935'0'0,"-1"-4"-768"0"0,1 3-133 0 0,0 0 0 0 0,0 0-1 0 0,0 0 1 0 0,0 0 0 0 0,0 1 0 0 0,-1-1 0 0 0,1 0 0 0 0,0 0 0 0 0,-1 0 0 0 0,1 0 0 0 0,0 0 0 0 0,-1 0 0 0 0,1 1 0 0 0,-2-3-1 0 0,1 2 371 0 0,-1 0-1 0 0,-16-5 15298 0 0,23 6-16863 0 0,130-9 2094 0 0,-96 9-659 0 0,-26 0-214 0 0,27-1 1 0 0,-36 0-55 0 0,-3 1-1 0 0,0 0-1 0 0,0 0 1 0 0,1 0 0 0 0,-1 0-1 0 0,0 0 1 0 0,1 0 0 0 0,-1 0 0 0 0,0 1-1 0 0,0-1 1 0 0,1 0 0 0 0,-1 1-1 0 0,0-1 1 0 0,0 1 0 0 0,0-1-1 0 0,2 2 1 0 0,-1-1 220 0 0,-5 1-195 0 0,1-1-1 0 0,0 1 0 0 0,-1-1 1 0 0,1 0-1 0 0,-6 2 1 0 0,-8 2-37 0 0,-1-1 0 0 0,1-1 1 0 0,-1 0-1 0 0,-27 0 0 0 0,-1 1-180 0 0,36-3 144 0 0,0-1-1 0 0,0 1 1 0 0,0-1-1 0 0,0-1 1 0 0,-13-2-1 0 0,21 3-8 0 0,3-1-320 0 0,14-4 342 0 0,0 0 1 0 0,0 1-1 0 0,0 0 1 0 0,1 2-1 0 0,0 0 1 0 0,33 0-1 0 0,-5 0 149 0 0,-43 2-285 0 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29.348"/>
    </inkml:context>
    <inkml:brush xml:id="br0">
      <inkml:brushProperty name="width" value="0.05" units="cm"/>
      <inkml:brushProperty name="height" value="0.05" units="cm"/>
    </inkml:brush>
  </inkml:definitions>
  <inkml:trace contextRef="#ctx0" brushRef="#br0">181 1 10015 0 0,'0'0'8323'0'0,"2"0"-7176"0"0,-1 1-831 0 0,-1-1 1 0 0,1 0 0 0 0,-1 0-1 0 0,1 1 1 0 0,0-1 0 0 0,-1 0 0 0 0,1 1-1 0 0,-1-1 1 0 0,1 1 0 0 0,-1-1-1 0 0,1 1 1 0 0,-1-1 0 0 0,0 1-1 0 0,1-1 1 0 0,-1 1 0 0 0,0-1 0 0 0,1 1-1 0 0,-1-1 1 0 0,0 1 0 0 0,0 0-1 0 0,1-1 1 0 0,-1 1 0 0 0,0 0 0 0 0,0-1-1 0 0,0 1 1 0 0,0 0 0 0 0,0 10-906 0 0,0-5 685 0 0,-2 1 0 0 0,1-1 0 0 0,-1 1 0 0 0,0-1 0 0 0,0 0 0 0 0,0 0 0 0 0,-7 11 0 0 0,-2 2 6 0 0,-15 17-1 0 0,15-21-67 0 0,1-1-1 0 0,-12 23 1 0 0,-40 127 281 0 0,57-149-398 0 0,-2 5 75 0 0,2 1 0 0 0,1 0 0 0 0,0-1 0 0 0,1 1 0 0 0,2 0 0 0 0,0 1 0 0 0,4 37 0 0 0,-1 31 123 0 0,-1-25-94 0 0,0-17-18 0 0,-1-31-24 0 0,0 0 1 0 0,1 1-1 0 0,6 30 0 0 0,-2-27 76 0 0,-3-12-37 0 0,0 1 0 0 0,1-1 0 0 0,0 0 0 0 0,6 13 0 0 0,-3-10-40 0 0,1-1 0 0 0,8 12 0 0 0,-10-16 15 0 0,5 5 41 0 0,17 17 1 0 0,-2-2-104 0 0,-10-13 148 0 0,7 3 67 0 0,-16-13-96 0 0,0 1 1 0 0,-1 0-1 0 0,1-1 1 0 0,6 9-1 0 0,-11-12 137 0 0,3 3-293 0 0,0-1 1 0 0,0 0-1 0 0,0 1 1 0 0,3 4-1 0 0,-12-5-1094 0 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31.126"/>
    </inkml:context>
    <inkml:brush xml:id="br0">
      <inkml:brushProperty name="width" value="0.05" units="cm"/>
      <inkml:brushProperty name="height" value="0.05" units="cm"/>
    </inkml:brush>
  </inkml:definitions>
  <inkml:trace contextRef="#ctx0" brushRef="#br0">91 13 3223 0 0,'0'0'143'0'0,"-3"-1"-3"0"0,-13 0-111 0 0,8 3 382 0 0,6-1 513 0 0,0 0 1 0 0,0 0-1 0 0,-1 0 0 0 0,1-1 1 0 0,0 1-1 0 0,0-1 1 0 0,-1 0-1 0 0,1 0 0 0 0,0 0 1 0 0,-4 0-1 0 0,3 0 1341 0 0,-6-1-765 0 0,-4 1 116 0 0,3 3 5944 0 0,43 7-6525 0 0,-19-8-805 0 0,-1 0 1 0 0,1-2-1 0 0,26-1 1 0 0,-7 0-87 0 0,63-6-8 0 0,-24 0 51 0 0,61 7-10 0 0,30 3-186 0 0,-160-3 8 0 0,0 0 0 0 0,0 0 1 0 0,0 0-1 0 0,-1-1 0 0 0,1 1 0 0 0,4-2 0 0 0,26-5 67 0 0,-15 0 37 0 0,-8 4-40 0 0,-7 4-54 0 0,-3-1-9 0 0,1 0 0 0 0,-1 1 0 0 0,1-1 0 0 0,-1 0 0 0 0,1 0-1 0 0,-1 1 1 0 0,1-1 0 0 0,-1 0 0 0 0,1 0 0 0 0,-1 0 0 0 0,1 0 0 0 0,-1 0-1 0 0,1 0 1 0 0,-1 0 0 0 0,1 0 0 0 0,-1 0 0 0 0,1 0 0 0 0,-1 0-1 0 0,1 0 1 0 0,0 0 0 0 0,0-1 0 0 0,18 1 52 0 0,-17 0-45 0 0,-1 0 0 0 0,1 1 0 0 0,-1-1-1 0 0,0 0 1 0 0,1 0 0 0 0,-1 1 0 0 0,0-1-1 0 0,0 0 1 0 0,1 1 0 0 0,-1 0-1 0 0,0-1 1 0 0,0 1 0 0 0,1 0 0 0 0,-1-1-1 0 0,1 2 1 0 0,-1 0-386 0 0,-12 4-4348 0 0,4-2 3222 0 0,-12 4-990 0 0,1-5-23 0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31.970"/>
    </inkml:context>
    <inkml:brush xml:id="br0">
      <inkml:brushProperty name="width" value="0.05" units="cm"/>
      <inkml:brushProperty name="height" value="0.05" units="cm"/>
    </inkml:brush>
  </inkml:definitions>
  <inkml:trace contextRef="#ctx0" brushRef="#br0">18 46 4607 0 0,'-15'8'18611'0'0,"15"-8"-18534"0"0,0 0 0 0 0,0 0 1 0 0,-1-1-1 0 0,1 1 0 0 0,0 0 0 0 0,0-1 1 0 0,0 1-1 0 0,-1 0 0 0 0,1-1 0 0 0,0 1 1 0 0,0 0-1 0 0,0-1 0 0 0,0 1 0 0 0,0 0 1 0 0,0-1-1 0 0,0 1 0 0 0,-1 0 1 0 0,1-1-1 0 0,0 1 0 0 0,0 0 0 0 0,0-1 1 0 0,1 1-1 0 0,-1-1 0 0 0,0 1 0 0 0,0 0 1 0 0,0-1-1 0 0,0 1 0 0 0,0 0 0 0 0,1-1 1 0 0,9-9 521 0 0,18-4-399 0 0,-12 9 40 0 0,0 0 0 0 0,31-4 0 0 0,-36 9-240 0 0,1 3 0 0 0,-9-1 16 0 0,-1-1 0 0 0,1 0 0 0 0,-1 1 1 0 0,0-1-1 0 0,0 1 0 0 0,0 0 0 0 0,1 0 0 0 0,-2 0 0 0 0,1 0 0 0 0,0 0 0 0 0,0 0 1 0 0,-1 0-1 0 0,1 1 0 0 0,-1-1 0 0 0,1 0 0 0 0,-1 1 0 0 0,0-1 0 0 0,0 1 0 0 0,0 0 1 0 0,-1-1-1 0 0,1 1 0 0 0,-1 0 0 0 0,1 0 0 0 0,-1-1 0 0 0,0 1 0 0 0,0 0 0 0 0,0 0 1 0 0,0-1-1 0 0,-1 6 0 0 0,-2 3 73 0 0,1 0 0 0 0,-2 0 0 0 0,1 0 0 0 0,-1-1-1 0 0,-11 20 1 0 0,8-20 1 0 0,1-1 0 0 0,-1 0 0 0 0,-1 0-1 0 0,0 0 1 0 0,0-1 0 0 0,-13 10-1 0 0,-9 9 178 0 0,29-26-102 0 0,14 1-314 0 0,-8-2 149 0 0,0 1 0 0 0,0 0 0 0 0,0-1 0 0 0,0 0 0 0 0,1 0 0 0 0,-1 0 0 0 0,0-1 0 0 0,0 0 0 0 0,7-2 0 0 0,-3-1 0 0 0,-9 4 0 0 0,1 0 0 0 0,-1 0 0 0 0,0 0 0 0 0,0 0 0 0 0,0-1 0 0 0,1 1 0 0 0,-1 0 0 0 0,0 0 0 0 0,0 0 0 0 0,0 0 0 0 0,1 0 0 0 0,-1 0 0 0 0,0 0 0 0 0,0 0 0 0 0,1-1 0 0 0,-1 1 0 0 0,0 0 0 0 0,0 0 0 0 0,1 0 0 0 0,-1 0 0 0 0,0 0 0 0 0,0 0 0 0 0,1 0 0 0 0,-1 1 0 0 0,0-1 0 0 0,0 0 0 0 0,1 0 0 0 0,-1 0 0 0 0,0 0 0 0 0,0 0 0 0 0,1 0 0 0 0,15 7 0 0 0,4-4 139 0 0,1 0-1 0 0,36 0 1 0 0,-55-3-11 0 0,17-1 320 0 0,-18 1-422 0 0,-1 0 1 0 0,0 0-1 0 0,0 0 1 0 0,0 0-1 0 0,1 0 0 0 0,-1 0 1 0 0,0 0-1 0 0,0 0 1 0 0,0 0-1 0 0,1 0 0 0 0,-1 0 1 0 0,0 0-1 0 0,0 0 1 0 0,1 0-1 0 0,-1 0 0 0 0,0 0 1 0 0,0 0-1 0 0,0 0 1 0 0,1 0-1 0 0,-1 0 0 0 0,0-1 1 0 0,0 1-1 0 0,0 0 1 0 0,1 0-1 0 0,-1 0 0 0 0,0 0 1 0 0,0 0-1 0 0,0 0 1 0 0,0-1-1 0 0,1 1 0 0 0,-1 0 1 0 0,0 0-1 0 0,0 0 1 0 0,0-1-1 0 0,0 1 0 0 0,0 0 1 0 0,0 0-1 0 0,0 0 0 0 0,0-1 1 0 0,1 1-1 0 0,-1 0 1 0 0,0 0-1 0 0,0-1 0 0 0,-6-9 142 0 0,0 1-3741 0 0,5-8-7871 0 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32.573"/>
    </inkml:context>
    <inkml:brush xml:id="br0">
      <inkml:brushProperty name="width" value="0.05" units="cm"/>
      <inkml:brushProperty name="height" value="0.05" units="cm"/>
    </inkml:brush>
  </inkml:definitions>
  <inkml:trace contextRef="#ctx0" brushRef="#br0">179 54 4143 0 0,'0'-3'9724'0'0,"3"-10"-6048"0"0,-2 12-3363 0 0,-1 0 1 0 0,0 0-1 0 0,0 0 0 0 0,0 0 0 0 0,0 1 0 0 0,0-1 0 0 0,0 0 1 0 0,0 0-1 0 0,0 0 0 0 0,0 0 0 0 0,0 0 0 0 0,0 0 1 0 0,-1 0-1 0 0,1 0 0 0 0,0 0 0 0 0,-1 0 0 0 0,1 0 0 0 0,-1 0 1 0 0,1 1-1 0 0,-1-1 0 0 0,0-1 0 0 0,0 1-175 0 0,0 0-1 0 0,0 1 1 0 0,0-1-1 0 0,0 0 0 0 0,0 1 1 0 0,0-1-1 0 0,-1 1 1 0 0,1-1-1 0 0,0 1 1 0 0,0 0-1 0 0,-1-1 1 0 0,1 1-1 0 0,0 0 1 0 0,-2 0-1 0 0,-2 0-51 0 0,1 0 0 0 0,-1 0 1 0 0,1 1-1 0 0,-1 0 0 0 0,0 0 0 0 0,1 0 1 0 0,0 0-1 0 0,-6 3 0 0 0,1 0-20 0 0,1 0 0 0 0,-1 1 0 0 0,1 0 0 0 0,0 0 0 0 0,1 1 0 0 0,-1 0 0 0 0,-7 9 0 0 0,11-10-30 0 0,0 0 0 0 0,0 0 0 0 0,0 0 0 0 0,1 1 0 0 0,0-1 0 0 0,0 1 0 0 0,0 0 0 0 0,1 0 0 0 0,0 0 0 0 0,0 0 0 0 0,-2 12 0 0 0,3-14-36 0 0,0 1 0 0 0,1 0 0 0 0,0 0 0 0 0,-1-1 0 0 0,1 1 0 0 0,1 0 0 0 0,-1 0 0 0 0,1-1 0 0 0,0 1 0 0 0,0 0 0 0 0,0-1 0 0 0,1 1 0 0 0,-1-1 0 0 0,1 1 0 0 0,0-1 0 0 0,1 0 0 0 0,-1 0 0 0 0,1 0 0 0 0,5 7 0 0 0,-5-6 0 0 0,-2-4 0 0 0,0 1 0 0 0,0-1 0 0 0,1 0 0 0 0,-1 1 0 0 0,0-1 0 0 0,1 0 0 0 0,-1 0 0 0 0,0 0 0 0 0,1 0 0 0 0,0 0 0 0 0,-1 0 0 0 0,1 0 0 0 0,2 0 0 0 0,4 2 0 0 0,0 0 0 0 0,-1-1 0 0 0,1 0 0 0 0,0-1 0 0 0,1 1 0 0 0,13-1 0 0 0,-14-1 0 0 0,-6 1 2 0 0,1-1 1 0 0,0 1-1 0 0,0-1 1 0 0,-1 0-1 0 0,1 0 1 0 0,0 0-1 0 0,-1-1 0 0 0,1 1 1 0 0,0 0-1 0 0,-1-1 1 0 0,1 0-1 0 0,0 0 1 0 0,-1 0-1 0 0,1 0 0 0 0,-1 0 1 0 0,1 0-1 0 0,-1-1 1 0 0,0 1-1 0 0,0-1 1 0 0,0 1-1 0 0,3-4 0 0 0,0-1 9 0 0,-4 5-11 0 0,0-1 0 0 0,0 1 0 0 0,1-1 0 0 0,-1 1 0 0 0,1-1 0 0 0,-1 1 0 0 0,1 0 0 0 0,0 0 0 0 0,0 0 0 0 0,-1 0 0 0 0,1 0 0 0 0,0 0 0 0 0,0 0 0 0 0,3-1 0 0 0,9-5 16 0 0,-12 6-12 0 0,0 0 1 0 0,0 0-1 0 0,0 0 0 0 0,0 0 1 0 0,0 0-1 0 0,1 0 0 0 0,-1 1 1 0 0,0-1-1 0 0,1 1 1 0 0,4-1-1 0 0,-6 1-4 0 0,0 0-1 0 0,0 0 0 0 0,0 0 1 0 0,0 0-1 0 0,0 0 1 0 0,0 0-1 0 0,0-1 1 0 0,0 1-1 0 0,0 0 1 0 0,0-1-1 0 0,0 1 1 0 0,0-1-1 0 0,0 1 0 0 0,0-1 1 0 0,1 0-1 0 0,0-1 20 0 0,-1 0-1 0 0,1 0 1 0 0,-1 0-1 0 0,1 0 1 0 0,-1 0-1 0 0,0-1 1 0 0,0 1-1 0 0,2-4 0 0 0,-2 0 71 0 0,0 1-1 0 0,0-1 0 0 0,-1 1 1 0 0,1-1-1 0 0,-1 1 0 0 0,0-1 1 0 0,-1 1-1 0 0,1-1 1 0 0,-1 1-1 0 0,-3-11 0 0 0,-1-5 263 0 0,4 10-108 0 0,-1 1 0 0 0,-6-18 0 0 0,6 24-197 0 0,1 0-1 0 0,-1 1 1 0 0,0-1-1 0 0,0 0 0 0 0,0 1 1 0 0,0 0-1 0 0,-1-1 1 0 0,1 1-1 0 0,-1 0 1 0 0,-5-5-1 0 0,7 7-90 0 0,0 0 0 0 0,-1 0 0 0 0,1 0 0 0 0,-1 1 0 0 0,0-1 0 0 0,1 0 0 0 0,-1 0 0 0 0,1 1 0 0 0,-1-1 0 0 0,0 1 0 0 0,0 0 0 0 0,1-1 0 0 0,-1 1 0 0 0,0 0 0 0 0,0 0 0 0 0,1 0 0 0 0,-1 0 0 0 0,-2 1 0 0 0,-9-1-4612 0 0,1-1 2353 0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33.480"/>
    </inkml:context>
    <inkml:brush xml:id="br0">
      <inkml:brushProperty name="width" value="0.05" units="cm"/>
      <inkml:brushProperty name="height" value="0.05" units="cm"/>
    </inkml:brush>
  </inkml:definitions>
  <inkml:trace contextRef="#ctx0" brushRef="#br0">22 10 2759 0 0,'-22'-9'22798'0'0,"22"9"-22708"0"0,1 12 1308 0 0,6 13-979 0 0,-1-11-144 0 0,1 0 0 0 0,0 0 0 0 0,1-1 0 0 0,12 16 0 0 0,-3-5-187 0 0,-2 0-1 0 0,0 1 1 0 0,-2 1 0 0 0,0 1-1 0 0,-2 0 1 0 0,-1 0 0 0 0,12 54-1 0 0,-5 23-92 0 0,-11-70 68 0 0,-2 1 0 0 0,0 53 0 0 0,-4-84-61 0 0,-5 131-145 0 0,-3-61 155 0 0,4-50 35 0 0,-1-1 0 0 0,-1 1 0 0 0,-12 28 0 0 0,1-13-38 0 0,9-17 35 0 0,-1-1 1 0 0,-1 0 0 0 0,-1 0 0 0 0,-16 22 0 0 0,-10 0 675 0 0,35-41-529 0 0,0-1 85 0 0,1 3-244 0 0,-9 0 44 0 0,5-4-61 0 0,4-1 54 0 0,-3 4 218 0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34.532"/>
    </inkml:context>
    <inkml:brush xml:id="br0">
      <inkml:brushProperty name="width" value="0.05" units="cm"/>
      <inkml:brushProperty name="height" value="0.05" units="cm"/>
    </inkml:brush>
  </inkml:definitions>
  <inkml:trace contextRef="#ctx0" brushRef="#br0">6 709 12095 0 0,'0'0'5030'0'0,"-2"1"-4218"0"0,-1 0-298 0 0,4-3-33 0 0,12-4 398 0 0,21-12 660 0 0,-18 6-853 0 0,4-2-113 0 0,0 0 1 0 0,-1-2-1 0 0,0 0 1 0 0,18-22-1 0 0,-23 19-338 0 0,-1-1-1 0 0,-1 0 1 0 0,0-1-1 0 0,-2-1 1 0 0,13-36-1 0 0,-8 20 142 0 0,-11 24-246 0 0,0 0 0 0 0,0 0 1 0 0,-2 0-1 0 0,3-27 0 0 0,-3 15 36 0 0,-1 10-60 0 0,-1 0 1 0 0,-1-1-1 0 0,-1 1 0 0 0,0 0 1 0 0,-1-1-1 0 0,-6-18 0 0 0,6 26-102 0 0,1 0 0 0 0,-2 0-1 0 0,1 0 1 0 0,-1 1 0 0 0,-1-1 0 0 0,0 1 0 0 0,0 0-1 0 0,-11-14 1 0 0,13 20-15 0 0,0-1 0 0 0,0 0 0 0 0,0 1 0 0 0,0-1-1 0 0,-1 1 1 0 0,1 0 0 0 0,-1 0 0 0 0,1 0 0 0 0,-1 1 0 0 0,0-1 0 0 0,1 1-1 0 0,-1 0 1 0 0,0 0 0 0 0,0 0 0 0 0,0 0 0 0 0,0 1 0 0 0,0 0 0 0 0,0 0-1 0 0,0 0 1 0 0,0 0 0 0 0,0 1 0 0 0,0-1 0 0 0,-6 3 0 0 0,6-2-10 0 0,1 0 0 0 0,0 0 0 0 0,0 0 0 0 0,0 1 0 0 0,0 0 0 0 0,0 0 1 0 0,0-1-1 0 0,1 2 0 0 0,-1-1 0 0 0,0 0 0 0 0,1 0 0 0 0,0 1 0 0 0,-1 0 0 0 0,1-1 1 0 0,0 1-1 0 0,1 0 0 0 0,-1 0 0 0 0,0 0 0 0 0,1 0 0 0 0,-1 0 0 0 0,1 0 0 0 0,-1 4 1 0 0,-2 9 21 0 0,1 0 0 0 0,0 0 1 0 0,-1 25-1 0 0,2-11-58 0 0,-19 147 46 0 0,18-143 11 0 0,2 53 0 0 0,11 6 63 0 0,-9-87-62 0 0,1 11-2 0 0,1 1 0 0 0,1-1-1 0 0,0-1 1 0 0,1 1 0 0 0,14 30-1 0 0,-15-40 53 0 0,0 0 0 0 0,0-1 0 0 0,0 1 0 0 0,1-1 0 0 0,0 0 0 0 0,1-1 0 0 0,-1 1 0 0 0,1-1 0 0 0,0 0 0 0 0,0 0 0 0 0,0-1 0 0 0,1 0 0 0 0,0 0 0 0 0,0 0 0 0 0,12 4 0 0 0,-13-6 22 0 0,-1 0-22 0 0,1 0-1 0 0,-1 0 1 0 0,0 0-1 0 0,1-1 1 0 0,-1 0 0 0 0,1 0-1 0 0,-1 0 1 0 0,1-1 0 0 0,0 1-1 0 0,-1-2 1 0 0,1 1-1 0 0,-1 0 1 0 0,1-1 0 0 0,-1 0-1 0 0,1-1 1 0 0,6-1-1 0 0,16-9-786 0 0,-13-1-3880 0 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35.025"/>
    </inkml:context>
    <inkml:brush xml:id="br0">
      <inkml:brushProperty name="width" value="0.05" units="cm"/>
      <inkml:brushProperty name="height" value="0.05" units="cm"/>
    </inkml:brush>
  </inkml:definitions>
  <inkml:trace contextRef="#ctx0" brushRef="#br0">261 31 3679 0 0,'0'0'18024'0'0,"3"-9"-15993"0"0,-4 8-1913 0 0,1 0-1 0 0,-1 0 1 0 0,0-1 0 0 0,0 1-1 0 0,1 0 1 0 0,-1 0 0 0 0,0 0-1 0 0,0 0 1 0 0,0 0 0 0 0,0 0 0 0 0,0 0-1 0 0,0 0 1 0 0,0 1 0 0 0,-1-1-1 0 0,1 0 1 0 0,0 1 0 0 0,-3-2 0 0 0,1 1-10 0 0,0 0 0 0 0,0 1 0 0 0,0-1 0 0 0,0 1 1 0 0,0 0-1 0 0,0 0 0 0 0,-6 0 0 0 0,1 1-2 0 0,0 1-1 0 0,0-1 1 0 0,1 1-1 0 0,-1 1 1 0 0,-13 6-1 0 0,-67 43 740 0 0,81-47-834 0 0,2-1-11 0 0,-1 1 0 0 0,1 0 0 0 0,0 0 0 0 0,0 1 0 0 0,1-1 0 0 0,0 1 0 0 0,0 0 0 0 0,0 0 0 0 0,1 1 0 0 0,0-1 0 0 0,0 1 0 0 0,-3 9 0 0 0,6-13-8 0 0,-1 0 1 0 0,1 0-1 0 0,-1 0 0 0 0,1 0 1 0 0,0 0-1 0 0,0 0 0 0 0,0-1 1 0 0,1 1-1 0 0,-1 0 0 0 0,1 0 1 0 0,-1 0-1 0 0,1 0 0 0 0,0-1 0 0 0,3 6 1 0 0,-2-4-6 0 0,0 0 0 0 0,1 0 0 0 0,0-1 0 0 0,-1 1 0 0 0,1-1 1 0 0,1 0-1 0 0,-1 0 0 0 0,0 0 0 0 0,5 2 0 0 0,-1 0 0 0 0,1-1 0 0 0,-1 0 0 0 0,1 0 0 0 0,0-1 0 0 0,0 0 0 0 0,1 0 1 0 0,-1-1-1 0 0,1 0 0 0 0,13 1 0 0 0,-8-2-59 0 0,-1-1 0 0 0,1 0 0 0 0,-1-1 0 0 0,27-6 0 0 0,-33 5 116 0 0,1 0 0 0 0,0-1 0 0 0,-1 0 0 0 0,1 0 0 0 0,-1-1 0 0 0,0 0 0 0 0,0 0 0 0 0,-1 0 0 0 0,11-9 0 0 0,-14 10 10 0 0,1-1-1 0 0,-1 1 1 0 0,0 0 0 0 0,1-1 0 0 0,-2 0 0 0 0,1 1 0 0 0,0-1 0 0 0,-1-1 0 0 0,0 1-1 0 0,0 0 1 0 0,0 0 0 0 0,0-1 0 0 0,-1 1 0 0 0,1-1 0 0 0,-1 1 0 0 0,0-1 0 0 0,-1 0-1 0 0,1 0 1 0 0,-1 1 0 0 0,0-1 0 0 0,0 0 0 0 0,0 1 0 0 0,-1-1 0 0 0,0 0 0 0 0,0 1-1 0 0,-2-8 1 0 0,2 9-21 0 0,-1 0 0 0 0,1 0-1 0 0,-1 1 1 0 0,0-1 0 0 0,0 1 0 0 0,0-1-1 0 0,0 1 1 0 0,0 0 0 0 0,0 0-1 0 0,0 0 1 0 0,-1 0 0 0 0,1 0-1 0 0,-1 0 1 0 0,0 0 0 0 0,1 1-1 0 0,-1 0 1 0 0,0-1 0 0 0,0 1 0 0 0,0 0-1 0 0,0 0 1 0 0,-4 0 0 0 0,-2-1-21 0 0,-1 1-1 0 0,0 0 1 0 0,1 0 0 0 0,-1 1 0 0 0,-15 2 0 0 0,18-1 84 0 0,2 1-1148 0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35.982"/>
    </inkml:context>
    <inkml:brush xml:id="br0">
      <inkml:brushProperty name="width" value="0.05" units="cm"/>
      <inkml:brushProperty name="height" value="0.05" units="cm"/>
    </inkml:brush>
  </inkml:definitions>
  <inkml:trace contextRef="#ctx0" brushRef="#br0">308 26 16959 0 0,'0'0'1296'0'0,"-1"0"-886"0"0,-3 1-268 0 0,2-1 315 0 0,1 1 0 0 0,0-1 1 0 0,-1 0-1 0 0,1-1 0 0 0,-1 1 0 0 0,1 0 0 0 0,0 0 0 0 0,-1 0 0 0 0,1-1 1 0 0,0 1-1 0 0,-1-1 0 0 0,1 1 0 0 0,0-1 0 0 0,-1 0 0 0 0,1 1 0 0 0,-2-2 1 0 0,-4-2-745 0 0,-13-3 1171 0 0,16 5-766 0 0,1 1 1 0 0,-1-1-1 0 0,1 1 0 0 0,-1 0 1 0 0,0 0-1 0 0,1 1 0 0 0,-1-1 0 0 0,0 1 1 0 0,-6 0-1 0 0,3 1 43 0 0,-1 0 0 0 0,1 1 1 0 0,-12 4-1 0 0,-15 3 119 0 0,28-7-263 0 0,-1 1 0 0 0,1-1-1 0 0,-1 1 1 0 0,1 0-1 0 0,0 0 1 0 0,-11 9-1 0 0,16-11-18 0 0,-1 0-1 0 0,1 0 0 0 0,0 0 0 0 0,0 1 0 0 0,-1-1 1 0 0,1 1-1 0 0,0-1 0 0 0,0 1 0 0 0,1-1 0 0 0,-1 1 0 0 0,0 0 1 0 0,0-1-1 0 0,1 1 0 0 0,-1 0 0 0 0,1-1 0 0 0,-1 1 1 0 0,1 2-1 0 0,-2 5 44 0 0,-2 8-45 0 0,5-13-3 0 0,-1-2 1 0 0,0-1 0 0 0,0 1-1 0 0,0 0 1 0 0,0-1-1 0 0,0 1 1 0 0,1 0-1 0 0,-1-1 1 0 0,1 1-1 0 0,-1-1 1 0 0,1 1 0 0 0,-1-1-1 0 0,1 1 1 0 0,0-1-1 0 0,0 1 1 0 0,0-1-1 0 0,0 0 1 0 0,1 2 0 0 0,2 2-7 0 0,-1 0-11 0 0,-2-3 16 0 0,0 0 0 0 0,1 0 1 0 0,-1 0-1 0 0,1 0 0 0 0,-1 0 0 0 0,1-1 1 0 0,0 1-1 0 0,0-1 0 0 0,0 1 1 0 0,0-1-1 0 0,2 2 0 0 0,5 4-78 0 0,0-1-1 0 0,0 0 1 0 0,1 0-1 0 0,15 6 1 0 0,-22-11 70 0 0,0 0 1 0 0,0 0-1 0 0,1 0 1 0 0,-1 0-1 0 0,0-1 1 0 0,0 1-1 0 0,1-1 1 0 0,-1 0 0 0 0,0 0-1 0 0,0 0 1 0 0,1-1-1 0 0,-1 1 1 0 0,0-1-1 0 0,1 1 1 0 0,-1-1-1 0 0,0 0 1 0 0,0-1-1 0 0,0 1 1 0 0,0 0-1 0 0,3-3 1 0 0,12-8-49 0 0,-15 10 56 0 0,9-12 12 0 0,-8 8 0 0 0,-3 4 52 0 0,1-1 0 0 0,-1 0-1 0 0,0 1 1 0 0,0-1 0 0 0,0 0 0 0 0,-1 0 0 0 0,1 0 0 0 0,-1 0 0 0 0,1 0 0 0 0,-1 0 0 0 0,0 1-1 0 0,0-1 1 0 0,0 0 0 0 0,-1 0 0 0 0,1 0 0 0 0,-1 0 0 0 0,1 0 0 0 0,-1 0 0 0 0,0 1 0 0 0,0-1-1 0 0,0 0 1 0 0,0 1 0 0 0,-3-5 0 0 0,3 6 72 0 0,-4-1 38 0 0,3 1-17 0 0,-2 6-80 0 0,2-1-78 0 0,0 1 0 0 0,1-1 0 0 0,-1 1 0 0 0,1 0 0 0 0,0-1 0 0 0,0 1 0 0 0,-1 9 0 0 0,2-6-16 0 0,0 0 1 0 0,1-1-1 0 0,0 1 0 0 0,0 0 1 0 0,1-1-1 0 0,3 13 0 0 0,21 44-31 0 0,-23-56 82 0 0,24 51-17 0 0,35 88-71 0 0,-53-118-69 0 0,0 1 1 0 0,-2 1-1 0 0,3 31 0 0 0,-7 0 14 0 0,-2-57 114 0 0,-1 0 1 0 0,-1 1-1 0 0,1-1 0 0 0,-1 0 1 0 0,1 0-1 0 0,-2 0 0 0 0,1 0 1 0 0,0 0-1 0 0,-1 0 0 0 0,0 0 1 0 0,0 0-1 0 0,-1-1 0 0 0,1 1 1 0 0,-5 6-1 0 0,5-8 3 0 0,-1-1 1 0 0,1 1-1 0 0,-1 0 1 0 0,0-1-1 0 0,0 1 0 0 0,0-1 1 0 0,0 0-1 0 0,0 0 0 0 0,0 0 1 0 0,0-1-1 0 0,-1 1 1 0 0,1-1-1 0 0,-1 1 0 0 0,1-1 1 0 0,-1 0-1 0 0,1-1 1 0 0,-1 1-1 0 0,0 0 0 0 0,1-1 1 0 0,-8 0-1 0 0,-4-2 163 0 0,1-1-1 0 0,0-1 1 0 0,0 0-1 0 0,0 0 1 0 0,0-2 0 0 0,1 1-1 0 0,-15-10 1 0 0,5 4-4 0 0,12 6-118 0 0,0 1 0 0 0,-12-3-1 0 0,16 6-21 0 0,1-1-1 0 0,0 1 0 0 0,0-2 1 0 0,-1 1-1 0 0,1-1 0 0 0,1 0 1 0 0,-1 0-1 0 0,0 0 0 0 0,1-1 1 0 0,-7-5-1 0 0,-2-3-48 0 0,11 10 23 0 0,0-1 0 0 0,0 1 1 0 0,0-1-1 0 0,0 1 0 0 0,1-1 0 0 0,-4-4 1 0 0,6 6 8 0 0,-1 0 0 0 0,1 0 0 0 0,-1 0 0 0 0,1 0 1 0 0,-1 0-1 0 0,1 0 0 0 0,-1 0 0 0 0,1 0 0 0 0,0 0 0 0 0,0 0 1 0 0,-1-1-1 0 0,1 1 0 0 0,0 0 0 0 0,0 0 0 0 0,0 0 0 0 0,0 0 1 0 0,0 0-1 0 0,1 0 0 0 0,-1-1 0 0 0,0 1 0 0 0,0 0 0 0 0,1-1 1 0 0,0-2 0 0 0,1 0-7 0 0,-1-1 1 0 0,1 0-1 0 0,0 0 1 0 0,0 1-1 0 0,0-1 0 0 0,0 1 1 0 0,1 0-1 0 0,0 0 0 0 0,0 0 1 0 0,0 0-1 0 0,0 0 1 0 0,1 0-1 0 0,4-3 0 0 0,0 1-7 0 0,0-1 0 0 0,0 1 0 0 0,1 1 0 0 0,0 0 0 0 0,12-6 0 0 0,-10 6-2 0 0,1 1 0 0 0,-1 0 0 0 0,0 0 0 0 0,1 1 1 0 0,0 1-1 0 0,0 0 0 0 0,0 0 0 0 0,0 2 0 0 0,16-1 1 0 0,-7 2-573 0 0,-2 0-2554 0 0,-6-1-3744 0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36.680"/>
    </inkml:context>
    <inkml:brush xml:id="br0">
      <inkml:brushProperty name="width" value="0.05" units="cm"/>
      <inkml:brushProperty name="height" value="0.05" units="cm"/>
    </inkml:brush>
  </inkml:definitions>
  <inkml:trace contextRef="#ctx0" brushRef="#br0">6 68 5527 0 0,'-2'-7'13512'0'0,"1"6"-13286"0"0,1 0 0 0 0,0 0-1 0 0,-1 0 1 0 0,1 0 0 0 0,0 1 0 0 0,-1-1-1 0 0,1 0 1 0 0,0 0 0 0 0,0 0 0 0 0,0 0-1 0 0,0 0 1 0 0,0 0 0 0 0,0 0-1 0 0,0 0 1 0 0,0 0 0 0 0,1 0 0 0 0,-1 0-1 0 0,0 0 1 0 0,1 0 0 0 0,-1 0 0 0 0,0 0-1 0 0,1 0 1 0 0,-1 0 0 0 0,1 1-1 0 0,0-2 1 0 0,3-2-101 0 0,-1 0 1 0 0,1 1-1 0 0,0 0 0 0 0,0 0 0 0 0,0 0 0 0 0,7-4 0 0 0,-2 2-110 0 0,7 1-11 0 0,-12 5-7 0 0,-2 0-17 0 0,0-1-66 0 0,1 1 30 0 0,-1-1 77 0 0,0 1 1 0 0,0 0-1 0 0,0 0 0 0 0,0 0 1 0 0,1 0-1 0 0,-1 1 0 0 0,-1-1 1 0 0,1 0-1 0 0,0 1 0 0 0,0 0 1 0 0,0-1-1 0 0,-1 1 1 0 0,1 0-1 0 0,-1 0 0 0 0,1 0 1 0 0,-1 0-1 0 0,0 0 0 0 0,0 0 1 0 0,0 0-1 0 0,0 0 0 0 0,0 0 1 0 0,0 1-1 0 0,-1-1 1 0 0,1 0-1 0 0,-1 1 0 0 0,0-1 1 0 0,1 0-1 0 0,-1 1 0 0 0,0-1 1 0 0,0 1-1 0 0,-1-1 1 0 0,1 0-1 0 0,0 1 0 0 0,-1-1 1 0 0,0 0-1 0 0,1 1 0 0 0,-1-1 1 0 0,-1 3-1 0 0,-4 6 142 0 0,0 0-1 0 0,0-1 1 0 0,-1 1-1 0 0,0-1 0 0 0,-1-1 1 0 0,-16 17-1 0 0,-17 6 920 0 0,40-32-797 0 0,2 2-212 0 0,1-1-74 0 0,0 0 0 0 0,0 0 0 0 0,0 1 0 0 0,0-1 0 0 0,0 0 0 0 0,0-1 0 0 0,0 1 0 0 0,0 0 0 0 0,0-1-1 0 0,0 1 1 0 0,0-1 0 0 0,1 1 0 0 0,-1-1 0 0 0,0 0 0 0 0,0 0 0 0 0,1 0 0 0 0,-1 0 0 0 0,2-1 0 0 0,6 0-85 0 0,103-3 183 0 0,-111 4 527 0 0,0 1-421 0 0,7 2-1927 0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37.702"/>
    </inkml:context>
    <inkml:brush xml:id="br0">
      <inkml:brushProperty name="width" value="0.05" units="cm"/>
      <inkml:brushProperty name="height" value="0.05" units="cm"/>
    </inkml:brush>
  </inkml:definitions>
  <inkml:trace contextRef="#ctx0" brushRef="#br0">199 0 15175 0 0,'0'0'9516'0'0,"0"2"-9176"0"0,-99 233 1652 0 0,42-84-1675 0 0,49-122-188 0 0,0 1 0 0 0,2 0-1 0 0,-3 39 1 0 0,4-19-114 0 0,1-1-20 0 0,2 51 0 0 0,2-50-162 0 0,0-30 217 0 0,0-1 0 0 0,2 1 0 0 0,0 0 0 0 0,6 28 0 0 0,3-6-79 0 0,-5-18-4 0 0,15 39-1 0 0,-10-39 55 0 0,1 1 1 0 0,2-1-1 0 0,0-1 0 0 0,2-1 1 0 0,0 0-1 0 0,21 20 0 0 0,-26-29-21 0 0,3 2 267 0 0,0 0-1 0 0,20 16 0 0 0,-32-30 282 0 0,0 3 251 0 0,-5-7 70 0 0,0-2-1642 0 0,0 0-1 0 0,0 0 1 0 0,0-1 0 0 0,-1-5-1 0 0,3 10 666 0 0,-3-10-1353 0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38.310"/>
    </inkml:context>
    <inkml:brush xml:id="br0">
      <inkml:brushProperty name="width" value="0.05" units="cm"/>
      <inkml:brushProperty name="height" value="0.05" units="cm"/>
    </inkml:brush>
  </inkml:definitions>
  <inkml:trace contextRef="#ctx0" brushRef="#br0">47 5 4607 0 0,'-14'-4'1752'0'0,"12"4"-822"0"0,0 0 0 0 0,0 0 1 0 0,0 0-1 0 0,0 1 0 0 0,0-1 1 0 0,-1 1-1 0 0,1-1 0 0 0,0 1 1 0 0,-11 7 10020 0 0,31 4-10524 0 0,-8-8-120 0 0,1 0 1 0 0,0-1-1 0 0,0-1 1 0 0,0 0-1 0 0,0 0 0 0 0,0-1 1 0 0,12-1-1 0 0,19 3 579 0 0,63 6-222 0 0,-92-8-624 0 0,0-1-1 0 0,0 0 1 0 0,0-1-1 0 0,23-4 1 0 0,-19 2-87 0 0,30-1 0 0 0,-24 4 97 0 0,5-1-5 0 0,38 5-1 0 0,-64-3-38 0 0,0-1 1 0 0,0 0 0 0 0,0 0-1 0 0,0 0 1 0 0,1 0 0 0 0,-1 0-1 0 0,4-1 1 0 0,-4 1-5 0 0,-1-1 0 0 0,1 1-1 0 0,0-1 1 0 0,-1 1 0 0 0,1 0 0 0 0,0 0-1 0 0,0 0 1 0 0,-1 0 0 0 0,1 0 0 0 0,0 0 0 0 0,-1 0-1 0 0,1 1 1 0 0,0-1 0 0 0,-1 1 0 0 0,1-1-1 0 0,0 1 1 0 0,1 0 0 0 0,6 3 19 0 0,-8-4-22 0 0,7 1 20 0 0,-1 0 0 0 0,1 1 0 0 0,7 3 0 0 0,-13-3-21 0 0,-1-2 0 0 0,-1 1 0 0 0,1-1-1 0 0,-1 1 1 0 0,1-1 0 0 0,-1 0-1 0 0,1 1 1 0 0,-1-1 0 0 0,1 0-1 0 0,0 1 1 0 0,-1-1 0 0 0,1 0-1 0 0,-1 0 1 0 0,1 0-1 0 0,0 0 1 0 0,-1 1 0 0 0,1-1-1 0 0,0 0 1 0 0,-1 0 0 0 0,1 0-1 0 0,0 0 1 0 0,0-1 0 0 0,4 2-79 0 0,1 0 156 0 0,11-2-4181 0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39.297"/>
    </inkml:context>
    <inkml:brush xml:id="br0">
      <inkml:brushProperty name="width" value="0.05" units="cm"/>
      <inkml:brushProperty name="height" value="0.05" units="cm"/>
    </inkml:brush>
  </inkml:definitions>
  <inkml:trace contextRef="#ctx0" brushRef="#br0">5 0 9127 0 0,'0'2'7586'0'0,"0"-1"-7397"0"0,-2 10 2345 0 0,-1 23 0 0 0,3-30-2329 0 0,0-1-1 0 0,0 0 1 0 0,1 1-1 0 0,-1-1 0 0 0,1 0 1 0 0,0 0-1 0 0,0 1 1 0 0,0-1-1 0 0,0 0 0 0 0,1 0 1 0 0,2 5-1 0 0,1-2 201 0 0,8 14 438 0 0,21 22 0 0 0,-15-22-391 0 0,-9-10-296 0 0,1 1-1 0 0,-2 1 1 0 0,1-1-1 0 0,-2 2 1 0 0,1-1 0 0 0,7 17-1 0 0,-7-8 3 0 0,-1 1-1 0 0,-1 0 1 0 0,-1 0 0 0 0,-1 0 0 0 0,-1 0-1 0 0,2 28 1 0 0,-3-15-146 0 0,-1-18 9 0 0,-1 23-1 0 0,-2 62 62 0 0,-1 14-89 0 0,4-31 7 0 0,-4-69 32 0 0,0 0 0 0 0,-1 0 0 0 0,-10 30 0 0 0,-5 33-54 0 0,1-2-44 0 0,-8 22 66 0 0,17-62-42 0 0,7-30 37 0 0,0 0-1 0 0,-1 0 1 0 0,1 0-1 0 0,-2 0 1 0 0,-2 8-1 0 0,-7 12 26 0 0,10-20-11 0 0,0-1 0 0 0,-1 1 1 0 0,0-1-1 0 0,0 0 0 0 0,-4 6 0 0 0,2-5-9 0 0,-1 1 15 0 0,2 1-1 0 0,-1 0 1 0 0,-4 14 0 0 0,-3 4 107 0 0,9-18-99 0 0,2-6 25 0 0,-3 1-25 0 0,3-2 7 0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40.137"/>
    </inkml:context>
    <inkml:brush xml:id="br0">
      <inkml:brushProperty name="width" value="0.05" units="cm"/>
      <inkml:brushProperty name="height" value="0.05" units="cm"/>
    </inkml:brush>
  </inkml:definitions>
  <inkml:trace contextRef="#ctx0" brushRef="#br0">0 95 919 0 0,'0'0'12448'0'0,"6"-7"-9082"0"0,-2 1-2410 0 0,-1 0 1 0 0,1 0 0 0 0,1 1-1 0 0,-1-1 1 0 0,10-8 0 0 0,-8 8-649 0 0,0 1-1 0 0,0 0 1 0 0,0 1 0 0 0,1 0-1 0 0,0 0 1 0 0,0 0-1 0 0,0 1 1 0 0,13-5 0 0 0,-18 8-258 0 0,1-1 1 0 0,0 1-1 0 0,0 0 1 0 0,0 0 0 0 0,0 0-1 0 0,0 0 1 0 0,0 1-1 0 0,0-1 1 0 0,0 1-1 0 0,0 0 1 0 0,-1-1-1 0 0,1 1 1 0 0,0 1-1 0 0,0-1 1 0 0,-1 0 0 0 0,1 1-1 0 0,-1-1 1 0 0,1 1-1 0 0,-1 0 1 0 0,0 0-1 0 0,0 0 1 0 0,3 3-1 0 0,-3-2-28 0 0,-1 0-1 0 0,0 0 1 0 0,0 0-1 0 0,0 0 1 0 0,-1 0 0 0 0,1 0-1 0 0,-1 0 1 0 0,0 0-1 0 0,1 1 1 0 0,-1-1-1 0 0,-1 0 1 0 0,1 0-1 0 0,0 0 1 0 0,-2 6-1 0 0,0-2 17 0 0,0-1 0 0 0,0 0 0 0 0,-1 0 0 0 0,0 0 0 0 0,0 0 0 0 0,-6 9 0 0 0,-28 32 106 0 0,18-25-95 0 0,-35 43 68 0 0,89-77 134 0 0,50-11 1 0 0,-69 20-261 0 0,-11 2 17 0 0,-1 0 0 0 0,1 0-1 0 0,-1 1 1 0 0,1-1 0 0 0,0 1-1 0 0,0 0 1 0 0,-1 1-1 0 0,1-1 1 0 0,8 2 0 0 0,15 11 818 0 0,-23-10-747 0 0,-3-2-20 0 0,8-2-146 0 0,-6 1-248 0 0,-1-1 0 0 0,0 0 0 0 0,0 0 0 0 0,0 0 0 0 0,-1 0 0 0 0,1-1 0 0 0,3-1 0 0 0,3-4-1121 0 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40.566"/>
    </inkml:context>
    <inkml:brush xml:id="br0">
      <inkml:brushProperty name="width" value="0.05" units="cm"/>
      <inkml:brushProperty name="height" value="0.05" units="cm"/>
    </inkml:brush>
  </inkml:definitions>
  <inkml:trace contextRef="#ctx0" brushRef="#br0">189 13 14047 0 0,'0'0'1412'0'0,"-9"-2"-25"0"0,-1-1 228 0 0,1 0 0 0 0,-1 1 1 0 0,-12-1-1 0 0,17 3-1252 0 0,0 0 1 0 0,-1 0 0 0 0,1 1-1 0 0,0-1 1 0 0,-1 1-1 0 0,1 0 1 0 0,-9 4-1 0 0,8-3-290 0 0,1 0-1 0 0,0 1 1 0 0,0-1-1 0 0,1 1 1 0 0,-1 0-1 0 0,1 1 1 0 0,-1-1-1 0 0,1 1 0 0 0,0 0 1 0 0,0 0-1 0 0,-4 5 1 0 0,6-6-84 0 0,0 1 0 0 0,0-1-1 0 0,0 0 1 0 0,0 1 0 0 0,1-1 0 0 0,-1 1 0 0 0,1 0 0 0 0,0-1-1 0 0,0 1 1 0 0,0 0 0 0 0,0 0 0 0 0,1 0 0 0 0,-1 0 0 0 0,1 0-1 0 0,0-1 1 0 0,1 7 0 0 0,0-4 3 0 0,0 0 0 0 0,1 0-1 0 0,0 0 1 0 0,0 0 0 0 0,0 0 0 0 0,0-1-1 0 0,1 1 1 0 0,0-1 0 0 0,7 9 0 0 0,-7-10 5 0 0,-1-1 0 0 0,2 0 0 0 0,-1 0 0 0 0,0-1 0 0 0,0 1 1 0 0,1-1-1 0 0,0 1 0 0 0,-1-1 0 0 0,1 0 0 0 0,0-1 0 0 0,0 1 0 0 0,0-1 1 0 0,0 1-1 0 0,0-1 0 0 0,6 0 0 0 0,-7 0 3 0 0,0 0 0 0 0,1-1 0 0 0,-1 0 0 0 0,0 1 0 0 0,0-1 0 0 0,1-1 0 0 0,-1 1 0 0 0,0 0 0 0 0,1-1 0 0 0,-1 1 0 0 0,0-1 0 0 0,0 0 0 0 0,0 0 0 0 0,0-1 0 0 0,4-1 0 0 0,9-4 0 0 0,-12 6 0 0 0,-1-1 0 0 0,0 1 0 0 0,1-1 0 0 0,-1 0 0 0 0,0 0 0 0 0,0 0 0 0 0,4-3 0 0 0,-3 1 8 0 0,-2 2 11 0 0,0 0 0 0 0,0 0-1 0 0,0 0 1 0 0,0 0 0 0 0,0 0-1 0 0,-1-1 1 0 0,1 1 0 0 0,-1 0-1 0 0,1-1 1 0 0,-1 1-1 0 0,0-1 1 0 0,0 1 0 0 0,0-1-1 0 0,0 0 1 0 0,0-3 0 0 0,0-3 245 0 0,1-1 1 0 0,-2 1 0 0 0,1-1-1 0 0,-1 1 1 0 0,-1-1-1 0 0,0 1 1 0 0,0-1-1 0 0,-4-13 1 0 0,4 21-235 0 0,0-1-1 0 0,0 1 0 0 0,0 0 1 0 0,0-1-1 0 0,-1 1 1 0 0,1 0-1 0 0,-1 0 1 0 0,1 0-1 0 0,-1 0 1 0 0,0 0-1 0 0,0 0 1 0 0,0 1-1 0 0,0-1 1 0 0,0 1-1 0 0,0-1 1 0 0,0 1-1 0 0,0 0 1 0 0,-1 0-1 0 0,1 0 0 0 0,-1 0 1 0 0,1 0-1 0 0,-1 0 1 0 0,1 0-1 0 0,-5 0 1 0 0,3 1-1086 0 0,1 0-1 0 0,0 0 1 0 0,0 0 0 0 0,0 1 0 0 0,0-1-1 0 0,0 1 1 0 0,-5 1 0 0 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43.109"/>
    </inkml:context>
    <inkml:brush xml:id="br0">
      <inkml:brushProperty name="width" value="0.05" units="cm"/>
      <inkml:brushProperty name="height" value="0.05" units="cm"/>
    </inkml:brush>
  </inkml:definitions>
  <inkml:trace contextRef="#ctx0" brushRef="#br0">48 65 8519 0 0,'0'0'5002'0'0,"0"-2"-3574"0"0,0-9-179 0 0,0 8 1072 0 0,-8 1-93 0 0,-2-6-1131 0 0,10 7-760 0 0,-1 0 0 0 0,0 1 0 0 0,1-1 0 0 0,-1 0 0 0 0,0 1 0 0 0,0-1 0 0 0,0 0 0 0 0,1 1 0 0 0,-1-1 0 0 0,0 1 0 0 0,0-1 0 0 0,0 1 0 0 0,0-1 0 0 0,-1 1 0 0 0,0 0-80 0 0,1 0 1 0 0,0 1-1 0 0,0-1 0 0 0,0 1 1 0 0,0-1-1 0 0,-1 1 0 0 0,1 0 0 0 0,0-1 1 0 0,0 1-1 0 0,-1 1 0 0 0,0 0 656 0 0,7-2-846 0 0,-1-1 0 0 0,1 1 1 0 0,-1 0-1 0 0,1-1 1 0 0,-1 0-1 0 0,1 0 0 0 0,-1-1 1 0 0,1 1-1 0 0,-1-1 1 0 0,6-3-1 0 0,-7 4-67 0 0,1 0 0 0 0,-1 0 1 0 0,0 0-1 0 0,1 0 0 0 0,-1 1 0 0 0,1-1 0 0 0,0 1 0 0 0,5 0 1 0 0,16-2-339 0 0,-2-2 304 0 0,-17 4 31 0 0,0-1 1 0 0,0 0-1 0 0,0-1 1 0 0,12-3-1 0 0,-17 4-1 0 0,0 1-1 0 0,1-1 1 0 0,-1 1-1 0 0,0-1 1 0 0,1 1-1 0 0,-1 0 1 0 0,0-1-1 0 0,1 1 1 0 0,-1 0-1 0 0,0 0 1 0 0,1 0-1 0 0,-1 0 1 0 0,1 1-1 0 0,-1-1 1 0 0,0 0-1 0 0,1 0 1 0 0,1 1-1 0 0,1 0-3 0 0,1 0 0 0 0,-1 0 0 0 0,1 0 0 0 0,0-1 0 0 0,-1 0 0 0 0,10-1 0 0 0,-5 1 19 0 0,-7 0 170 0 0,-33 17-53 0 0,7-10-107 0 0,0-2 1 0 0,-1 0-1 0 0,0-2 0 0 0,0-1 1 0 0,-39-1-1 0 0,64-1-21 0 0,-1 0 0 0 0,0 0 0 0 0,0 0 0 0 0,0 0 0 0 0,0 0 0 0 0,0 0 1 0 0,0-1-1 0 0,0 1 0 0 0,0 0 0 0 0,0-1 0 0 0,1 1 0 0 0,-1-1 0 0 0,0 1 0 0 0,-1-2 0 0 0,0 1-9 0 0,0 0-1 0 0,0 0 1 0 0,0 0-1 0 0,0 0 1 0 0,-1 0-1 0 0,1 0 1 0 0,-3 0-1 0 0,4 1-46 0 0,8-2-21 0 0,17 4 77 0 0,-4 1 0 0 0,118-12-80 0 0,-122 4 77 0 0,-14 4-6 0 0,0 1 1 0 0,0-1 0 0 0,1 1-1 0 0,-1-1 1 0 0,0 1 0 0 0,1 0-1 0 0,-1-1 1 0 0,0 1-1 0 0,0 0 1 0 0,1 1 0 0 0,-1-1-1 0 0,0 0 1 0 0,1 1-1 0 0,-1-1 1 0 0,3 2 0 0 0,-9-4-633 0 0,3 1 484 0 0,1 1-1 0 0,0 0 1 0 0,0 0 0 0 0,-1 0 0 0 0,1 0 0 0 0,0 0-1 0 0,0 0 1 0 0,-1 0 0 0 0,1-1 0 0 0,0 1 0 0 0,-1 0-1 0 0,1 0 1 0 0,0 0 0 0 0,0 0 0 0 0,-1 0 0 0 0,1 0-1 0 0,0 0 1 0 0,-1 0 0 0 0,1 0 0 0 0,0 1 0 0 0,0-1-1 0 0,-1 0 1 0 0,1 0 0 0 0,0 0 0 0 0,0 0 0 0 0,-1 0-1 0 0,1 1 1 0 0,-5-1-2218 0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45.220"/>
    </inkml:context>
    <inkml:brush xml:id="br0">
      <inkml:brushProperty name="width" value="0.05" units="cm"/>
      <inkml:brushProperty name="height" value="0.05" units="cm"/>
    </inkml:brush>
  </inkml:definitions>
  <inkml:trace contextRef="#ctx0" brushRef="#br0">179 0 9671 0 0,'8'0'13783'0'0,"-14"20"-12135"0"0,-37 70-1073 0 0,36-76-549 0 0,-9 19 249 0 0,0 0 1 0 0,3 1-1 0 0,-16 61 0 0 0,-10 116 96 0 0,34-177-279 0 0,1 0 1 0 0,1 62-1 0 0,3-94-89 0 0,-3 39 131 0 0,2-31-95 0 0,0 1-1 0 0,0-1 1 0 0,2 20-1 0 0,2-3-16 0 0,-2-17-1 0 0,0 0 0 0 0,0 0-1 0 0,1 0 1 0 0,1 0 0 0 0,4 13 0 0 0,6 12 105 0 0,13 47 0 0 0,-15-47 30 0 0,1-2 0 0 0,32 60 1 0 0,-33-71-92 0 0,2 5 259 0 0,-12-26 99 0 0,10 11-119 0 0,-4-4-153 0 0,-5-6 138 0 0,-2-2-270 0 0,1 0-1 0 0,0 0 1 0 0,-1 0-1 0 0,1 1 1 0 0,-1-1 0 0 0,1 0-1 0 0,-1 1 1 0 0,1-1-1 0 0,-1 0 1 0 0,1 1 0 0 0,-1-1-1 0 0,1 1 1 0 0,-1-1-1 0 0,0 0 1 0 0,1 1 0 0 0,-1-1-1 0 0,0 1 1 0 0,1 0-1 0 0,-1 0 1 0 0,3 3-329 0 0,-1-13-1136 0 0,0-3-890 0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47.033"/>
    </inkml:context>
    <inkml:brush xml:id="br0">
      <inkml:brushProperty name="width" value="0.05" units="cm"/>
      <inkml:brushProperty name="height" value="0.05" units="cm"/>
    </inkml:brush>
  </inkml:definitions>
  <inkml:trace contextRef="#ctx0" brushRef="#br0">14 1 4111 0 0,'-13'1'21304'0'0,"40"50"-20620"0"0,-13-26-394 0 0,-1 0 1 0 0,-1 1-1 0 0,10 30 0 0 0,-14-28-232 0 0,9 34-30 0 0,-4-3 111 0 0,-6-31-43 0 0,4 32-1 0 0,-2-1 62 0 0,-4-32-129 0 0,-1 0 1 0 0,0 44 0 0 0,-4-43-34 0 0,-2 56 127 0 0,3-73-103 0 0,-1-8-10 0 0,1 0 0 0 0,-1 1 1 0 0,0-1-1 0 0,0 0 1 0 0,-1 7-1 0 0,0 15 5 0 0,1-16-4 0 0,0 0 0 0 0,-1 0 0 0 0,-1 0 0 0 0,-2 12 0 0 0,-7 30-83 0 0,8-38 126 0 0,0 0 1 0 0,-3 18-1 0 0,1 2 28 0 0,-7 2-81 0 0,9-29 0 0 0,1 0 0 0 0,0 1 0 0 0,0-1 0 0 0,0 0 0 0 0,-1 10 0 0 0,1 1 81 0 0,-6 24 0 0 0,8-40-79 0 0,-16 65-78 0 0,9-39 164 0 0,7-23-29 0 0,-1-1-1 0 0,0 1 0 0 0,0 0 1 0 0,0-1-1 0 0,0 1 1 0 0,0-1-1 0 0,-1 0 1 0 0,0 1-1 0 0,1-1 1 0 0,-1 0-1 0 0,0 0 1 0 0,-3 3-1 0 0,-1 3 461 0 0,4-5-884 0 0,-2-11-1642 0 0,3-4-4753 0 0,0-2-2139 0 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47.940"/>
    </inkml:context>
    <inkml:brush xml:id="br0">
      <inkml:brushProperty name="width" value="0.05" units="cm"/>
      <inkml:brushProperty name="height" value="0.05" units="cm"/>
    </inkml:brush>
  </inkml:definitions>
  <inkml:trace contextRef="#ctx0" brushRef="#br0">106 17 8639 0 0,'0'0'396'0'0,"-9"1"128"0"0,8-1-525 0 0,1 0 0 0 0,-1-1 0 0 0,0 1-1 0 0,0 0 1 0 0,1-1 0 0 0,-1 1 0 0 0,0-1 0 0 0,0 1-1 0 0,1-1 1 0 0,-1 1 0 0 0,0-1 0 0 0,1 1-1 0 0,-1-1 1 0 0,1 1 0 0 0,-1-1 0 0 0,0-1-1 0 0,1 1 28 0 0,0 1 0 0 0,0 0-1 0 0,-1-1 1 0 0,1 1 0 0 0,0 0 0 0 0,0-1-1 0 0,-1 1 1 0 0,1 0 0 0 0,0-1-1 0 0,0 1 1 0 0,-1 0 0 0 0,1-1-1 0 0,0 1 1 0 0,-1 0 0 0 0,1 0-1 0 0,0-1 1 0 0,-1 1 0 0 0,1 0-1 0 0,0 0 1 0 0,-1 0 0 0 0,1-1 0 0 0,0 1-1 0 0,-1 0 1 0 0,1 0 0 0 0,-1 0-1 0 0,1 0 1 0 0,0 0 0 0 0,-1 0-1 0 0,1 0 1 0 0,-1 0 0 0 0,1 0-1 0 0,-1 0 1 0 0,1 0 0 0 0,0 0-1 0 0,-1 0 1 0 0,1 0 0 0 0,-1 1-1 0 0,1-1 1 0 0,0 0 0 0 0,-1 0 0 0 0,1 0-1 0 0,0 0 1 0 0,-1 1 0 0 0,1-1-1 0 0,0 0 1 0 0,-1 0 0 0 0,1 1-1 0 0,-4 3 303 0 0,3-4-111 0 0,0 1 1 0 0,1 0-1 0 0,-1 0 0 0 0,0-1 0 0 0,0 1 1 0 0,1 0-1 0 0,-1-1 0 0 0,0 1 0 0 0,0-1 0 0 0,0 1 1 0 0,0-1-1 0 0,0 0 0 0 0,0 1 0 0 0,0-1 0 0 0,0 0 1 0 0,0 0-1 0 0,0 0 0 0 0,0 1 0 0 0,0-1 0 0 0,0 0 1 0 0,-1 0-1 0 0,-11 0 1353 0 0,11 0-1368 0 0,1 0 0 0 0,0 0 0 0 0,-1 0 0 0 0,1 0 1 0 0,0 0-1 0 0,-1 0 0 0 0,1 0 0 0 0,-1 0 0 0 0,1-1 0 0 0,0 1 0 0 0,-1 0 0 0 0,-4-3 4451 0 0,-1 1 1 0 0,18-1-3897 0 0,21-3-1098 0 0,-7 5 410 0 0,-19 0-61 0 0,1 1 1 0 0,0 0-1 0 0,-1 0 1 0 0,1 0-1 0 0,0 1 1 0 0,10 2-1 0 0,-11-2 13 0 0,1 1 0 0 0,-1-1 0 0 0,1-1 0 0 0,10 1 0 0 0,18 1 77 0 0,138 17 446 0 0,-144-19-441 0 0,-21 0-119 0 0,0 0 0 0 0,0 0 0 0 0,0 1 0 0 0,11 2 0 0 0,-10-2 68 0 0,1 1 0 0 0,0-2 0 0 0,18 0 0 0 0,-12 0-59 0 0,33-10 199 0 0,39 17-154 0 0,-33-1-36 0 0,-5 4 18 0 0,-48-10 48 0 0,0 1-15 0 0,1-1-44 0 0,17 5 110 0 0,-16-3-109 0 0,17 4 2 0 0,-20-6 41 0 0,1 1 0 0 0,5 1-57 0 0,-5-1 83 0 0,-15-2-1804 0 0,3 1-1109 0 0,3 1-3009 0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48.736"/>
    </inkml:context>
    <inkml:brush xml:id="br0">
      <inkml:brushProperty name="width" value="0.05" units="cm"/>
      <inkml:brushProperty name="height" value="0.05" units="cm"/>
    </inkml:brush>
  </inkml:definitions>
  <inkml:trace contextRef="#ctx0" brushRef="#br0">43 70 10591 0 0,'0'0'810'0'0,"-1"0"-554"0"0,-14-2-528 0 0,13 2 960 0 0,0-1 0 0 0,0 1 1 0 0,0-1-1 0 0,0 0 1 0 0,0 0-1 0 0,0 0 0 0 0,0 0 1 0 0,-2-2-1 0 0,-2-2 4435 0 0,6 4-4863 0 0,0 1 1 0 0,0 0-1 0 0,0-1 0 0 0,-1 1 0 0 0,1 0 1 0 0,0-1-1 0 0,0 1 0 0 0,0 0 0 0 0,0-1 1 0 0,0 0-1 0 0,2-3-526 0 0,5-3 410 0 0,-2 2 71 0 0,0-1 0 0 0,1 1 0 0 0,10-7 0 0 0,-14 11-181 0 0,0 0 0 0 0,0 0 1 0 0,0 0-1 0 0,0 0 0 0 0,0 0 0 0 0,0 0 0 0 0,0 1 0 0 0,0-1 1 0 0,0 1-1 0 0,1-1 0 0 0,-1 1 0 0 0,0 0 0 0 0,0 0 0 0 0,0 0 1 0 0,1 0-1 0 0,-1 0 0 0 0,3 2 0 0 0,-1-1 1 0 0,-1 0 0 0 0,0 1 0 0 0,0 0 0 0 0,0-1 0 0 0,0 1 0 0 0,0 0 0 0 0,3 4 0 0 0,-4-5-25 0 0,-1 0-1 0 0,0 0 1 0 0,1 0 0 0 0,-1 1-1 0 0,0-1 1 0 0,0 0 0 0 0,0 1-1 0 0,0-1 1 0 0,0 1 0 0 0,0-1-1 0 0,0 1 1 0 0,-1-1 0 0 0,1 1-1 0 0,0 0 1 0 0,-1-1 0 0 0,0 1-1 0 0,1 0 1 0 0,-1-1 0 0 0,0 3-1 0 0,2 4 46 0 0,-2-3-34 0 0,0-1-1 0 0,1 1 1 0 0,-1 0 0 0 0,-1 0-1 0 0,1-1 1 0 0,-1 1 0 0 0,0 0-1 0 0,0-1 1 0 0,0 1 0 0 0,0-1-1 0 0,-1 1 1 0 0,0-1 0 0 0,0 0-1 0 0,0 1 1 0 0,-4 3 0 0 0,-5 11 161 0 0,-27 30 0 0 0,36-47-189 0 0,-52 56 135 0 0,53-58 103 0 0,57-5-109 0 0,2 0 196 0 0,-52 5-244 0 0,0 0 0 0 0,0 0 0 0 0,0 1 1 0 0,0 0-1 0 0,-1 0 0 0 0,1 1 0 0 0,8 2 0 0 0,-1 1 248 0 0,2-1 0 0 0,25 4 0 0 0,-20-4 235 0 0,-4-2 726 0 0,-5-2-7840 0 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49.309"/>
    </inkml:context>
    <inkml:brush xml:id="br0">
      <inkml:brushProperty name="width" value="0.05" units="cm"/>
      <inkml:brushProperty name="height" value="0.05" units="cm"/>
    </inkml:brush>
  </inkml:definitions>
  <inkml:trace contextRef="#ctx0" brushRef="#br0">161 86 7511 0 0,'0'0'682'0'0,"0"-2"-561"0"0,1 1-594 0 0,5-9 1539 0 0,-6 8-263 0 0,1 1 0 0 0,-1 0 0 0 0,0 0 0 0 0,1-1 1 0 0,-1 1-1 0 0,0-1 0 0 0,0 1 0 0 0,0 0 0 0 0,0-1 0 0 0,0 1 0 0 0,0-1 0 0 0,-1-2 1876 0 0,-17-8-336 0 0,15 11-2120 0 0,-1 0 0 0 0,1 0 1 0 0,-1 1-1 0 0,0 0 0 0 0,1 0 1 0 0,-1 0-1 0 0,1 0 0 0 0,-1 0 1 0 0,1 1-1 0 0,-1-1 0 0 0,1 1 1 0 0,-1 0-1 0 0,-4 2 0 0 0,-12 2 436 0 0,19-4-625 0 0,0-1 0 0 0,-1 1 0 0 0,1-1-1 0 0,0 1 1 0 0,0 0 0 0 0,-1 0 0 0 0,1 0 0 0 0,0 0-1 0 0,0-1 1 0 0,0 2 0 0 0,0-1 0 0 0,-2 2 0 0 0,-1 2 21 0 0,-1 0-46 0 0,0 0 0 0 0,0 0 0 0 0,0 0 1 0 0,1 1-1 0 0,0 0 0 0 0,0 0 0 0 0,0 0 1 0 0,1 0-1 0 0,0 1 0 0 0,0-1 0 0 0,1 1 1 0 0,0 0-1 0 0,-2 8 0 0 0,3-2-9 0 0,1-10 0 0 0,-1 0 0 0 0,1 0 0 0 0,0 0 0 0 0,0 0 0 0 0,0 0 0 0 0,0-1 0 0 0,1 1 0 0 0,-1 0 0 0 0,1 0 0 0 0,0 0 0 0 0,-1 0 0 0 0,1-1 0 0 0,1 1 0 0 0,-1 0 0 0 0,2 2 0 0 0,-1-1-7 0 0,0-1 0 0 0,1 1 0 0 0,-1 0 0 0 0,1-1 0 0 0,0 0 0 0 0,0 1 0 0 0,1-1 0 0 0,-1 0 0 0 0,0-1 0 0 0,1 1 0 0 0,0-1 0 0 0,6 4-1 0 0,-2-2-17 0 0,0-1-1 0 0,0 1 1 0 0,0-2-1 0 0,0 1 0 0 0,15 2 1 0 0,-15-4 27 0 0,-1-1 0 0 0,1 0 0 0 0,0 0 0 0 0,-1 0 0 0 0,1-1 0 0 0,0-1 0 0 0,-1 1 0 0 0,1-1 0 0 0,-1 0 1 0 0,0-1-1 0 0,9-3 0 0 0,-5 0 32 0 0,0 0 1 0 0,-1 0-1 0 0,1-1 1 0 0,-1-1-1 0 0,-1 0 1 0 0,10-9-1 0 0,-16 15-20 0 0,-1-1-1 0 0,1 1 0 0 0,-1 0 1 0 0,0-1-1 0 0,0 0 0 0 0,0 1 1 0 0,0-1-1 0 0,0 0 0 0 0,-1 0 1 0 0,1 0-1 0 0,-1 0 0 0 0,0 0 1 0 0,1-5-1 0 0,2-6 144 0 0,-3 12-116 0 0,-1 0 0 0 0,1-1 0 0 0,0 1 0 0 0,-1 0 0 0 0,0 0 0 0 0,1 0 0 0 0,-1-1 0 0 0,0 1 0 0 0,0 0 0 0 0,-1-3 0 0 0,-1-12 297 0 0,1 10-177 0 0,0 1 0 0 0,0 0-1 0 0,-4-12 1 0 0,4 15-125 0 0,0 1-1 0 0,0 0 0 0 0,0 0 1 0 0,0 0-1 0 0,-1 0 1 0 0,1 0-1 0 0,-1 0 0 0 0,1 1 1 0 0,-1-1-1 0 0,0 0 0 0 0,1 1 1 0 0,-1-1-1 0 0,0 1 1 0 0,-4-2-1 0 0,-7-5 156 0 0,-2 1 0 0 0,1 1 0 0 0,-1 0 1 0 0,-18-5-1 0 0,27 10-493 0 0,0 0 1 0 0,-1 0 0 0 0,1 0 0 0 0,0 1-1 0 0,-1 0 1 0 0,1 0 0 0 0,0 0-1 0 0,-1 1 1 0 0,1 0 0 0 0,0 0-1 0 0,0 1 1 0 0,0 0 0 0 0,-9 3-1 0 0,12-3-546 0 0,-3 2-211 0 0,2-3-2429 0 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50.742"/>
    </inkml:context>
    <inkml:brush xml:id="br0">
      <inkml:brushProperty name="width" value="0.05" units="cm"/>
      <inkml:brushProperty name="height" value="0.05" units="cm"/>
    </inkml:brush>
  </inkml:definitions>
  <inkml:trace contextRef="#ctx0" brushRef="#br0">1 647 3223 0 0,'0'0'19939'0'0,"1"-1"-19783"0"0,4-1-88 0 0,1-1 0 0 0,-1 1 0 0 0,0 1 0 0 0,1-1 0 0 0,5 0 0 0 0,25-8 484 0 0,-29 6-406 0 0,-1 0 1 0 0,1 0 0 0 0,-1-1-1 0 0,0 0 1 0 0,8-8-1 0 0,14-11 408 0 0,-19 17-364 0 0,-1 0-1 0 0,1-1 0 0 0,-2-1 1 0 0,1 1-1 0 0,-1-1 1 0 0,9-14-1 0 0,29-62 597 0 0,-33 59-679 0 0,-2 0-1 0 0,-1 0 0 0 0,-1-1 1 0 0,-1-1-1 0 0,6-49 1 0 0,-12 68-77 0 0,0 0 0 0 0,-1 0 0 0 0,0 1 0 0 0,0-1 0 0 0,-1 0 0 0 0,0 0 0 0 0,0 0 0 0 0,-1 0 1 0 0,-1 1-1 0 0,1-1 0 0 0,-1 1 0 0 0,-1 0 0 0 0,-6-12 0 0 0,5 12-13 0 0,0 0 1 0 0,-1 0-1 0 0,0 1 0 0 0,-13-12 1 0 0,17 18-17 0 0,0-1 0 0 0,0 0 1 0 0,-1 1-1 0 0,1-1 0 0 0,-1 1 0 0 0,1 0 1 0 0,-1 0-1 0 0,0 0 0 0 0,1 0 0 0 0,-1 0 1 0 0,0 0-1 0 0,0 1 0 0 0,0 0 1 0 0,0-1-1 0 0,1 1 0 0 0,-1 0 0 0 0,0 0 1 0 0,0 1-1 0 0,0-1 0 0 0,-4 1 0 0 0,-1 2-29 0 0,1-1-1 0 0,-1 1 0 0 0,1 1 0 0 0,-1-1 1 0 0,1 1-1 0 0,-12 9 0 0 0,3 0-51 0 0,-22 22 0 0 0,32-28 71 0 0,0 1-1 0 0,0-1 1 0 0,1 1 0 0 0,0 0-1 0 0,1 0 1 0 0,-1 1 0 0 0,2-1-1 0 0,-6 17 1 0 0,3-1-13 0 0,0 0 0 0 0,-2 28-1 0 0,5-11 10 0 0,1 0 0 0 0,3 0-1 0 0,8 64 1 0 0,1-62-29 0 0,-2-15 20 0 0,-6-18 22 0 0,1 0 0 0 0,0 1 0 0 0,1-1 0 0 0,0 0 0 0 0,7 10 0 0 0,-9-16 0 0 0,1 0 0 0 0,-1 0 0 0 0,1 0 0 0 0,0 0 0 0 0,1 0 0 0 0,-1-1 0 0 0,1 1 0 0 0,-1-1 0 0 0,1 0 0 0 0,0 0 0 0 0,0 0 0 0 0,1-1 0 0 0,5 3 0 0 0,-8-4 0 0 0,0-1 0 0 0,-1 1 0 0 0,1-1 0 0 0,0 0 0 0 0,0 0 0 0 0,0 0 0 0 0,-1 0 0 0 0,4 0 0 0 0,12 0 0 0 0,11 9 72 0 0,-16-5-11 0 0,-1 0 0 0 0,1-1 0 0 0,12 1 0 0 0,40 3 303 0 0,-62-7-358 0 0,-1 0-1 0 0,0-1 1 0 0,1 1-1 0 0,-1 0 1 0 0,0 0-1 0 0,1-1 1 0 0,-1 1-1 0 0,0-1 1 0 0,1 1 0 0 0,-1-1-1 0 0,0 0 1 0 0,0 1-1 0 0,0-1 1 0 0,1 0-1 0 0,-1 0 1 0 0,0 0-1 0 0,1-2 1 0 0,-1 2-1 0 0,0 1 0 0 0,-1-1 0 0 0,1 0 1 0 0,0 0-1 0 0,0 1 0 0 0,0-1 0 0 0,-1 1 0 0 0,1-1 0 0 0,0 0 1 0 0,0 1-1 0 0,0 0 0 0 0,0-1 0 0 0,0 1 0 0 0,0 0 0 0 0,0-1 1 0 0,0 1-1 0 0,0 0 0 0 0,0 0 0 0 0,0 0 0 0 0,0 0 0 0 0,0 0 1 0 0,2 0-1 0 0,-2 0-20 0 0,0 1 1 0 0,0-1 0 0 0,0 0 0 0 0,0 0-1 0 0,0 0 1 0 0,0 1 0 0 0,0-1-1 0 0,1 0 1 0 0,-1 0 0 0 0,0-1 0 0 0,0 1-1 0 0,0 0 1 0 0,0 0 0 0 0,0 0-1 0 0,0-1 1 0 0,0 1 0 0 0,0-1-1 0 0,0 1 1 0 0,1-1 0 0 0,6-2-514 0 0,20-4-2788 0 0,-17 3 843 0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51.313"/>
    </inkml:context>
    <inkml:brush xml:id="br0">
      <inkml:brushProperty name="width" value="0.05" units="cm"/>
      <inkml:brushProperty name="height" value="0.05" units="cm"/>
    </inkml:brush>
  </inkml:definitions>
  <inkml:trace contextRef="#ctx0" brushRef="#br0">250 4 11167 0 0,'0'0'8975'0'0,"-10"-3"-5713"0"0,-64 10 132 0 0,74-7-3376 0 0,-17 2 533 0 0,-24 8 1 0 0,37-9-504 0 0,-1 0 1 0 0,1 1-1 0 0,-1 0 1 0 0,1 0-1 0 0,0 1 1 0 0,0-1-1 0 0,0 1 1 0 0,0 0-1 0 0,0 0 1 0 0,-3 3-1 0 0,-2 4 18 0 0,-23 28 127 0 0,29-34-195 0 0,1 0 0 0 0,0 0 0 0 0,0 0 1 0 0,1 0-1 0 0,-1 0 0 0 0,1 0 0 0 0,-1 1 0 0 0,2-1 0 0 0,-1 1 0 0 0,0-1 0 0 0,1 0 1 0 0,0 1-1 0 0,0-1 0 0 0,0 1 0 0 0,0-1 0 0 0,2 7 0 0 0,-1-6-13 0 0,0 0-1 0 0,0-1 1 0 0,0 0-1 0 0,1 1 1 0 0,0-1-1 0 0,0 0 1 0 0,0 0-1 0 0,0 0 1 0 0,0 0-1 0 0,1 0 1 0 0,0 0-1 0 0,0-1 1 0 0,0 1-1 0 0,0-1 1 0 0,7 5-1 0 0,12 1 74 0 0,-5-3-52 0 0,-14-4-6 0 0,0-1 1 0 0,0 0-1 0 0,1 0 0 0 0,-1 0 1 0 0,0 0-1 0 0,0 0 0 0 0,0-1 1 0 0,1 1-1 0 0,-1-1 0 0 0,0 0 1 0 0,1 0-1 0 0,4 0 0 0 0,-1-2-11 0 0,-1 0-1 0 0,1 0 1 0 0,-1 0-1 0 0,11-6 1 0 0,8 0-1 0 0,-21 8 12 0 0,-1-1 0 0 0,1 0 0 0 0,-1 0 1 0 0,1 0-1 0 0,-1-1 0 0 0,0 1 0 0 0,1-1 0 0 0,2-2 0 0 0,16-11 17 0 0,-18 14 20 0 0,-1-1 1 0 0,0 0-1 0 0,0 0 1 0 0,0 0-1 0 0,0 0 0 0 0,-1-1 1 0 0,1 1-1 0 0,-1-1 0 0 0,1 1 1 0 0,-1-1-1 0 0,4-6 0 0 0,-4 6 36 0 0,0-1-1 0 0,0 0 1 0 0,-1 0-1 0 0,1 0 1 0 0,-1 0-1 0 0,0 0 1 0 0,0 0-1 0 0,0-1 1 0 0,-1 1-1 0 0,1 0 1 0 0,-1 0-1 0 0,0-1 1 0 0,-1-6-1 0 0,0 6 38 0 0,-1 0-1 0 0,1 0 0 0 0,-1 0 0 0 0,0 0 0 0 0,-1 0 0 0 0,1 1 0 0 0,-1-1 0 0 0,0 1 0 0 0,0 0 0 0 0,-6-7 0 0 0,6 8-93 0 0,0 0 1 0 0,0 0-1 0 0,0 1 1 0 0,-1-1-1 0 0,1 1 1 0 0,-1 0-1 0 0,1 0 1 0 0,-1 0-1 0 0,0 0 1 0 0,0 1-1 0 0,0 0 1 0 0,0-1-1 0 0,0 1 1 0 0,0 1-1 0 0,0-1 1 0 0,-7 0-1 0 0,0 1 18 0 0,-1 1-1 0 0,1 0 1 0 0,-1 0-1 0 0,-20 6 1 0 0,31-7-221 0 0,-1 0 1 0 0,1 1-1 0 0,-1-1 0 0 0,1 1 1 0 0,0 0-1 0 0,0-1 0 0 0,-1 1 1 0 0,1 0-1 0 0,0-1 0 0 0,0 1 1 0 0,0 0-1 0 0,0 0 0 0 0,0 0 1 0 0,0 0-1 0 0,0 0 0 0 0,0 0 1 0 0,0 1-1 0 0,1-1 0 0 0,-1 0 1 0 0,0 0-1 0 0,1 1 0 0 0,-1-1 1 0 0,1 0-1 0 0,-1 1 0 0 0,1-1 1 0 0,0 0-1 0 0,-1 1 0 0 0,1-1 1 0 0,0 0-1 0 0,0 1 0 0 0,0-1 1 0 0,0 1-1 0 0,0-1 0 0 0,0 0 1 0 0,1 1-1 0 0,-1-1 0 0 0,0 1 1 0 0,1-1-1 0 0,-1 0 0 0 0,1 1 1 0 0,-1-1-1 0 0,2 1 0 0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52.315"/>
    </inkml:context>
    <inkml:brush xml:id="br0">
      <inkml:brushProperty name="width" value="0.05" units="cm"/>
      <inkml:brushProperty name="height" value="0.05" units="cm"/>
    </inkml:brush>
  </inkml:definitions>
  <inkml:trace contextRef="#ctx0" brushRef="#br0">235 33 6791 0 0,'0'0'615'0'0,"2"0"-319"0"0,1 0 746 0 0,0 0 0 0 0,0 0 1 0 0,0-1-1 0 0,0 1 0 0 0,-1-1 0 0 0,1 0 0 0 0,5-2 4088 0 0,-6 2-4092 0 0,0-1 0 0 0,-1 0 0 0 0,1 0-1 0 0,-1 0 1 0 0,0 0 0 0 0,0 0 0 0 0,2-5 0 0 0,-8 6-972 0 0,-1-1 0 0 0,1 1 0 0 0,-1 0 0 0 0,1 0 1 0 0,-1 1-1 0 0,0 0 0 0 0,1 0 0 0 0,-1 0 0 0 0,0 0 0 0 0,1 1 1 0 0,-11 3-1 0 0,8-2-36 0 0,0 0 1 0 0,0 1-1 0 0,0 0 1 0 0,1 1 0 0 0,-1-1-1 0 0,1 1 1 0 0,-11 9-1 0 0,15-11-39 0 0,0 1 0 0 0,0-1 0 0 0,0 1 0 0 0,1 0 1 0 0,-1 0-1 0 0,1 0 0 0 0,-1 0 0 0 0,1 0 0 0 0,0 1 0 0 0,0-1 0 0 0,1 1 0 0 0,-1-1 0 0 0,1 1 0 0 0,0 0 0 0 0,0 0 0 0 0,0-1 0 0 0,0 1 0 0 0,0 0 0 0 0,1 0 0 0 0,0 0 0 0 0,0 0 0 0 0,0 0 0 0 0,0 0 0 0 0,1-1 0 0 0,-1 1 0 0 0,1 0 0 0 0,0 0 0 0 0,0 0 0 0 0,4 6 0 0 0,-2-5-5 0 0,0 0 1 0 0,0 0-1 0 0,0-1 0 0 0,1 1 0 0 0,0-1 1 0 0,0 0-1 0 0,0 0 0 0 0,0 0 1 0 0,1-1-1 0 0,-1 1 0 0 0,1-1 0 0 0,0 0 1 0 0,10 4-1 0 0,-7-4-7 0 0,0 0-1 0 0,0-1 1 0 0,1 1 0 0 0,-1-2-1 0 0,1 1 1 0 0,-1-1 0 0 0,1 0-1 0 0,13-1 1 0 0,-14-1 4 0 0,-1 0 0 0 0,1 0 0 0 0,-1 0 0 0 0,8-3 0 0 0,-12 3 14 0 0,-1 0 0 0 0,1 0-1 0 0,0-1 1 0 0,0 1 0 0 0,-1-1-1 0 0,1 1 1 0 0,-1-1 0 0 0,0 0-1 0 0,1 0 1 0 0,-1 1 0 0 0,0-2-1 0 0,3-3 1 0 0,1-1 4 0 0,-5 5 12 0 0,1 0 0 0 0,0-1 0 0 0,-1 1 0 0 0,1-1 0 0 0,-1 1 0 0 0,0-1-1 0 0,0 0 1 0 0,0 1 0 0 0,0-1 0 0 0,0 0 0 0 0,0 0 0 0 0,-1 1-1 0 0,1-1 1 0 0,-1 0 0 0 0,0 0 0 0 0,0 0 0 0 0,0 0 0 0 0,-1-4-1 0 0,0 1 98 0 0,1 1-1 0 0,-2 0 0 0 0,1 0 1 0 0,0 0-1 0 0,-1 0 0 0 0,0 0 1 0 0,-5-9-1 0 0,6 13 242 0 0,3 20-542 0 0,0-3 188 0 0,10 32 0 0 0,-3-15-66 0 0,41 143 6 0 0,-32-116-74 0 0,-8-19 113 0 0,9 82-1 0 0,-12-72 178 0 0,-5-37-151 0 0,-1 1-1 0 0,0-1 1 0 0,-1 0-1 0 0,-1 1 1 0 0,0-1 0 0 0,-6 28-1 0 0,6-38-7 0 0,0 0 0 0 0,0 0 0 0 0,-1 0 0 0 0,1 0 0 0 0,-1 0 0 0 0,0-1 0 0 0,-4 7 0 0 0,-1 1-10 0 0,6-9 36 0 0,0 0 0 0 0,-1 0 0 0 0,1 0 0 0 0,-1 0 0 0 0,1 0-1 0 0,-1 0 1 0 0,0 0 0 0 0,0 0 0 0 0,0-1 0 0 0,0 1 0 0 0,0-1 0 0 0,0 0 0 0 0,0 1 0 0 0,0-1 0 0 0,-1 0-1 0 0,1 0 1 0 0,0-1 0 0 0,-1 1 0 0 0,1 0 0 0 0,-1-1 0 0 0,1 1 0 0 0,-1-1 0 0 0,1 0 0 0 0,-1 0 0 0 0,1 0-1 0 0,-1 0 1 0 0,1 0 0 0 0,-1-1 0 0 0,-2 0 0 0 0,-8-2 135 0 0,1 0 0 0 0,-1-1 0 0 0,1 0 0 0 0,-15-8 0 0 0,18 8-119 0 0,-31-15 150 0 0,0-1 0 0 0,-72-49-1 0 0,100 60-195 0 0,-1-1 0 0 0,1 0-1 0 0,0-1 1 0 0,-13-16 0 0 0,22 24 8 0 0,1 0 0 0 0,0 0 0 0 0,0-1 0 0 0,0 1 1 0 0,0-1-1 0 0,0 1 0 0 0,1-1 0 0 0,-1 1 1 0 0,1-1-1 0 0,0 0 0 0 0,0 1 0 0 0,1-1 0 0 0,-1 0 1 0 0,1 0-1 0 0,0 0 0 0 0,0 0 0 0 0,0 0 0 0 0,0 1 1 0 0,1-1-1 0 0,-1 0 0 0 0,1 0 0 0 0,0 0 0 0 0,2-5 1 0 0,-1 4-10 0 0,1-1-1 0 0,-1 1 1 0 0,1 0 0 0 0,0 0 0 0 0,0 0 0 0 0,1 0 0 0 0,-1 0 0 0 0,1 1 0 0 0,0 0-1 0 0,1 0 1 0 0,-1 0 0 0 0,1 0 0 0 0,0 0 0 0 0,-1 1 0 0 0,1 0 0 0 0,1 0-1 0 0,-1 0 1 0 0,0 1 0 0 0,12-4 0 0 0,11-2-18 0 0,1 1 0 0 0,0 1 1 0 0,0 1-1 0 0,38 0 0 0 0,-51 5 30 0 0,26 4-1 0 0,-29-3-6 0 0,-1 1 1 0 0,1-2 0 0 0,-1 1-1 0 0,1-2 1 0 0,23-3-1 0 0,-35 4-153 0 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53.382"/>
    </inkml:context>
    <inkml:brush xml:id="br0">
      <inkml:brushProperty name="width" value="0.05" units="cm"/>
      <inkml:brushProperty name="height" value="0.05" units="cm"/>
    </inkml:brush>
  </inkml:definitions>
  <inkml:trace contextRef="#ctx0" brushRef="#br0">0 56 10135 0 0,'0'0'8950'0'0,"1"-2"-8404"0"0,-1 0-424 0 0,0 0 0 0 0,1 0 0 0 0,-1-1 0 0 0,1 1 0 0 0,0 0 0 0 0,-1 0-1 0 0,1 0 1 0 0,0 0 0 0 0,0 0 0 0 0,1 0 0 0 0,-1 0 0 0 0,0 0 0 0 0,1 0 0 0 0,-1 1 0 0 0,1-1-1 0 0,-1 0 1 0 0,1 1 0 0 0,0 0 0 0 0,0-1 0 0 0,-1 1 0 0 0,1 0 0 0 0,0 0 0 0 0,0 0 0 0 0,1 0-1 0 0,-1 0 1 0 0,0 0 0 0 0,0 1 0 0 0,0-1 0 0 0,0 1 0 0 0,5-1 0 0 0,8-3 411 0 0,-13 4-489 0 0,0-1-1 0 0,0 1 1 0 0,0-1 0 0 0,-1 1-1 0 0,1 0 1 0 0,0 0-1 0 0,0 0 1 0 0,0 0-1 0 0,0 0 1 0 0,0 0 0 0 0,0 0-1 0 0,2 1 1 0 0,-2 0 253 0 0,0 0-165 0 0,3 3-79 0 0,-1 0-18 0 0,1 0 0 0 0,-1 1 0 0 0,0-1 0 0 0,6 8 0 0 0,-9-9-23 0 0,1-1 1 0 0,-1 0-1 0 0,0 1 0 0 0,0 0 1 0 0,0-1-1 0 0,0 1 0 0 0,0 0 0 0 0,-1-1 1 0 0,1 1-1 0 0,-1 0 0 0 0,0 0 1 0 0,0-1-1 0 0,0 1 0 0 0,0 0 0 0 0,0 0 1 0 0,0 0-1 0 0,-1-1 0 0 0,0 1 1 0 0,1 0-1 0 0,-1-1 0 0 0,-2 5 0 0 0,0 0 58 0 0,0 0 0 0 0,0 0-1 0 0,-1 0 1 0 0,0-1-1 0 0,-1 1 1 0 0,-8 9-1 0 0,-2 0 166 0 0,-1 0-1 0 0,-20 13 0 0 0,31-26 471 0 0,21-8-478 0 0,-6 2-206 0 0,-1 1 1 0 0,16-2-1 0 0,-8 2-10 0 0,-16 2 42 0 0,1-1-34 0 0,0 1 0 0 0,0-1-1 0 0,-1 1 1 0 0,1 0 0 0 0,0 0-1 0 0,0 0 1 0 0,0 0 0 0 0,2 0 0 0 0,-2 0 4 0 0,7 0 228 0 0,1 1 0 0 0,-1 0 0 0 0,14 4 0 0 0,-22-5-38 0 0,13 2 751 0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54.402"/>
    </inkml:context>
    <inkml:brush xml:id="br0">
      <inkml:brushProperty name="width" value="0.05" units="cm"/>
      <inkml:brushProperty name="height" value="0.05" units="cm"/>
    </inkml:brush>
  </inkml:definitions>
  <inkml:trace contextRef="#ctx0" brushRef="#br0">177 5 919 0 0,'-1'-4'22672'0'0,"-24"37"-21505"0"0,18-24-899 0 0,0 0 0 0 0,1 0 0 0 0,-6 11 0 0 0,-3 11-94 0 0,2 0 1 0 0,-16 61 0 0 0,20-63-141 0 0,6-18-13 0 0,-1 1 0 0 0,2 0-1 0 0,-3 21 1 0 0,-11 72 296 0 0,16-104-314 0 0,-16 84 189 0 0,14-77-197 0 0,0 1 0 0 0,1 0 0 0 0,0 0 0 0 0,1 0 0 0 0,0-1 0 0 0,2 16 0 0 0,0 55 144 0 0,3-19-203 0 0,3 1 0 0 0,29 113 0 0 0,-27-139 112 0 0,3 0 0 0 0,0-1 0 0 0,25 45 0 0 0,-25-60-30 0 0,1-1 0 0 0,17 18 0 0 0,-11-13 5 0 0,-17-21 100 0 0,-1 0-1 0 0,1 0 0 0 0,-1 0 0 0 0,1 0 0 0 0,5 3 0 0 0,4 2 476 0 0,-11-6-138 0 0,0-2-384 0 0,3-3-529 0 0,0 1 0 0 0,-1-1 1 0 0,1 0-1 0 0,3-6 0 0 0,0-1-851 0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55.192"/>
    </inkml:context>
    <inkml:brush xml:id="br0">
      <inkml:brushProperty name="width" value="0.05" units="cm"/>
      <inkml:brushProperty name="height" value="0.05" units="cm"/>
    </inkml:brush>
  </inkml:definitions>
  <inkml:trace contextRef="#ctx0" brushRef="#br0">15 6 17015 0 0,'0'0'1712'0'0,"-3"-1"-1568"0"0,-9-4 7007 0 0,61 10-5536 0 0,-13-1-965 0 0,12-4 11 0 0,-33-1-408 0 0,23 2 0 0 0,-31 0-198 0 0,63 6 86 0 0,82-2 0 0 0,-71-4-141 0 0,12-1 0 0 0,-78-1-4 0 0,-10 0 18 0 0,-1 0 1 0 0,1 1-1 0 0,-1 0 1 0 0,1 0-1 0 0,8 1 1 0 0,13 1 46 0 0,10-1-157 0 0,0 0 160 0 0,-33-1-11 0 0,3 2-31 0 0,-5-2 95 0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56.222"/>
    </inkml:context>
    <inkml:brush xml:id="br0">
      <inkml:brushProperty name="width" value="0.05" units="cm"/>
      <inkml:brushProperty name="height" value="0.05" units="cm"/>
    </inkml:brush>
  </inkml:definitions>
  <inkml:trace contextRef="#ctx0" brushRef="#br0">1 1 11399 0 0,'0'0'7615'0'0,"1"1"-6960"0"0,7 5 7 0 0,0 1 0 0 0,0-1 0 0 0,-1 1 1 0 0,0 1-1 0 0,0 0 0 0 0,-1 0 0 0 0,0 0 1 0 0,-1 0-1 0 0,6 12 0 0 0,17 24 168 0 0,-18-28-730 0 0,-1-1 0 0 0,13 28-1 0 0,15 38-22 0 0,-27-63-51 0 0,-1 1-1 0 0,0 0 1 0 0,-2 1 0 0 0,0-1-1 0 0,-1 1 1 0 0,3 22-1 0 0,-2 86 16 0 0,-5-56-31 0 0,-2-65-9 0 0,3 129 126 0 0,-3-118-148 0 0,0 0-1 0 0,-7 33 1 0 0,2-28 24 0 0,0 1 14 0 0,-1 0 0 0 0,-11 26-1 0 0,12-36-22 0 0,0 1-1 0 0,1 0 1 0 0,1 0-1 0 0,-3 24 1 0 0,-4 26-15 0 0,-18 11-92 0 0,23-55 139 0 0,-2 1 17 0 0,-13 34 1 0 0,16-49-44 0 0,3-4 0 0 0,-1-1 0 0 0,1 1 0 0 0,0-1 0 0 0,0 1 0 0 0,0 0 0 0 0,-1 4 0 0 0,0 2 0 0 0,2-2 11 0 0,0-5 21 0 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57.118"/>
    </inkml:context>
    <inkml:brush xml:id="br0">
      <inkml:brushProperty name="width" value="0.05" units="cm"/>
      <inkml:brushProperty name="height" value="0.05" units="cm"/>
    </inkml:brush>
  </inkml:definitions>
  <inkml:trace contextRef="#ctx0" brushRef="#br0">0 33 8983 0 0,'0'0'11226'0'0,"9"-2"-10589"0"0,19-12 419 0 0,-24 12-924 0 0,-1 0 0 0 0,1 0 1 0 0,0 0-1 0 0,1 0 0 0 0,-1 0 0 0 0,0 1 0 0 0,6-2 0 0 0,-7 3-70 0 0,0 0-1 0 0,1 0 0 0 0,-1 0 1 0 0,0 0-1 0 0,0 0 1 0 0,0 0-1 0 0,0 1 1 0 0,1 0-1 0 0,-1-1 1 0 0,0 1-1 0 0,0 1 0 0 0,0-1 1 0 0,-1 0-1 0 0,1 1 1 0 0,0-1-1 0 0,0 1 1 0 0,-1 0-1 0 0,1 0 0 0 0,-1 0 1 0 0,1 0-1 0 0,-1 0 1 0 0,0 0-1 0 0,0 1 1 0 0,2 3-1 0 0,-1-3 16 0 0,-1 1-1 0 0,0-1 1 0 0,0 1 0 0 0,-1 0-1 0 0,1-1 1 0 0,-1 1 0 0 0,0 0-1 0 0,0 0 1 0 0,0 0-1 0 0,-1 0 1 0 0,1 0 0 0 0,-1 0-1 0 0,0 0 1 0 0,0 0 0 0 0,0 0-1 0 0,-1 0 1 0 0,1 0-1 0 0,-3 8 1 0 0,-3 3 37 0 0,0 0 1 0 0,-1 0-1 0 0,-1-1 1 0 0,-17 26-1 0 0,16-32-88 0 0,-4 1 24 0 0,11-9-49 0 0,2 1 0 0 0,-1-1-1 0 0,1 0 1 0 0,0 1-1 0 0,-1-1 1 0 0,1 1-1 0 0,-1-1 1 0 0,1 0-1 0 0,0 1 1 0 0,0-1-1 0 0,-1 1 1 0 0,1-1 0 0 0,0 1-1 0 0,0-1 1 0 0,-1 1-1 0 0,1-1 1 0 0,0 1-1 0 0,0-1 1 0 0,0 1-1 0 0,0-1 1 0 0,0 1-1 0 0,0-1 1 0 0,0 2-1 0 0,-1-1 67 0 0,17 11-67 0 0,-14-11 1 0 0,0-1 1 0 0,0 1-1 0 0,0-1 0 0 0,0 1 0 0 0,0-1 1 0 0,0 0-1 0 0,0 0 0 0 0,0 0 0 0 0,0 0 0 0 0,0 0 1 0 0,0 0-1 0 0,0-1 0 0 0,0 1 0 0 0,0-1 1 0 0,-1 1-1 0 0,1-1 0 0 0,3-1 0 0 0,-2 1 11 0 0,0 0-1 0 0,0 0 1 0 0,0 0-1 0 0,1 0 0 0 0,5 0 1 0 0,121-4 817 0 0,-103 6 922 0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0:57.578"/>
    </inkml:context>
    <inkml:brush xml:id="br0">
      <inkml:brushProperty name="width" value="0.05" units="cm"/>
      <inkml:brushProperty name="height" value="0.05" units="cm"/>
    </inkml:brush>
  </inkml:definitions>
  <inkml:trace contextRef="#ctx0" brushRef="#br0">209 36 12439 0 0,'0'0'946'0'0,"-4"-3"-542"0"0,3 2-255 0 0,-1 0 0 0 0,0 0 0 0 0,1 0 0 0 0,-1 1 0 0 0,0-1 0 0 0,0 1 0 0 0,1-1 0 0 0,-1 1 0 0 0,0 0 0 0 0,0-1 0 0 0,-3 1 0 0 0,-9-3 1971 0 0,9 1-1691 0 0,1 1 1 0 0,-1-1-1 0 0,1 1 1 0 0,-1-1-1 0 0,0 1 1 0 0,1 1 0 0 0,-1-1-1 0 0,0 1 1 0 0,0-1-1 0 0,0 1 1 0 0,1 1 0 0 0,-1-1-1 0 0,0 1 1 0 0,0 0-1 0 0,-7 2 1 0 0,7-2-373 0 0,0 1-1 0 0,0 0 1 0 0,1 1 0 0 0,-1-1-1 0 0,0 1 1 0 0,1 0 0 0 0,-1 0-1 0 0,1 0 1 0 0,0 1 0 0 0,0-1-1 0 0,0 1 1 0 0,1 0 0 0 0,-1 0-1 0 0,1 0 1 0 0,0 1-1 0 0,0-1 1 0 0,1 1 0 0 0,-1 0-1 0 0,1-1 1 0 0,0 1 0 0 0,-2 9-1 0 0,5 13-129 0 0,2-19 85 0 0,0 0 0 0 0,1 0 0 0 0,0 0 0 0 0,1 0 0 0 0,-1-1 0 0 0,1 0 0 0 0,1 0 0 0 0,-1 0 0 0 0,1 0 0 0 0,1-1 0 0 0,-1 0 0 0 0,1 0 0 0 0,0-1 0 0 0,0 0 0 0 0,13 7 0 0 0,-16-11 13 0 0,0 0 1 0 0,-1 0-1 0 0,1 0 0 0 0,0 0 1 0 0,0-1-1 0 0,0 1 0 0 0,0-1 0 0 0,0 0 1 0 0,0 0-1 0 0,0-1 0 0 0,0 1 0 0 0,0-1 1 0 0,0 0-1 0 0,0 0 0 0 0,-1 0 1 0 0,1 0-1 0 0,0-1 0 0 0,-1 0 0 0 0,1 1 1 0 0,-1-1-1 0 0,1 0 0 0 0,-1-1 1 0 0,0 1-1 0 0,5-5 0 0 0,-4 3 20 0 0,0 0 0 0 0,0 0-1 0 0,-1 0 1 0 0,1-1 0 0 0,-1 1-1 0 0,0-1 1 0 0,0 0 0 0 0,-1 0-1 0 0,1 0 1 0 0,-1 0 0 0 0,0-1 0 0 0,0 1-1 0 0,-1-1 1 0 0,0 1 0 0 0,0-1-1 0 0,1-8 1 0 0,-2 8 117 0 0,0 1-1 0 0,-1-1 0 0 0,0 0 1 0 0,0 1-1 0 0,0-1 1 0 0,0 1-1 0 0,-1-1 1 0 0,0 1-1 0 0,0 0 0 0 0,0 0 1 0 0,-1-1-1 0 0,0 2 1 0 0,0-1-1 0 0,0 0 1 0 0,0 1-1 0 0,-1-1 1 0 0,0 1-1 0 0,-5-5 0 0 0,4 5-424 0 0,0 0 0 0 0,-1 1-1 0 0,1 0 1 0 0,-1 0-1 0 0,1 0 1 0 0,-1 1-1 0 0,0-1 1 0 0,0 1-1 0 0,0 1 1 0 0,-8-2-1 0 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00.239"/>
    </inkml:context>
    <inkml:brush xml:id="br0">
      <inkml:brushProperty name="width" value="0.05" units="cm"/>
      <inkml:brushProperty name="height" value="0.05" units="cm"/>
    </inkml:brush>
  </inkml:definitions>
  <inkml:trace contextRef="#ctx0" brushRef="#br0">23 30 1375 0 0,'0'0'17528'0'0,"8"-2"-16248"0"0,12-1-639 0 0,0 1 0 0 0,0 1 1 0 0,1 0-1 0 0,22 4 0 0 0,14-1 216 0 0,-51-2-811 0 0,92-3 1179 0 0,-80 2-816 0 0,0-2-1 0 0,-1 0 1 0 0,27-8-1 0 0,-43 10-312 0 0,10-2 72 0 0,-11 3-127 0 0,1 0 0 0 0,-1 0-1 0 0,0 0 1 0 0,0 0-1 0 0,1 0 1 0 0,-1 0 0 0 0,0 0-1 0 0,0 0 1 0 0,1 0-1 0 0,-1 0 1 0 0,0 0 0 0 0,0 1-1 0 0,1-1 1 0 0,-1 0-1 0 0,0 0 1 0 0,0 0 0 0 0,1 0-1 0 0,-1 0 1 0 0,0 1-1 0 0,0-1 1 0 0,0 0-1 0 0,0 0 1 0 0,1 0 0 0 0,-1 1-1 0 0,0-1 1 0 0,0 0-1 0 0,0 0 1 0 0,0 1 0 0 0,0-1-1 0 0,0 0 1 0 0,1 0-1 0 0,-1 1 1 0 0,0-1 0 0 0,0 0-1 0 0,0 0 1 0 0,0 1-1 0 0,0-1 1 0 0,0 0 0 0 0,0 0-1 0 0,0 1 1 0 0,0-1-1 0 0,0 0 1 0 0,0 1-1 0 0,-1-1 1 0 0,1 0 0 0 0,0 0-1 0 0,0 0 1 0 0,0 1-1 0 0,-11 98-28 0 0,4-28-13 0 0,4 6 1 0 0,-4 12 0 0 0,1 23 0 0 0,-17 117 88 0 0,21-199-88 0 0,0-6 0 0 0,1 1 0 0 0,4 46 0 0 0,-2-65 0 0 0,0-1 0 0 0,-1 1 0 0 0,1 0 0 0 0,-1 0 0 0 0,-1 7 0 0 0,-1 20 0 0 0,2 49 0 0 0,-3-7 72 0 0,0-33-21 0 0,8 17-118 0 0,-5-57 67 0 0,1-1 0 0 0,-1 1 0 0 0,0 0 0 0 0,0 0 0 0 0,0-1 0 0 0,0 1 0 0 0,0 0 0 0 0,0-1 0 0 0,0 1 0 0 0,0 0 0 0 0,-1 0 0 0 0,1-1 0 0 0,-2 4 0 0 0,0 2 0 0 0,0 11 0 0 0,-1 6 0 0 0,-1 26 0 0 0,-1 17 0 0 0,5-34 6 0 0,1 23-1 0 0,0-48 0 0 0,-1 0 1 0 0,0 0-1 0 0,-3 12 0 0 0,2-10 5 0 0,0 0-1 0 0,1 0 1 0 0,0 0 0 0 0,1 11-1 0 0,-1 12-9 0 0,0 116-77 0 0,-1-143 109 0 0,1 13-24 0 0,1-12-51 0 0,-1 6 64 0 0,-4 8-2 0 0,5-14-29 0 0,-3 21-33 0 0,0-22 44 0 0,1 1 30 0 0,2 22-10 0 0,1-21-32 0 0,-2-5-31 0 0,2 3 42 0 0,1 2 42 0 0,-1-2-18 0 0,-2-5-17 0 0,0 0-1 0 0,-1-1 0 0 0,1 1 0 0 0,0-1 0 0 0,0 1 1 0 0,0-1-1 0 0,0 1 0 0 0,-1 0 0 0 0,1-1 0 0 0,0 1 1 0 0,0-1-1 0 0,-1 1 0 0 0,1-1 0 0 0,-1 1 0 0 0,1-1 1 0 0,0 1-1 0 0,-1-1 0 0 0,1 0 0 0 0,-1 1 0 0 0,1-1 1 0 0,-1 1-1 0 0,1-1 0 0 0,-1 0 0 0 0,1 0 0 0 0,-1 1 1 0 0,1-1-1 0 0,-2 0 0 0 0,-13 6 31 0 0,11-6-25 0 0,0 0 1 0 0,1 0-1 0 0,-1 0 0 0 0,0-1 0 0 0,-4 0 1 0 0,-17-2-4 0 0,20 3 15 0 0,0 0 0 0 0,0 0 0 0 0,0-1 0 0 0,0 0 0 0 0,0 0 0 0 0,0 0 0 0 0,-5-3 0 0 0,-23-4 197 0 0,17 7-143 0 0,1-1 0 0 0,0-1 0 0 0,0 0 0 0 0,0-1 0 0 0,0-1 0 0 0,1 0 0 0 0,-15-7 0 0 0,27 11-78 0 0,0 0 0 0 0,1 0 0 0 0,-1 1 0 0 0,0-1 0 0 0,0 1 1 0 0,0 0-1 0 0,0-1 0 0 0,0 1 0 0 0,0 0 0 0 0,0 0 0 0 0,0 0 0 0 0,-2 1 0 0 0,-15-3-12 0 0,18 2-48 0 0,0-2-49 0 0,-1 0-1 0 0,0 0 1 0 0,1 1-1 0 0,-1-1 0 0 0,0 0 1 0 0,-4-1-1 0 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07.448"/>
    </inkml:context>
    <inkml:brush xml:id="br0">
      <inkml:brushProperty name="width" value="0.05" units="cm"/>
      <inkml:brushProperty name="height" value="0.05" units="cm"/>
      <inkml:brushProperty name="color" value="#E71224"/>
    </inkml:brush>
  </inkml:definitions>
  <inkml:trace contextRef="#ctx0" brushRef="#br0">1 70 9903 0 0,'0'-43'9512'0'0,"6"43"-6951"0"0,77-14-335 0 0,-70 13-2031 0 0,0 0-1 0 0,0 1 1 0 0,1 0 0 0 0,18 4-1 0 0,-9-2 117 0 0,1-1-1 0 0,0-1 0 0 0,0-1 1 0 0,26-5-1 0 0,-18 2 77 0 0,-15 1-12 0 0,24 0-1 0 0,-39 3-38 0 0,-2 1-531 0 0,-1 0 25 0 0,1 0 0 0 0,0 1 0 0 0,0-1 0 0 0,-1 0 0 0 0,1 0 0 0 0,-1 0 0 0 0,1 0 1 0 0,-1 0-1 0 0,1 0 0 0 0,-1 0 0 0 0,0 0 0 0 0,0 0 0 0 0,1 0 0 0 0,-1 0 0 0 0,0 0 0 0 0,0-1 0 0 0,-1 2 0 0 0,-18 10-4737 0 0,11-9 2796 0 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08.687"/>
    </inkml:context>
    <inkml:brush xml:id="br0">
      <inkml:brushProperty name="width" value="0.05" units="cm"/>
      <inkml:brushProperty name="height" value="0.05" units="cm"/>
      <inkml:brushProperty name="color" value="#E71224"/>
    </inkml:brush>
  </inkml:definitions>
  <inkml:trace contextRef="#ctx0" brushRef="#br0">31 4 8175 0 0,'0'0'1803'0'0,"-7"-4"3049"0"0,7 4-4659 0 0,-1 0-1 0 0,0 1 1 0 0,0-1 0 0 0,0 0 0 0 0,0 0-1 0 0,1 1 1 0 0,-1-1 0 0 0,0 0-1 0 0,0 1 1 0 0,1-1 0 0 0,-1 1 0 0 0,0-1-1 0 0,1 1 1 0 0,-1-1 0 0 0,1 1-1 0 0,-1 0 1 0 0,0-1 0 0 0,1 1 0 0 0,-1 0-1 0 0,1-1 1 0 0,0 1 0 0 0,-1 0-1 0 0,0 1 1 0 0,1-1 261 0 0,0 21 308 0 0,0-14-597 0 0,0 24 1089 0 0,-8 62-1 0 0,8-67-541 0 0,1-25 95 0 0,-1-1-446 0 0,0 0-289 0 0,0-1 0 0 0,0 0 1 0 0,0 0-1 0 0,0 1 0 0 0,0-1 1 0 0,0 0-1 0 0,0 0 0 0 0,0 1 0 0 0,0-1 1 0 0,0 0-1 0 0,0 0 0 0 0,0 1 1 0 0,1-1-1 0 0,-1 0 0 0 0,0 0 1 0 0,0 0-1 0 0,0 1 0 0 0,0-1 1 0 0,0 0-1 0 0,0 0 0 0 0,1 0 1 0 0,-1 1-1 0 0,0-1 0 0 0,0 0 0 0 0,0 0 1 0 0,1 1-1 0 0,15-11 184 0 0,23-9-53 0 0,-9 9-86 0 0,-8 1-36 0 0,-16 6-23 0 0,1 1 1 0 0,-1-1-1 0 0,1 1 1 0 0,7-2-1 0 0,-6 3-36 0 0,7-2 51 0 0,1 1-1 0 0,0 1 1 0 0,0 0-1 0 0,30 3 0 0 0,-31-2-12 0 0,-14 0-51 0 0,0 0 0 0 0,0 0-1 0 0,0 0 1 0 0,0 0 0 0 0,0 1 0 0 0,0-1 0 0 0,-1 0-1 0 0,1 0 1 0 0,0 0 0 0 0,0 1 0 0 0,0-1 0 0 0,0 1-1 0 0,0-1 1 0 0,-1 0 0 0 0,1 1 0 0 0,0-1-1 0 0,0 1 1 0 0,-1 0 0 0 0,2 0 0 0 0,6 5 86 0 0,7 4-32 0 0,-8-5-47 0 0,0 0 0 0 0,0 0 1 0 0,9 10-1 0 0,-15-14 23 0 0,4 13-49 0 0,-3-8 21 0 0,-1-4-11 0 0,0 0 0 0 0,0-1 0 0 0,-1 1 0 0 0,0 0 0 0 0,1 1 0 0 0,-1-1 0 0 0,0 0 0 0 0,0 0 0 0 0,0 0 0 0 0,0 3 0 0 0,1 3-2 0 0,-1-5 4 0 0,0 0-1 0 0,0 0 1 0 0,0-1-1 0 0,0 1 1 0 0,0 0 0 0 0,0 0-1 0 0,-2 4 1 0 0,2-3 19 0 0,-1-1 1 0 0,0 1 0 0 0,0-1-1 0 0,0 1 1 0 0,0-1-1 0 0,0 0 1 0 0,-1 1 0 0 0,0-1-1 0 0,0 0 1 0 0,1 0 0 0 0,-2 0-1 0 0,1 0 1 0 0,0 0-1 0 0,-1-1 1 0 0,1 1 0 0 0,-1-1-1 0 0,0 0 1 0 0,1 1 0 0 0,-5 1-1 0 0,-11 10-56 0 0,15-12 63 0 0,1-1-1 0 0,-1 0 1 0 0,0 0 0 0 0,1 1-1 0 0,-1-2 1 0 0,0 1 0 0 0,0 0-1 0 0,0-1 1 0 0,0 1-1 0 0,0-1 1 0 0,0 0 0 0 0,0 0-1 0 0,1 0 1 0 0,-1 0 0 0 0,-5-1-1 0 0,4 0 26 0 0,-1 1 0 0 0,1 0 0 0 0,0 0 0 0 0,0 0-1 0 0,-1 1 1 0 0,-5 0 0 0 0,-56 12 636 0 0,58-11-645 0 0,0 0 0 0 0,0 0 0 0 0,-1-1-1 0 0,1-1 1 0 0,0 1 0 0 0,-10-2 0 0 0,4 1-75 0 0,12-1-27 0 0,-2-2 54 0 0,34-21-25727 0 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10.154"/>
    </inkml:context>
    <inkml:brush xml:id="br0">
      <inkml:brushProperty name="width" value="0.05" units="cm"/>
      <inkml:brushProperty name="height" value="0.05" units="cm"/>
      <inkml:brushProperty name="color" value="#E71224"/>
    </inkml:brush>
  </inkml:definitions>
  <inkml:trace contextRef="#ctx0" brushRef="#br0">33 57 5183 0 0,'0'0'5611'0'0,"-6"-2"-4678"0"0,-20-10 12939 0 0,47-2-13239 0 0,-16 12-408 0 0,-2 1-129 0 0,5-1 703 0 0,-5 2-857 0 0,12-1 52 0 0,0 0 0 0 0,15-3 0 0 0,-1 0 9 0 0,-4 0 36 0 0,8 0 39 0 0,67 0 277 0 0,-99 4-291 0 0,14 0 504 0 0,-8-1-440 0 0,-6 0 221 0 0,-9 2-7414 0 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11.552"/>
    </inkml:context>
    <inkml:brush xml:id="br0">
      <inkml:brushProperty name="width" value="0.05" units="cm"/>
      <inkml:brushProperty name="height" value="0.05" units="cm"/>
      <inkml:brushProperty name="color" value="#E71224"/>
    </inkml:brush>
  </inkml:definitions>
  <inkml:trace contextRef="#ctx0" brushRef="#br0">83 25 2759 0 0,'0'0'22279'0'0,"1"-1"-22289"0"0,0-4 10 0 0,-1 4 134 0 0,-4-4-1601 0 0,0 1 1467 0 0,0 1-11 0 0,4 3 46 0 0,-1-1 18 0 0,-3-3-31 0 0,3 3 454 0 0,-2 36-471 0 0,2-28-21 0 0,0 1 0 0 0,1 0 1 0 0,-1-1-1 0 0,2 11 0 0 0,-1-2-29 0 0,0-12 36 0 0,0 0 0 0 0,0 0 0 0 0,1 0 0 0 0,-1 0 0 0 0,1 0 0 0 0,0 0 0 0 0,1 4 0 0 0,0 2 77 0 0,0 0 0 0 0,-1 0 0 0 0,0 20 0 0 0,-1-28 28 0 0,-2 1-148 0 0,-3 5 1414 0 0,6-7-764 0 0,5-6-498 0 0,0 0-101 0 0,0 1-1 0 0,0 0 0 0 0,0 0 1 0 0,12-5-1 0 0,-7 6-54 0 0,0 1 0 0 0,19-2 1 0 0,-19 3 96 0 0,0 0 0 0 0,18-5 0 0 0,-23 4-33 0 0,0 1 1 0 0,0 0-1 0 0,0 0 0 0 0,0 0 1 0 0,0 1-1 0 0,0 0 0 0 0,1 0 1 0 0,-1 0-1 0 0,0 1 0 0 0,0 0 0 0 0,0 0 1 0 0,8 3-1 0 0,1 1-8 0 0,-13-2 0 0 0,0-1 0 0 0,9 7 0 0 0,-9-6 0 0 0,8 10 0 0 0,-6-7 54 0 0,0 0 0 0 0,0 0 0 0 0,4 11 0 0 0,-6-9-53 0 0,-1-4 0 0 0,-1-1 0 0 0,1 1 1 0 0,-1-1-1 0 0,0 1 0 0 0,0-1 0 0 0,0 1 1 0 0,-1 6-1 0 0,-6 14 83 0 0,2-7-40 0 0,3-12-23 0 0,0 0 1 0 0,0-1 0 0 0,-1 1 0 0 0,0 0-1 0 0,1 0 1 0 0,-1-1 0 0 0,-8 8-1 0 0,7-6-2 0 0,2-5-2 0 0,1 0 1 0 0,0 0-1 0 0,-1 0 1 0 0,1 0-1 0 0,0 0 1 0 0,-1-1-1 0 0,1 1 1 0 0,-1-1-1 0 0,1 1 1 0 0,-1-1-1 0 0,1 1 1 0 0,-2-1-1 0 0,-8 4 97 0 0,-18 18 174 0 0,15-14-99 0 0,12-6-142 0 0,0-1-1 0 0,0 0 1 0 0,0 1-1 0 0,0-1 1 0 0,0 0-1 0 0,0 0 0 0 0,0-1 1 0 0,0 1-1 0 0,0 0 1 0 0,-1-1-1 0 0,1 1 1 0 0,0-1-1 0 0,0 0 1 0 0,-1 0-1 0 0,1 0 0 0 0,0 0 1 0 0,-3 0-1 0 0,2 0 24 0 0,1-1-1 0 0,-1 1 1 0 0,1 0 0 0 0,-1 0-1 0 0,1 1 1 0 0,-1-1-1 0 0,-2 1 1 0 0,-17 1 260 0 0,-48-15 407 0 0,15 2-378 0 0,43 8-358 0 0,9 2-23 0 0,0 0 0 0 0,-1 0 0 0 0,1 0 0 0 0,0 1 1 0 0,-1 0-1 0 0,-4-1 0 0 0,7 1-307 0 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12.632"/>
    </inkml:context>
    <inkml:brush xml:id="br0">
      <inkml:brushProperty name="width" value="0.05" units="cm"/>
      <inkml:brushProperty name="height" value="0.05" units="cm"/>
      <inkml:brushProperty name="color" value="#E71224"/>
    </inkml:brush>
  </inkml:definitions>
  <inkml:trace contextRef="#ctx0" brushRef="#br0">1 27 14279 0 0,'0'0'8341'0'0,"7"2"-7638"0"0,19-4 403 0 0,-9 0-701 0 0,17-6 83 0 0,-29 7-437 0 0,1-1-1 0 0,-1 1 1 0 0,0 0 0 0 0,1 0-1 0 0,-1 1 1 0 0,0-1-1 0 0,10 2 1 0 0,1 0 195 0 0,0-1 0 0 0,0 0 1 0 0,27-4-1 0 0,17 0 513 0 0,-38 3-402 0 0,4 1-57 0 0,-1 1-3550 0 0,-47-4-11938 0 0,13 4 10297 0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13.331"/>
    </inkml:context>
    <inkml:brush xml:id="br0">
      <inkml:brushProperty name="width" value="0.05" units="cm"/>
      <inkml:brushProperty name="height" value="0.05" units="cm"/>
      <inkml:brushProperty name="color" value="#E71224"/>
    </inkml:brush>
  </inkml:definitions>
  <inkml:trace contextRef="#ctx0" brushRef="#br0">51 0 9439 0 0,'0'0'11079'0'0,"1"2"-10807"0"0,2 3-134 0 0,0 1 1 0 0,-1 0-1 0 0,0 0 1 0 0,0 0 0 0 0,0 0-1 0 0,-1 0 1 0 0,0 0-1 0 0,0 0 1 0 0,0 9-1 0 0,0 10 294 0 0,-4 25 0 0 0,-2 2 647 0 0,5-51-486 0 0,0 2-104 0 0,-1 2 577 0 0,1-5-1043 0 0,0 0 1 0 0,1 0-1 0 0,-1 0 1 0 0,1 0-1 0 0,-1 0 1 0 0,0 0 0 0 0,1 0-1 0 0,-1 0 1 0 0,0 0-1 0 0,1 0 1 0 0,-1 0 0 0 0,0 0-1 0 0,1 0 1 0 0,-1 0-1 0 0,0 0 1 0 0,1 0-1 0 0,-1 0 1 0 0,0 0 0 0 0,1-1-1 0 0,-1 1 1 0 0,0 0-1 0 0,0 0 1 0 0,1 0 0 0 0,-1-1-1 0 0,17-6-23 0 0,0 1 0 0 0,0 0 0 0 0,0 1 0 0 0,1 1 0 0 0,0 1 0 0 0,20-2 0 0 0,-34 4 0 0 0,-3 1 0 0 0,1-1 0 0 0,-1 1 0 0 0,0 0 0 0 0,1 0 0 0 0,-1 0 0 0 0,0 0 0 0 0,1 0 0 0 0,-1 0 0 0 0,0 0 0 0 0,1 1 0 0 0,-1-1 0 0 0,0 0 0 0 0,2 1 0 0 0,2 0 2 0 0,0 0-1 0 0,0 0 1 0 0,-1 0-1 0 0,1 1 1 0 0,-1 0 0 0 0,1 0-1 0 0,-1 0 1 0 0,0 0-1 0 0,6 4 1 0 0,-5-1 3 0 0,0-1 1 0 0,0 1-1 0 0,-1 0 0 0 0,0 0 1 0 0,0 1-1 0 0,0-1 0 0 0,0 1 1 0 0,4 10-1 0 0,-6-13 33 0 0,-1 0-25 0 0,0-1-1 0 0,0 0 1 0 0,0 1 0 0 0,0-1 0 0 0,0 1 0 0 0,-1 0 0 0 0,1-1 0 0 0,-1 1-1 0 0,0 0 1 0 0,0-1 0 0 0,0 5 0 0 0,-1-1 36 0 0,1 0 1 0 0,-1 0-1 0 0,-1 0 0 0 0,1-1 1 0 0,-1 1-1 0 0,0-1 0 0 0,-6 11 1 0 0,7-15-27 0 0,0 1 0 0 0,0-1 0 0 0,0 1 0 0 0,-1-1 0 0 0,1 0 0 0 0,0 0 0 0 0,-1 0 0 0 0,0 0 0 0 0,1 0-1 0 0,-3 1 1 0 0,-4 3 90 0 0,5-3-46 0 0,0 0 0 0 0,-1 0 0 0 0,1-1 0 0 0,0 1 0 0 0,-1-1 0 0 0,-6 2 0 0 0,-11 5 368 0 0,12-4-202 0 0,0-1 0 0 0,-1 0 0 0 0,1-1 0 0 0,0 0 0 0 0,-11 0 0 0 0,-17 5 233 0 0,31-6-401 0 0,0 0-1 0 0,-1 0 1 0 0,1-1-1 0 0,0 0 1 0 0,-1 0-1 0 0,1 0 1 0 0,-10-3-1 0 0,2 0 81 0 0,1-1 1 0 0,-19-7-1 0 0,18 4-1509 0 0,13 6 1262 0 0,0 1 0 0 0,1-1 0 0 0,-1 1 0 0 0,0-1 0 0 0,1 1-1 0 0,-1-1 1 0 0,1 0 0 0 0,-1 1 0 0 0,1-1 0 0 0,-1 0 0 0 0,1 1 0 0 0,-1-1 0 0 0,1 0 0 0 0,-1 1-1 0 0,1-1 1 0 0,0 0 0 0 0,0 0 0 0 0,-1-1 0 0 0,2-3-1050 0 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15.623"/>
    </inkml:context>
    <inkml:brush xml:id="br0">
      <inkml:brushProperty name="width" value="0.05" units="cm"/>
      <inkml:brushProperty name="height" value="0.05" units="cm"/>
      <inkml:brushProperty name="color" value="#E71224"/>
    </inkml:brush>
  </inkml:definitions>
  <inkml:trace contextRef="#ctx0" brushRef="#br0">75 69 8407 0 0,'0'0'758'0'0,"3"-3"-620"0"0,9-13 17 0 0,-9 12 565 0 0,-2 5 210 0 0,0-1-631 0 0,-1 0 0 0 0,1 1 0 0 0,-1-1 0 0 0,1 0 0 0 0,0 0 0 0 0,-1 0-1 0 0,1 0 1 0 0,0 0 0 0 0,-1 0 0 0 0,1 0 0 0 0,0 0 0 0 0,-1 0 0 0 0,1 0 0 0 0,0 0 0 0 0,-1 0-1 0 0,1 0 1 0 0,0 0 0 0 0,-1 0 0 0 0,2-1 0 0 0,2-10 6329 0 0,-4 7-7060 0 0,0 2 1485 0 0,-1 1-786 0 0,-17-20 398 0 0,18 20-245 0 0,-13 2-292 0 0,11-1-128 0 0,-1 0 0 0 0,1 0 0 0 0,-1 0 0 0 0,0 1 0 0 0,1-1 0 0 0,-1 1 0 0 0,-4 2 0 0 0,-1-1 0 0 0,7-2-2 0 0,0 0 0 0 0,0-1 0 0 0,0 1-1 0 0,0 0 1 0 0,0 1 0 0 0,0-1 0 0 0,0 0 0 0 0,0 0-1 0 0,1 0 1 0 0,-1 0 0 0 0,0 1 0 0 0,0-1 0 0 0,0 0-1 0 0,0 1 1 0 0,-1 0 0 0 0,-1 1-23 0 0,-13 6 12 0 0,12-2 18 0 0,3-4 6 0 0,-2 4 96 0 0,3 9-24 0 0,0-13-94 0 0,0 0 0 0 0,0 0-1 0 0,0 0 1 0 0,0 0 0 0 0,1 0-1 0 0,-1 0 1 0 0,0 0 0 0 0,1 0-1 0 0,-1 0 1 0 0,1 0 0 0 0,0 0-1 0 0,0 0 1 0 0,1 1 0 0 0,18 21-164 0 0,-19-23 175 0 0,0 0 0 0 0,0 1 0 0 0,0-1 0 0 0,0 0 0 0 0,0 0 0 0 0,0 0 0 0 0,0 0 0 0 0,1 0 0 0 0,-1-1 0 0 0,0 1 0 0 0,1 0 0 0 0,-1 0 0 0 0,1-1 0 0 0,-1 1 0 0 0,3 0 0 0 0,2 0 0 0 0,3 2 27 0 0,0-1 0 0 0,0 0 0 0 0,0 0 0 0 0,0-1 0 0 0,0 0 0 0 0,0-1 0 0 0,13-1 0 0 0,-6-5-27 0 0,-9 5 3 0 0,-6 1-4 0 0,0 0-1 0 0,1 0 1 0 0,-1-1 0 0 0,1 1 0 0 0,-1 0 0 0 0,1-1 0 0 0,-1 1 0 0 0,0-1-1 0 0,1 0 1 0 0,-1 1 0 0 0,0-1 0 0 0,0 0 0 0 0,1 0 0 0 0,0-1-1 0 0,-1 1 7 0 0,0 0-1 0 0,0 0 0 0 0,1 0 0 0 0,-1 0 0 0 0,0 0 0 0 0,-1-1 0 0 0,1 1 0 0 0,0 0 0 0 0,0-1 0 0 0,0 1 1 0 0,-1 0-1 0 0,1-1 0 0 0,-1 1 0 0 0,1-1 0 0 0,-1 1 0 0 0,0-1 0 0 0,1 1 0 0 0,-1-1 0 0 0,0 1 0 0 0,0-1 1 0 0,0 0-1 0 0,0 1 0 0 0,0-1 0 0 0,-1 1 0 0 0,1-1 0 0 0,0 1 0 0 0,-1-2 0 0 0,0 0 93 0 0,0 0 0 0 0,0 0 0 0 0,0 0-1 0 0,0 0 1 0 0,-1 0 0 0 0,1 0 0 0 0,-1 1 0 0 0,0-1 0 0 0,0 1-1 0 0,0-1 1 0 0,0 1 0 0 0,-4-4 0 0 0,2 3-55 0 0,1 1 1 0 0,0 0 0 0 0,0 0-1 0 0,-1 0 1 0 0,1 0-1 0 0,-1 0 1 0 0,0 1 0 0 0,1-1-1 0 0,-1 1 1 0 0,0 0-1 0 0,0 0 1 0 0,0 1 0 0 0,0-1-1 0 0,0 1 1 0 0,0 0-1 0 0,0 0 1 0 0,0 0 0 0 0,0 0-1 0 0,0 1 1 0 0,0 0-1 0 0,-6 1 1 0 0,-7 5-43 0 0,10-4 0 0 0,0 0 0 0 0,0 0 0 0 0,-9 6 0 0 0,15-8 0 0 0,0-1 0 0 0,1 0 0 0 0,-1 1 0 0 0,0-1 0 0 0,0 1 0 0 0,1-1 0 0 0,-1 1 0 0 0,0-1 0 0 0,1 1 0 0 0,-1-1 0 0 0,0 1 0 0 0,1-1 0 0 0,-1 1 0 0 0,1 0 0 0 0,-1-1 0 0 0,1 1 0 0 0,0 0 0 0 0,-1 1 0 0 0,0 0 0 0 0,-1 0 5 0 0,1-1 1 0 0,-1 1-1 0 0,1-1 1 0 0,0 1-1 0 0,0-1 0 0 0,0 1 1 0 0,0 0-1 0 0,0 0 1 0 0,-1 3-1 0 0,0 0 24 0 0,0-2 9 0 0,2-2-38 0 0,-1 0 0 0 0,1-1 0 0 0,0 1 1 0 0,-1 0-1 0 0,1-1 0 0 0,0 1 0 0 0,0 0 0 0 0,0 0 1 0 0,0-1-1 0 0,0 1 0 0 0,0 0 0 0 0,0 0 0 0 0,0-1 0 0 0,0 1 1 0 0,0 0-1 0 0,0 0 0 0 0,0-1 0 0 0,1 2 0 0 0,-1 3-3 0 0,1-3-6 0 0,-1 0-1 0 0,0 0 0 0 0,0 0 0 0 0,1 1 1 0 0,-1-1-1 0 0,1 0 0 0 0,-1 0 0 0 0,1 0 0 0 0,0 0 1 0 0,0 0-1 0 0,0 0 0 0 0,0-1 0 0 0,0 1 1 0 0,1 0-1 0 0,1 2 0 0 0,1 1-35 0 0,-1-2 22 0 0,0-1 0 0 0,0 0-1 0 0,-1 1 1 0 0,1-1 0 0 0,1-1-1 0 0,-1 1 1 0 0,0 0 0 0 0,0-1 0 0 0,1 1-1 0 0,6 1 1 0 0,15-2 23 0 0,-4 0 0 0 0,-11-1-15 0 0,1 1 1 0 0,-1-2-1 0 0,0 0 1 0 0,0 0-1 0 0,1-1 0 0 0,-1 0 1 0 0,14-5-1 0 0,-13 4 19 0 0,-5 1 18 0 0,0 0 0 0 0,0-1 1 0 0,-1 0-1 0 0,0 0 1 0 0,1 0-1 0 0,-1-1 0 0 0,0 1 1 0 0,5-6-1 0 0,1 0-14 0 0,-7 4 22 0 0,0-5-4 0 0,-3 8-19 0 0,0 0 0 0 0,0 0-1 0 0,-1 0 1 0 0,1 0 0 0 0,-1 0 0 0 0,1 0 0 0 0,-1 0-1 0 0,0-1 1 0 0,0 1 0 0 0,0 0 0 0 0,0 0 0 0 0,0 0-1 0 0,-1-1 1 0 0,1 1 0 0 0,-1 0 0 0 0,1 0-1 0 0,-1 0 1 0 0,0 0 0 0 0,1 0 0 0 0,-1 0 0 0 0,0 0-1 0 0,-1 0 1 0 0,1 0 0 0 0,-2-2 0 0 0,0 0 5 0 0,0 1 1 0 0,0 0-1 0 0,0 0 1 0 0,0 0-1 0 0,-1 1 1 0 0,1-1-1 0 0,-1 1 1 0 0,0-1-1 0 0,0 1 1 0 0,1 0 0 0 0,-8-2-1 0 0,0 1 15 0 0,0 0 0 0 0,0 1 0 0 0,-1 0-1 0 0,1 0 1 0 0,-1 1 0 0 0,1 1 0 0 0,-1 0 0 0 0,-13 2-1 0 0,16 0-29 0 0,1 0 0 0 0,0 1 0 0 0,1 0 0 0 0,-10 6 0 0 0,2-2-2 0 0,13-6-1 0 0,-1 0-1 0 0,1 1 0 0 0,-1-1 0 0 0,1 1 1 0 0,-1-1-1 0 0,1 1 0 0 0,0 0 1 0 0,0 0-1 0 0,0 0 0 0 0,0 0 0 0 0,1 0 1 0 0,-1 1-1 0 0,0-1 0 0 0,1 0 0 0 0,0 1 1 0 0,-1-1-1 0 0,1 1 0 0 0,-1 3 0 0 0,2-4-9 0 0,-1 1-1 0 0,1 0 1 0 0,0-1-1 0 0,0 1 1 0 0,0 0-1 0 0,0-1 1 0 0,0 1 0 0 0,0-1-1 0 0,1 1 1 0 0,1 4-1 0 0,-2-5 15 0 0,0-1 0 0 0,0 1 0 0 0,1-1 0 0 0,-1 1 0 0 0,0-1 0 0 0,1 0 0 0 0,-1 1 0 0 0,1-1 0 0 0,0 1 0 0 0,-1-1 0 0 0,1 0 0 0 0,0 0 0 0 0,0 1 0 0 0,0-1 0 0 0,0 0 0 0 0,0 0 0 0 0,0 0 0 0 0,3 2 0 0 0,0 0-13 0 0,14 12-60 0 0,-16-14 65 0 0,1 0-1 0 0,-1 0 1 0 0,0 0 0 0 0,1 0-1 0 0,-1 0 1 0 0,1-1 0 0 0,-1 1-1 0 0,1-1 1 0 0,0 1 0 0 0,-1-1-1 0 0,5 0 1 0 0,-1 0-5 0 0,13 0 27 0 0,-1-1 0 0 0,25-3-1 0 0,-36 3 5 0 0,-1-1 0 0 0,1 0 0 0 0,7-3-1 0 0,0 0-14 0 0,-12 4 10 0 0,0 0-1 0 0,0 0 1 0 0,1 0 0 0 0,-1 0-1 0 0,0-1 1 0 0,0 1 0 0 0,-1 0-1 0 0,1-1 1 0 0,0 0 0 0 0,0 1-1 0 0,-1-1 1 0 0,1 0 0 0 0,-1 0-1 0 0,0 0 1 0 0,1 0 0 0 0,-1 0-1 0 0,0 0 1 0 0,0-1 0 0 0,0 1-1 0 0,-1 0 1 0 0,1 0 0 0 0,0-4-1 0 0,-1 4-4 0 0,0 0 0 0 0,0 0-1 0 0,0 0 1 0 0,0 0-1 0 0,-1 0 1 0 0,1 1-1 0 0,-1-1 1 0 0,1 0 0 0 0,-1 0-1 0 0,0 0 1 0 0,1 1-1 0 0,-1-1 1 0 0,0 0 0 0 0,0 1-1 0 0,0-1 1 0 0,-1 1-1 0 0,-1-3 1 0 0,-2-2 32 0 0,1 1-18 0 0,0 0 0 0 0,-1 1 1 0 0,1-1-1 0 0,-1 1 0 0 0,-10-7 0 0 0,12 9-25 0 0,0 0-1 0 0,0 1 1 0 0,0-1-1 0 0,0 1 1 0 0,-1-1 0 0 0,1 1-1 0 0,0 0 1 0 0,-1 0-1 0 0,1 1 1 0 0,0-1 0 0 0,-1 1-1 0 0,-4-1 1 0 0,0 2 7 0 0,0 0 0 0 0,0 0 0 0 0,1 0 0 0 0,-1 1 0 0 0,0 1 0 0 0,1-1 0 0 0,-8 4 1 0 0,11-3-14 0 0,-1-1 1 0 0,1 1 0 0 0,0 0 0 0 0,0 0-1 0 0,1 0 1 0 0,-1 1 0 0 0,1 0 0 0 0,-1-1 0 0 0,-4 9-1 0 0,7-10 2 0 0,0 0 0 0 0,0 1 0 0 0,1-1 0 0 0,-1 1 0 0 0,1-1 0 0 0,-1 0-1 0 0,1 1 1 0 0,0-1 0 0 0,0 1 0 0 0,0-1 0 0 0,0 1 0 0 0,1-1 0 0 0,0 5-1 0 0,3-1-22 0 0,-1-2 19 0 0,0 0-1 0 0,1 0 1 0 0,0-1-1 0 0,-1 0 1 0 0,1 0-1 0 0,0 0 0 0 0,1 0 1 0 0,-1-1-1 0 0,0 1 1 0 0,8 2-1 0 0,4 0 14 0 0,-11-6 0 0 0,-1 1 0 0 0,16 1 5 0 0,-16 0 1 0 0,0-1 1 0 0,0 0-1 0 0,0 1 1 0 0,0-1 0 0 0,0-1-1 0 0,0 1 1 0 0,0-1-1 0 0,6-1 1 0 0,10-5 4 0 0,-10 1 53 0 0,-6-2-22 0 0,-4 7-30 0 0,0-1 0 0 0,0 1 0 0 0,0-1 0 0 0,0 1 0 0 0,0-1 0 0 0,0 1 0 0 0,-1-1-1 0 0,1 1 1 0 0,-1-1 0 0 0,1 1 0 0 0,-1 0 0 0 0,0-1 0 0 0,0 1 0 0 0,1 0-1 0 0,-1-1 1 0 0,0 1 0 0 0,0 0 0 0 0,0 0 0 0 0,0 0 0 0 0,0 0 0 0 0,0 0 0 0 0,-1 0-1 0 0,1 0 1 0 0,0 0 0 0 0,-1 0 0 0 0,-1-1 0 0 0,-1 0 14 0 0,0 1 1 0 0,1-1-1 0 0,-1 0 0 0 0,0 1 0 0 0,0 0 1 0 0,0 0-1 0 0,0 0 0 0 0,-8-1 1 0 0,3 3 26 0 0,-8 2 8 0 0,13-1-131 0 0,-1 2 55 0 0,2 3 4 0 0,2-6-42 0 0,2 1 39 0 0,-1-1 0 0 0,1 1 0 0 0,0-1 1 0 0,0 1-1 0 0,0-1 0 0 0,0 1 0 0 0,0-1 0 0 0,0 0 0 0 0,2 2 0 0 0,5 2-28 0 0,11-1 20 0 0,-19-4 23 0 0,0 0 0 0 0,1 0 0 0 0,-1 0 0 0 0,1 0-1 0 0,-1 0 1 0 0,1 0 0 0 0,-1 0 0 0 0,1 0-1 0 0,-1 0 1 0 0,1 0 0 0 0,-1 0 0 0 0,0-1 0 0 0,1 1-1 0 0,-1 0 1 0 0,1 0 0 0 0,-1 0 0 0 0,1-1-1 0 0,-1 1 1 0 0,0 0 0 0 0,1 0 0 0 0,-1-1 0 0 0,0 1-1 0 0,1 0 1 0 0,-1-1 0 0 0,0 1 0 0 0,1 0-1 0 0,-1-1 1 0 0,0 1 0 0 0,0-1 0 0 0,1 1 0 0 0,-1 0-1 0 0,0-1 1 0 0,0 1 0 0 0,0-1 0 0 0,0 1 0 0 0,0-1-1 0 0,1 0 1 0 0,-1 0 4 0 0,0 0 123 0 0,-8 2-137 0 0,0 0-6 0 0,3 0-69 0 0,3-1-349 0 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22.744"/>
    </inkml:context>
    <inkml:brush xml:id="br0">
      <inkml:brushProperty name="width" value="0.05" units="cm"/>
      <inkml:brushProperty name="height" value="0.05" units="cm"/>
      <inkml:brushProperty name="color" value="#004F8B"/>
    </inkml:brush>
  </inkml:definitions>
  <inkml:trace contextRef="#ctx0" brushRef="#br0">173 39 11743 0 0,'0'0'898'0'0,"-1"-7"-616"0"0,-6-25 7410 0 0,5 33-7581 0 0,1-1 1 0 0,-1 1-1 0 0,1 0 0 0 0,-1-1 1 0 0,1 1-1 0 0,-1-1 0 0 0,1 0 1 0 0,-1 0-1 0 0,0 1 0 0 0,-1-1 1 0 0,-3 1 118 0 0,-6 3-90 0 0,1 1 1 0 0,0 1 0 0 0,0 0-1 0 0,0 1 1 0 0,1 0-1 0 0,0 0 1 0 0,1 1 0 0 0,-14 14-1 0 0,20-18-125 0 0,0 0 0 0 0,0 0-1 0 0,0 1 1 0 0,0-1 0 0 0,0 1 0 0 0,1 0 0 0 0,0 0-1 0 0,0 0 1 0 0,1 0 0 0 0,-1 0 0 0 0,1 0-1 0 0,-1 10 1 0 0,1-12-24 0 0,1 1-1 0 0,0-1 1 0 0,0 0 0 0 0,0 1-1 0 0,0-1 1 0 0,0 1-1 0 0,1-1 1 0 0,0 0 0 0 0,-1 0-1 0 0,1 1 1 0 0,0-1-1 0 0,1 0 1 0 0,-1 0 0 0 0,0 0-1 0 0,1 0 1 0 0,0 0-1 0 0,0 0 1 0 0,0-1 0 0 0,0 1-1 0 0,0-1 1 0 0,0 1 0 0 0,5 3-1 0 0,-4-4 10 0 0,0 1 1 0 0,-1-1-1 0 0,1 0 0 0 0,0 0 1 0 0,0-1-1 0 0,0 1 0 0 0,1 0 1 0 0,-1-1-1 0 0,6 2 0 0 0,-5-2 8 0 0,-2-1-4 0 0,0 0 0 0 0,1 0 0 0 0,-1 1 0 0 0,0-2 1 0 0,0 1-1 0 0,0 0 0 0 0,0 0 0 0 0,0-1 0 0 0,0 1 0 0 0,0-1 0 0 0,0 0 0 0 0,3-1 1 0 0,10-3-6 0 0,-12 5 10 0 0,1 0 0 0 0,-1-1 0 0 0,0 1 1 0 0,0-1-1 0 0,0 0 0 0 0,0 0 0 0 0,1 0 0 0 0,-1-1 0 0 0,-1 1 0 0 0,1-1 0 0 0,4-2 0 0 0,22-11 233 0 0,-23 12-158 0 0,1 0 0 0 0,-1 0 1 0 0,6-5-1 0 0,-10 6 2 0 0,1 1 0 0 0,-1-1 0 0 0,0 0 1 0 0,0 0-1 0 0,0 0 0 0 0,0 0 0 0 0,-1 0 0 0 0,1 0 0 0 0,0 0 0 0 0,-1 0 0 0 0,1-1 1 0 0,-1 1-1 0 0,0-1 0 0 0,0 1 0 0 0,0-1 0 0 0,0 1 0 0 0,0-1 0 0 0,-1 0 0 0 0,1 0 0 0 0,-1 1 1 0 0,0-1-1 0 0,0 0 0 0 0,0 0 0 0 0,0 1 0 0 0,0-1 0 0 0,0 0 0 0 0,-1 0 0 0 0,1 1 1 0 0,-1-1-1 0 0,0 1 0 0 0,0-1 0 0 0,0 0 0 0 0,-2-4 0 0 0,0 3-16 0 0,1-1-1 0 0,-1 1 0 0 0,0 0 1 0 0,0 0-1 0 0,0 0 1 0 0,-1 1-1 0 0,1-1 1 0 0,-1 1-1 0 0,0-1 1 0 0,0 1-1 0 0,0 0 1 0 0,0 1-1 0 0,-1-1 1 0 0,1 1-1 0 0,-1 0 0 0 0,1 0 1 0 0,-1 0-1 0 0,0 1 1 0 0,0-1-1 0 0,-8 0 1 0 0,7 1-63 0 0,0 0 0 0 0,1 1 1 0 0,-1 0-1 0 0,0 0 0 0 0,0 1 1 0 0,0-1-1 0 0,0 1 0 0 0,1 0 0 0 0,-1 1 1 0 0,0 0-1 0 0,-5 2 0 0 0,7-3-16 0 0,1 1-1 0 0,0 0 1 0 0,-1 0 0 0 0,1 0-1 0 0,0 0 1 0 0,0 1-1 0 0,0-1 1 0 0,0 1-1 0 0,1-1 1 0 0,-1 1-1 0 0,1 0 1 0 0,0 0-1 0 0,-1 0 1 0 0,1 1-1 0 0,1-1 1 0 0,-1 0 0 0 0,-2 8-1 0 0,-2 6-43 0 0,3-9 19 0 0,1-1-1 0 0,0 1 0 0 0,-3 15 0 0 0,5-21 30 0 0,0-1 1 0 0,0 1-1 0 0,-1-1 0 0 0,1 1 0 0 0,0-1 0 0 0,0 1 1 0 0,0-1-1 0 0,1 1 0 0 0,-1-1 0 0 0,0 1 1 0 0,1-1-1 0 0,-1 1 0 0 0,0-1 0 0 0,1 1 0 0 0,0-1 1 0 0,-1 0-1 0 0,1 1 0 0 0,0-1 0 0 0,1 3 1 0 0,1 0-29 0 0,-2-1 12 0 0,0-2 16 0 0,-1 0 0 0 0,1 0-1 0 0,-1 0 1 0 0,1-1-1 0 0,-1 1 1 0 0,1 0 0 0 0,-1 0-1 0 0,1 0 1 0 0,0-1 0 0 0,-1 1-1 0 0,1 0 1 0 0,0-1 0 0 0,0 1-1 0 0,-1-1 1 0 0,1 1-1 0 0,0 0 1 0 0,1-1 0 0 0,1 3 4 0 0,0 0 0 0 0,1-1 0 0 0,-1 0 1 0 0,1 1-1 0 0,-1-1 0 0 0,1-1 0 0 0,0 1 1 0 0,0 0-1 0 0,-1-1 0 0 0,1 0 0 0 0,0 0 1 0 0,0 0-1 0 0,8 0 0 0 0,-1 0-16 0 0,-1 0 0 0 0,0-1 0 0 0,0 0 1 0 0,0-1-1 0 0,0 0 0 0 0,0-1 0 0 0,0 0 0 0 0,0-1 0 0 0,0 0 0 0 0,0 0 0 0 0,9-5 0 0 0,-7 2 33 0 0,-8 5-11 0 0,-1-1 1 0 0,1 1 0 0 0,-1-1-1 0 0,0 0 1 0 0,0 0 0 0 0,0 0-1 0 0,0 0 1 0 0,0 0 0 0 0,-1-1-1 0 0,1 1 1 0 0,-1-1 0 0 0,1 0-1 0 0,2-4 1 0 0,-5 6 126 0 0,10-18-15 0 0,-10 16-107 0 0,1 0 0 0 0,-2 0 1 0 0,1 0-1 0 0,0 0 0 0 0,0 0 0 0 0,-1 0 0 0 0,0 0 0 0 0,1 0 0 0 0,-1 0 0 0 0,0 0 0 0 0,-1 0 0 0 0,1 1 0 0 0,0-1 0 0 0,-1 0 0 0 0,0 1 0 0 0,1-1 0 0 0,-3-2 0 0 0,0 2 28 0 0,1 0-1 0 0,-1 0 1 0 0,0 0 0 0 0,0 0-1 0 0,0 1 1 0 0,0-1 0 0 0,-1 1-1 0 0,1 0 1 0 0,-10-3 0 0 0,2 2 29 0 0,0 0 1 0 0,-1 1 0 0 0,1 1-1 0 0,-1 0 1 0 0,0 0 0 0 0,0 1-1 0 0,-19 3 1 0 0,27-2-88 0 0,-1 0 0 0 0,1 0 0 0 0,-1 1 0 0 0,1-1 0 0 0,-1 1 0 0 0,1 1 0 0 0,0-1 0 0 0,0 1 0 0 0,0-1 0 0 0,-7 7 0 0 0,11-8 11 0 0,-1 1 1 0 0,0 0-1 0 0,1 0 0 0 0,-1 0 1 0 0,1 0-1 0 0,-1 0 0 0 0,1 0 1 0 0,0 0-1 0 0,0 0 0 0 0,0 1 0 0 0,0-1 1 0 0,0 0-1 0 0,0 1 0 0 0,1-1 1 0 0,-1 0-1 0 0,1 1 0 0 0,0-1 1 0 0,-1 1-1 0 0,1-1 0 0 0,0 1 1 0 0,1-1-1 0 0,-1 1 0 0 0,0-1 1 0 0,1 0-1 0 0,-1 1 0 0 0,1-1 0 0 0,0 1 1 0 0,2 3-1 0 0,-1-3 0 0 0,0 0 0 0 0,1 0 0 0 0,-1-1-1 0 0,1 1 1 0 0,-1-1 0 0 0,1 1 0 0 0,0-1 0 0 0,0 0 0 0 0,0 0 0 0 0,0 0 0 0 0,1-1-1 0 0,-1 1 1 0 0,6 1 0 0 0,-2 0-4 0 0,0-1 1 0 0,1 0-1 0 0,-1-1 1 0 0,0 1-1 0 0,1-1 0 0 0,-1-1 1 0 0,1 0-1 0 0,0 0 0 0 0,14-2 1 0 0,-10 0-1 0 0,1-1 0 0 0,-1 0 1 0 0,0-1-1 0 0,0-1 0 0 0,13-7 0 0 0,-22 11 21 0 0,6-5-6 0 0,3-14 18 0 0,-11 18 0 0 0,-1 0 1 0 0,1 0 0 0 0,-1 0 0 0 0,1 0-1 0 0,-1 0 1 0 0,0 0 0 0 0,1 0 0 0 0,-1 0-1 0 0,0 1 1 0 0,0-1 0 0 0,-1 0-1 0 0,1 0 1 0 0,0 0 0 0 0,-1 0 0 0 0,1 0-1 0 0,-1 0 1 0 0,0 0 0 0 0,1 0 0 0 0,-1 1-1 0 0,0-1 1 0 0,0 0 0 0 0,0 1-1 0 0,-2-4 1 0 0,0 1 4 0 0,-1 1 0 0 0,1-1-1 0 0,0 1 1 0 0,-1 0 0 0 0,0-1 0 0 0,0 2-1 0 0,0-1 1 0 0,-5-3 0 0 0,5 4-23 0 0,1 0 0 0 0,-1 1 0 0 0,0-1 0 0 0,0 1 0 0 0,1 0 1 0 0,-1 0-1 0 0,0 0 0 0 0,0 0 0 0 0,0 1 0 0 0,0-1 0 0 0,0 1 0 0 0,0 0 0 0 0,0 1 1 0 0,0-1-1 0 0,0 1 0 0 0,0-1 0 0 0,0 1 0 0 0,0 0 0 0 0,0 1 0 0 0,0-1 1 0 0,1 1-1 0 0,-1-1 0 0 0,0 1 0 0 0,-5 4 0 0 0,3-2-31 0 0,4-3 19 0 0,1 0 1 0 0,-1 0 0 0 0,1-1 0 0 0,-1 1-1 0 0,1 1 1 0 0,0-1 0 0 0,0 0 0 0 0,0 0-1 0 0,-1 0 1 0 0,1 1 0 0 0,0-1 0 0 0,0 0-1 0 0,1 1 1 0 0,-1-1 0 0 0,0 1-1 0 0,0-1 1 0 0,1 1 0 0 0,-2 3 0 0 0,1-3 3 0 0,-3 16 54 0 0,4-14-45 0 0,0-3-17 0 0,0 1-1 0 0,0-1 1 0 0,-1 1 0 0 0,2-1-1 0 0,-1 1 1 0 0,0-1-1 0 0,0 1 1 0 0,0-1 0 0 0,1 1-1 0 0,-1-1 1 0 0,1 1-1 0 0,-1-1 1 0 0,1 1 0 0 0,0-1-1 0 0,-1 0 1 0 0,1 1-1 0 0,0-1 1 0 0,0 0-1 0 0,2 2 1 0 0,11 10-2 0 0,-1-7-14 0 0,-8-8 11 0 0,-2 1 8 0 0,-3 1 11 0 0,14-1 17 0 0,-1 0 1 0 0,23-7-1 0 0,-23 6 36 0 0,-13 2-52 0 0,1-1-1 0 0,-1 1 1 0 0,0 0-1 0 0,1-1 1 0 0,-1 1-1 0 0,0 0 1 0 0,0-1-1 0 0,0 1 1 0 0,1-1-1 0 0,-1 1 1 0 0,0 0-1 0 0,0-1 0 0 0,0 1 1 0 0,0-1-1 0 0,0 1 1 0 0,0-1-1 0 0,0 1 1 0 0,0 0-1 0 0,0-1 1 0 0,0 1-1 0 0,0-1 1 0 0,0 1-1 0 0,0-1 1 0 0,-2-11 87 0 0,2 11-72 0 0,-1-1-1 0 0,1 0 0 0 0,-1 1 0 0 0,0-1 0 0 0,1 1 0 0 0,-1-1 1 0 0,0 1-1 0 0,0-1 0 0 0,0 1 0 0 0,0-1 0 0 0,0 1 0 0 0,0 0 1 0 0,-1-1-1 0 0,-1 0 0 0 0,1 0-16 0 0,0 1 1 0 0,-1 0-1 0 0,1 0 1 0 0,0 0-1 0 0,-1 0 0 0 0,1 0 1 0 0,-1 1-1 0 0,0-1 1 0 0,1 1-1 0 0,-1 0 1 0 0,1-1-1 0 0,-5 1 0 0 0,1 1-52 0 0,4 0 0 0 0,1 0 50 0 0,1-1 1 0 0,0 0 0 0 0,-1 1-1 0 0,1-1 1 0 0,-1 0 0 0 0,1 1-1 0 0,0-1 1 0 0,-1 1 0 0 0,1-1-1 0 0,0 1 1 0 0,-1-1 0 0 0,1 1-1 0 0,0-1 1 0 0,0 1 0 0 0,-1-1-1 0 0,1 1 1 0 0,0-1 0 0 0,0 1-1 0 0,0-1 1 0 0,0 1 0 0 0,0-1 0 0 0,0 1-1 0 0,0 0 1 0 0,0-1 0 0 0,0 1-1 0 0,0-1 1 0 0,0 1 0 0 0,0-1-1 0 0,0 1 1 0 0,0 0 0 0 0,1-1-1 0 0,-1 1 1 0 0,0-1 0 0 0,0 1-1 0 0,1-1 1 0 0,-1 1 0 0 0,1 0-1 0 0,-1-1 6 0 0,3 6-45 0 0,2-1 20 0 0,-4-5-31 0 0,1 0 0 0 0,4-2 57 0 0,-5 1 133 0 0,-1 0-84 0 0,0 0-53 0 0,0 1-1 0 0,0-1 1 0 0,0 0-1 0 0,0 1 1 0 0,0-1-1 0 0,0 0 1 0 0,0 1-1 0 0,0-1 0 0 0,0 0 1 0 0,0 1-1 0 0,0-1 1 0 0,0 1-1 0 0,-1-1 1 0 0,1 0-1 0 0,0 1 1 0 0,-1-1-1 0 0,1 1 1 0 0,0-1-1 0 0,-1 1 0 0 0,1-1 1 0 0,0 1-1 0 0,-1-1 1 0 0,0 0-1 0 0,0 0-58 0 0,0 0-373 0 0,-12-2-2077 0 0,7 6 134 0 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24.078"/>
    </inkml:context>
    <inkml:brush xml:id="br0">
      <inkml:brushProperty name="width" value="0.05" units="cm"/>
      <inkml:brushProperty name="height" value="0.05" units="cm"/>
      <inkml:brushProperty name="color" value="#004F8B"/>
    </inkml:brush>
  </inkml:definitions>
  <inkml:trace contextRef="#ctx0" brushRef="#br0">0 56 10247 0 0,'1'0'124'0'0,"1"-1"-20"0"0,-1-6 595 0 0,0-15-336 0 0,0 16 670 0 0,-3-13 10547 0 0,11 255-10347 0 0,-10-146-924 0 0,2-62-259 0 0,2 16 399 0 0,0-12 895 0 0,-2-30-297 0 0,-3-18-1641 0 0,2 11-396 0 0,1 0-1 0 0,0 0 0 0 0,-1 0 0 0 0,2 0 0 0 0,-1 0 0 0 0,3-6 1 0 0,-1 2-1216 0 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24.541"/>
    </inkml:context>
    <inkml:brush xml:id="br0">
      <inkml:brushProperty name="width" value="0.05" units="cm"/>
      <inkml:brushProperty name="height" value="0.05" units="cm"/>
      <inkml:brushProperty name="color" value="#004F8B"/>
    </inkml:brush>
  </inkml:definitions>
  <inkml:trace contextRef="#ctx0" brushRef="#br0">43 91 3223 0 0,'0'0'2427'0'0,"-19"0"6400"0"0,-4-5 679 0 0,41-2-9026 0 0,-2 1-124 0 0,25-5 0 0 0,-13 5-68 0 0,1-2 70 0 0,59-18 80 0 0,-79 23-300 0 0,-1 0 0 0 0,1 0-1 0 0,0 1 1 0 0,0 0 0 0 0,0 1-1 0 0,10-1 1 0 0,-17 3-105 0 0,-2-1-29 0 0,1 0 0 0 0,-1 0 0 0 0,1 0 0 0 0,0 0 1 0 0,-1 0-1 0 0,1 0 0 0 0,-1 0 0 0 0,1 0 0 0 0,-1 0 0 0 0,1 0 1 0 0,-1 0-1 0 0,1-1 0 0 0,-1 1 0 0 0,1 0 0 0 0,-1 0 1 0 0,1 0-1 0 0,-1-1 0 0 0,1 1 0 0 0,-1 0 0 0 0,0-1 0 0 0,1 1 1 0 0,-1 0-1 0 0,1-1 0 0 0,-1 1 0 0 0,1-1 0 0 0,0 0 102 0 0,-8 11-5886 0 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25.243"/>
    </inkml:context>
    <inkml:brush xml:id="br0">
      <inkml:brushProperty name="width" value="0.05" units="cm"/>
      <inkml:brushProperty name="height" value="0.05" units="cm"/>
      <inkml:brushProperty name="color" value="#004F8B"/>
    </inkml:brush>
  </inkml:definitions>
  <inkml:trace contextRef="#ctx0" brushRef="#br0">34 10 8863 0 0,'0'0'2107'0'0,"-13"-9"4762"0"0,12 9-6719 0 0,1 0 0 0 0,-1 0 0 0 0,1 0 0 0 0,0 0 0 0 0,-1 0-1 0 0,1 0 1 0 0,-1 1 0 0 0,1-1 0 0 0,-1 0 0 0 0,1 0 0 0 0,-1 0 0 0 0,1 1 0 0 0,0-1-1 0 0,-1 0 1 0 0,1 1 0 0 0,-1-1 0 0 0,1 0 0 0 0,0 1 0 0 0,-1-1 0 0 0,1 0-1 0 0,0 1 1 0 0,0-1 0 0 0,-1 1 0 0 0,1 0 0 0 0,-4 15 1147 0 0,5 23-1452 0 0,0-30 506 0 0,0 6-174 0 0,-1 0 0 0 0,-1 0 0 0 0,-2 16 0 0 0,3-29 579 0 0,0-2-726 0 0,0 1-1 0 0,0-1 1 0 0,0 1 0 0 0,0-1-1 0 0,1 1 1 0 0,-1-1 0 0 0,0 1-1 0 0,0-1 1 0 0,1 1 0 0 0,-1-1-1 0 0,0 1 1 0 0,1-1 0 0 0,-1 0-1 0 0,0 1 1 0 0,1-1 0 0 0,-1 1-1 0 0,0-1 1 0 0,1 0 0 0 0,0 1-1 0 0,17 5 282 0 0,-17-6-304 0 0,0 1 0 0 0,0-1-1 0 0,1 0 1 0 0,-1-1 0 0 0,0 1 0 0 0,0 0-1 0 0,0 0 1 0 0,1-1 0 0 0,-1 1-1 0 0,0 0 1 0 0,0-1 0 0 0,0 1 0 0 0,0-1-1 0 0,3-1 1 0 0,8-3 73 0 0,63-19 236 0 0,-45 20-389 0 0,-22 4 85 0 0,-1 0 1 0 0,0 0-1 0 0,1 1 0 0 0,10 2 1 0 0,-11-1-11 0 0,0 0-13 0 0,33 15-149 0 0,-29-12 192 0 0,-10-5-28 0 0,0 0-1 0 0,0 1 0 0 0,0-1 1 0 0,0 0-1 0 0,0 1 0 0 0,0-1 0 0 0,0 1 1 0 0,0 0-1 0 0,0-1 0 0 0,0 1 0 0 0,0 0 1 0 0,0 0-1 0 0,0 0 0 0 0,0-1 0 0 0,-1 1 1 0 0,1 0-1 0 0,0 0 0 0 0,-1 0 0 0 0,1 0 1 0 0,-1 0-1 0 0,1 0 0 0 0,0 2 1 0 0,0 0 6 0 0,0 0-5 0 0,0-1-1 0 0,-1 1 1 0 0,1 0 0 0 0,-1-1 0 0 0,1 1 0 0 0,-1-1 0 0 0,0 1 0 0 0,0 0-1 0 0,0-1 1 0 0,-1 4 0 0 0,1 0 61 0 0,-1-1 0 0 0,0 1 0 0 0,-1-1 0 0 0,0 1 0 0 0,1-1-1 0 0,-2 0 1 0 0,1 0 0 0 0,-1 0 0 0 0,1 0 0 0 0,-1 0 0 0 0,-1 0 0 0 0,1-1 0 0 0,-7 8 0 0 0,0-1 43 0 0,7-8-23 0 0,0 0 0 0 0,0 0 0 0 0,0 0 0 0 0,-1-1 0 0 0,1 1 1 0 0,-7 2-1 0 0,-10 9 495 0 0,18-13-532 0 0,1 1 14 0 0,-1 0 1 0 0,0 0-1 0 0,-1-1 1 0 0,1 1-1 0 0,0 0 1 0 0,0-1-1 0 0,-1 0 1 0 0,1 1 0 0 0,-1-1-1 0 0,1 0 1 0 0,-1 0-1 0 0,1-1 1 0 0,-1 1-1 0 0,0 0 1 0 0,1-1-1 0 0,-1 0 1 0 0,0 1-1 0 0,-4-1 1 0 0,6-1-21 0 0,-1 1 0 0 0,0 0 0 0 0,0 0 0 0 0,0 0 0 0 0,0 1-1 0 0,0-1 1 0 0,0 0 0 0 0,-2 1 0 0 0,3 0-13 0 0,0-1 0 0 0,-1 0 1 0 0,0 1-1 0 0,1-1 0 0 0,-1 0 0 0 0,1 0 0 0 0,-1 0 0 0 0,1 0 0 0 0,-1 0 0 0 0,1 0 1 0 0,-1 0-1 0 0,1-1 0 0 0,-3 0 0 0 0,-1 0 52 0 0,0 0 0 0 0,1 0 0 0 0,-1 0 0 0 0,0 1 0 0 0,-5-1 1 0 0,-16-1 221 0 0,-26-9-330 0 0,51 11-756 0 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26.533"/>
    </inkml:context>
    <inkml:brush xml:id="br0">
      <inkml:brushProperty name="width" value="0.05" units="cm"/>
      <inkml:brushProperty name="height" value="0.05" units="cm"/>
      <inkml:brushProperty name="color" value="#004F8B"/>
    </inkml:brush>
  </inkml:definitions>
  <inkml:trace contextRef="#ctx0" brushRef="#br0">24 50 7487 0 0,'-1'-4'-53'0'0,"0"0"0"0"0,1 1-1 0 0,-1-1 1 0 0,-1 0-1 0 0,-2-5 1 0 0,1 0 1939 0 0,-1-4 5772 0 0,4 15-6896 0 0,0 1 0 0 0,-1-1 0 0 0,1 0 0 0 0,0 1 0 0 0,-1-1 0 0 0,-1 5 0 0 0,-1 11 424 0 0,3 18-218 0 0,0-35-926 0 0,0 1 1 0 0,0-1-1 0 0,0 1 0 0 0,0 0 1 0 0,0-1-1 0 0,1 1 0 0 0,-1-1 1 0 0,1 1-1 0 0,-1-1 0 0 0,1 2 0 0 0,3 7 89 0 0,1 27 74 0 0,0 43-1 0 0,-14 25 576 0 0,8-69 1763 0 0,10-54-3174 0 0,-1 3-7900 0 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27.073"/>
    </inkml:context>
    <inkml:brush xml:id="br0">
      <inkml:brushProperty name="width" value="0.05" units="cm"/>
      <inkml:brushProperty name="height" value="0.05" units="cm"/>
      <inkml:brushProperty name="color" value="#004F8B"/>
    </inkml:brush>
  </inkml:definitions>
  <inkml:trace contextRef="#ctx0" brushRef="#br0">17 55 15319 0 0,'0'0'348'0'0,"-3"-2"50"0"0,-10-5 6055 0 0,27-2-5864 0 0,29-3 255 0 0,-39 10-754 0 0,0 1-1 0 0,0 0 0 0 0,1 1 1 0 0,-1-1-1 0 0,0 1 0 0 0,6 0 1 0 0,15-3 340 0 0,-13 1-169 0 0,-1-2 1 0 0,16-5-1 0 0,-26 9-250 0 0,1-1-1 0 0,0 1 0 0 0,0-1 1 0 0,0 1-1 0 0,-1 0 1 0 0,1 0-1 0 0,0 0 0 0 0,0 0 1 0 0,-1 0-1 0 0,1 1 1 0 0,2 0-1 0 0,11 0 278 0 0,-7-1-334 0 0,-7 0-254 0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27.675"/>
    </inkml:context>
    <inkml:brush xml:id="br0">
      <inkml:brushProperty name="width" value="0.05" units="cm"/>
      <inkml:brushProperty name="height" value="0.05" units="cm"/>
      <inkml:brushProperty name="color" value="#004F8B"/>
    </inkml:brush>
  </inkml:definitions>
  <inkml:trace contextRef="#ctx0" brushRef="#br0">68 1 3223 0 0,'0'0'16640'0'0,"0"1"-16165"0"0,1 10 46 0 0,-1 0-1 0 0,0-1 1 0 0,0 1 0 0 0,-5 19 0 0 0,3-14-402 0 0,0-1 0 0 0,0 1-1 0 0,2-1 1 0 0,0 1 0 0 0,2 21 0 0 0,-1-35 436 0 0,6-3-324 0 0,0 0 0 0 0,0 0 1 0 0,11-4-1 0 0,-17 4-55 0 0,19-6 328 0 0,-6 3-297 0 0,-1 1-84 0 0,26-2 0 0 0,-33 4-124 0 0,23 4-135 0 0,-26-4 92 0 0,0 1 8 0 0,14 6-116 0 0,-14-5 182 0 0,1 0 0 0 0,-1 0 0 0 0,0 1 0 0 0,0-1-1 0 0,1 1 1 0 0,-1 0 0 0 0,0 0 0 0 0,0 0 0 0 0,-1 0 0 0 0,1 1 0 0 0,0-1-1 0 0,-1 1 1 0 0,4 4 0 0 0,-3-4-20 0 0,-2-2-17 0 0,0 0-1 0 0,0 1 1 0 0,0-1-1 0 0,0 1 1 0 0,0-1-1 0 0,0 1 1 0 0,0 0-1 0 0,0-1 1 0 0,-1 1-1 0 0,1 0 1 0 0,-1 0-1 0 0,1 0 1 0 0,-1-1-1 0 0,0 1 1 0 0,1 0-1 0 0,-1 3 1 0 0,0 1-90 0 0,0 1 135 0 0,1 0 0 0 0,-2 0 0 0 0,1 0 0 0 0,-1 0 0 0 0,0 0 0 0 0,0 0 0 0 0,-1 0 0 0 0,0 0 0 0 0,0-1 0 0 0,-4 9 0 0 0,0 2-61 0 0,4-13 88 0 0,0 0 1 0 0,0 0-1 0 0,0 1 1 0 0,-1-1-1 0 0,1-1 1 0 0,-1 1-1 0 0,0 0 0 0 0,0-1 1 0 0,0 1-1 0 0,-1-1 1 0 0,1 0-1 0 0,-1 0 1 0 0,0 0-1 0 0,0-1 1 0 0,0 1-1 0 0,0-1 1 0 0,0 0-1 0 0,-1 0 1 0 0,-5 1-1 0 0,5-1 91 0 0,1 0 1 0 0,0 0-1 0 0,-1 0 0 0 0,-6 4 1 0 0,9-4-69 0 0,-1 0 0 0 0,1 0 0 0 0,-1-1 0 0 0,0 1 0 0 0,0-1 1 0 0,0 0-1 0 0,0 0 0 0 0,0 0 0 0 0,0 0 0 0 0,0 0 1 0 0,0-1-1 0 0,-1 1 0 0 0,-4-1 0 0 0,-3-1 154 0 0,5 1-135 0 0,-1 0-1 0 0,0-1 1 0 0,1 0-1 0 0,0 0 1 0 0,-1 0-1 0 0,1-1 1 0 0,-1 0-1 0 0,1 0 0 0 0,0-1 1 0 0,-9-4-1 0 0,15 7-118 0 0,-4-2-136 0 0,1 0 1 0 0,-1 0-1 0 0,1-1 1 0 0,-1 1-1 0 0,1-1 1 0 0,0 0-1 0 0,0 1 1 0 0,1-1-1 0 0,-1 0 0 0 0,0-1 1 0 0,1 1-1 0 0,0 0 1 0 0,0-1-1 0 0,0 0 1 0 0,-2-5-1 0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28.993"/>
    </inkml:context>
    <inkml:brush xml:id="br0">
      <inkml:brushProperty name="width" value="0.05" units="cm"/>
      <inkml:brushProperty name="height" value="0.05" units="cm"/>
      <inkml:brushProperty name="color" value="#004F8B"/>
    </inkml:brush>
  </inkml:definitions>
  <inkml:trace contextRef="#ctx0" brushRef="#br0">8 38 9615 0 0,'-2'-6'439'0'0,"-4"-15"-10"0"0,9 10 8227 0 0,1 35-7717 0 0,-1 0 0 0 0,-1 0 0 0 0,-1 31 0 0 0,-1-32-565 0 0,3 26 0 0 0,-1 6 118 0 0,0 42 839 0 0,-2-96-1258 0 0,-1 4 7 0 0,0-4-160 0 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29.438"/>
    </inkml:context>
    <inkml:brush xml:id="br0">
      <inkml:brushProperty name="width" value="0.05" units="cm"/>
      <inkml:brushProperty name="height" value="0.05" units="cm"/>
      <inkml:brushProperty name="color" value="#004F8B"/>
    </inkml:brush>
  </inkml:definitions>
  <inkml:trace contextRef="#ctx0" brushRef="#br0">0 7 5063 0 0,'0'0'15472'0'0,"2"0"-15128"0"0,3-1-202 0 0,1 0 94 0 0,0 0-1 0 0,0 1 1 0 0,0-1 0 0 0,9 2-1 0 0,9 0 561 0 0,39-3 0 0 0,-40 0-518 0 0,44 3-1 0 0,-64 1-261 0 0,-3-2-46 0 0,1 0 0 0 0,-1 1 0 0 0,1-1 0 0 0,-1 0 1 0 0,1 0-1 0 0,-1 0 0 0 0,1 1 0 0 0,-1-1 0 0 0,1 0 1 0 0,0 0-1 0 0,-1 0 0 0 0,1 0 0 0 0,-1 0 1 0 0,1 0-1 0 0,-1 0 0 0 0,1 0 0 0 0,0 0 0 0 0,-1 0 1 0 0,2 0-1 0 0,1-3-809 0 0,-1 1-967 0 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30.057"/>
    </inkml:context>
    <inkml:brush xml:id="br0">
      <inkml:brushProperty name="width" value="0.05" units="cm"/>
      <inkml:brushProperty name="height" value="0.05" units="cm"/>
      <inkml:brushProperty name="color" value="#004F8B"/>
    </inkml:brush>
  </inkml:definitions>
  <inkml:trace contextRef="#ctx0" brushRef="#br0">44 0 1375 0 0,'2'20'16251'0'0,"-2"-18"-15535"0"0,1 19 710 0 0,-1-1-1 0 0,-4 30 1 0 0,1-19-1286 0 0,0 17 63 0 0,3-47-86 0 0,2 3-26 0 0,-2-4-84 0 0,0 0-1 0 0,0 0 1 0 0,0 1-1 0 0,0-1 1 0 0,0 0 0 0 0,0 1-1 0 0,0-1 1 0 0,0 0-1 0 0,0 0 1 0 0,0 1 0 0 0,0-1-1 0 0,1 0 1 0 0,-1 0-1 0 0,0 1 1 0 0,0-1 0 0 0,0 0-1 0 0,0 0 1 0 0,1 1-1 0 0,-1-1 1 0 0,0 0 0 0 0,0 0-1 0 0,0 0 1 0 0,1 1 0 0 0,-1-1-1 0 0,2 1 41 0 0,1 0 0 0 0,-1 0 0 0 0,0 0-1 0 0,0-1 1 0 0,1 1 0 0 0,-1 0 0 0 0,0-1 0 0 0,1 0-1 0 0,-1 0 1 0 0,1 1 0 0 0,-1-1 0 0 0,1-1 0 0 0,-1 1-1 0 0,0 0 1 0 0,1-1 0 0 0,-1 1 0 0 0,0-1 0 0 0,1 1-1 0 0,2-3 1 0 0,4-1 99 0 0,1 1 0 0 0,-1-1 1 0 0,1 2-1 0 0,0-1 0 0 0,-1 1 0 0 0,1 1 0 0 0,15-1 0 0 0,-21 1-81 0 0,-2 1-48 0 0,-1 0 1 0 0,0 0-1 0 0,0 0 1 0 0,0 0-1 0 0,0 0 0 0 0,1 1 1 0 0,-1-1-1 0 0,0 0 1 0 0,0 0-1 0 0,0 1 1 0 0,0-1-1 0 0,0 1 1 0 0,1-1-1 0 0,-1 1 1 0 0,0 0-1 0 0,1 0 1 0 0,14 10-64 0 0,-7-5 87 0 0,-2-1-35 0 0,0 0 0 0 0,0 0 1 0 0,-1 1-1 0 0,1 0 1 0 0,-1 0-1 0 0,0 0 0 0 0,-1 1 1 0 0,0 0-1 0 0,6 8 0 0 0,-10-9-10 0 0,1 1 0 0 0,-1-1 0 0 0,0 0-1 0 0,0 0 1 0 0,-1 0 0 0 0,0 1 0 0 0,0-1-1 0 0,0 0 1 0 0,-2 9 0 0 0,1-6 59 0 0,-1 0-1 0 0,0 0 1 0 0,0 0 0 0 0,-1-1 0 0 0,0 1-1 0 0,0-1 1 0 0,-1 1 0 0 0,0-1 0 0 0,0 0-1 0 0,-1 0 1 0 0,0-1 0 0 0,-1 0 0 0 0,1 0-1 0 0,-8 7 1 0 0,-10 0 687 0 0,3-3 76 0 0,17-9-697 0 0,-1 1 0 0 0,0-1 1 0 0,0 0-1 0 0,0 0 0 0 0,0 0 0 0 0,0-1 0 0 0,-1 1 0 0 0,1-1 1 0 0,0 0-1 0 0,-1 0 0 0 0,1-1 0 0 0,-1 1 0 0 0,1-1 0 0 0,0 0 1 0 0,-1 0-1 0 0,1-1 0 0 0,-1 1 0 0 0,-6-3 0 0 0,2 1-54 0 0,1-1 0 0 0,0 0 0 0 0,0 0 0 0 0,0-1 0 0 0,0 0-1 0 0,0-1 1 0 0,1 0 0 0 0,-10-8 0 0 0,14 11-313 0 0,-1-1 0 0 0,1 1-1 0 0,-1 0 1 0 0,-7-3 0 0 0,4 2-1675 0 0</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44.632"/>
    </inkml:context>
    <inkml:brush xml:id="br0">
      <inkml:brushProperty name="width" value="0.05" units="cm"/>
      <inkml:brushProperty name="height" value="0.05" units="cm"/>
    </inkml:brush>
  </inkml:definitions>
  <inkml:trace contextRef="#ctx0" brushRef="#br0">41 1 2303 0 0,'0'0'9495'0'0,"0"2"-8086"0"0,-1 9-37 0 0,-10-3 1199 0 0,-6-2 3209 0 0,5-3-1023 0 0,17-2-4701 0 0,-1-1-1 0 0,1 1 1 0 0,-1-1 0 0 0,1 0-1 0 0,-1 0 1 0 0,1 0-1 0 0,-1-1 1 0 0,1 1 0 0 0,7-3-1 0 0,10 0 29 0 0,56-7 375 0 0,-58 4-397 0 0,-18 5-49 0 0,1 0 0 0 0,0 0 1 0 0,-1 0-1 0 0,1 0 0 0 0,0 1 0 0 0,-1-1 1 0 0,1 1-1 0 0,5 0 0 0 0,0 0 38 0 0,0 1-1 0 0,0-1 1 0 0,12-2 0 0 0,-18 1-39 0 0,-1 1-9 0 0,-1 0-1 0 0,1 0 1 0 0,0 0-1 0 0,-1 0 1 0 0,1 0 0 0 0,0 0-1 0 0,-1 0 1 0 0,1 0-1 0 0,-1 0 1 0 0,1 0 0 0 0,-1 1-1 0 0,1-1 1 0 0,0 0-1 0 0,-1 0 1 0 0,1 0 0 0 0,-1 1-1 0 0,2 0 1 0 0,8 3 55 0 0,-9-4 6 0 0,16 5 64 0 0,-16-4-128 0 0,0 15-7687 0 0,0-10 6924 0 0,2 12-1731 0 0</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45.027"/>
    </inkml:context>
    <inkml:brush xml:id="br0">
      <inkml:brushProperty name="width" value="0.05" units="cm"/>
      <inkml:brushProperty name="height" value="0.05" units="cm"/>
    </inkml:brush>
  </inkml:definitions>
  <inkml:trace contextRef="#ctx0" brushRef="#br0">1 40 15631 0 0,'0'0'356'0'0,"-1"-14"9062"0"0,14 12-7260 0 0,18-1-3362 0 0,-25 2 2012 0 0,60-5-530 0 0,-38 2-243 0 0,1 1-1 0 0,30 2 0 0 0,-15 0 36 0 0,-30-1-65 0 0,1 2 0 0 0,21 1 1 0 0,-27-1 47 0 0,7 2 22 0 0,-15-2-22 0 0,1-6-1370 0 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45.854"/>
    </inkml:context>
    <inkml:brush xml:id="br0">
      <inkml:brushProperty name="width" value="0.05" units="cm"/>
      <inkml:brushProperty name="height" value="0.05" units="cm"/>
    </inkml:brush>
  </inkml:definitions>
  <inkml:trace contextRef="#ctx0" brushRef="#br0">1 18 13247 0 0,'0'0'1008'0'0,"1"-1"-689"0"0,0 1-94 0 0,0-1 0 0 0,0 1 0 0 0,0-1 0 0 0,0 0 0 0 0,0 1 0 0 0,0-1 0 0 0,0 0 0 0 0,-1 0 0 0 0,1 0 0 0 0,0 0 0 0 0,0 0 0 0 0,3-6 6195 0 0,10 7-4134 0 0,-12 1-2239 0 0,0 1 0 0 0,0-1 0 0 0,-1 1 0 0 0,1-1-1 0 0,0 1 1 0 0,-1 0 0 0 0,1-1 0 0 0,-1 1 0 0 0,1 0 0 0 0,-1 0-1 0 0,0 0 1 0 0,0 0 0 0 0,1 3 0 0 0,13 30 172 0 0,-12-22-134 0 0,0-1 0 0 0,-1 1 0 0 0,2 19 0 0 0,0 0 71 0 0,0-2-151 0 0,-1 0 1 0 0,-1 47-1 0 0,-2 34 123 0 0,1-83-128 0 0,-1 6 0 0 0,0 43 203 0 0,0-76-47 0 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46.302"/>
    </inkml:context>
    <inkml:brush xml:id="br0">
      <inkml:brushProperty name="width" value="0.05" units="cm"/>
      <inkml:brushProperty name="height" value="0.05" units="cm"/>
    </inkml:brush>
  </inkml:definitions>
  <inkml:trace contextRef="#ctx0" brushRef="#br0">1 30 13471 0 0,'0'0'11647'0'0,"2"0"-11231"0"0,46-5 464 0 0,58 0 1 0 0,-68 3-694 0 0,-28 1-153 0 0,0 0 1 0 0,1 1-1 0 0,-1 0 0 0 0,1 0 0 0 0,12 4 0 0 0,-5-2-20 0 0,-1 0 0 0 0,1-1-1 0 0,-1-1 1 0 0,1-1 0 0 0,0 0 0 0 0,18-5-1 0 0,2 2-5 0 0,17-8-8 0 0,-34 11 36 0 0,6 3-8 0 0,-17-2-1914 0 0,-9 0 1413 0 0,-1 0 0 0 0,1 0 0 0 0,0 1-1 0 0,0-1 1 0 0,-1 0 0 0 0,1 0-1 0 0,0 0 1 0 0,0 0 0 0 0,-1 1-1 0 0,1-1 1 0 0,0 0 0 0 0,-1 1-1 0 0,1-1 1 0 0,0 1 0 0 0,0 0 0 0 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47.031"/>
    </inkml:context>
    <inkml:brush xml:id="br0">
      <inkml:brushProperty name="width" value="0.05" units="cm"/>
      <inkml:brushProperty name="height" value="0.05" units="cm"/>
    </inkml:brush>
  </inkml:definitions>
  <inkml:trace contextRef="#ctx0" brushRef="#br0">1 84 16815 0 0,'0'0'1971'0'0,"5"-7"-266"0"0,6-3-568 0 0,-1 0 0 0 0,22-15 0 0 0,-30 24-1085 0 0,6-3 45 0 0,0-1-1 0 0,1 1 1 0 0,0 1 0 0 0,0-1 0 0 0,0 2-1 0 0,1-1 1 0 0,-1 1 0 0 0,0 1 0 0 0,1 0 0 0 0,-1 0-1 0 0,17 1 1 0 0,-18 0-75 0 0,-5 0-9 0 0,0 0 0 0 0,0 0 0 0 0,0 1 0 0 0,0-1 0 0 0,0 1 0 0 0,-1 0 0 0 0,1 0 0 0 0,0 0 0 0 0,0 0 0 0 0,-1 0 0 0 0,1 0 0 0 0,0 1 0 0 0,3 2 0 0 0,-4-3 5 0 0,0 1 0 0 0,1 0-1 0 0,-1 0 1 0 0,0-1 0 0 0,0 1 0 0 0,0 0-1 0 0,0 1 1 0 0,0-1 0 0 0,0 0 0 0 0,-1 0-1 0 0,1 1 1 0 0,-1-1 0 0 0,0 1 0 0 0,1 0-1 0 0,-1-1 1 0 0,0 1 0 0 0,-1 0 0 0 0,1 0-1 0 0,0-1 1 0 0,-1 1 0 0 0,1 0 0 0 0,-1 0-1 0 0,0 0 1 0 0,0 0 0 0 0,0-1-1 0 0,-1 1 1 0 0,1 0 0 0 0,-1 0 0 0 0,1 0-1 0 0,-2 3 1 0 0,-3 6 81 0 0,1-1 0 0 0,-1 0 0 0 0,-1 0 0 0 0,0-1 0 0 0,-13 18 0 0 0,15-23-53 0 0,-7 11 49 0 0,0 0 0 0 0,-2-1 0 0 0,1 0 1 0 0,-2-1-1 0 0,0-1 0 0 0,-17 13 0 0 0,-13 10 348 0 0,43-35-374 0 0,-3 0 43 0 0,17 0-32 0 0,6-1-37 0 0,-1-1-1 0 0,35-7 1 0 0,-43 7-51 0 0,-1 0 1 0 0,0 1-1 0 0,0 0 0 0 0,18 3 1 0 0,-15-2-43 0 0,19 1 50 0 0,-28-2 3 0 0,0 1 0 0 0,0-1 0 0 0,1 1 0 0 0,-1 0 0 0 0,0 0 0 0 0,0 1 1 0 0,0-1-1 0 0,4 3 0 0 0,-6-3 153 0 0,1 0 0 0 0,-1 0 1 0 0,1 0-1 0 0,0 0 0 0 0,-1 0 1 0 0,1-1-1 0 0,0 1 1 0 0,0-1-1 0 0,-1 1 0 0 0,1-1 1 0 0,3 0-1 0 0,-4-1-76 0 0,2-2-171 0 0,-2 2-462 0 0,-1-5-2703 0 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47.906"/>
    </inkml:context>
    <inkml:brush xml:id="br0">
      <inkml:brushProperty name="width" value="0.05" units="cm"/>
      <inkml:brushProperty name="height" value="0.05" units="cm"/>
    </inkml:brush>
  </inkml:definitions>
  <inkml:trace contextRef="#ctx0" brushRef="#br0">4 21 2759 0 0,'-3'10'19933'0'0,"8"-9"-19793"0"0,0 0 0 0 0,0 0 0 0 0,0-1 0 0 0,0 1-1 0 0,0-1 1 0 0,0 0 0 0 0,0 0 0 0 0,7-2 0 0 0,44-11 512 0 0,-42 9-536 0 0,8 0 114 0 0,0 0-1 0 0,42 0 0 0 0,-16 1 0 0 0,-32 2-133 0 0,26 3 0 0 0,-5 0 35 0 0,-24-2-53 0 0,0 0-1 0 0,1 2 1 0 0,-1 0-1 0 0,0 0 1 0 0,-1 1-1 0 0,16 5 1 0 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49.019"/>
    </inkml:context>
    <inkml:brush xml:id="br0">
      <inkml:brushProperty name="width" value="0.05" units="cm"/>
      <inkml:brushProperty name="height" value="0.05" units="cm"/>
    </inkml:brush>
  </inkml:definitions>
  <inkml:trace contextRef="#ctx0" brushRef="#br0">1 0 10999 0 0,'0'0'10711'0'0,"0"2"-10174"0"0,7 51 1464 0 0,17 52-1566 0 0,-19-84-347 0 0,25 124-76 0 0,-24 44-23 0 0,-3-48 139 0 0,3 48-117 0 0,-5-132 18 0 0,-5 129 150 0 0,-1-127-215 0 0,-3 71-48 0 0,7-93 171 0 0,1-28 353 0 0,0-1 1 0 0,3 15-1 0 0,-3-21 520 0 0,1-1-896 0 0,3 2 0 0 0,-4-2 0 0 0,3 0-33 0 0,-1 0 1 0 0,0 0-1 0 0,1-1 1 0 0,-1 1-1 0 0,1-1 0 0 0,-1 1 1 0 0,1-1-1 0 0,3 0 0 0 0,-5 0-46 0 0,1 0 548 0 0,17 9 267 0 0,-16-7-804 0 0,0-1 0 0 0,0 1-1 0 0,0-1 1 0 0,0 0 0 0 0,1 0 0 0 0,-1 0 0 0 0,0 0-1 0 0,1-1 1 0 0,-1 1 0 0 0,0-1 0 0 0,1 0-1 0 0,4 0 1 0 0,2 0-5 0 0,-7-1 9 0 0,0 1 0 0 0,0 0 0 0 0,0 0 0 0 0,0-1 0 0 0,0 0 0 0 0,0 0 0 0 0,0 1 0 0 0,0-2 0 0 0,0 1 0 0 0,-1 0 0 0 0,1 0 0 0 0,0-1 0 0 0,2-2 0 0 0,5-2 0 0 0,-9 6 0 0 0,0-1 0 0 0,0 1 0 0 0,0 0 0 0 0,0-1 0 0 0,1 1 0 0 0,-1 0 0 0 0,0 0 0 0 0,0 0 0 0 0,0 0 0 0 0,0 0 0 0 0,0 0 0 0 0,0 0 0 0 0,0 0 0 0 0,0 0 0 0 0,0 1 0 0 0,2-1 0 0 0,13 1 0 0 0,-14-1 0 0 0,4-2 0 0 0,1 1 0 0 0,-1 0 0 0 0,1 1 0 0 0,0-1 0 0 0,-1 1 0 0 0,9 1 0 0 0,-7-1 0 0 0,0 0 0 0 0,0-1 0 0 0,0 0 0 0 0,0 0 0 0 0,0-1 0 0 0,0 0 0 0 0,-1 0 0 0 0,1-1 0 0 0,11-5 0 0 0,-7-2 0 0 0,-11 9 0 0 0,0 0 0 0 0,0 1 0 0 0,-1-1 0 0 0,1 0 0 0 0,0 0 0 0 0,0 1 0 0 0,0-1 0 0 0,0 0 0 0 0,0 1 0 0 0,-1-1 0 0 0,1 1 0 0 0,1-1 0 0 0,-1 1 0 0 0,0-1 0 0 0,0 1 0 0 0,0 0 0 0 0,0 0 0 0 0,0-1 0 0 0,0 1 0 0 0,0 0 0 0 0,2 0 0 0 0,23 1 0 0 0,-24-1 12 0 0,9 7-131 0 0,-3-19-3738 0 0</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53.512"/>
    </inkml:context>
    <inkml:brush xml:id="br0">
      <inkml:brushProperty name="width" value="0.05" units="cm"/>
      <inkml:brushProperty name="height" value="0.05" units="cm"/>
    </inkml:brush>
  </inkml:definitions>
  <inkml:trace contextRef="#ctx0" brushRef="#br0">52 47 1375 0 0,'0'0'107'0'0,"3"-6"242"0"0,4-28 17394 0 0,-16 30-13941 0 0,-9 6-2766 0 0,14-1-1459 0 0,-3 0 2888 0 0,6-1-2428 0 0,1 0 0 0 0,0 0-1 0 0,0 0 1 0 0,0 0 0 0 0,0 0 0 0 0,0-1-1 0 0,0 1 1 0 0,-1 0 0 0 0,1 0 0 0 0,0 0-1 0 0,0 0 1 0 0,0 0 0 0 0,0 0 0 0 0,0 0-1 0 0,0 0 1 0 0,0 0 0 0 0,0-1 0 0 0,0 1-1 0 0,-1 0 1 0 0,1 0 0 0 0,0 0 0 0 0,0 0-1 0 0,0 0 1 0 0,0 0 0 0 0,0-1 0 0 0,0 1-1 0 0,0 0 1 0 0,0 0 0 0 0,0 0 0 0 0,0 0-1 0 0,0 0 1 0 0,0 0 0 0 0,0-1 0 0 0,0 1-1 0 0,0 0 1 0 0,0 0 0 0 0,0 0 0 0 0,0 0-1 0 0,0 0 1 0 0,0 0 0 0 0,0-1 0 0 0,0 1-1 0 0,1 0 1 0 0,-1-1 91 0 0,21 4 64 0 0,1-1-63 0 0,4 1-55 0 0,-25-3-63 0 0,1 1 0 0 0,0-1 1 0 0,0 0-1 0 0,-1 0 0 0 0,1 0 1 0 0,0 0-1 0 0,-1 0 1 0 0,1 0-1 0 0,0-1 0 0 0,0 1 1 0 0,2-1-1 0 0,-2 0 1 0 0,-1 1 1 0 0,1-1-1 0 0,0 1 1 0 0,0 0-1 0 0,-1-1 1 0 0,1 1-1 0 0,0 0 1 0 0,0 0-1 0 0,0 0 1 0 0,-1 0-1 0 0,1 1 1 0 0,2 0-1 0 0,61 21 79 0 0,-51-20-49 0 0,-10-5-9 0 0,-3 2-28 0 0,6-3 6 0 0,-6 3 170 0 0,4 3-80 0 0,-3 0 172 0 0,-8-3-95 0 0,-14 0-95 0 0,0 1 1 0 0,-30 4-1 0 0,-12 0-93 0 0,44-6-27 0 0,17 2 34 0 0,-1-1 1 0 0,1 1-1 0 0,-1 0 0 0 0,1 0 1 0 0,-1 0-1 0 0,1 0 0 0 0,-1 0 1 0 0,1 0-1 0 0,-1 0 0 0 0,1 0 0 0 0,-1 0 1 0 0,1 1-1 0 0,-1-1 0 0 0,1 1 1 0 0,-3 0-1 0 0,-27 11-93 0 0,30-11 0 0 0,1-2-69 0 0,-3-4 171 0 0,3 4-91 0 0,55 4-287 0 0,3-4 352 0 0,15-1 24 0 0,-70 2 9 0 0,-2-1-24 0 0,0 1 0 0 0,1 0 1 0 0,-1 0-1 0 0,0-1 0 0 0,0 1 0 0 0,0 0 0 0 0,0-1 1 0 0,0 1-1 0 0,0-1 0 0 0,0 0 0 0 0,0 1 0 0 0,0-1 0 0 0,0 0 1 0 0,0 1-1 0 0,2-3 0 0 0,-2 2-812 0 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55.318"/>
    </inkml:context>
    <inkml:brush xml:id="br0">
      <inkml:brushProperty name="width" value="0.05" units="cm"/>
      <inkml:brushProperty name="height" value="0.05" units="cm"/>
    </inkml:brush>
  </inkml:definitions>
  <inkml:trace contextRef="#ctx0" brushRef="#br0">0 44 10823 0 0,'0'0'1086'0'0,"1"-1"-990"0"0,0-5 61 0 0,0-1-379 0 0,-1 5 1414 0 0,1 0-1 0 0,-1 0 0 0 0,1 0 0 0 0,-1 0 1 0 0,1 0-1 0 0,0 1 0 0 0,0-1 1 0 0,2-4 1344 0 0,-3 5-2415 0 0,0 1-1 0 0,0-1 1 0 0,0 1 0 0 0,0 0-1 0 0,0-1 1 0 0,1 1 0 0 0,-1 0-1 0 0,0-1 1 0 0,0 1-1 0 0,0-1 1 0 0,0 1 0 0 0,1 0-1 0 0,-1-1 1 0 0,0 1 0 0 0,0 0-1 0 0,1 0 1 0 0,-1-1 0 0 0,0 1-1 0 0,0 0 1 0 0,1 0-1 0 0,-1-1 1 0 0,1 1 0 0 0,1 3-95 0 0,0 0-1 0 0,0 0 1 0 0,0 0 0 0 0,0 0 0 0 0,0 0 0 0 0,-1 1 0 0 0,1-1 0 0 0,-1 1-1 0 0,0-1 1 0 0,0 1 0 0 0,0-1 0 0 0,0 7 0 0 0,1 9 218 0 0,-2 24 0 0 0,0-6-107 0 0,3 34-99 0 0,5 63 60 0 0,-7-127-344 0 0,1 4-2814 0 0,-1-1 0 0 0,0 20 0 0 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55.764"/>
    </inkml:context>
    <inkml:brush xml:id="br0">
      <inkml:brushProperty name="width" value="0.05" units="cm"/>
      <inkml:brushProperty name="height" value="0.05" units="cm"/>
    </inkml:brush>
  </inkml:definitions>
  <inkml:trace contextRef="#ctx0" brushRef="#br0">1 17 1375 0 0,'0'0'20208'0'0,"1"0"-19612"0"0,11-2 35 0 0,-9 2-448 0 0,0 0-1 0 0,1-1 1 0 0,-1 0 0 0 0,1 0-1 0 0,3-2 1 0 0,-3 3-64 0 0,0-1 0 0 0,0 0 1 0 0,-1 1-1 0 0,1 0 0 0 0,0 0 1 0 0,0 0-1 0 0,-1 0 0 0 0,8 2 1 0 0,8-1 299 0 0,-13-1-298 0 0,-1 0 0 0 0,0-1 0 0 0,0 0 0 0 0,6-2 0 0 0,-8 2-26 0 0,1 0 0 0 0,-1 0-1 0 0,1 0 1 0 0,-1 1 0 0 0,1 0-1 0 0,-1-1 1 0 0,1 1 0 0 0,0 0-1 0 0,5 2 1 0 0,71 13 809 0 0,-64-12-818 0 0,0-1 0 0 0,1-1 0 0 0,19 0 0 0 0,-33-2-77 0 0,-1 1 0 0 0,0-1 0 0 0,1 0 0 0 0,-1 1 0 0 0,0-1 0 0 0,0 0 0 0 0,0 0 0 0 0,0-1 0 0 0,1 1 1 0 0,1-2-1 0 0,-3 2-4 0 0,1-1 1 0 0,0 1 0 0 0,0 0 0 0 0,-1 0-1 0 0,1 0 1 0 0,0 0 0 0 0,0 0 0 0 0,0 1 0 0 0,0-1-1 0 0,0 1 1 0 0,0-1 0 0 0,0 1 0 0 0,1 0 0 0 0,-1-1-1 0 0,2 1 1 0 0,17 5 84 0 0,-15-3-84 0 0,-1 0-1 0 0,1-1 1 0 0,0 0 0 0 0,0 0-1 0 0,0-1 1 0 0,7 0-1 0 0,-19 6-1278 0 0,6-5 1188 0 0,-1-1 0 0 0,1 1-1 0 0,0-1 1 0 0,0 1 0 0 0,0-1 0 0 0,-1 1 0 0 0,1-1 0 0 0,0 0 0 0 0,-1 1 0 0 0,1-1 0 0 0,0 0 0 0 0,-1 1 0 0 0,1-1 0 0 0,-1 0-1 0 0,1 1 1 0 0,-1-1 0 0 0,1 0 0 0 0,0 0 0 0 0,-1 0 0 0 0,1 1 0 0 0,-1-1 0 0 0,0 0 0 0 0,0 0-189 0 0,-1 0 0 0 0,1 0 0 0 0,0 0 0 0 0,0 0 0 0 0,0 0 0 0 0,0 0 0 0 0,-1 0 0 0 0,1 0 0 0 0,0 1 0 0 0,0-1 0 0 0,0 0 0 0 0,0 1 0 0 0,0-1 0 0 0,0 1 0 0 0,0-1 0 0 0,-1 1 0 0 0,0 1 0 0 0,-15 13-2165 0 0,16-14 2122 0 0,-18 23-6462 0 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56.251"/>
    </inkml:context>
    <inkml:brush xml:id="br0">
      <inkml:brushProperty name="width" value="0.05" units="cm"/>
      <inkml:brushProperty name="height" value="0.05" units="cm"/>
    </inkml:brush>
  </inkml:definitions>
  <inkml:trace contextRef="#ctx0" brushRef="#br0">1 33 11399 0 0,'0'0'1032'0'0,"1"-1"-845"0"0,1-2-122 0 0,-1 1-1 0 0,1 0 1 0 0,-1 0-1 0 0,0-1 1 0 0,0 1-1 0 0,0-1 1 0 0,0 1 0 0 0,0-1-1 0 0,0-4 1 0 0,0 4 414 0 0,16 23 9245 0 0,-15-11-9538 0 0,0 0 0 0 0,0 0 0 0 0,-1 0 0 0 0,0 0 0 0 0,-1 0 0 0 0,0 1 0 0 0,0-1 0 0 0,-1 0 0 0 0,0 0 0 0 0,0 0 0 0 0,-1 0 0 0 0,0 0 0 0 0,-6 13 0 0 0,6-16-84 0 0,0 0 0 0 0,0 1 0 0 0,-2 10 0 0 0,3-7 2 0 0,-3 33 485 0 0,5-41-569 0 0,0 0-1 0 0,0-1 1 0 0,0 1-1 0 0,0 0 1 0 0,1 0-1 0 0,-1-1 1 0 0,1 1-1 0 0,-1-1 0 0 0,1 1 1 0 0,-1-1-1 0 0,3 2 1 0 0,-2-3 31 0 0,1 1 0 0 0,-1 0-1 0 0,1-1 1 0 0,0 1 0 0 0,-1-1 0 0 0,1 0 0 0 0,-1 0 0 0 0,1 0 0 0 0,0 0 0 0 0,-1 0 0 0 0,1 0 0 0 0,-1-1 0 0 0,1 1-1 0 0,2-2 1 0 0,19-1 210 0 0,7 2-11 0 0,-19 0-194 0 0,0 1 1 0 0,0 0-1 0 0,0 1 0 0 0,18 3 1 0 0,-27-3-44 0 0,-1-1 10 0 0,11-2-6 0 0,2 4-17 0 0,-7-2 0 0 0,6-7-5869 0 0</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1:56.673"/>
    </inkml:context>
    <inkml:brush xml:id="br0">
      <inkml:brushProperty name="width" value="0.05" units="cm"/>
      <inkml:brushProperty name="height" value="0.05" units="cm"/>
    </inkml:brush>
  </inkml:definitions>
  <inkml:trace contextRef="#ctx0" brushRef="#br0">58 14 4607 0 0,'-2'-14'15644'0'0,"-2"29"-8565"0"0,-2 28-6966 0 0,0 0 11 0 0,-5 15-76 0 0,3-19 4 0 0,-3 55 0 0 0,6-42-30 0 0,3-32-5 0 0,0 0-1 0 0,2 28 1 0 0,0-31-6 0 0,0-16 106 0 0,7-10-3584 0 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00.631"/>
    </inkml:context>
    <inkml:brush xml:id="br0">
      <inkml:brushProperty name="width" value="0.05" units="cm"/>
      <inkml:brushProperty name="height" value="0.05" units="cm"/>
    </inkml:brush>
  </inkml:definitions>
  <inkml:trace contextRef="#ctx0" brushRef="#br0">7 724 8175 0 0,'-6'-25'183'0'0,"5"20"252"0"0,11 5 523 0 0,-8-1-757 0 0,0 0 1 0 0,0 1-1 0 0,0-1 0 0 0,0 0 0 0 0,0 0 0 0 0,0 0 0 0 0,-1 0 0 0 0,1 0 0 0 0,0 0 0 0 0,-1-1 1 0 0,3-2-1 0 0,-3 3-68 0 0,0 0 0 0 0,0 0 1 0 0,1 0-1 0 0,-1 0 0 0 0,0 0 1 0 0,1 0-1 0 0,-1 0 0 0 0,0 0 1 0 0,1 0-1 0 0,-1 1 0 0 0,1-1 1 0 0,-1 1-1 0 0,1-1 0 0 0,0 1 1 0 0,-1-1-1 0 0,3 1 0 0 0,-1 0 23 0 0,-1-1-1 0 0,1 1 0 0 0,-1-1 0 0 0,1 1 0 0 0,-1-1 1 0 0,1 0-1 0 0,-1 0 0 0 0,0 0 0 0 0,0 0 1 0 0,1-1-1 0 0,-1 1 0 0 0,0 0 0 0 0,0-1 0 0 0,2-1 1 0 0,18-12 994 0 0,-14 11-754 0 0,-1-1 0 0 0,1 0 0 0 0,-1-1 1 0 0,0 1-1 0 0,-1-2 0 0 0,1 1 0 0 0,7-11 0 0 0,-4 4-9 0 0,0 0 1 0 0,-1-1-1 0 0,0 0 0 0 0,-2 0 1 0 0,10-25-1 0 0,21-79 1214 0 0,-29 85-1178 0 0,6-46-1 0 0,-14 66-435 0 0,0 0 0 0 0,0 1 0 0 0,-1-1 0 0 0,-1 0 0 0 0,0 0 0 0 0,-6-22 0 0 0,4 25 61 0 0,0-1 1 0 0,-1 1-1 0 0,0 1 1 0 0,-1-1 0 0 0,0 1-1 0 0,0-1 1 0 0,-1 1-1 0 0,0 1 1 0 0,-1-1-1 0 0,0 1 1 0 0,-12-11-1 0 0,6 12 115 0 0,12 7-83 0 0,-1-1-13 0 0,0 1-76 0 0,0 0 0 0 0,0-1 0 0 0,0 1 0 0 0,1 0 0 0 0,-1 0 0 0 0,0 1 0 0 0,0-1 0 0 0,0 0 0 0 0,0 1 1 0 0,0-1-1 0 0,1 1 0 0 0,-1-1 0 0 0,0 1 0 0 0,0 0 0 0 0,1 0 0 0 0,-1 0 0 0 0,0 0 0 0 0,1 0 0 0 0,-1 0 0 0 0,-1 2 0 0 0,0 0-14 0 0,0 0 0 0 0,1 1 0 0 0,-1-1 0 0 0,1 1 0 0 0,0 0 0 0 0,0 0 0 0 0,0 0 0 0 0,-2 6 0 0 0,-4 12 23 0 0,1 0 0 0 0,-8 46 0 0 0,8-14-101 0 0,1 98-1 0 0,4-75 71 0 0,1 16 9 0 0,3-35 20 0 0,-2-37 5 0 0,1-1-1 0 0,1 1 1 0 0,0-1-1 0 0,9 31 1 0 0,-11-47 9 0 0,0-3-10 0 0,0 0 1 0 0,0 0-1 0 0,1-1 1 0 0,-1 1-1 0 0,0 0 0 0 0,1 0 1 0 0,-1 0-1 0 0,0 0 1 0 0,1 0-1 0 0,-1 0 1 0 0,1 0-1 0 0,0-1 0 0 0,-1 1 1 0 0,1 0-1 0 0,0 0 1 0 0,0 0-1 0 0,17 25-66 0 0,-15-22 76 0 0,0 0-1 0 0,0 1 1 0 0,0-1-1 0 0,0 0 1 0 0,0 0-1 0 0,1-1 1 0 0,0 1 0 0 0,0-1-1 0 0,0 0 1 0 0,0 0-1 0 0,6 3 1 0 0,-9-5-10 0 0,-1-1 1 0 0,1 0-1 0 0,0 1 1 0 0,-1-1-1 0 0,1 0 1 0 0,0 0-1 0 0,-1 1 0 0 0,1-1 1 0 0,0 0-1 0 0,0 0 1 0 0,-1 0-1 0 0,1 0 1 0 0,0 0-1 0 0,0 0 1 0 0,-1 0-1 0 0,1 0 1 0 0,0 0-1 0 0,-1-1 1 0 0,1 1-1 0 0,0 0 1 0 0,0 0-1 0 0,-1-1 0 0 0,2 1 1 0 0,9-13 41 0 0,-10 12-42 0 0,-1 0 1 0 0,1 0 0 0 0,0-1-1 0 0,-1 1 1 0 0,1 0 0 0 0,0 1 0 0 0,0-1-1 0 0,0 0 1 0 0,-1 0 0 0 0,1 0-1 0 0,0 0 1 0 0,0 1 0 0 0,0-1 0 0 0,1 0-1 0 0,-1 1 1 0 0,0-1 0 0 0,0 1-1 0 0,0-1 1 0 0,0 1 0 0 0,0 0 0 0 0,1-1-1 0 0,-1 1 1 0 0,0 0 0 0 0,2 0-1 0 0,0 0-84 0 0,1 0-1 0 0,-1 0 0 0 0,0 0 0 0 0,1-1 1 0 0,-1 1-1 0 0,0-1 0 0 0,0 0 1 0 0,4-1-1 0 0,3-1-1449 0 0,0 0-533 0 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01.171"/>
    </inkml:context>
    <inkml:brush xml:id="br0">
      <inkml:brushProperty name="width" value="0.05" units="cm"/>
      <inkml:brushProperty name="height" value="0.05" units="cm"/>
    </inkml:brush>
  </inkml:definitions>
  <inkml:trace contextRef="#ctx0" brushRef="#br0">181 20 10735 0 0,'0'0'979'0'0,"-1"-1"-808"0"0,0-3 1363 0 0,0 2-884 0 0,-1 1 0 0 0,1 0 0 0 0,0 0 0 0 0,-1 0 1 0 0,1 0-1 0 0,0 0 0 0 0,-1 0 0 0 0,0 0 0 0 0,1 0 0 0 0,-1 1 0 0 0,1-1 0 0 0,-3 0 0 0 0,-2 0-509 0 0,0 1 1 0 0,0 0-1 0 0,0 0 1 0 0,0 0-1 0 0,0 1 1 0 0,0 0-1 0 0,0 0 1 0 0,0 0-1 0 0,0 1 0 0 0,1 0 1 0 0,-1 0-1 0 0,1 0 1 0 0,-1 1-1 0 0,1 0 1 0 0,0 0-1 0 0,0 0 1 0 0,0 1-1 0 0,0 0 1 0 0,1-1-1 0 0,-1 2 1 0 0,1-1-1 0 0,0 0 0 0 0,0 1 1 0 0,1 0-1 0 0,-1 0 1 0 0,1 0-1 0 0,0 0 1 0 0,1 1-1 0 0,-1-1 1 0 0,-2 11-1 0 0,3-9-151 0 0,0 1-1 0 0,1 0 1 0 0,0 0 0 0 0,0 0-1 0 0,1 0 1 0 0,0 0 0 0 0,1 0-1 0 0,1 8 1 0 0,-1-11 1 0 0,1-1 1 0 0,-1 1 0 0 0,1-1-1 0 0,0 0 1 0 0,0 0-1 0 0,1 0 1 0 0,-1 0-1 0 0,1 0 1 0 0,0-1 0 0 0,0 1-1 0 0,0-1 1 0 0,6 5-1 0 0,-8-7 2 0 0,1 1-1 0 0,-1-1 0 0 0,0 0 1 0 0,1 1-1 0 0,-1-1 0 0 0,1 0 0 0 0,0 0 1 0 0,-1 0-1 0 0,1 0 0 0 0,0 0 0 0 0,0 0 1 0 0,0-1-1 0 0,0 1 0 0 0,3 0 1 0 0,-1 0-6 0 0,-3-1 5 0 0,1 0 0 0 0,-1 0-1 0 0,0 0 1 0 0,0 0-1 0 0,1 0 1 0 0,-1 0-1 0 0,0 0 1 0 0,0-1-1 0 0,1 1 1 0 0,-1 0 0 0 0,1-1-1 0 0,-1 0-4 0 0,0 1 1 0 0,0-1-1 0 0,0 1 0 0 0,0 0 0 0 0,0 0 0 0 0,0-1 1 0 0,0 1-1 0 0,0 0 0 0 0,0 0 0 0 0,0 0 0 0 0,0 0 1 0 0,0 0-1 0 0,0 0 0 0 0,0 1 0 0 0,0-1 0 0 0,0 0 1 0 0,0 0-1 0 0,0 1 0 0 0,1-1 0 0 0,1 2-2 0 0,1 0-1 0 0,-1-1 1 0 0,0 0-1 0 0,1 0 1 0 0,-1 0 0 0 0,1 0-1 0 0,0 0 1 0 0,-1-1-1 0 0,1 1 1 0 0,-1-1 0 0 0,1 0-1 0 0,0 0 1 0 0,-1-1-1 0 0,1 1 1 0 0,-1-1 0 0 0,1 0-1 0 0,-1 1 1 0 0,1-2-1 0 0,-1 1 1 0 0,6-3-1 0 0,-5 2 28 0 0,0 0-1 0 0,0-1 0 0 0,-1 1 0 0 0,1-1 0 0 0,-1 0 0 0 0,1 0 0 0 0,-1 0 0 0 0,0-1 0 0 0,0 1 0 0 0,-1-1 0 0 0,1 0 0 0 0,-1 1 0 0 0,1-1 0 0 0,-1 0 0 0 0,-1-1 0 0 0,3-4 0 0 0,-1 0 242 0 0,-1 0 1 0 0,0 0-1 0 0,0-1 0 0 0,-1 1 1 0 0,0-12-1 0 0,-1 18-151 0 0,0 0-1 0 0,0 0 0 0 0,0 0 1 0 0,-1 1-1 0 0,1-1 0 0 0,-1 0 1 0 0,0 0-1 0 0,0 1 1 0 0,0-1-1 0 0,0 0 0 0 0,0 1 1 0 0,0-1-1 0 0,-1 1 1 0 0,1-1-1 0 0,-1 1 0 0 0,0 0 1 0 0,0 0-1 0 0,0 0 1 0 0,0 0-1 0 0,0 0 0 0 0,-4-2 1 0 0,4 2-54 0 0,-1 0 0 0 0,1 0 0 0 0,-1 1 0 0 0,1 0 0 0 0,-1-1 0 0 0,0 1 0 0 0,0 0 0 0 0,0 0 0 0 0,0 1 0 0 0,0-1 1 0 0,0 0-1 0 0,0 1 0 0 0,0 0 0 0 0,0 0 0 0 0,0 0 0 0 0,0 0 0 0 0,-4 1 0 0 0,-9 1 29 0 0,11-2-81 0 0,0 0 0 0 0,0 1 0 0 0,0 0 0 0 0,0 0 0 0 0,1 1 0 0 0,-1-1 0 0 0,-9 5 0 0 0,14-6-255 0 0,-12 7 188 0 0,11-7-123 0 0,1 0 0 0 0,0 1 0 0 0,-1-1 0 0 0,1 0 0 0 0,0 0 0 0 0,-1 1 0 0 0,1-1 0 0 0,0 0 0 0 0,0 1 0 0 0,0-1 0 0 0,-1 0 0 0 0,1 1 1 0 0,0-1-1 0 0,0 0 0 0 0,0 1 0 0 0,0-1 0 0 0,0 0 0 0 0,-1 1 0 0 0,1-1 0 0 0,0 0 0 0 0,0 1 0 0 0,2 10-1518 0 0</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01.995"/>
    </inkml:context>
    <inkml:brush xml:id="br0">
      <inkml:brushProperty name="width" value="0.05" units="cm"/>
      <inkml:brushProperty name="height" value="0.05" units="cm"/>
    </inkml:brush>
  </inkml:definitions>
  <inkml:trace contextRef="#ctx0" brushRef="#br0">273 4 13247 0 0,'0'0'8917'0'0,"-14"-4"-5366"0"0,7 6-3391 0 0,0 0 0 0 0,0 0 0 0 0,1 1 0 0 0,-1 0 0 0 0,1 0 0 0 0,-1 1 0 0 0,1 0 0 0 0,0 0 0 0 0,0 0-1 0 0,1 1 1 0 0,-1-1 0 0 0,1 1 0 0 0,0 1 0 0 0,1-1 0 0 0,-1 1 0 0 0,1 0 0 0 0,0 0 0 0 0,0 0 0 0 0,1 0 0 0 0,-6 14 0 0 0,4-7-116 0 0,4-12-51 0 0,1 0 0 0 0,0 0 0 0 0,-1 0 0 0 0,1 1 0 0 0,0-1 0 0 0,-1 0 0 0 0,1 0 0 0 0,0 0-1 0 0,0 1 1 0 0,0-1 0 0 0,0 0 0 0 0,0 0 0 0 0,0 0 0 0 0,0 1 0 0 0,1-1 0 0 0,-1 0 0 0 0,1 2 0 0 0,-1 0-18 0 0,1 1-19 0 0,0-1 0 0 0,0 0 0 0 0,0 0 0 0 0,1 0-1 0 0,-1 1 1 0 0,1-1 0 0 0,0-1 0 0 0,-1 1 0 0 0,1 0 0 0 0,1 0 0 0 0,-1-1 0 0 0,0 1 0 0 0,1-1 0 0 0,-1 1 0 0 0,1-1 0 0 0,0 0 0 0 0,-1 0 0 0 0,1-1 0 0 0,5 3 0 0 0,-4-1-107 0 0,1-1 0 0 0,-1 0 0 0 0,1-1 0 0 0,0 1 0 0 0,-1-1 0 0 0,1 0 0 0 0,0 0-1 0 0,0-1 1 0 0,0 0 0 0 0,0 1 0 0 0,9-2 0 0 0,-13 1 138 0 0,-1-1 0 0 0,1 1 0 0 0,0 0 0 0 0,0-1 0 0 0,0 1 0 0 0,0 0 0 0 0,0-1 0 0 0,-1 1 0 0 0,1-1 0 0 0,0 0 0 0 0,0 1-1 0 0,-1-1 1 0 0,1 0 0 0 0,0 1 0 0 0,-1-1 0 0 0,1 0 0 0 0,-1 1 0 0 0,2-3 0 0 0,5-7 16 0 0,-6 8 59 0 0,1 0-1 0 0,-2 0 1 0 0,1 0-1 0 0,0 0 1 0 0,0 0-1 0 0,-1 0 1 0 0,1-1-1 0 0,-1 1 1 0 0,0 0 0 0 0,1 0-1 0 0,-1-1 1 0 0,0 1-1 0 0,0 0 1 0 0,-1-1-1 0 0,1 1 1 0 0,0 0-1 0 0,-1 0 1 0 0,1-1-1 0 0,-1 1 1 0 0,0 0 0 0 0,0 0-1 0 0,0 0 1 0 0,0 0-1 0 0,-2-3 1 0 0,2 4 178 0 0,1 1-220 0 0,0-1 0 0 0,0 1 1 0 0,0 0-1 0 0,0-1 1 0 0,0 1-1 0 0,0 0 0 0 0,0 0 1 0 0,0-1-1 0 0,0 1 0 0 0,0 0 1 0 0,-1 0-1 0 0,1-1 0 0 0,0 1 1 0 0,0 0-1 0 0,0 0 0 0 0,0 0 1 0 0,0-1-1 0 0,-1 1 1 0 0,1 0-1 0 0,0 0 0 0 0,0 0 1 0 0,0-1-1 0 0,-1 1 0 0 0,1 0 1 0 0,0 0-1 0 0,0 0 0 0 0,-1 0 1 0 0,1 0-1 0 0,0 0 0 0 0,0-1 1 0 0,-1 1-1 0 0,1 0 1 0 0,0 0-1 0 0,0 0 0 0 0,-1 0 1 0 0,1 0-1 0 0,0 0 0 0 0,0 0 1 0 0,-1 0-1 0 0,1 0 0 0 0,0 0 1 0 0,-1 1-1 0 0,0-1-9 0 0,1 0-1 0 0,-1 0 1 0 0,0 0-1 0 0,1 0 1 0 0,-1 0-1 0 0,0 0 1 0 0,1 1-1 0 0,-1-1 1 0 0,0 0-1 0 0,1 1 1 0 0,-1-1 0 0 0,1 0-1 0 0,-1 1 1 0 0,1-1-1 0 0,-2 1 1 0 0,0 3-23 0 0,0 0 1 0 0,1 0 0 0 0,-1 0-1 0 0,1 1 1 0 0,0-1-1 0 0,0 0 1 0 0,0 0 0 0 0,0 1-1 0 0,1-1 1 0 0,0 1-1 0 0,0 7 1 0 0,1 5-7 0 0,6 27-1 0 0,19 37-359 0 0,-6-15-72 0 0,-5-17 233 0 0,12 77-79 0 0,-24-109 255 0 0,-2-1-1 0 0,0 1 1 0 0,0 0 0 0 0,-2 0-1 0 0,-3 27 1 0 0,2-37 87 0 0,0 0 0 0 0,0-1 0 0 0,0 1-1 0 0,-1-1 1 0 0,0 0 0 0 0,0 0 0 0 0,0 0 0 0 0,-1 0-1 0 0,0 0 1 0 0,-9 9 0 0 0,9-11-1 0 0,0 0 0 0 0,0 0 1 0 0,0-1-1 0 0,-1 0 0 0 0,0 1 0 0 0,1-1 0 0 0,-1-1 0 0 0,0 1 0 0 0,0-1 1 0 0,-1 0-1 0 0,1 0 0 0 0,0 0 0 0 0,-10 1 0 0 0,6-4 96 0 0,0 1 0 0 0,1-1-1 0 0,-1 0 1 0 0,0-1 0 0 0,1 0 0 0 0,-1 0 0 0 0,1-1-1 0 0,0 0 1 0 0,-12-7 0 0 0,10 5-29 0 0,0-1-1 0 0,1-1 0 0 0,0 1 1 0 0,0-1-1 0 0,0-1 1 0 0,-12-14-1 0 0,17 17-89 0 0,0 0 0 0 0,0-1 0 0 0,0 0 0 0 0,0 0-1 0 0,1 0 1 0 0,0 0 0 0 0,1-1 0 0 0,-1 1 0 0 0,1-1 0 0 0,0 1-1 0 0,1-1 1 0 0,-2-7 0 0 0,4 7-37 0 0,-1 1 0 0 0,1 0 0 0 0,0 0 1 0 0,0 0-1 0 0,0 0 0 0 0,1 0 0 0 0,0 0 0 0 0,0 1 0 0 0,1-1 0 0 0,0 0 1 0 0,0 1-1 0 0,0 0 0 0 0,5-6 0 0 0,-7 9-266 0 0,1 1 0 0 0,0-1 0 0 0,0 0 0 0 0,0 1 0 0 0,1 0 0 0 0,-1-1-1 0 0,0 1 1 0 0,5-2 0 0 0,-4 2-570 0 0,0 1 1 0 0,0-1-1 0 0,0 1 0 0 0,0 0 0 0 0,0 0 0 0 0,0 0 0 0 0,0 0 1 0 0,0 0-1 0 0,0 0 0 0 0,0 1 0 0 0,4 1 0 0 0,5 1-2369 0 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02.554"/>
    </inkml:context>
    <inkml:brush xml:id="br0">
      <inkml:brushProperty name="width" value="0.05" units="cm"/>
      <inkml:brushProperty name="height" value="0.05" units="cm"/>
    </inkml:brush>
  </inkml:definitions>
  <inkml:trace contextRef="#ctx0" brushRef="#br0">5 65 11519 0 0,'0'0'4714'0'0,"-5"-17"575"0"0,7 14-5133 0 0,-2 1-53 0 0,1 0 0 0 0,0 0 0 0 0,0 0 0 0 0,0 1 0 0 0,0-1 0 0 0,0 0 0 0 0,0 1 0 0 0,0-1 0 0 0,1 1 0 0 0,-1-1 1 0 0,1 1-1 0 0,-1 0 0 0 0,1 0 0 0 0,-1 0 0 0 0,1-1 0 0 0,0 1 0 0 0,-1 0 0 0 0,1 1 0 0 0,0-1 0 0 0,0 0 0 0 0,0 1 0 0 0,0-1 0 0 0,3 0 0 0 0,6-2 52 0 0,-8 3-120 0 0,0-1-1 0 0,0 1 0 0 0,0-1 1 0 0,0 0-1 0 0,0 0 0 0 0,-1 0 1 0 0,1-1-1 0 0,4-1 0 0 0,-7 3-31 0 0,1 0 0 0 0,-1 0 0 0 0,1 0-1 0 0,-1 0 1 0 0,1 0 0 0 0,0 0 0 0 0,-1 0 0 0 0,1 0 0 0 0,-1 0-1 0 0,1 0 1 0 0,-1 0 0 0 0,1 1 0 0 0,-1-1 0 0 0,1 0-1 0 0,-1 0 1 0 0,1 1 0 0 0,-1-1 0 0 0,1 0 0 0 0,-1 1 0 0 0,1-1-1 0 0,0 1 3 0 0,2 0-6 0 0,-1 1 0 0 0,1-1 0 0 0,0 1-1 0 0,0 0 1 0 0,-1 0 0 0 0,1 0 0 0 0,-1 0 0 0 0,0 0 0 0 0,0 1-1 0 0,1-1 1 0 0,-1 0 0 0 0,-1 1 0 0 0,3 3 0 0 0,-3-4 17 0 0,0 0 0 0 0,-1 1 0 0 0,1-1 1 0 0,0 0-1 0 0,-1 1 0 0 0,1-1 0 0 0,-1 1 0 0 0,0-1 0 0 0,0 1 1 0 0,0-1-1 0 0,0 1 0 0 0,0-1 0 0 0,-1 4 0 0 0,-2 2 99 0 0,0 1-1 0 0,0-1 1 0 0,-1 0-1 0 0,0 0 1 0 0,-1 0-1 0 0,-8 13 1 0 0,8-15-16 0 0,-1 2-8 0 0,-1 0-1 0 0,0 0 1 0 0,-13 10 0 0 0,-6 7 123 0 0,25-23-203 0 0,0-1 0 0 0,-1 0 0 0 0,1 0-1 0 0,0 0 1 0 0,-1 0 0 0 0,1 0 0 0 0,-1 0 0 0 0,1 0-1 0 0,-4 1 1 0 0,4-1 305 0 0,11-5-252 0 0,16-9-64 0 0,-21 10 0 0 0,0 0 0 0 0,-1 0 0 0 0,1 1 0 0 0,0 0 0 0 0,0 0 0 0 0,1 1 0 0 0,6-2 0 0 0,5 0 0 0 0,-10 1 0 0 0,0 1 0 0 0,0 0 0 0 0,0 0 0 0 0,8 1 0 0 0,-4 2-2 0 0,4 2 15 0 0,-14-3 57 0 0</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03.585"/>
    </inkml:context>
    <inkml:brush xml:id="br0">
      <inkml:brushProperty name="width" value="0.05" units="cm"/>
      <inkml:brushProperty name="height" value="0.05" units="cm"/>
    </inkml:brush>
  </inkml:definitions>
  <inkml:trace contextRef="#ctx0" brushRef="#br0">168 0 7487 0 0,'0'0'15700'0'0,"0"2"-15312"0"0,-3 8-16 0 0,1-1 1 0 0,-1 0-1 0 0,-8 16 0 0 0,-6 16 35 0 0,-23 85-320 0 0,9-20-33 0 0,12-43-17 0 0,-14 87 1 0 0,29-123-50 0 0,1 1 0 0 0,1 39 0 0 0,3-50 6 0 0,1 0 0 0 0,0-1 0 0 0,2 0 0 0 0,-1 1 0 0 0,10 21 0 0 0,-11-33-1 0 0,1 0 0 0 0,-1 0-1 0 0,1 0 1 0 0,1 0 0 0 0,-1 0-1 0 0,1-1 1 0 0,0 0 0 0 0,6 6 0 0 0,11 13-3 0 0,21 37 13 0 0,-25-30 146 0 0,-14-24-138 0 0,7 11-88 0 0,-9-15 14 0 0</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11.282"/>
    </inkml:context>
    <inkml:brush xml:id="br0">
      <inkml:brushProperty name="width" value="0.05" units="cm"/>
      <inkml:brushProperty name="height" value="0.05" units="cm"/>
    </inkml:brush>
  </inkml:definitions>
  <inkml:trace contextRef="#ctx0" brushRef="#br0">20 154 8407 0 0,'9'-28'191'0'0,"-7"23"253"0"0,-14-6-207 0 0,10 10-9 0 0,1 0 0 0 0,0 0 0 0 0,-1 0 0 0 0,1 0-1 0 0,0-1 1 0 0,0 1 0 0 0,-1-1 0 0 0,1 1-1 0 0,0-1 1 0 0,1 1 0 0 0,-1-1 0 0 0,0 1 0 0 0,0-1-1 0 0,1 0 1 0 0,-1 1 0 0 0,1-1 0 0 0,-1 0 0 0 0,1 0-1 0 0,0 0 1 0 0,-1-2 0 0 0,1-2 779 0 0,0 0-1 0 0,1 0 1 0 0,-1 0 0 0 0,3-7 0 0 0,-3 11-469 0 0,4-13 1152 0 0,-4 9-1285 0 0,3-9 2887 0 0,-2 15-3264 0 0,-1 0 1 0 0,0 0-1 0 0,0 0 1 0 0,0 0-1 0 0,0 0 1 0 0,0 0-1 0 0,0 0 1 0 0,0 0-1 0 0,0 0 1 0 0,0-1-1 0 0,0 1 1 0 0,0 0 0 0 0,0 0-1 0 0,1 0 1 0 0,-1 0-1 0 0,0 0 1 0 0,0 0-1 0 0,0 0 1 0 0,0 0-1 0 0,0 0 1 0 0,0 0-1 0 0,0 0 1 0 0,0 0-1 0 0,0 0 1 0 0,0 0 0 0 0,1 0-1 0 0,-1 0 1 0 0,0 0-1 0 0,0 0 1 0 0,0 0-1 0 0,0 0 1 0 0,0 0-1 0 0,0 0 1 0 0,0 1-1 0 0,0-1 1 0 0,0 0-1 0 0,0 0 1 0 0,1 0-1 0 0,-1 0 1 0 0,0 0 0 0 0,0 0-1 0 0,0 0 1 0 0,0 0-1 0 0,0 0 1 0 0,0 0-1 0 0,0 0 1 0 0,0 0-1 0 0,0 0 1 0 0,0 1-1 0 0,0-1 1 0 0,6 13 317 0 0,-2-2-377 0 0,-2 1 0 0 0,1-1 0 0 0,0 23 0 0 0,2 9-29 0 0,1 18 137 0 0,-3-25-29 0 0,-2-18-42 0 0,-2 23-1 0 0,0-25-1 0 0,1 0 0 0 0,0-1 0 0 0,1 1 0 0 0,4 15 0 0 0,-4-27 418 0 0,1-8-213 0 0,1-17-94 0 0,0 8 56 0 0,-2 4-134 0 0,0 1 0 0 0,0 0 0 0 0,0-1 0 0 0,-1 1 0 0 0,0-1-1 0 0,-3-12 1 0 0,-13-51-165 0 0,11 55 108 0 0,1-1-1 0 0,0 1 0 0 0,1-1 1 0 0,0-17-1 0 0,3 25-27 0 0,1 5 51 0 0,-1 0-1 0 0,0 0 1 0 0,0-1-1 0 0,-1 1 1 0 0,1 0-1 0 0,-1 0 1 0 0,0 0-1 0 0,-1 0 1 0 0,-2-8-1 0 0,3 12-55 0 0,3 12-22 0 0,1 5 32 0 0,-1 0 0 0 0,-1 1 0 0 0,-1-1 0 0 0,-2 19 0 0 0,1 26 45 0 0,2-52-23 0 0,-2 0 1 0 0,-1 18-1 0 0,-3 13 19 0 0,5-37-1 0 0,-4 12-79 0 0,3-13-365 0 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12.059"/>
    </inkml:context>
    <inkml:brush xml:id="br0">
      <inkml:brushProperty name="width" value="0.05" units="cm"/>
      <inkml:brushProperty name="height" value="0.05" units="cm"/>
    </inkml:brush>
  </inkml:definitions>
  <inkml:trace contextRef="#ctx0" brushRef="#br0">0 1 3679 0 0,'0'0'18956'0'0,"14"13"-14731"0"0,-14-12-4351 0 0,8 10 1001 0 0,-8-11-850 0 0,1 0 0 0 0,-1 0 0 0 0,0 1 0 0 0,0-1 0 0 0,0 0 0 0 0,1 1 0 0 0,-1-1-1 0 0,0 0 1 0 0,0 0 0 0 0,1 0 0 0 0,-1 1 0 0 0,0-1 0 0 0,0 0 0 0 0,1 0 0 0 0,-1 0-1 0 0,0 0 1 0 0,1 0 0 0 0,-1 1 0 0 0,0-1 0 0 0,1 0 0 0 0,-1 0 0 0 0,0 0 0 0 0,1 0-1 0 0,-1 0 1 0 0,0 0 0 0 0,0 0 0 0 0,1 0 0 0 0,-1 0 0 0 0,0 0 0 0 0,1 0-1 0 0,-1 0 1 0 0,0 0 0 0 0,1-1 0 0 0,8 6 39 0 0,-1-2-76 0 0,-1-1 1 0 0,1 1-1 0 0,0-2 1 0 0,0 1-1 0 0,0-1 0 0 0,0-1 1 0 0,0 1-1 0 0,0-1 0 0 0,0-1 1 0 0,0 1-1 0 0,-1-1 1 0 0,1-1-1 0 0,11-2 0 0 0,-15 3 3 0 0,1 0 0 0 0,-1 1 0 0 0,1 0 0 0 0,0 0 0 0 0,5 0-1 0 0,18 0 65 0 0,-19-1-52 0 0,0 0-1 0 0,-1 1 1 0 0,1 1-1 0 0,12 1 1 0 0,3 0-5 0 0,7 1 2 0 0,-20-1 0 0 0,0-1 0 0 0,-1-1 0 0 0,1 0 0 0 0,11-1 0 0 0,11 1-25 0 0,-28 0 18 0 0,1 0 1 0 0,0 0-1 0 0,0 0 1 0 0,0-1 0 0 0,8-1-1 0 0,23-8 75 0 0,-15 5 32 0 0,24-10 1 0 0,-43 15-37 0 0,3 0 4 0 0,-5 0 2 0 0,-1 0-66 0 0,0-1 1 0 0,1 1 0 0 0,-1 0-1 0 0,0 0 1 0 0,0 0 0 0 0,0 0-1 0 0,0 0 1 0 0,0 0 0 0 0,0 0-1 0 0,0 0 1 0 0,0 0 0 0 0,0 0-1 0 0,1 0 1 0 0,-1 0 0 0 0,0 0-1 0 0,0 0 1 0 0,0 0 0 0 0,0 0-1 0 0,0 0 1 0 0,0 0 0 0 0,0 0-1 0 0,0 0 1 0 0,0 0 0 0 0,1 1-1 0 0,-1-1 1 0 0,0 0-1 0 0,0 0 1 0 0,0 0 0 0 0,0 0-1 0 0,0 0 1 0 0,0 0 0 0 0,0 0-1 0 0,0 0 1 0 0,0 0 0 0 0,0 0-1 0 0,0 0 1 0 0,0 0 0 0 0,0 0-1 0 0,0 1 1 0 0,1-1 0 0 0,-1 0-1 0 0,0 0 1 0 0,0 0 0 0 0,0 0-1 0 0,0 0 1 0 0,0 0 0 0 0,0 0-1 0 0,0 0 1 0 0,0 1 0 0 0,0-1-1 0 0,0 0 1 0 0,0 0 0 0 0,0 0-1 0 0,0 0 1 0 0,0 0 0 0 0,-1 0-1 0 0,-4 6 50 0 0,-10 5-89 0 0,8-8-434 0 0,-12 6-626 0 0,6-8-6242 0 0,2-3-1341 0 0</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12.619"/>
    </inkml:context>
    <inkml:brush xml:id="br0">
      <inkml:brushProperty name="width" value="0.05" units="cm"/>
      <inkml:brushProperty name="height" value="0.05" units="cm"/>
    </inkml:brush>
  </inkml:definitions>
  <inkml:trace contextRef="#ctx0" brushRef="#br0">0 0 4143 0 0,'0'0'21044'0'0,"2"1"-20873"0"0,-1 1-157 0 0,1 1 0 0 0,0-1 0 0 0,-1 1 0 0 0,0-1 0 0 0,1 1 0 0 0,-1-1 1 0 0,0 1-1 0 0,0 0 0 0 0,0 0 0 0 0,-1-1 0 0 0,1 1 0 0 0,-1 0 0 0 0,1 5 0 0 0,-2 44 193 0 0,0-25-162 0 0,-8 23 827 0 0,26-52-512 0 0,-12 2-313 0 0,0-1 0 0 0,0 0 0 0 0,0-1-1 0 0,-1 1 1 0 0,1-1 0 0 0,-1 0 0 0 0,7-3 0 0 0,22-10 45 0 0,-29 14-86 0 0,1 1 1 0 0,-1 0-1 0 0,1 1 0 0 0,-1-1 1 0 0,1 1-1 0 0,-1 0 0 0 0,5 1 1 0 0,11 2 62 0 0,-12-2-56 0 0,7 4 78 0 0,-14-5-98 0 0,0-1 0 0 0,0 1 1 0 0,0-1-1 0 0,0 0 0 0 0,0 1 0 0 0,0-1 1 0 0,0 0-1 0 0,0 0 0 0 0,0 0 0 0 0,0 0 0 0 0,0 0 1 0 0,0 0-1 0 0,0 0 0 0 0,1 0 0 0 0,0 0-793 0 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13.032"/>
    </inkml:context>
    <inkml:brush xml:id="br0">
      <inkml:brushProperty name="width" value="0.05" units="cm"/>
      <inkml:brushProperty name="height" value="0.05" units="cm"/>
    </inkml:brush>
  </inkml:definitions>
  <inkml:trace contextRef="#ctx0" brushRef="#br0">61 16 1839 0 0,'-2'-15'22116'0'0,"-1"29"-19876"0"0,-1 13-4535 0 0,2-14 3522 0 0,-30 144-231 0 0,20-107-787 0 0,9-39-355 0 0,1 2 763 0 0,9-25-757 0 0,3-8-2244 0 0,-4 8 120 0 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13.811"/>
    </inkml:context>
    <inkml:brush xml:id="br0">
      <inkml:brushProperty name="width" value="0.05" units="cm"/>
      <inkml:brushProperty name="height" value="0.05" units="cm"/>
    </inkml:brush>
  </inkml:definitions>
  <inkml:trace contextRef="#ctx0" brushRef="#br0">1 0 1375 0 0,'0'0'23356'0'0,"1"2"-23100"0"0,9 12-81 0 0,-1 1 1 0 0,-1 0-1 0 0,0 0 0 0 0,-1 1 1 0 0,0 0-1 0 0,4 18 0 0 0,21 48 93 0 0,-16-49-237 0 0,-3 1 1 0 0,0 0-1 0 0,-2 1 1 0 0,7 43-1 0 0,-13-42 52 0 0,-2-1 1 0 0,-1 1-1 0 0,-4 54 0 0 0,1-61-61 0 0,-4 36-37 0 0,0-19 132 0 0,-4-1-81 0 0,-1-1 0 0 0,-31 83 0 0 0,7-29-14 0 0,29-88 31 0 0,-10 9 0 0 0,9-10-42 0 0,1-2-22 0 0,3-5-31 0 0,-1 3 52 0 0,2-4 92 0 0,0 0-2 0 0,-3 4-148 0 0,3-4-575 0 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15.417"/>
    </inkml:context>
    <inkml:brush xml:id="br0">
      <inkml:brushProperty name="width" value="0.05" units="cm"/>
      <inkml:brushProperty name="height" value="0.05" units="cm"/>
    </inkml:brush>
  </inkml:definitions>
  <inkml:trace contextRef="#ctx0" brushRef="#br0">45 0 4143 0 0,'-1'1'2232'0'0,"-2"0"-847"0"0,-1 1 0 0 0,1-1 0 0 0,0-1 0 0 0,-1 1 0 0 0,1 0 0 0 0,0-1 0 0 0,-7 0 0 0 0,9 0-481 0 0,1 1-780 0 0,0-1-1 0 0,0 0 1 0 0,0 1-1 0 0,-1-1 0 0 0,1 0 1 0 0,0 1-1 0 0,0-1 1 0 0,0 0-1 0 0,0 1 1 0 0,-1-1-1 0 0,1 0 1 0 0,0 1-1 0 0,0-1 0 0 0,0 0 1 0 0,-1 0-1 0 0,1 1 1 0 0,0-1-1 0 0,-1 0 1 0 0,1 0-1 0 0,0 0 0 0 0,0 1 1 0 0,-1-1-1 0 0,1 0 1 0 0,0 0-1 0 0,-1 0 1 0 0,1 0-1 0 0,0 0 1 0 0,-1 0-1 0 0,1 0 0 0 0,-3 2 2094 0 0,11 1-1345 0 0,-4-2-812 0 0,0 0 0 0 0,0-1-1 0 0,0 0 1 0 0,1 1 0 0 0,-1-2 0 0 0,0 1 0 0 0,0 0-1 0 0,0-1 1 0 0,0 0 0 0 0,5-1 0 0 0,-4 1 34 0 0,1 0 0 0 0,-1 0 0 0 0,0 0 0 0 0,1 1-1 0 0,7 0 1 0 0,74 3 229 0 0,-79-1-312 0 0,-7-2 353 0 0,-2 0-352 0 0,-1 0 0 0 0,1 1 1 0 0,0-1-1 0 0,-1 1 0 0 0,1-1 1 0 0,0 1-1 0 0,-1-1 0 0 0,1 1 0 0 0,0 0 1 0 0,0-1-1 0 0,-1 1 0 0 0,0 1 1 0 0,1-1-8 0 0,-1 0 0 0 0,1 0 1 0 0,0 0-1 0 0,-1 0 0 0 0,1 0 1 0 0,0 0-1 0 0,-1-1 0 0 0,1 1 1 0 0,-1-1-1 0 0,1 1 0 0 0,-1-1 1 0 0,-2 1-1 0 0,-23 1 41 0 0,20-1-35 0 0,1-1-1 0 0,-1 1 0 0 0,-11-2 0 0 0,-7-2-63 0 0,-35 1 0 0 0,79-10-92 0 0,-13 11 107 0 0,-1-1 1 0 0,1 2-1 0 0,-1-1 0 0 0,0 1 1 0 0,8 0-1 0 0,16-2-104 0 0,-20 1 154 0 0,10-2 50 0 0,28-2 0 0 0,-47 6-9 0 0,4 3-29 0 0,-3-3 40 0 0,-17 7-409 0 0,-4-6-2320 0 0,10-2-6026 0 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19.122"/>
    </inkml:context>
    <inkml:brush xml:id="br0">
      <inkml:brushProperty name="width" value="0.05" units="cm"/>
      <inkml:brushProperty name="height" value="0.05" units="cm"/>
    </inkml:brush>
  </inkml:definitions>
  <inkml:trace contextRef="#ctx0" brushRef="#br0">9 138 6447 0 0,'-6'-12'12429'0'0,"4"6"-11474"0"0,1 5-794 0 0,1-1-1 0 0,0 0 1 0 0,0 0 0 0 0,0 1-1 0 0,1-1 1 0 0,-1 0-1 0 0,0 1 1 0 0,1-1 0 0 0,-1 0-1 0 0,1 1 1 0 0,-1-1 0 0 0,1 0-1 0 0,0 1 1 0 0,-1-1-1 0 0,1 1 1 0 0,0-1 0 0 0,0 1-1 0 0,0 0 1 0 0,1-1-1 0 0,-1 1 1 0 0,0 0 0 0 0,0 0-1 0 0,2-1 1 0 0,3-3-14 0 0,1 1 0 0 0,0 0 0 0 0,0 1 0 0 0,8-3 0 0 0,10-6 270 0 0,-3 1-35 0 0,48-16 0 0 0,-63 24-377 0 0,1 1 1 0 0,-1 0-1 0 0,1 1 0 0 0,9-1 1 0 0,-14 2 32 0 0,0-1 0 0 0,0 1 1 0 0,0 0-1 0 0,0 1 0 0 0,0-1 1 0 0,1 1-1 0 0,-1-1 0 0 0,0 1 1 0 0,0 0-1 0 0,0 0 0 0 0,0 0 1 0 0,5 3-1 0 0,-5-1 2 0 0,1 0 0 0 0,-1-1 0 0 0,0 1 0 0 0,0 0 0 0 0,0 1 0 0 0,0-1 0 0 0,-1 1 0 0 0,1-1 0 0 0,-1 1 0 0 0,0 0 0 0 0,0 0 0 0 0,0 0 0 0 0,0 0 0 0 0,-1 0 0 0 0,0 0 0 0 0,0 0 0 0 0,0 0 0 0 0,0 1 0 0 0,-1-1 0 0 0,1 0 0 0 0,-1 1 0 0 0,-1 7 0 0 0,1-10-36 0 0,0 0 1 0 0,0 0-1 0 0,0 0 0 0 0,0-1 0 0 0,-1 1 1 0 0,1 0-1 0 0,-1 0 0 0 0,1 0 0 0 0,-1-1 1 0 0,1 1-1 0 0,-1 0 0 0 0,0-1 0 0 0,-2 3 1 0 0,0 1-1 0 0,-2 3 52 0 0,-1-1 1 0 0,1 0-1 0 0,-1 0 1 0 0,-1 0-1 0 0,0-1 0 0 0,0 0 1 0 0,0 0-1 0 0,0-1 1 0 0,-13 7-1 0 0,18-10-22 0 0,0-1 1 0 0,0 0-1 0 0,0 1 0 0 0,0-1 1 0 0,0 0-1 0 0,-1 0 0 0 0,1 0 1 0 0,0-1-1 0 0,0 1 0 0 0,-1-1 1 0 0,1 1-1 0 0,-5 0 0 0 0,5-1 20 0 0,1 0 330 0 0,22 0-395 0 0,-13-1-18 0 0,-1 2-1 0 0,1-1 1 0 0,9 3-1 0 0,-2-1 31 0 0,3 3-1 0 0,5 11 53 0 0,-18-13-76 0 0,-4-1 15 0 0,1-1 0 0 0,-1 0 0 0 0,1 1 1 0 0,-1-1-1 0 0,1 1 0 0 0,-1 0 0 0 0,0 0 0 0 0,0-1 1 0 0,0 1-1 0 0,0 0 0 0 0,1 3 0 0 0,1 0 8 0 0,-1 0 0 0 0,1 1 0 0 0,-1 0 0 0 0,-1 0 0 0 0,1-1 0 0 0,-1 1 0 0 0,0 0 0 0 0,0 0 0 0 0,-1 0 0 0 0,0 0 0 0 0,0 1 0 0 0,0-1 0 0 0,-1 0 0 0 0,1 0 0 0 0,-2 0 0 0 0,-2 9 0 0 0,2-11 61 0 0,0 1 1 0 0,0 0-1 0 0,-1-1 0 0 0,0 0 0 0 0,0 0 0 0 0,0 0 1 0 0,0 0-1 0 0,-1 0 0 0 0,1-1 0 0 0,-1 1 0 0 0,0-1 1 0 0,0 0-1 0 0,0 0 0 0 0,-1 0 0 0 0,1-1 1 0 0,0 1-1 0 0,-1-1 0 0 0,0 0 0 0 0,0-1 0 0 0,0 1 1 0 0,1-1-1 0 0,-8 1 0 0 0,6-1 6 0 0,0 0-1 0 0,-1 0 1 0 0,1 0 0 0 0,0-1-1 0 0,0 0 1 0 0,0-1 0 0 0,-1 1-1 0 0,1-1 1 0 0,0 0 0 0 0,0-1-1 0 0,0 1 1 0 0,0-1 0 0 0,1-1-1 0 0,-11-4 1 0 0,16 7-88 0 0,-1 0 0 0 0,1 0 0 0 0,-1-1 0 0 0,1 1 1 0 0,-1 0-1 0 0,1 0 0 0 0,0 0 0 0 0,-1-1 0 0 0,1 1 0 0 0,0 0 0 0 0,-1-1 0 0 0,1 1 0 0 0,0 0 0 0 0,-1-1 1 0 0,1 1-1 0 0,0 0 0 0 0,0-1 0 0 0,-1 1 0 0 0,1 0 0 0 0,0-1 0 0 0,0 1 0 0 0,0-1 0 0 0,-1 1 1 0 0,1-1-1 0 0,0 1 0 0 0,0 0 0 0 0,0-1 0 0 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19.615"/>
    </inkml:context>
    <inkml:brush xml:id="br0">
      <inkml:brushProperty name="width" value="0.05" units="cm"/>
      <inkml:brushProperty name="height" value="0.05" units="cm"/>
    </inkml:brush>
  </inkml:definitions>
  <inkml:trace contextRef="#ctx0" brushRef="#br0">1 24 14279 0 0,'0'0'10983'0'0,"2"0"-10871"0"0,7 2-10 0 0,-3-1-22 0 0,0 0-1 0 0,0 0 0 0 0,0-1 0 0 0,0 0 0 0 0,8 0 0 0 0,225-11 434 0 0,-209 12-377 0 0,-10-1 34 0 0,1 0 1 0 0,30-4-1 0 0,-27 2-42 0 0,-23 2-64 0 0,18-4 0 0 0,-11 1-53 0 0,-3-1 42 0 0,-3 3-14 0 0,-13 6-7110 0 0</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20.062"/>
    </inkml:context>
    <inkml:brush xml:id="br0">
      <inkml:brushProperty name="width" value="0.05" units="cm"/>
      <inkml:brushProperty name="height" value="0.05" units="cm"/>
    </inkml:brush>
  </inkml:definitions>
  <inkml:trace contextRef="#ctx0" brushRef="#br0">1 30 5983 0 0,'12'-6'640'0'0,"6"-9"8594"0"0,-17 14-8533 0 0,1 0 1 0 0,-1 0 0 0 0,1 0 0 0 0,-1 0 0 0 0,1 0 0 0 0,-1 0-1 0 0,4 0 1 0 0,16 15 2291 0 0,-20-13-2574 0 0,8 45 1484 0 0,-10-40-1837 0 0,0 1 1 0 0,0-1 0 0 0,-1 0-1 0 0,1 0 1 0 0,-1 0-1 0 0,-1 0 1 0 0,1-1-1 0 0,-5 8 1 0 0,-9 24 163 0 0,10-21-240 0 0,0 8 15 0 0,6-23-4 0 0,0-1 1 0 0,0 1 0 0 0,0-1-1 0 0,0 1 1 0 0,0-1 0 0 0,0 1 0 0 0,0-1-1 0 0,1 1 1 0 0,-1-1 0 0 0,0 0-1 0 0,0 1 1 0 0,0-1 0 0 0,0 1-1 0 0,1-1 1 0 0,-1 1 0 0 0,0-1-1 0 0,0 0 1 0 0,1 1 0 0 0,-1-1-1 0 0,0 0 1 0 0,1 1 0 0 0,-1-1-1 0 0,0 0 1 0 0,1 1 0 0 0,-1-1-1 0 0,1 0 1 0 0,-1 0 0 0 0,0 1-1 0 0,1-1 1 0 0,-1 0 0 0 0,1 0-1 0 0,-1 0 1 0 0,1 0 0 0 0,-1 0 0 0 0,1 1-1 0 0,0-1 1 0 0,17 1 52 0 0,-17-1-53 0 0,18-1-9 0 0,0 0 0 0 0,24-6 0 0 0,27-3-21 0 0,-63 10 29 0 0,-5 0-46 0 0,14 1-2798 0 0,-9-1-3295 0 0</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20.425"/>
    </inkml:context>
    <inkml:brush xml:id="br0">
      <inkml:brushProperty name="width" value="0.05" units="cm"/>
      <inkml:brushProperty name="height" value="0.05" units="cm"/>
    </inkml:brush>
  </inkml:definitions>
  <inkml:trace contextRef="#ctx0" brushRef="#br0">51 1 2303 0 0,'0'0'20033'0'0,"1"2"-19498"0"0,1 3-323 0 0,0 1-1 0 0,-1 0 1 0 0,1-1 0 0 0,-1 1-1 0 0,-1 0 1 0 0,1 0 0 0 0,-1-1-1 0 0,0 1 1 0 0,-1 9-1 0 0,-3 8 245 0 0,-6 26 0 0 0,-1 0-255 0 0,-20 93 1802 0 0,31-140-1886 0 0,0 4-392 0 0,-2-11-2443 0 0,0-3 514 0 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21.111"/>
    </inkml:context>
    <inkml:brush xml:id="br0">
      <inkml:brushProperty name="width" value="0.05" units="cm"/>
      <inkml:brushProperty name="height" value="0.05" units="cm"/>
    </inkml:brush>
  </inkml:definitions>
  <inkml:trace contextRef="#ctx0" brushRef="#br0">1 587 6447 0 0,'0'0'13500'0'0,"11"6"-12152"0"0,-8-7-1250 0 0,0 1 0 0 0,1-1 0 0 0,-1 1-1 0 0,0-1 1 0 0,0 0 0 0 0,1 0 0 0 0,-1-1 0 0 0,0 1-1 0 0,0 0 1 0 0,5-5 0 0 0,29-23 758 0 0,-21 16-420 0 0,-5 3-300 0 0,0 0 1 0 0,0-1-1 0 0,-1-1 0 0 0,-1 1 0 0 0,0-1 1 0 0,-1-1-1 0 0,0 0 0 0 0,0 0 1 0 0,-2 0-1 0 0,0-1 0 0 0,0 0 0 0 0,-1 0 1 0 0,-1-1-1 0 0,-1 1 0 0 0,0-1 0 0 0,0 0 1 0 0,-2 0-1 0 0,0 0 0 0 0,0 0 0 0 0,-2 0 1 0 0,0 0-1 0 0,0 0 0 0 0,-1 0 0 0 0,-1 0 1 0 0,-1 1-1 0 0,0-1 0 0 0,-1 1 1 0 0,0 0-1 0 0,-9-15 0 0 0,6 14-152 0 0,-2 0-1 0 0,1 1 1 0 0,-2 0-1 0 0,0 1 1 0 0,-22-22-1 0 0,27 31-36 0 0,6 4 49 0 0,-1 0 1 0 0,1 0-1 0 0,-1 0 0 0 0,1 0 1 0 0,0 0-1 0 0,-1 0 0 0 0,1 0 1 0 0,-1 0-1 0 0,1 0 0 0 0,-1 0 1 0 0,1 0-1 0 0,-1 0 0 0 0,1 0 1 0 0,-1 0-1 0 0,1 1 0 0 0,-1-1 1 0 0,1 0-1 0 0,0 0 0 0 0,-1 1 1 0 0,1-1-1 0 0,-1 0 0 0 0,1 0 1 0 0,0 1-1 0 0,-1-1 0 0 0,1 0 1 0 0,0 1-1 0 0,-1-1 0 0 0,1 0 1 0 0,0 1-1 0 0,-1-1 0 0 0,1 1 1 0 0,0-1-1 0 0,0 0 0 0 0,0 1 1 0 0,-1-1-1 0 0,1 1 0 0 0,0 0 1 0 0,-7 20-105 0 0,6-17 102 0 0,-5 22-61 0 0,1 1 0 0 0,1 0 0 0 0,0 50 1 0 0,4-68 63 0 0,5 229-48 0 0,-3-198 49 0 0,5 50 2 0 0,-8-76 6 0 0,1-4 3 0 0,1 0 1 0 0,0 0 0 0 0,0-1 0 0 0,1 1-1 0 0,6 18 1 0 0,-6-18-10 0 0,4-5-11 0 0,-5-4-143 0 0,1-1-1 0 0,0 1 0 0 0,-1-1 0 0 0,1 0 0 0 0,0 1 0 0 0,-1-1 0 0 0,1 0 0 0 0,0 0 0 0 0,-1 0 0 0 0,1-1 1 0 0,0 1-1 0 0,-1 0 0 0 0,1 0 0 0 0,0-1 0 0 0,-1 1 0 0 0,1-1 0 0 0,-1 0 0 0 0,1 1 0 0 0,2-3 1 0 0,5-2-1139 0 0,-1-1 1 0 0,10-8 0 0 0,-11 8-179 0 0,16-13-946 0 0,-3-1-14 0 0</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21.557"/>
    </inkml:context>
    <inkml:brush xml:id="br0">
      <inkml:brushProperty name="width" value="0.05" units="cm"/>
      <inkml:brushProperty name="height" value="0.05" units="cm"/>
    </inkml:brush>
  </inkml:definitions>
  <inkml:trace contextRef="#ctx0" brushRef="#br0">192 14 17279 0 0,'0'0'1736'0'0,"-2"-1"-1461"0"0,-2-1 128 0 0,0 0 1 0 0,0 0-1 0 0,0 1 1 0 0,-1 0 0 0 0,1-1-1 0 0,0 1 1 0 0,-1 1-1 0 0,1-1 1 0 0,-1 1-1 0 0,1-1 1 0 0,-1 1-1 0 0,1 1 1 0 0,-1-1-1 0 0,-6 2 1 0 0,5-1-331 0 0,-1 0 0 0 0,1 1-1 0 0,0 0 1 0 0,0 0 0 0 0,-1 0 0 0 0,1 1 0 0 0,1 0-1 0 0,-1 0 1 0 0,-9 7 0 0 0,8-4-16 0 0,4-4-52 0 0,0 0 1 0 0,0 0 0 0 0,0 1 0 0 0,1-1-1 0 0,-1 1 1 0 0,1-1 0 0 0,-1 1-1 0 0,1 0 1 0 0,0 0 0 0 0,0 0 0 0 0,0 0-1 0 0,1 1 1 0 0,-1-1 0 0 0,1 0-1 0 0,-1 1 1 0 0,1-1 0 0 0,0 1 0 0 0,1 0-1 0 0,-1-1 1 0 0,1 1 0 0 0,-1-1-1 0 0,1 5 1 0 0,0-3-39 0 0,0-3 27 0 0,0 0 0 0 0,0 0-1 0 0,0 0 1 0 0,1 0 0 0 0,-1 0-1 0 0,0 0 1 0 0,1 0 0 0 0,0 0-1 0 0,-1 0 1 0 0,1 0 0 0 0,0 0-1 0 0,0 0 1 0 0,2 2 0 0 0,-1 0 11 0 0,1 0 0 0 0,-1 0 0 0 0,1-1 0 0 0,0 1 0 0 0,0-1 1 0 0,0 0-1 0 0,0 0 0 0 0,1 0 0 0 0,-1 0 0 0 0,1-1 0 0 0,0 1 0 0 0,6 2 1 0 0,-1-1-35 0 0,0 0 1 0 0,0-1 0 0 0,0 0-1 0 0,17 3 1 0 0,-22-6-1 0 0,0 0 0 0 0,0 0 0 0 0,0 0 0 0 0,1 0 0 0 0,-1-1 0 0 0,0 1 0 0 0,0-1 0 0 0,0 0 0 0 0,0 0 0 0 0,0-1-1 0 0,6-2 1 0 0,5-4-122 0 0,22-15 0 0 0,-18 11 87 0 0,-16 10 65 0 0,-1 0 0 0 0,1 0 0 0 0,0 0 0 0 0,-1 0 0 0 0,1 0 0 0 0,-1 0 0 0 0,1-1 0 0 0,-1 1 0 0 0,0-1 0 0 0,0 0 0 0 0,-1 0 0 0 0,1 0 0 0 0,0 0 0 0 0,1-4 0 0 0,-2 4 61 0 0,-1 1 0 0 0,0-1 0 0 0,1 1 0 0 0,-1-1 1 0 0,0 1-1 0 0,0-1 0 0 0,0 1 0 0 0,-1-1 0 0 0,1 1 0 0 0,0-1 0 0 0,-1 1 0 0 0,0-1 0 0 0,1 1 0 0 0,-1 0 1 0 0,0-1-1 0 0,-1 1 0 0 0,1 0 0 0 0,0 0 0 0 0,0 0 0 0 0,-3-3 0 0 0,2 2 142 0 0,-1 0 0 0 0,0 1-1 0 0,0-1 1 0 0,0 1 0 0 0,0-1-1 0 0,0 1 1 0 0,-4-2 0 0 0,4 2-46 0 0,1 1 162 0 0,-21-4 247 0 0,20 4-536 0 0,2 1-21 0 0,0 0 0 0 0,0 0-1 0 0,0 0 1 0 0,0 0 0 0 0,0 0 0 0 0,0 0-1 0 0,0 0 1 0 0,0 0 0 0 0,0 0-1 0 0,0 1 1 0 0,0-1 0 0 0,0 0 0 0 0,0 1-1 0 0,-2 0 1 0 0,1-1-44 0 0,0 1 1 0 0,0 0-1 0 0,0-1 0 0 0,0 1 1 0 0,0 0-1 0 0,0 0 0 0 0,0 0 1 0 0,0 1-1 0 0,0-1 0 0 0,0 0 1 0 0,0 1-1 0 0,1-1 0 0 0,-1 1 1 0 0,1-1-1 0 0,-3 4 0 0 0,3-3-1166 0 0,0 8-3452 0 0</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22.306"/>
    </inkml:context>
    <inkml:brush xml:id="br0">
      <inkml:brushProperty name="width" value="0.05" units="cm"/>
      <inkml:brushProperty name="height" value="0.05" units="cm"/>
    </inkml:brush>
  </inkml:definitions>
  <inkml:trace contextRef="#ctx0" brushRef="#br0">275 3 16495 0 0,'0'0'1658'0'0,"-2"0"-1516"0"0,-4-1 335 0 0,-1 0 0 0 0,1 1 0 0 0,-1 0 0 0 0,1 0-1 0 0,-1 0 1 0 0,1 1 0 0 0,-10 2 0 0 0,6 0 281 0 0,0 0 0 0 0,0 1 0 0 0,0 0 0 0 0,-17 11 0 0 0,25-12-782 0 0,-1-1 0 0 0,1 1 0 0 0,0-1 0 0 0,0 1 0 0 0,0 0 0 0 0,0 0 0 0 0,0 0 0 0 0,1 0 0 0 0,0 0 0 0 0,-2 6 0 0 0,-2 18 153 0 0,4-21-116 0 0,1-4-20 0 0,0 0 1 0 0,0 0 0 0 0,0 0-1 0 0,0 0 1 0 0,0 0 0 0 0,0 0-1 0 0,0-1 1 0 0,0 1 0 0 0,1 0-1 0 0,-1 0 1 0 0,1 0 0 0 0,0 0-1 0 0,-1 0 1 0 0,1-1 0 0 0,0 1-1 0 0,0 0 1 0 0,0-1-1 0 0,0 1 1 0 0,3 2 0 0 0,0 2-19 0 0,-1-2-5 0 0,0 0 0 0 0,0 0 0 0 0,0-1 1 0 0,0 1-1 0 0,1 0 0 0 0,0-1 0 0 0,5 4 0 0 0,-7-6 9 0 0,1 1 0 0 0,-1-1 0 0 0,1 0 0 0 0,-1 0 0 0 0,1 0 0 0 0,0 0 0 0 0,0 0 0 0 0,-1 0 0 0 0,1-1 0 0 0,0 0 0 0 0,0 1 0 0 0,0-1 0 0 0,4 0-1 0 0,-6 0 18 0 0,0 0-1 0 0,0 0 0 0 0,0 0 0 0 0,0 0 0 0 0,0-1 0 0 0,1 1 0 0 0,-1 0 0 0 0,0 0 0 0 0,0-1 1 0 0,0 1-1 0 0,0 0 0 0 0,0-1 0 0 0,0 1 0 0 0,0-1 0 0 0,0 0 0 0 0,0 1 0 0 0,0-1 0 0 0,-1 0 1 0 0,1 1-1 0 0,1-2 0 0 0,1-2-10 0 0,14-14 163 0 0,-16 15-47 0 0,1 0 0 0 0,-1 0 0 0 0,0 0 1 0 0,-1 0-1 0 0,1 0 0 0 0,-1 0 0 0 0,1-1 0 0 0,-1 1 0 0 0,0 0 0 0 0,0-1 0 0 0,0 1 0 0 0,0 0 1 0 0,-1 0-1 0 0,0-1 0 0 0,1 1 0 0 0,-1 0 0 0 0,-2-3 0 0 0,3 5 475 0 0,-5 22-557 0 0,3-6-78 0 0,1-1 1 0 0,0 1 0 0 0,1 0 0 0 0,1 0-1 0 0,3 21 1 0 0,22 74-57 0 0,-6-27 76 0 0,-5-22 24 0 0,-7-26-47 0 0,5 35 0 0 0,-9-38 75 0 0,-1-15-22 0 0,-1 0 0 0 0,-1 18 0 0 0,-1-29 25 0 0,-1 0 1 0 0,1 0 0 0 0,-1 0 0 0 0,-1 0 0 0 0,1 0-1 0 0,-1-1 1 0 0,0 1 0 0 0,0-1 0 0 0,-6 11-1 0 0,6-14 19 0 0,0 1-1 0 0,0-1 0 0 0,0 0 0 0 0,-1 1 1 0 0,1-1-1 0 0,-1 0 0 0 0,1-1 1 0 0,-1 1-1 0 0,0 0 0 0 0,0-1 0 0 0,0 1 1 0 0,0-1-1 0 0,-4 1 0 0 0,-2 1 250 0 0,1-1 0 0 0,0 0-1 0 0,-17 1 1 0 0,8-3 83 0 0,0-1-1 0 0,1-1 0 0 0,-1 0 1 0 0,1-1-1 0 0,-23-7 1 0 0,30 7-292 0 0,1 0 1 0 0,0 0-1 0 0,0-1 0 0 0,0 0 1 0 0,1-1-1 0 0,-1 1 1 0 0,1-1-1 0 0,-7-7 1 0 0,12 10-80 0 0,-1 0 0 0 0,1 0 1 0 0,-1-1-1 0 0,1 0 1 0 0,0 1-1 0 0,0-1 0 0 0,0 0 1 0 0,0 0-1 0 0,1 0 0 0 0,-1 0 1 0 0,1 0-1 0 0,0 0 1 0 0,0 0-1 0 0,0-1 0 0 0,0 1 1 0 0,0 0-1 0 0,1-1 0 0 0,-1 1 1 0 0,1 0-1 0 0,0-1 1 0 0,0 1-1 0 0,1 0 0 0 0,0-5 1 0 0,-1 6-149 0 0,1-1 0 0 0,0 1 1 0 0,0 0-1 0 0,1 0 1 0 0,-1 0-1 0 0,0 0 0 0 0,1 0 1 0 0,-1 0-1 0 0,1 1 0 0 0,0-1 1 0 0,2-2-1 0 0,21-13-2440 0 0,-11 9-378 0 0,0 1-5919 0 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22.784"/>
    </inkml:context>
    <inkml:brush xml:id="br0">
      <inkml:brushProperty name="width" value="0.05" units="cm"/>
      <inkml:brushProperty name="height" value="0.05" units="cm"/>
    </inkml:brush>
  </inkml:definitions>
  <inkml:trace contextRef="#ctx0" brushRef="#br0">0 42 9903 0 0,'0'0'2176'0'0,"7"-5"362"0"0,2-3-843 0 0,25-18 2328 0 0,-32 25-3908 0 0,1 0-1 0 0,-1 1 1 0 0,1-1-1 0 0,-1 1 1 0 0,0 0 0 0 0,1 0-1 0 0,-1 0 1 0 0,1 0-1 0 0,-1 0 1 0 0,3 1-1 0 0,-1 0 98 0 0,14 3 595 0 0,-16-3-590 0 0,0 0-16 0 0,25 8 174 0 0,-26-8-110 0 0,9 20 209 0 0,-9-18-427 0 0,-1 1 0 0 0,1 0 0 0 0,-1-1 1 0 0,0 1-1 0 0,0 0 0 0 0,-1-1 0 0 0,1 1 0 0 0,-1-1 1 0 0,0 1-1 0 0,0-1 0 0 0,0 1 0 0 0,0-1 1 0 0,-1 0-1 0 0,1 1 0 0 0,-1-1 0 0 0,0 0 0 0 0,0 0 1 0 0,-5 6-1 0 0,1-2 70 0 0,0-1 0 0 0,0 1 0 0 0,-1-1 0 0 0,0 0 0 0 0,0 0 0 0 0,-10 4 0 0 0,16-9 456 0 0,3 0-516 0 0,61 1 82 0 0,-43-3-7656 0 0</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23.643"/>
    </inkml:context>
    <inkml:brush xml:id="br0">
      <inkml:brushProperty name="width" value="0.05" units="cm"/>
      <inkml:brushProperty name="height" value="0.05" units="cm"/>
    </inkml:brush>
  </inkml:definitions>
  <inkml:trace contextRef="#ctx0" brushRef="#br0">99 1 14047 0 0,'0'0'1412'0'0,"-1"9"-1280"0"0,-5 18 1016 0 0,6-26-512 0 0,-1 12 587 0 0,-2 1-578 0 0,-1 0 1 0 0,0 0 0 0 0,0 0-1 0 0,-8 14 1 0 0,5-11-448 0 0,-9 32 1 0 0,8-12-81 0 0,2 0 1 0 0,-2 41-1 0 0,-1 11 47 0 0,5-63-99 0 0,1-1-1 0 0,1 1 0 0 0,3 51 0 0 0,6-30 83 0 0,19 77-1 0 0,-18-97-101 0 0,2 0-1 0 0,1 0 1 0 0,0-1-1 0 0,17 25 1 0 0,-23-42-61 0 0,1 0 1 0 0,0 0-1 0 0,0-1 0 0 0,1 0 1 0 0,11 10-1 0 0,41 43 888 0 0,-58-60-586 0 0,-1-1-266 0 0,0 1 12 0 0,0-1 1 0 0,0 1 0 0 0,0-1 0 0 0,1 1 0 0 0,-1 0 0 0 0,0-1 0 0 0,0 1-1 0 0,1-1 1 0 0,-1 1 0 0 0,0-1 0 0 0,0 1 0 0 0,1-1 0 0 0,-1 1 0 0 0,1-1-1 0 0,-1 1 1 0 0,0-1 0 0 0,1 0 0 0 0,-1 1 0 0 0,1-1 0 0 0,-1 0-1 0 0,2 1 1 0 0,0 1 200 0 0,-1-1-597 0 0</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24.421"/>
    </inkml:context>
    <inkml:brush xml:id="br0">
      <inkml:brushProperty name="width" value="0.05" units="cm"/>
      <inkml:brushProperty name="height" value="0.05" units="cm"/>
    </inkml:brush>
  </inkml:definitions>
  <inkml:trace contextRef="#ctx0" brushRef="#br0">11 70 14623 0 0,'0'0'1474'0'0,"-2"-2"-1201"0"0,-7-13 5932 0 0,11 14-6038 0 0,1 0 0 0 0,-1 1 0 0 0,0-1 0 0 0,0 0-1 0 0,1-1 1 0 0,-1 1 0 0 0,0 0 0 0 0,0-1 0 0 0,3-2 0 0 0,6-3 295 0 0,-1 2-310 0 0,-1 1 0 0 0,2 0 0 0 0,10-2 0 0 0,9-4 221 0 0,-27 10-341 0 0,-1-1 0 0 0,0 1 0 0 0,1-1 1 0 0,-1 1-1 0 0,1 0 0 0 0,3 0 0 0 0,0 0 15 0 0,-5 0 17 0 0,1 1-11 0 0,4 2-24 0 0,-1 0 0 0 0,0 1 0 0 0,0-1 0 0 0,7 7-1 0 0,-11-9 63 0 0,1 13 138 0 0,-1-12-209 0 0,-1-1 0 0 0,0 1 1 0 0,1-1-1 0 0,-1 1 1 0 0,0 0-1 0 0,0-1 1 0 0,0 1-1 0 0,0-1 1 0 0,0 1-1 0 0,0-1 0 0 0,0 1 1 0 0,0 0-1 0 0,-1-1 1 0 0,1 1-1 0 0,-1-1 1 0 0,0 3-1 0 0,-3 4 48 0 0,0 0 1 0 0,0-1-1 0 0,-1 1 0 0 0,-11 12 0 0 0,-5 10 60 0 0,15-25-117 0 0,0 0 0 0 0,5-4 42 0 0,4 1-60 0 0,0-1 0 0 0,-1 1-1 0 0,1-1 1 0 0,0 1 0 0 0,4 0-1 0 0,-6-2 28 0 0,20 7-36 0 0,-10-4 0 0 0,-1 0 0 0 0,0 1 0 0 0,0 0 0 0 0,0 1 0 0 0,0 0 0 0 0,9 7 0 0 0,-15-10 16 0 0,-3-2 0 0 0,0 1 0 0 0,0 0 0 0 0,0-1 0 0 0,0 1 0 0 0,0 0 0 0 0,0-1 0 0 0,0 1 0 0 0,0 0 0 0 0,0 0 0 0 0,0 0 0 0 0,-1 0 0 0 0,1 0 0 0 0,0 0 0 0 0,-1 0 0 0 0,2 2 0 0 0,5 10 0 0 0,-7-8 0 0 0,0-3 0 0 0,0 3 14 0 0,0 0-1 0 0,-1 0 0 0 0,0 0 1 0 0,1 0-1 0 0,-1 0 1 0 0,-1 0-1 0 0,1 0 1 0 0,-1-1-1 0 0,0 1 0 0 0,0 0 1 0 0,0-1-1 0 0,-1 1 1 0 0,-3 4-1 0 0,3-4 7 0 0,-1-1 1 0 0,1 1-1 0 0,-1-1 0 0 0,0 0 1 0 0,0 0-1 0 0,-1-1 0 0 0,1 1 1 0 0,-1-1-1 0 0,0 0 0 0 0,1 0 1 0 0,-10 4-1 0 0,-2 0 137 0 0,13-6-114 0 0,0 0 1 0 0,1 1-1 0 0,-1-1 0 0 0,0 0 0 0 0,0 0 1 0 0,0 0-1 0 0,0 0 0 0 0,0-1 1 0 0,0 1-1 0 0,0-1 0 0 0,0 0 0 0 0,0 0 1 0 0,0 0-1 0 0,0 0 0 0 0,0-1 0 0 0,0 1 1 0 0,-5-2-1 0 0,-24-12 21 0 0,30 14-140 0 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24.803"/>
    </inkml:context>
    <inkml:brush xml:id="br0">
      <inkml:brushProperty name="width" value="0.05" units="cm"/>
      <inkml:brushProperty name="height" value="0.05" units="cm"/>
    </inkml:brush>
  </inkml:definitions>
  <inkml:trace contextRef="#ctx0" brushRef="#br0">0 31 16239 0 0,'0'0'2643'0'0,"2"0"-1674"0"0,15-2 455 0 0,0 0-1 0 0,24 1 1 0 0,17-1-386 0 0,-27 0-879 0 0,-15 1-39 0 0,24-5 0 0 0,-20 2-120 0 0,-9 1 0 0 0,0 1 0 0 0,0 0 0 0 0,0 0 0 0 0,1 1 0 0 0,13 1 0 0 0,-16 0 0 0 0,-2 0-275 0 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25.169"/>
    </inkml:context>
    <inkml:brush xml:id="br0">
      <inkml:brushProperty name="width" value="0.05" units="cm"/>
      <inkml:brushProperty name="height" value="0.05" units="cm"/>
    </inkml:brush>
  </inkml:definitions>
  <inkml:trace contextRef="#ctx0" brushRef="#br0">34 1 10591 0 0,'0'0'964'0'0,"-1"1"-794"0"0,-4 8 1158 0 0,1-1 0 0 0,0 1 0 0 0,0 0 1 0 0,-4 19-1 0 0,7-27-987 0 0,-6 17 925 0 0,7 9-521 0 0,0-26-424 0 0,1 1-161 0 0,0 0-110 0 0,0 0-1 0 0,0 0 1 0 0,0 0 0 0 0,0-1-1 0 0,1 1 1 0 0,-1 0 0 0 0,0 0-1 0 0,1-1 1 0 0,0 1 0 0 0,-1-1-1 0 0,1 1 1 0 0,3 1 0 0 0,-4-2 136 0 0,2 0-93 0 0,-1 1-1 0 0,1-1 0 0 0,-1 0 1 0 0,1 0-1 0 0,4 1 1 0 0,-4-1-69 0 0,0 0 0 0 0,0-1-1 0 0,0 0 1 0 0,0 1 0 0 0,6-1 0 0 0,9 1 35 0 0,-12 1-47 0 0,-3-1-6 0 0,-1-1-1 0 0,0 1 1 0 0,0-1 0 0 0,0 0 0 0 0,1 1-1 0 0,-1-1 1 0 0,0 0 0 0 0,0 0 0 0 0,1-1-1 0 0,2 0 1 0 0,28-4-155 0 0,-18 1-7672 0 0,-6 1 1399 0 0</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25.533"/>
    </inkml:context>
    <inkml:brush xml:id="br0">
      <inkml:brushProperty name="width" value="0.05" units="cm"/>
      <inkml:brushProperty name="height" value="0.05" units="cm"/>
    </inkml:brush>
  </inkml:definitions>
  <inkml:trace contextRef="#ctx0" brushRef="#br0">0 0 1839 0 0,'0'0'14364'0'0,"1"2"-13880"0"0,1 12-135 0 0,0 0-1 0 0,0 0 1 0 0,-1 0 0 0 0,-1 1-1 0 0,-2 19 1 0 0,1-16 292 0 0,1 0 1 0 0,2 25-1 0 0,-2-41 9 0 0</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26.025"/>
    </inkml:context>
    <inkml:brush xml:id="br0">
      <inkml:brushProperty name="width" value="0.05" units="cm"/>
      <inkml:brushProperty name="height" value="0.05" units="cm"/>
    </inkml:brush>
  </inkml:definitions>
  <inkml:trace contextRef="#ctx0" brushRef="#br0">0 1 5527 0 0,'0'0'423'0'0,"1"2"-278"0"0,1 16 2677 0 0,0-8 105 0 0,-1-1 0 0 0,7 19 1 0 0,-6-23-2622 0 0,0 0 0 0 0,0 0 0 0 0,1 0 1 0 0,5 7-1 0 0,-1-3 35 0 0,-1 0-1 0 0,1 1 1 0 0,-2 0 0 0 0,1 0-1 0 0,-1 0 1 0 0,-1 1 0 0 0,5 16-1 0 0,-2-7 47 0 0,10 25 0 0 0,3 6-5 0 0,30 78-159 0 0,-29-77-11 0 0,-13-30-179 0 0,6 33-1 0 0,-6-22-20 0 0,-4-15-10 0 0,-1 0 0 0 0,-1 0-1 0 0,0 1 1 0 0,-2-1 0 0 0,0 1 0 0 0,-1-1-1 0 0,-1 0 1 0 0,0 1 0 0 0,-6 18-1 0 0,2-18 135 0 0,-1-1 0 0 0,-14 29 0 0 0,-1 0-121 0 0,-39 122-352 0 0,58-161 289 0 0,1-1 85 0 0,2-6-16 0 0,-1 1 1 0 0,1 0 0 0 0,-1-1 0 0 0,0 1-1 0 0,0-1 1 0 0,0 1 0 0 0,0-1-1 0 0,0 1 1 0 0,0-1 0 0 0,-1 2 0 0 0,-15 19-20 0 0,17-22-76 0 0,-1 0 0 0 0,1 1 0 0 0,0-1 0 0 0,-1 0 0 0 0,1 0 0 0 0,0 0 0 0 0,-1 0 0 0 0,1 0 0 0 0,0 0 0 0 0,-1 1 0 0 0,1-1 0 0 0,0 0 0 0 0,-1 0 0 0 0,1 0 0 0 0,-1 0 0 0 0,1 0 1 0 0,0 0-1 0 0,-1 0 0 0 0,1 0 0 0 0,0-1 0 0 0,-1 1-1 0 0,-1 0-926 0 0</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27.043"/>
    </inkml:context>
    <inkml:brush xml:id="br0">
      <inkml:brushProperty name="width" value="0.05" units="cm"/>
      <inkml:brushProperty name="height" value="0.05" units="cm"/>
    </inkml:brush>
  </inkml:definitions>
  <inkml:trace contextRef="#ctx0" brushRef="#br0">0 0 4607 0 0,'1'2'5254'0'0,"2"1"-4475"0"0,-1 1 1 0 0,1-1-1 0 0,0 0 1 0 0,-1 1 0 0 0,2-1-1 0 0,-1-1 1 0 0,0 1-1 0 0,0 0 1 0 0,1-1 0 0 0,4 3-1 0 0,-1-2-326 0 0,0 1 0 0 0,0-1 0 0 0,1-1 0 0 0,-1 0 0 0 0,9 2 0 0 0,9 0-374 0 0,0-2 1 0 0,38-1-1 0 0,-50-1 408 0 0,27-1-271 0 0,-21 0 217 0 0,24 1-1 0 0,-36 0-219 0 0,0 0-1 0 0,-1 0 1 0 0,1-1-1 0 0,-1 0 1 0 0,13-3-1 0 0,-18 3 1092 0 0,1 1-1284 0 0,-1 0 0 0 0,0 0 0 0 0,0 0 0 0 0,0 0 1 0 0,0 0-1 0 0,1 0 0 0 0,-1 0 0 0 0,0 0 0 0 0,0 0 0 0 0,0 1 0 0 0,0-1 0 0 0,0 0 0 0 0,2 1 0 0 0,-3 6-12 0 0,0-1-7 0 0,0 1-1 0 0,0 0 1 0 0,-1-1 0 0 0,-1 9-1 0 0,-14 61 0 0 0,12-42-36 0 0,4-28 27 0 0,-1 0 0 0 0,1 0 1 0 0,-1 0-1 0 0,0-1 1 0 0,-3 8-1 0 0,-1 2 9 0 0,0 0 0 0 0,1 0 0 0 0,1 0 0 0 0,0 0 0 0 0,2 1 0 0 0,-1 24 0 0 0,0 81 0 0 0,5-72 56 0 0,0-23 13 0 0,-1 1 0 0 0,-2 0 0 0 0,-1 0-1 0 0,-4 26 1 0 0,-12 59-69 0 0,15-96 0 0 0,1 0 0 0 0,0 0 0 0 0,2 0 0 0 0,0 0 0 0 0,5 29 0 0 0,-6-40 0 0 0,3 15 0 0 0,1-3 0 0 0,-1-8 0 0 0,-1 1 0 0 0,0-1 0 0 0,-1 1 0 0 0,1 9 0 0 0,-3 9-7 0 0,4 81-77 0 0,0-63-257 0 0,-3-45 341 0 0,0-1 0 0 0,0 1 0 0 0,0 0 0 0 0,0 0 1 0 0,0 0-1 0 0,0 0 0 0 0,1 0 0 0 0,-1-1 0 0 0,0 1 0 0 0,1 0 0 0 0,-1 0 0 0 0,0 0 0 0 0,1-1 0 0 0,0 2 0 0 0,0 0 22 0 0,0-1 0 0 0,0 1 0 0 0,-1-1-1 0 0,1 1 1 0 0,0-1 0 0 0,-1 1-1 0 0,1-1 1 0 0,-1 1 0 0 0,0 0-1 0 0,1-1 1 0 0,-1 1 0 0 0,0-1-1 0 0,0 1 1 0 0,0 2 0 0 0,3 56-149 0 0,-3-42 67 0 0,1-11 68 0 0,0-5-1 0 0,-1 1 0 0 0,0-1-1 0 0,0 0 1 0 0,1 0 0 0 0,-1 1-1 0 0,-1-1 1 0 0,1 0-1 0 0,0 3 1 0 0,-2 2 8 0 0,2-5 58 0 0,0-1 15 0 0,-1 1-84 0 0,1 0 0 0 0,-1 0-1 0 0,0 0 1 0 0,0 0 0 0 0,1 0 0 0 0,-1-1 0 0 0,-1 1-1 0 0,1 0 1 0 0,0-1 0 0 0,0 1 0 0 0,0-1 0 0 0,-1 1-1 0 0,1-1 1 0 0,-1 0 0 0 0,1 1 0 0 0,-1-1 0 0 0,0 0-1 0 0,1 0 1 0 0,-1 0 0 0 0,0 0 0 0 0,-3 0 0 0 0,4 0 0 0 0,-15 5 343 0 0,1 0-1 0 0,-1-1 1 0 0,-27 5 0 0 0,3-1 16 0 0,-23 3-17 0 0,41-8-313 0 0,18-3-198 0 0,-1 0 1 0 0,1 0 0 0 0,-1 0 0 0 0,1-1-1 0 0,-1 1 1 0 0,0-1 0 0 0,1-1-1 0 0,-1 1 1 0 0,0 0 0 0 0,-7-3-1 0 0,5 0-916 0 0</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28.337"/>
    </inkml:context>
    <inkml:brush xml:id="br0">
      <inkml:brushProperty name="width" value="0.05" units="cm"/>
      <inkml:brushProperty name="height" value="0.05" units="cm"/>
    </inkml:brush>
  </inkml:definitions>
  <inkml:trace contextRef="#ctx0" brushRef="#br0">61 16 13591 0 0,'-1'0'55'0'0,"0"1"-1"0"0,0-1 0 0 0,0 0 1 0 0,0 1-1 0 0,1-1 1 0 0,-1 0-1 0 0,0 0 0 0 0,0 0 1 0 0,0 0-1 0 0,0 0 1 0 0,0 0-1 0 0,0 0 0 0 0,0 0 1 0 0,0 0-1 0 0,0-1 0 0 0,0 1 1 0 0,0 0-1 0 0,-2-1 1 0 0,-32-8 10875 0 0,30 14-7614 0 0,39-10-2980 0 0,0 1 0 0 0,1 2 0 0 0,50 3 0 0 0,-18 7-55 0 0,-43-5-282 0 0,33 2 0 0 0,-3-5 49 0 0,-50 1-244 0 0</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28.699"/>
    </inkml:context>
    <inkml:brush xml:id="br0">
      <inkml:brushProperty name="width" value="0.05" units="cm"/>
      <inkml:brushProperty name="height" value="0.05" units="cm"/>
    </inkml:brush>
  </inkml:definitions>
  <inkml:trace contextRef="#ctx0" brushRef="#br0">6 9 15775 0 0,'-6'2'7664'0'0,"39"-1"-6720"0"0,-22-2-746 0 0,0 0-1 0 0,0 0 1 0 0,1 1-1 0 0,-1 0 1 0 0,22 4-1 0 0,20 1 235 0 0,-43-5-338 0 0,8 0 171 0 0,-1 0-1 0 0,0-1 0 0 0,32-6 0 0 0,-42 6-174 0 0,0 0 0 0 0,1 1 1 0 0,-1-1-1 0 0,0 2 0 0 0,11 1 0 0 0,0-1 81 0 0,-11 0-115 0 0,-1-1-10 0 0,-1 1-1 0 0,1-1 1 0 0,0 0 0 0 0,-1 0-1 0 0,1 0 1 0 0,0-1-1 0 0,-1 0 1 0 0,1 0 0 0 0,8-4-1 0 0,-7 1-30 0 0,-6 3 202 0 0,-24 12-5913 0 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34.147"/>
    </inkml:context>
    <inkml:brush xml:id="br0">
      <inkml:brushProperty name="width" value="0.05" units="cm"/>
      <inkml:brushProperty name="height" value="0.05" units="cm"/>
    </inkml:brush>
  </inkml:definitions>
  <inkml:trace contextRef="#ctx0" brushRef="#br0">342 183 8287 0 0,'3'-5'207'0'0,"-2"4"-176"0"0,-1 0-1 0 0,1 0 0 0 0,-1 0 1 0 0,1 1-1 0 0,-1-1 1 0 0,1 0-1 0 0,-1 0 1 0 0,0 0-1 0 0,0 0 1 0 0,1 0-1 0 0,-1 0 1 0 0,0 0-1 0 0,0-1 1 0 0,2-22 161 0 0,-1 23-175 0 0,0-1 0 0 0,0 0 1 0 0,0 1-1 0 0,0-1 1 0 0,0 0-1 0 0,0 1 0 0 0,0 0 1 0 0,1-1-1 0 0,-1 1 1 0 0,1 0-1 0 0,1-2 0 0 0,3-2 1961 0 0,-6 4-1848 0 0,1 1 1 0 0,-1 0-1 0 0,1-1 0 0 0,-1 1 0 0 0,1-1 0 0 0,-1 1 0 0 0,1 0 0 0 0,-1-1 0 0 0,0 1 1 0 0,1-1-1 0 0,-1 1 0 0 0,0-1 0 0 0,1 1 0 0 0,-1-1 0 0 0,0 0 0 0 0,1 1 0 0 0,-1-1 1 0 0,0 1-1 0 0,0-1 0 0 0,0 1 0 0 0,0-2 0 0 0,3-13 1499 0 0,-3 12-1132 0 0,0-1-1 0 0,0 1 1 0 0,0 0-1 0 0,-1-1 1 0 0,1 1-1 0 0,-1 0 1 0 0,0 0-1 0 0,0 0 1 0 0,0 0-1 0 0,0 0 1 0 0,-1 0-1 0 0,1 0 0 0 0,-3-4 1 0 0,2 5-355 0 0,1 0 1 0 0,0 0-1 0 0,-1 0 0 0 0,1 1 1 0 0,-1-1-1 0 0,0 0 1 0 0,0 1-1 0 0,0-1 0 0 0,0 1 1 0 0,0-1-1 0 0,0 1 0 0 0,0 0 1 0 0,0 0-1 0 0,0 0 1 0 0,-1 0-1 0 0,1 1 0 0 0,0-1 1 0 0,-4 0-1 0 0,-32-6 861 0 0,30 5-813 0 0,-1 0 0 0 0,1 1 0 0 0,-11-1 0 0 0,14 2-161 0 0,0 1 1 0 0,1 0-1 0 0,-1 0 1 0 0,0 0-1 0 0,1 0 1 0 0,-1 1-1 0 0,-6 3 0 0 0,-30 18 133 0 0,41-23-162 0 0,-14 8 10 0 0,-50 35 204 0 0,58-38-190 0 0,-1 1 0 0 0,1 0 0 0 0,0 0 0 0 0,0 0 0 0 0,1 1 0 0 0,-9 14 0 0 0,8-10-39 0 0,1-1 0 0 0,0 2 1 0 0,1-1-1 0 0,0 0 0 0 0,1 1 0 0 0,1 0 0 0 0,-1 0 0 0 0,2 0 0 0 0,0 0 1 0 0,0 0-1 0 0,1 0 0 0 0,0 0 0 0 0,4 19 0 0 0,-2-13-4 0 0,1 0 0 0 0,0 0 1 0 0,2 0-1 0 0,0-1 0 0 0,1 0 0 0 0,1 0 0 0 0,0 0 1 0 0,14 22-1 0 0,-11-22-152 0 0,-1-3 131 0 0,17 23 0 0 0,-23-33 64 0 0,1 0 1 0 0,1 0 0 0 0,-1 0 0 0 0,0 0 0 0 0,1 0-1 0 0,0-1 1 0 0,0 0 0 0 0,9 4 0 0 0,5 3-165 0 0,-15-8 123 0 0,-1 0 1 0 0,0 0-1 0 0,1 0 0 0 0,0-1 1 0 0,-1 0-1 0 0,1 1 0 0 0,0-1 0 0 0,0-1 1 0 0,6 2-1 0 0,-1-1 28 0 0,0 0 0 0 0,0 1 0 0 0,0 1 0 0 0,11 3 0 0 0,-10-2-4 0 0,0-1-1 0 0,0-1 0 0 0,12 2 0 0 0,-17-3-5 0 0,1 0 26 0 0,-1-1 1 0 0,1 1-1 0 0,0-1 1 0 0,-1 0 0 0 0,1 0-1 0 0,-1-1 1 0 0,1 1-1 0 0,0-1 1 0 0,-1-1-1 0 0,8-2 1 0 0,-8 3-6 0 0,0-1-1 0 0,0 1 1 0 0,0 0 0 0 0,8 0-1 0 0,-8 0-34 0 0,1 0 1 0 0,-1 1-1 0 0,0-2 0 0 0,7-1 0 0 0,-4 0 48 0 0,0-1 0 0 0,1 0-1 0 0,-1-1 1 0 0,-1 0 0 0 0,1 0 0 0 0,-1 0-1 0 0,0-1 1 0 0,0 0 0 0 0,-1-1 0 0 0,1 1 0 0 0,-2-1-1 0 0,8-11 1 0 0,1-5 188 0 0,-1 1 0 0 0,-1-2 0 0 0,-2 0 0 0 0,0 0 0 0 0,-2-1 0 0 0,7-28 0 0 0,-12 41-108 0 0,0-1-1 0 0,-1 1 0 0 0,0 0 0 0 0,-1-1 1 0 0,-1-17-1 0 0,0 26-82 0 0,-1-1 0 0 0,1 0 0 0 0,-1 0 0 0 0,0 1-1 0 0,0-1 1 0 0,-1 0 0 0 0,0 1 0 0 0,1-1 0 0 0,-1 1 0 0 0,-1 0 0 0 0,1 0 0 0 0,-1 0 0 0 0,1 0 0 0 0,-1 0 0 0 0,0 0-1 0 0,-7-6 1 0 0,-3 1 88 0 0,1 1-1 0 0,-1 0 0 0 0,-16-7 0 0 0,-11-7-37 0 0,28 16-56 0 0,0 0 0 0 0,-1 1 0 0 0,0 1 0 0 0,0-1 0 0 0,0 2 0 0 0,-21-3 0 0 0,11 2-102 0 0,-24-9-1 0 0,42 12 75 0 0,-8-3-1710 0 0,12 4 1608 0 0,1 0 0 0 0,0 1 0 0 0,-1-1 0 0 0,1 0 0 0 0,-1 0 0 0 0,1 0 0 0 0,0 0 0 0 0,-1 1-1 0 0,1-1 1 0 0,0 0 0 0 0,-1 0 0 0 0,1 0 0 0 0,0 1 0 0 0,-1-1 0 0 0,1 0 0 0 0,0 1 0 0 0,0-1 0 0 0,-1 0-1 0 0,1 1 1 0 0,0-1 0 0 0,0 0 0 0 0,-1 1 0 0 0,1-1 0 0 0,0 0 0 0 0,0 1 0 0 0,0-1 0 0 0,0 1-1 0 0,0-1 1 0 0,0 0 0 0 0,0 1 0 0 0,0 0 0 0 0,-1 1-588 0 0,0 4-217 0 0,5 2-2720 0 0,11 11 943 0 0</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34.882"/>
    </inkml:context>
    <inkml:brush xml:id="br0">
      <inkml:brushProperty name="width" value="0.05" units="cm"/>
      <inkml:brushProperty name="height" value="0.05" units="cm"/>
    </inkml:brush>
  </inkml:definitions>
  <inkml:trace contextRef="#ctx0" brushRef="#br0">50 24 12207 0 0,'0'0'562'0'0,"1"-1"-18"0"0,1-4-170 0 0,-1 4 585 0 0,4-15 8548 0 0,-3 23-8013 0 0,-1 6-1392 0 0,-1-1 0 0 0,0 1-1 0 0,-1-1 1 0 0,0 0 0 0 0,-1 1-1 0 0,-4 17 1 0 0,1-14 71 0 0,0 1 0 0 0,0-1-1 0 0,-2 0 1 0 0,-8 15 0 0 0,11-26-115 0 0,-6 9 40 0 0,10-12 259 0 0,1-4-259 0 0,2-2-60 0 0,1 0 0 0 0,-1 0 1 0 0,-1 0-1 0 0,1 0 1 0 0,-1-1-1 0 0,4-8 0 0 0,10-36 286 0 0,-8 24-143 0 0,-5 16-152 0 0,0-1 0 0 0,0 1 0 0 0,-1-1 0 0 0,0 0 0 0 0,-1 1 0 0 0,0-1 0 0 0,0-20 0 0 0,-1 47-29 0 0,-1-1 0 0 0,0 1 0 0 0,-1-1 0 0 0,-1 0 0 0 0,-8 28 0 0 0,0 1 0 0 0,11-43-104 0 0,-1 0-1 0 0,1 0 1 0 0,-1 1-1 0 0,0-1 1 0 0,1-1-1 0 0,-1 1 1 0 0,0 0-1 0 0,-2 3 1 0 0,-1 5-3229 0 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35.519"/>
    </inkml:context>
    <inkml:brush xml:id="br0">
      <inkml:brushProperty name="width" value="0.05" units="cm"/>
      <inkml:brushProperty name="height" value="0.05" units="cm"/>
    </inkml:brush>
  </inkml:definitions>
  <inkml:trace contextRef="#ctx0" brushRef="#br0">87 1 15551 0 0,'0'0'7323'0'0,"1"2"-7039"0"0,1 3-208 0 0,-1 0-1 0 0,1 0 1 0 0,-1 0 0 0 0,0 0-1 0 0,0 1 1 0 0,-1-1 0 0 0,0 0 0 0 0,0 0-1 0 0,0 1 1 0 0,0-1 0 0 0,-1 0 0 0 0,0 0-1 0 0,0 0 1 0 0,0 0 0 0 0,-1 0 0 0 0,-2 6-1 0 0,-5 11 338 0 0,-1 0 0 0 0,-15 24 0 0 0,24-44-362 0 0,-10 17 223 0 0,6-12-117 0 0,0 1 0 0 0,1-1 0 0 0,0 1 0 0 0,1 0 0 0 0,0 0 0 0 0,-3 11 0 0 0,8-12-79 0 0,-2-6-77 0 0,1-1 1 0 0,-1 1-1 0 0,0 0 1 0 0,1-1-1 0 0,-1 1 1 0 0,1-1-1 0 0,-1 1 1 0 0,1-1-1 0 0,-1 1 1 0 0,1-1-1 0 0,-1 1 1 0 0,1-1-1 0 0,-1 1 1 0 0,1-1-1 0 0,0 0 1 0 0,-1 1-1 0 0,1-1 0 0 0,0 0 1 0 0,-1 0-1 0 0,1 0 1 0 0,0 1-1 0 0,0-1 1 0 0,-1 0-1 0 0,1 0 1 0 0,0 0-1 0 0,-1 0 1 0 0,1 0-1 0 0,0 0 1 0 0,0 0-1 0 0,-1 0 1 0 0,1-1-1 0 0,1 1 1 0 0,-1 0 2 0 0,20-1 151 0 0,36-7 0 0 0,6 0-96 0 0,-57 8-95 0 0,-1 0 55 0 0,1-1 1 0 0,-1 1-1 0 0,0 0 0 0 0,0 1 0 0 0,10 1 0 0 0,55 16 429 0 0,-69-18-384 0 0,1 0-51 0 0,1 1-850 0 0,0 0 0 0 0,0-1-1 0 0,0 0 1 0 0,0 1 0 0 0,0-1-1 0 0,0-1 1 0 0,0 1 0 0 0,5-1 0 0 0</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35.935"/>
    </inkml:context>
    <inkml:brush xml:id="br0">
      <inkml:brushProperty name="width" value="0.05" units="cm"/>
      <inkml:brushProperty name="height" value="0.05" units="cm"/>
    </inkml:brush>
  </inkml:definitions>
  <inkml:trace contextRef="#ctx0" brushRef="#br0">66 0 17015 0 0,'0'0'6947'0'0,"1"2"-6718"0"0,1 8-56 0 0,-1-1-1 0 0,1 1 1 0 0,-1-1-1 0 0,-1 1 1 0 0,0-1-1 0 0,-2 20 1 0 0,-15 60 445 0 0,6-40-303 0 0,0 6 86 0 0,-21 132 202 0 0,33-152-448 0 0,-1-28-106 0 0,1 0 0 0 0,-1 1 0 0 0,-2 9 0 0 0,2 1 79 0 0,0-16 295 0 0,10-9-4471 0 0,-4-2 2609 0 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37.354"/>
    </inkml:context>
    <inkml:brush xml:id="br0">
      <inkml:brushProperty name="width" value="0.05" units="cm"/>
      <inkml:brushProperty name="height" value="0.05" units="cm"/>
    </inkml:brush>
  </inkml:definitions>
  <inkml:trace contextRef="#ctx0" brushRef="#br0">285 88 5871 0 0,'0'0'534'0'0,"0"-1"-438"0"0,2 0 189 0 0,-1-1 1 0 0,0 1-1 0 0,0-1 1 0 0,0 0-1 0 0,0 1 1 0 0,0-1-1 0 0,-1 0 1 0 0,1 1 0 0 0,0-1-1 0 0,-1 0 1 0 0,1 0-1 0 0,-1 0 1 0 0,0 0-1 0 0,0 1 1 0 0,0-5-1 0 0,1 3 535 0 0,-1 0-303 0 0,0 0-1 0 0,0 0 1 0 0,-1 0 0 0 0,1 0 0 0 0,-1 0 0 0 0,1 0 0 0 0,-1 1 0 0 0,-1-5 845 0 0,-10-6 1458 0 0,6 10-2505 0 0,0 2 0 0 0,1-1 0 0 0,-1 1 0 0 0,0 0 0 0 0,0 0 0 0 0,0 0 1 0 0,0 1-1 0 0,0 0 0 0 0,1 0 0 0 0,-1 1 0 0 0,-8 1 0 0 0,3 0-91 0 0,7-2-169 0 0,0 0-1 0 0,0 1 1 0 0,0-1 0 0 0,0 1 0 0 0,0 0-1 0 0,0 1 1 0 0,0-1 0 0 0,0 1 0 0 0,1-1 0 0 0,-1 1-1 0 0,0 0 1 0 0,1 0 0 0 0,0 1 0 0 0,-1-1-1 0 0,-3 4 1 0 0,-5 6-26 0 0,0 1 1 0 0,1 0-1 0 0,0 1 0 0 0,0 0 1 0 0,2 0-1 0 0,0 1 0 0 0,1 0 1 0 0,-8 19-1 0 0,12-20-29 0 0,0-1 0 0 0,-1 17 0 0 0,0-4 0 0 0,-4 45 0 0 0,9-65-5 0 0,0 0 1 0 0,0 1-1 0 0,0-1 0 0 0,0 0 0 0 0,1 0 1 0 0,0 0-1 0 0,0 1 0 0 0,1-1 0 0 0,0 0 1 0 0,0-1-1 0 0,0 1 0 0 0,1 0 0 0 0,0-1 1 0 0,0 1-1 0 0,7 8 0 0 0,-1-2-8 0 0,0-1 1 0 0,1 1-1 0 0,1-2 0 0 0,0 0 1 0 0,17 13-1 0 0,-16-14 13 0 0,0-1 0 0 0,1-1 0 0 0,18 8 0 0 0,-24-12 0 0 0,0 0 0 0 0,1-1 0 0 0,-1 0 0 0 0,1 0 0 0 0,-1-1 0 0 0,1 0 0 0 0,0 0 0 0 0,8 0 0 0 0,21-9 125 0 0,-5 0 10 0 0,-20 6-54 0 0,0-1-1 0 0,0 0 1 0 0,0-1-1 0 0,-1 0 1 0 0,0-1 0 0 0,14-8-1 0 0,-20 11-8 0 0,-1-1-1 0 0,0 0 1 0 0,0-1-1 0 0,0 1 1 0 0,0-1-1 0 0,0 0 1 0 0,-1 0-1 0 0,1 0 1 0 0,-1 0-1 0 0,0-1 1 0 0,0 1-1 0 0,-1-1 1 0 0,0 0-1 0 0,1 0 1 0 0,-2 0-1 0 0,4-9 0 0 0,-1-6 272 0 0,0 0-1 0 0,-2 0 0 0 0,1-21 0 0 0,-3 38-318 0 0,1-10 104 0 0,-1-1 0 0 0,-1 1 0 0 0,0 0 0 0 0,-1-1 0 0 0,0 1 0 0 0,-1 0 0 0 0,-1 0 0 0 0,0 0 0 0 0,-7-16 0 0 0,7 22-80 0 0,1 0 0 0 0,-1 0 0 0 0,0 1-1 0 0,-1 0 1 0 0,0-1 0 0 0,0 1 0 0 0,0 1 0 0 0,0-1 0 0 0,-1 1-1 0 0,0 0 1 0 0,0 0 0 0 0,-1 1 0 0 0,1 0 0 0 0,-1 0 0 0 0,0 0 0 0 0,-8-2-1 0 0,9 3-219 0 0,1 2 0 0 0,-1-1 0 0 0,0 1 0 0 0,0-1 0 0 0,0 1 0 0 0,1 1 0 0 0,-1-1 0 0 0,0 1 0 0 0,0 0 0 0 0,0 1 0 0 0,0-1 0 0 0,0 1 0 0 0,0 1 0 0 0,-10 2 0 0 0,14-2-461 0 0,0-1 0 0 0,0 0 0 0 0,0 1 0 0 0,0 0 0 0 0,1-1 0 0 0,-1 1 0 0 0,0 0 0 0 0,1 0 0 0 0,0 0 0 0 0,-2 3 0 0 0,-2 6-5729 0 0,4-2 2590 0 0</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37.957"/>
    </inkml:context>
    <inkml:brush xml:id="br0">
      <inkml:brushProperty name="width" value="0.05" units="cm"/>
      <inkml:brushProperty name="height" value="0.05" units="cm"/>
    </inkml:brush>
  </inkml:definitions>
  <inkml:trace contextRef="#ctx0" brushRef="#br0">67 43 9503 0 0,'0'0'859'0'0,"-9"0"-694"0"0,-2 1 818 0 0,5-1 399 0 0,0 0 1 0 0,0 0 0 0 0,0 0-1 0 0,0-1 1 0 0,-11-2 4725 0 0,28 1-5848 0 0,44-4 223 0 0,-27 3-142 0 0,52-11 0 0 0,-63 10 153 0 0,26-2 0 0 0,-15 2-215 0 0,-23 4-199 0 0,0 0 0 0 0,-1 0 1 0 0,1 0-1 0 0,0 1 0 0 0,0-1 0 0 0,0 1 0 0 0,5 2 0 0 0,-9-3-149 0 0</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38.577"/>
    </inkml:context>
    <inkml:brush xml:id="br0">
      <inkml:brushProperty name="width" value="0.05" units="cm"/>
      <inkml:brushProperty name="height" value="0.05" units="cm"/>
    </inkml:brush>
  </inkml:definitions>
  <inkml:trace contextRef="#ctx0" brushRef="#br0">98 0 5983 0 0,'0'0'19251'0'0,"1"2"-19117"0"0,2 4-119 0 0,0-1-1 0 0,0 1 1 0 0,-1 0-1 0 0,0 0 1 0 0,0 0-1 0 0,0 0 1 0 0,-1 0-1 0 0,1 0 1 0 0,-2 0-1 0 0,1 0 1 0 0,-1 1-1 0 0,0-1 1 0 0,0 0-1 0 0,-1 8 1 0 0,-3 22 100 0 0,1 4 142 0 0,-11 48 0 0 0,13-86-236 0 0,1 0 1 0 0,0 0-1 0 0,0-1 0 0 0,0 1 1 0 0,0 0-1 0 0,0 0 0 0 0,0 0 1 0 0,1 3 127 0 0,-1-5-115 0 0,0 1 0 0 0,0-1 0 0 0,0 0 0 0 0,0 0 0 0 0,0 1 0 0 0,0-1 0 0 0,0 0-1 0 0,0 1 1 0 0,0-1 0 0 0,0 0 0 0 0,0 0 0 0 0,0 1 0 0 0,0-1 0 0 0,0 0 0 0 0,1 1 0 0 0,-1-1 0 0 0,0 0 0 0 0,0 0 0 0 0,0 1-1 0 0,1-1 1 0 0,-1 0 0 0 0,0 0 0 0 0,0 0 0 0 0,1 1 0 0 0,6-4 74 0 0,0 1 1 0 0,0-1-1 0 0,0 0 1 0 0,0-1-1 0 0,0 1 1 0 0,8-8-1 0 0,17-8 285 0 0,-24 15-317 0 0,1 0 0 0 0,-1 0 0 0 0,1 1 0 0 0,0 0 0 0 0,10-1 0 0 0,-13 3-86 0 0,0 1 0 0 0,0-1 0 0 0,-1 1 0 0 0,1 1 0 0 0,0-1 0 0 0,0 1 0 0 0,0 0 0 0 0,-1 0 0 0 0,8 3 0 0 0,-5-1 11 0 0,-1 1 0 0 0,0-1-1 0 0,0 1 1 0 0,-1 0 0 0 0,1 1 0 0 0,-1 0-1 0 0,0 0 1 0 0,0 0 0 0 0,0 1 0 0 0,-1 0-1 0 0,0 0 1 0 0,0 0 0 0 0,0 1 0 0 0,-1-1-1 0 0,7 15 1 0 0,-7-13 20 0 0,-1 1 1 0 0,0 0-1 0 0,0 0 1 0 0,0 0-1 0 0,-1 0 1 0 0,-1 1-1 0 0,0-1 0 0 0,0 1 1 0 0,0-1-1 0 0,-2 0 1 0 0,1 1-1 0 0,-1-1 0 0 0,0 1 1 0 0,-1-1-1 0 0,0 0 1 0 0,-4 11-1 0 0,3-12 4 0 0,0 0 0 0 0,0 0 0 0 0,-1-1 1 0 0,0 1-1 0 0,-1-1 0 0 0,0 0 0 0 0,0 0 0 0 0,0-1 0 0 0,-1 0 0 0 0,0 0 0 0 0,0 0 0 0 0,0 0 0 0 0,-1-1 1 0 0,0 0-1 0 0,0 0 0 0 0,0-1 0 0 0,-16 7 0 0 0,12-8 147 0 0,0 1 1 0 0,-1-2-1 0 0,0 1 0 0 0,1-1 1 0 0,-1-1-1 0 0,0-1 0 0 0,0 1 1 0 0,0-2-1 0 0,0 1 0 0 0,0-2 1 0 0,-15-3-1 0 0,14 2-267 0 0,0-1 0 0 0,0 0 0 0 0,0-1 0 0 0,1 0 0 0 0,-1-1 0 0 0,1 0 0 0 0,1-1-1 0 0,-1-1 1 0 0,-16-14 0 0 0,13 3-2022 0 0,11 11 1029 0 0</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42.003"/>
    </inkml:context>
    <inkml:brush xml:id="br0">
      <inkml:brushProperty name="width" value="0.05" units="cm"/>
      <inkml:brushProperty name="height" value="0.05" units="cm"/>
    </inkml:brush>
  </inkml:definitions>
  <inkml:trace contextRef="#ctx0" brushRef="#br0">0 0 11863 0 0,'0'0'14048'0'0,"4"1"-13792"0"0,9 1-8 0 0,-10-1 160 0 0,9 2-28 0 0,17 2-103 0 0,1-2 0 0 0,-1-1 1 0 0,58-4-1 0 0,-5 0-50 0 0,-80 2-792 0 0</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2:42.372"/>
    </inkml:context>
    <inkml:brush xml:id="br0">
      <inkml:brushProperty name="width" value="0.05" units="cm"/>
      <inkml:brushProperty name="height" value="0.05" units="cm"/>
    </inkml:brush>
  </inkml:definitions>
  <inkml:trace contextRef="#ctx0" brushRef="#br0">6 8 12439 0 0,'-5'-2'12475'0'0,"18"0"-12179"0"0,1 0 0 0 0,-1 1 0 0 0,1 0 1 0 0,0 1-1 0 0,22 3 0 0 0,-15 0-22 0 0,1 0 1 0 0,0-1-1 0 0,0-2 1 0 0,23-1-1 0 0,-40 0-266 0 0,0 1 129 0 0</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3:23.823"/>
    </inkml:context>
    <inkml:brush xml:id="br0">
      <inkml:brushProperty name="width" value="0.05" units="cm"/>
      <inkml:brushProperty name="height" value="0.05" units="cm"/>
    </inkml:brush>
  </inkml:definitions>
  <inkml:trace contextRef="#ctx0" brushRef="#br0">266 130 2303 0 0,'1'-2'472'0'0,"7"-5"1917"0"0,-2 1-360 0 0,0 1-1 0 0,-1-1 0 0 0,0 0 0 0 0,0 0 1 0 0,7-12-1 0 0,-11 16-1529 0 0,0-1 1 0 0,0 1 0 0 0,1-1-1 0 0,-1 1 1 0 0,-1-1-1 0 0,1 0 1 0 0,0 1-1 0 0,-1-1 1 0 0,1-3 0 0 0,-1 4-374 0 0,0 1 1 0 0,-1 0 0 0 0,1-1 0 0 0,-1 1-1 0 0,1 0 1 0 0,-1 0 0 0 0,0-1 0 0 0,1 1-1 0 0,-1 0 1 0 0,0 0 0 0 0,0 0-1 0 0,0 0 1 0 0,1 0 0 0 0,-1 0 0 0 0,0 0-1 0 0,-1 0 1 0 0,1 0 0 0 0,0 1 0 0 0,0-1-1 0 0,-2-1 1 0 0,-2-1 3 0 0,1 1 0 0 0,-1-1 0 0 0,1 1 0 0 0,-1 0 0 0 0,0 0 0 0 0,0 0-1 0 0,0 1 1 0 0,0 0 0 0 0,0 0 0 0 0,-1 0 0 0 0,1 0 0 0 0,0 1 0 0 0,-10 1 0 0 0,7-1-95 0 0,-1 2 0 0 0,1-1 1 0 0,-1 1-1 0 0,1 0 0 0 0,0 1 1 0 0,0 0-1 0 0,0 0 1 0 0,0 1-1 0 0,0 0 0 0 0,1 0 1 0 0,-11 8-1 0 0,7-2-34 0 0,0 0 0 0 0,0 0 0 0 0,1 1-1 0 0,0 0 1 0 0,-14 22 0 0 0,19-25-5 0 0,1 0 0 0 0,0 0 1 0 0,0 0-1 0 0,1 1 0 0 0,0-1 0 0 0,-3 16 0 0 0,-4 54-31 0 0,8-59 33 0 0,2-10 3 0 0,0 0-1 0 0,0 0 1 0 0,3 9 0 0 0,-1 6-19 0 0,-1-16 0 0 0,1 1 0 0 0,0-1 0 0 0,0 0 0 0 0,1 0-1 0 0,-1 1 1 0 0,2-1 0 0 0,-1-1 0 0 0,1 1 0 0 0,1-1 0 0 0,-1 1-1 0 0,1-1 1 0 0,1-1 0 0 0,8 10 0 0 0,-8-10 29 0 0,-1-2 0 0 0,1 1 0 0 0,1-1 0 0 0,-1 0 0 0 0,1 0 0 0 0,0 0 0 0 0,0-1 0 0 0,0 0 0 0 0,0-1 0 0 0,0 1 0 0 0,0-2 1 0 0,13 3-1 0 0,-3-2 51 0 0,0-1-1 0 0,0-1 1 0 0,0 0 0 0 0,26-4 0 0 0,-20 1-44 0 0,-1-1 1 0 0,26-8-1 0 0,-39 9 81 0 0,0-1-1 0 0,0 1 1 0 0,-1-2 0 0 0,0 1-1 0 0,1-1 1 0 0,-1-1-1 0 0,13-10 1 0 0,-15 8 99 0 0,0 0 0 0 0,0 1 0 0 0,-1-2 0 0 0,0 1 0 0 0,0-1 1 0 0,-1 0-1 0 0,0 0 0 0 0,3-11 0 0 0,-3 10-120 0 0,-1-1 0 0 0,0 0 0 0 0,-1 0-1 0 0,0 0 1 0 0,0 0 0 0 0,-1 0 0 0 0,-1 0 0 0 0,0 0 0 0 0,0-1 0 0 0,-3-13 0 0 0,2 20-40 0 0,-1 1 0 0 0,1-1 1 0 0,-1 1-1 0 0,0-1 0 0 0,-3-4 0 0 0,-7-21 217 0 0,10 24-217 0 0,0-1 0 0 0,0 1 0 0 0,-1-1 0 0 0,0 1 0 0 0,-1 0 0 0 0,1 0 0 0 0,-1 0 0 0 0,0 0 0 0 0,-1 1 0 0 0,1-1 0 0 0,-1 1 0 0 0,0 0 0 0 0,-6-4 0 0 0,3 3-35 0 0,1 1 0 0 0,-2 0-1 0 0,1 0 1 0 0,0 0 0 0 0,-1 1 0 0 0,0 1 0 0 0,0-1-1 0 0,0 1 1 0 0,-10-1 0 0 0,10 2-18 0 0,0 1 0 0 0,-1 0-1 0 0,1 1 1 0 0,0 0 0 0 0,0 1 0 0 0,-16 2 0 0 0,21-2-330 0 0,-1 0 0 0 0,0 0 0 0 0,1 1 0 0 0,-1 0 0 0 0,1 0 0 0 0,-1 0 0 0 0,1 0 0 0 0,0 0 0 0 0,0 1 0 0 0,0 0 0 0 0,0 0 0 0 0,0 0 0 0 0,1 0 0 0 0,-6 7 0 0 0,-3 7-1801 0 0,9-13-19 0 0</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3:25.111"/>
    </inkml:context>
    <inkml:brush xml:id="br0">
      <inkml:brushProperty name="width" value="0.05" units="cm"/>
      <inkml:brushProperty name="height" value="0.05" units="cm"/>
    </inkml:brush>
  </inkml:definitions>
  <inkml:trace contextRef="#ctx0" brushRef="#br0">41 19 8175 0 0,'0'0'742'0'0,"0"-1"-610"0"0,0-6 3580 0 0,-2-3 3360 0 0,-2 14-3817 0 0,-3 15-2592 0 0,-12 69 393 0 0,16-48-427 0 0,-1 2 54 0 0,2-13-34 0 0,2-27-469 0 0,2-1-432 0 0,6 3-1426 0 0,2 0-589 0 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3:25.891"/>
    </inkml:context>
    <inkml:brush xml:id="br0">
      <inkml:brushProperty name="width" value="0.05" units="cm"/>
      <inkml:brushProperty name="height" value="0.05" units="cm"/>
    </inkml:brush>
  </inkml:definitions>
  <inkml:trace contextRef="#ctx0" brushRef="#br0">34 116 5527 0 0,'0'0'423'0'0,"-2"-14"4398"0"0,2 11-3961 0 0,-1-1 0 0 0,1 0 0 0 0,0 1 0 0 0,0-1 0 0 0,1 1 0 0 0,-1-1 0 0 0,1 0 0 0 0,0 1 0 0 0,0-1 0 0 0,2-6 0 0 0,-1 7-534 0 0,0 0 0 0 0,-1 0 0 0 0,1 0 0 0 0,0 1 0 0 0,1-1 0 0 0,-1 0 0 0 0,0 1 0 0 0,1-1 0 0 0,-1 1 0 0 0,4-2 0 0 0,0 0-187 0 0,0 1 0 0 0,0 0 0 0 0,0 1 0 0 0,0-1 1 0 0,0 1-1 0 0,0 0 0 0 0,1 1 0 0 0,-1-1 0 0 0,1 1 1 0 0,0 1-1 0 0,10-1 0 0 0,9 1 187 0 0,1 0 147 0 0,38 3 0 0 0,-61-2-426 0 0,-1 0 0 0 0,0 0 0 0 0,0 0 0 0 0,0 0 0 0 0,0 1 0 0 0,0-1-1 0 0,0 1 1 0 0,0-1 0 0 0,-1 1 0 0 0,1 0 0 0 0,-1 0 0 0 0,1 0 0 0 0,-1 1 0 0 0,0-1 0 0 0,0 1 0 0 0,0-1 0 0 0,0 1-1 0 0,0 0 1 0 0,0-1 0 0 0,-1 1 0 0 0,3 5 0 0 0,-4-4 0 0 0,1-1 0 0 0,-1 1 0 0 0,0-1 0 0 0,0 0 0 0 0,0 1 0 0 0,0-1 0 0 0,0 1 1 0 0,-1-1-1 0 0,0 0 0 0 0,1 1 0 0 0,-1-1 0 0 0,-1 0 0 0 0,1 0 0 0 0,0 0 0 0 0,-1 1 0 0 0,0-2 0 0 0,-3 6 0 0 0,0 0 75 0 0,-1 0-1 0 0,0 0 1 0 0,-1-1-1 0 0,-14 13 1 0 0,12-13-60 0 0,0-1 1 0 0,-1 0-1 0 0,1-1 1 0 0,-1 0-1 0 0,-1-1 1 0 0,1 0-1 0 0,-21 5 1 0 0,29-8-10 0 0,0-2 0 0 0,-6 0-31 0 0,5-1 6 0 0,10 1-76 0 0,1 1 46 0 0,0 0 1 0 0,0 0-1 0 0,0 1 1 0 0,0 1-1 0 0,0-1 1 0 0,12 5-1 0 0,-7-1-19 0 0,1 0-1 0 0,23 13 1 0 0,-22-8 17 0 0,0 0 0 0 0,24 20 0 0 0,-36-28 4 0 0,-1 1 0 0 0,1-1 0 0 0,0 1 0 0 0,-1-1 0 0 0,0 1 0 0 0,1 0 0 0 0,-1 0 0 0 0,-1 0 0 0 0,1 0 0 0 0,2 6 0 0 0,1 1 0 0 0,-3-5 0 0 0,0 0 0 0 0,0 0 0 0 0,-1 0 0 0 0,1 0 0 0 0,-1 0 0 0 0,0 0 0 0 0,-1 1 0 0 0,1-1 0 0 0,-1 0 0 0 0,0 1 0 0 0,0-1 0 0 0,-1 1 0 0 0,-1 9 0 0 0,2-14 0 0 0,-1 0 0 0 0,1 0 1 0 0,0 0-1 0 0,0 0 0 0 0,0-1 0 0 0,0 1 0 0 0,-1 0 1 0 0,1 0-1 0 0,0 0 0 0 0,-1 0 0 0 0,1-1 0 0 0,-1 1 0 0 0,1 0 1 0 0,-1 0-1 0 0,1-1 0 0 0,-1 1 0 0 0,-1 1 0 0 0,0 1 8 0 0,-1 0 2 0 0,0 1 0 0 0,0-1 1 0 0,0 0-1 0 0,-1 0 0 0 0,1 0 1 0 0,-1-1-1 0 0,1 1 1 0 0,-1-1-1 0 0,0 1 0 0 0,0-1 1 0 0,-7 2-1 0 0,-5 4-17 0 0,3-2 136 0 0,0 0 0 0 0,0-1-1 0 0,-1 0 1 0 0,-25 4 0 0 0,27-8 1 0 0,0 0 0 0 0,-1-1 1 0 0,-13-2-1 0 0,11 1 1 0 0,-1-1-22 0 0,0-1 0 0 0,0-1 0 0 0,0-1 0 0 0,0 0-1 0 0,-17-9 1 0 0,19 8-121 0 0,12 6-19 0 0,0-1-1 0 0,0 0 0 0 0,0 0 0 0 0,0 0 0 0 0,0 0 0 0 0,0-1 1 0 0,1 1-1 0 0,-1 0 0 0 0,0-1 0 0 0,1 1 0 0 0,-1-1 0 0 0,1 0 1 0 0,0 1-1 0 0,-1-1 0 0 0,0-2 0 0 0,7-6-3685 0 0,-1 6 2144 0 0,-1 1 1 0 0,1 0-1 0 0,0-1 0 0 0,0 1 1 0 0,0 1-1 0 0,0-1 1 0 0,8-3-1 0 0,-3 1-1074 0 0,10-7-2244 0 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3:26.524"/>
    </inkml:context>
    <inkml:brush xml:id="br0">
      <inkml:brushProperty name="width" value="0.05" units="cm"/>
      <inkml:brushProperty name="height" value="0.05" units="cm"/>
    </inkml:brush>
  </inkml:definitions>
  <inkml:trace contextRef="#ctx0" brushRef="#br0">34 52 12319 0 0,'0'0'564'0'0,"-2"0"-9"0"0,-15-4 235 0 0,2 0 2439 0 0,23 0 3114 0 0,41-7-5268 0 0,-14 3-659 0 0,-12 3 92 0 0,0 0 0 0 0,44-2 0 0 0,-44 4 1811 0 0,-26 22-2371 0 0,-4 6 83 0 0,5-22-29 0 0,1 0 1 0 0,0 0 0 0 0,0 0 0 0 0,0 0 0 0 0,1 0-1 0 0,-1 0 1 0 0,1 4 0 0 0,-2 23 7 0 0,-2 0 0 0 0,-1 0 0 0 0,-1 0 0 0 0,-11 30 0 0 0,15-52-7 0 0,-4 12 5 0 0,-23 104-5 0 0,20-84-3 0 0,4-18 0 0 0,-4 40 0 0 0,9-54 11 0 0,0-4 31 0 0,1 2-42 0 0,-1-6-9 0 0,1 1 0 0 0,-1-1 0 0 0,0 0-1 0 0,0 1 1 0 0,0-1 0 0 0,0 1-1 0 0,1-1 1 0 0,-1 0 0 0 0,0 1 0 0 0,0-1-1 0 0,1 1 1 0 0,-1-1 0 0 0,0 0-1 0 0,1 1 1 0 0,-1-1 0 0 0,1 0 0 0 0,-1 0-1 0 0,0 1 1 0 0,1-1 0 0 0,-1 0-1 0 0,1 0 1 0 0,-1 0 0 0 0,0 1 0 0 0,1-1-1 0 0,-1 0 1 0 0,1 0 0 0 0,-1 0-1 0 0,1 0 1 0 0,-1 0 0 0 0,1 0 0 0 0,-1 0-1 0 0,1 0 1 0 0,-1 0 0 0 0,0 0-1 0 0,1 0 1 0 0,-1 0 0 0 0,1 0 0 0 0,-1 0-1 0 0,1-1 1 0 0,-1 1 0 0 0,1 0-1 0 0,-1 0 1 0 0,1-1 0 0 0,1 1-142 0 0,0-1 0 0 0,0 0 1 0 0,-1 0-1 0 0,1 0 0 0 0,0 0 0 0 0,0-1 1 0 0,2-2-1 0 0,14-25-5443 0 0,-9 14 3517 0 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3:26.891"/>
    </inkml:context>
    <inkml:brush xml:id="br0">
      <inkml:brushProperty name="width" value="0.05" units="cm"/>
      <inkml:brushProperty name="height" value="0.05" units="cm"/>
    </inkml:brush>
  </inkml:definitions>
  <inkml:trace contextRef="#ctx0" brushRef="#br0">1 1 14743 0 0,'0'0'1480'0'0,"11"7"2114"0"0,-1-5-1869 0 0,1 0 0 0 0,16 2 0 0 0,48-3 941 0 0,-45-1-1894 0 0,54 1-1514 0 0,-78-4-2164 0 0</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3:27.258"/>
    </inkml:context>
    <inkml:brush xml:id="br0">
      <inkml:brushProperty name="width" value="0.05" units="cm"/>
      <inkml:brushProperty name="height" value="0.05" units="cm"/>
    </inkml:brush>
  </inkml:definitions>
  <inkml:trace contextRef="#ctx0" brushRef="#br0">4 30 5527 0 0,'-3'-5'17824'0'0,"16"6"-17281"0"0,23-1 0 0 0,-9-1-144 0 0,-2 0 117 0 0,34-6-1 0 0,0-1 161 0 0,-56 8-642 0 0,14-1 207 0 0,27-7 0 0 0,-42 8-460 0 0,6 9-6062 0 0,0 0-1447 0 0</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03:27.877"/>
    </inkml:context>
    <inkml:brush xml:id="br0">
      <inkml:brushProperty name="width" value="0.05" units="cm"/>
      <inkml:brushProperty name="height" value="0.05" units="cm"/>
    </inkml:brush>
  </inkml:definitions>
  <inkml:trace contextRef="#ctx0" brushRef="#br0">70 1 3679 0 0,'0'0'14654'0'0,"1"1"-13688"0"0,5 5-74 0 0,-4-4 394 0 0,-1 0-708 0 0,3 5-300 0 0,0 0 1 0 0,-1 0-1 0 0,1 1 0 0 0,-1 0 1 0 0,-1 0-1 0 0,1 0 0 0 0,1 13 1 0 0,3 61 757 0 0,-6-52-751 0 0,-1-14-203 0 0,-1 1 1 0 0,-1-1-1 0 0,-6 28 0 0 0,6-31 2357 0 0,31-10-2278 0 0,-22-2-129 0 0,0 0 1 0 0,0 0-1 0 0,0-1 1 0 0,0 0-1 0 0,0 0 1 0 0,12-3-1 0 0,-2 1-32 0 0,0 0 0 0 0,0 1 0 0 0,0 1 0 0 0,0 1 0 0 0,23 3 0 0 0,-36-3-2 0 0,0-1 0 0 0,-1 1 0 0 0,1 0 0 0 0,-1 0 0 0 0,1 0 0 0 0,-1 0 0 0 0,0 1 0 0 0,1 0 0 0 0,-1-1 0 0 0,0 1 0 0 0,4 3 0 0 0,-2-1 7 0 0,-2-3-4 0 0,-1 1 0 0 0,0-1 0 0 0,0 1 0 0 0,0-1 0 0 0,0 1 1 0 0,0 0-1 0 0,0 0 0 0 0,0 0 0 0 0,2 3 0 0 0,0 1-1 0 0,-3-4 0 0 0,1 0 0 0 0,0 0 0 0 0,-1 0 0 0 0,1 0 0 0 0,-1 0 0 0 0,1 0 0 0 0,-1 1 0 0 0,0-1 0 0 0,0 1 0 0 0,0-1 0 0 0,0 1 0 0 0,-1-1 0 0 0,1 4 0 0 0,1 3 0 0 0,-1-2 27 0 0,0 0 1 0 0,0-1-1 0 0,-1 1 0 0 0,0 0 0 0 0,0 0 1 0 0,0-1-1 0 0,-1 1 0 0 0,0 0 0 0 0,-1-1 1 0 0,0 1-1 0 0,1-1 0 0 0,-2 1 0 0 0,1-1 1 0 0,-1 0-1 0 0,0 0 0 0 0,0 0 0 0 0,-1 0 1 0 0,0-1-1 0 0,0 1 0 0 0,0-1 1 0 0,-1 0-1 0 0,0 0 0 0 0,1-1 0 0 0,-2 1 1 0 0,1-1-1 0 0,-7 4 0 0 0,-10 6 333 0 0,13-8-157 0 0,1-1 0 0 0,-1 0 1 0 0,0-1-1 0 0,-15 6 0 0 0,15-7-22 0 0,0-1 0 0 0,1 0 0 0 0,-17 2 0 0 0,20-4-132 0 0,1 0 0 0 0,-1 0 0 0 0,1-1 0 0 0,0 1 1 0 0,-1-1-1 0 0,1 0 0 0 0,0 0 0 0 0,0-1 0 0 0,-1 1 0 0 0,-3-3 0 0 0,8 3-78 0 0,-22-9 93 0 0,-26-11-1 0 0,11 12-2739 0 0,31 9 875 0 0,0-1 1 0 0,0 1-1 0 0,-1 0 0 0 0,-5 1 1 0 0,-1 1-1843 0 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13.375"/>
    </inkml:context>
    <inkml:brush xml:id="br0">
      <inkml:brushProperty name="width" value="0.05" units="cm"/>
      <inkml:brushProperty name="height" value="0.05" units="cm"/>
    </inkml:brush>
  </inkml:definitions>
  <inkml:trace contextRef="#ctx0" brushRef="#br0">37 163 2759 0 0,'0'-21'398'0'0,"0"21"-325"0"0,0-1 0 0 0,0 1 1 0 0,0-1-1 0 0,0 1 0 0 0,0-1 0 0 0,0 1 1 0 0,1 0-1 0 0,-1-1 0 0 0,0 1 0 0 0,0-1 1 0 0,0 1-1 0 0,0 0 0 0 0,0-1 0 0 0,1 1 1 0 0,-1-1-1 0 0,0 1 0 0 0,0 0 0 0 0,0-1 1 0 0,1 1-1 0 0,-1 0 0 0 0,0-1 1 0 0,1 1-1 0 0,-1 0 0 0 0,0-1 0 0 0,1 1 1 0 0,1-2 342 0 0,10-19 3402 0 0,11-30 0 0 0,-10 7 790 0 0,-13 42-3956 0 0,1-10 1205 0 0,-23 169 1895 0 0,-45 225-3560 0 0,65-366 74 0 0,1 0 0 0 0,0 17-1 0 0,1-33-253 0 0,1-6-110 0 0,0 1-1 0 0,0 0 0 0 0,1 0 1 0 0,0 0-1 0 0,0 0 1 0 0,0 0-1 0 0,4-7 0 0 0,0-1-1480 0 0,-3 8 920 0 0,5-12-6016 0 0,-1 6 72 0 0</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13.803"/>
    </inkml:context>
    <inkml:brush xml:id="br0">
      <inkml:brushProperty name="width" value="0.05" units="cm"/>
      <inkml:brushProperty name="height" value="0.05" units="cm"/>
    </inkml:brush>
  </inkml:definitions>
  <inkml:trace contextRef="#ctx0" brushRef="#br0">79 10 8639 0 0,'3'-9'14693'0'0,"-2"11"-14664"0"0,0 0 0 0 0,0 0 0 0 0,0 0-1 0 0,0 0 1 0 0,-1 0 0 0 0,1 0 0 0 0,-1 1-1 0 0,1 3 1 0 0,-1 7 49 0 0,0 1-1 0 0,-1-1 1 0 0,-1 0 0 0 0,-5 22-1 0 0,0 1 47 0 0,-20 120 501 0 0,26-156-622 0 0,-27 251 665 0 0,23-175-225 0 0,4-56-505 0 0,1-20 66 0 0,0 0 0 0 0,0 0 1 0 0,0 0-1 0 0,0-1 0 0 0,0 1 0 0 0,0 0 1 0 0,0 0-1 0 0,0 0 0 0 0,0 0 1 0 0,0 0-1 0 0,0 0 0 0 0,0 0 0 0 0,0 0 1 0 0,-1 0-1 0 0,1 0 0 0 0,0 0 1 0 0,0 0-1 0 0,0 0 0 0 0,0 0 0 0 0,0 0 1 0 0,0 0-1 0 0,0 0 0 0 0,0 0 1 0 0,0 0-1 0 0,0 0 0 0 0,0 0 0 0 0,0 0 1 0 0,0 0-1 0 0,0 0 0 0 0,-1 0 0 0 0,1 0 1 0 0,0 0-1 0 0,0 0 0 0 0,0 0 1 0 0,0 0-1 0 0,0 0 0 0 0,0 0 0 0 0,0 0 1 0 0,0 0-1 0 0,0 0 0 0 0,0 0 1 0 0,0 0-1 0 0,0 0 0 0 0,0 0 0 0 0,-1 0 1 0 0,1 0-1 0 0,0 0 0 0 0,0 0 1 0 0,0 0-1 0 0,0 0 0 0 0,0 0 0 0 0,0 0 1 0 0,0 0-1 0 0,0 0 0 0 0,0 0 1 0 0,0 1-1 0 0,0-1 0 0 0,0 0 0 0 0,0 0 1 0 0,0 0-1 0 0,0 0 0 0 0,0 0 1 0 0,0 0-1 0 0,0 0 0 0 0,-4-9-1792 0 0,2-2-4472 0 0</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14.295"/>
    </inkml:context>
    <inkml:brush xml:id="br0">
      <inkml:brushProperty name="width" value="0.05" units="cm"/>
      <inkml:brushProperty name="height" value="0.05" units="cm"/>
    </inkml:brush>
  </inkml:definitions>
  <inkml:trace contextRef="#ctx0" brushRef="#br0">20 38 2759 0 0,'-20'-4'20273'0'0,"28"4"-21856"0"0,13 1 1992 0 0,1-2 1 0 0,-1-1 0 0 0,22-4-1 0 0,18-1 247 0 0,7-2 65 0 0,-47 5-501 0 0,1 1 0 0 0,0 2-1 0 0,35 0 1 0 0,-20 4 79 0 0,-1-2-1 0 0,44-5 1 0 0,-74 4-246 0 0,1-1 1 0 0,-1 1-1 0 0,1 1 0 0 0,0 0 1 0 0,-1-1-1 0 0,1 2 0 0 0,-1-1 1 0 0,8 4-1 0 0,2-2 90 0 0,-12-3-114 0 0,-1 1-1 0 0,0-1 0 0 0,0 1 0 0 0,0 0 0 0 0,0 0 1 0 0,0 0-1 0 0,0 0 0 0 0,3 2 0 0 0,-5-3 316 0 0,-9 10-4205 0 0,-2 0 2027 0 0,-2-1-20 0 0</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14.741"/>
    </inkml:context>
    <inkml:brush xml:id="br0">
      <inkml:brushProperty name="width" value="0.05" units="cm"/>
      <inkml:brushProperty name="height" value="0.05" units="cm"/>
    </inkml:brush>
  </inkml:definitions>
  <inkml:trace contextRef="#ctx0" brushRef="#br0">0 66 10711 0 0,'0'0'8055'0'0,"9"-2"-7159"0"0,6-2-264 0 0,-1-1-108 0 0,1 1 0 0 0,26-4 0 0 0,78-6 241 0 0,-25 0-499 0 0,-65 9-56 0 0,1 0-1 0 0,0 2 1 0 0,54 2-1 0 0,-36 4 1663 0 0,-47-3-1712 0 0,4-1-147 0 0,-4 1-26 0 0,-6-2-3428 0 0,2 2 2162 0 0</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30:04.878"/>
    </inkml:context>
    <inkml:brush xml:id="br0">
      <inkml:brushProperty name="width" value="0.05" units="cm"/>
      <inkml:brushProperty name="height" value="0.05" units="cm"/>
    </inkml:brush>
  </inkml:definitions>
  <inkml:trace contextRef="#ctx0" brushRef="#br0">77 69 3511 0 0,'-23'-68'11496'0'0,"16"88"-10918"0"0,2 8-111 0 0,1 1 0 0 0,1 52 0 0 0,1-33-427 0 0,1-32 36 0 0,0 1-1 0 0,3 32 1 0 0,0-30-50 0 0,-1 23 0 0 0,0 2-4 0 0,0-36 49 0 0,-1 0 1 0 0,-1 0-1 0 0,1-1 0 0 0,-2 9 0 0 0,3 3 469 0 0,-3 8-493 0 0,2-26 122 0 0,-4 21 23 0 0,1-14-78 0 0,3-6 173 0 0,3 11-20 0 0,-10-52 399 0 0,4 23-624 0 0,0 1 0 0 0,0-23 0 0 0,-6-103 526 0 0,8 98-485 0 0,0 16-30 0 0,3-29-1 0 0,0 45-56 0 0,-2 7 17 0 0,0-10 45 0 0,1 5 47 0 0,-1 8-27 0 0,0-1-1 0 0,1 1 1 0 0,-1-1 0 0 0,0 0 0 0 0,0 1-1 0 0,0-1 1 0 0,0 0 0 0 0,-1 1 0 0 0,1-1 0 0 0,0 0-1 0 0,-1 1 1 0 0,1-1 0 0 0,-1 1 0 0 0,1-1-1 0 0,-2-1 1 0 0,2 2 147 0 0,0-1-154 0 0,0-4-11 0 0,0 1-37 0 0,-1 3 19 0 0,0-3-31 0 0,0 0 0 0 0,1 4 17 0 0,9 18-91 0 0,6 7 63 0 0,-11-15 0 0 0,28 66 12 0 0,-18-54 138 0 0,-2-4-144 0 0,-12-14-6 0 0,14 20-96 0 0,12 20 96 0 0,10 8 0 0 0,-23-28 0 0 0,-10-15 0 0 0,1-1 0 0 0,0 0 0 0 0,0 0 0 0 0,7 7 0 0 0,-7-7 0 0 0,27 62 0 0 0,-27-62 0 0 0,-4-6 0 0 0,1-1 0 0 0,-1 1 0 0 0,1 0 0 0 0,-1-1 0 0 0,1 1 0 0 0,-1-1 0 0 0,1 1 0 0 0,-1-1 0 0 0,1 1 0 0 0,0-1 0 0 0,-1 1 0 0 0,1-1 0 0 0,0 1 0 0 0,0-1 0 0 0,4 0 0 0 0,-5-1 0 0 0,8 1 0 0 0,0 1 11 0 0,-1 0 31 0 0,-1-6-31 0 0,1-1-11 0 0,-5 3 0 0 0,1 0 0 0 0,0 0 0 0 0,-1 0 0 0 0,1 0 0 0 0,2-7 0 0 0,-4 9 0 0 0,4-11 0 0 0,-2 1 0 0 0,4-6-2 0 0,-4 10 6 0 0,0 0-1 0 0,0 0 1 0 0,1-8-1 0 0,-3 15 2 0 0,-1-1 0 0 0,0 0 0 0 0,0 0-1 0 0,0 0 1 0 0,0 0 0 0 0,0 1 0 0 0,0-1-1 0 0,0 0 1 0 0,0 0 0 0 0,0 0 0 0 0,-1 1 0 0 0,1-1-1 0 0,0 0 1 0 0,-1-1 0 0 0,1 0 4 0 0,-1 0-1 0 0,0 1 1 0 0,1-1 0 0 0,0 0 0 0 0,-1 0-1 0 0,1 0 1 0 0,0 0 0 0 0,0 0 0 0 0,0 0-1 0 0,0 0 1 0 0,1 0 0 0 0,0-3-1 0 0,11-68 67 0 0,-1 21-75 0 0,-8 44 13 0 0,-2 4 2 0 0,0 0-1 0 0,-1 0 0 0 0,1 0 1 0 0,-1 0-1 0 0,1 0 0 0 0,-1 0 1 0 0,-1-6-1 0 0,-3-8 107 0 0,3 16-114 0 0,1 1 1 0 0,-1-1-1 0 0,1 0 1 0 0,-1 0 0 0 0,1 0-1 0 0,0 0 1 0 0,-1-3-1 0 0,1-9 28 0 0,0 9-1 0 0,0-1-1 0 0,0 0 1 0 0,0 0 0 0 0,2-7-1 0 0,2-11 95 0 0,-4 16-128 0 0,0 2 0 0 0,0 1 0 0 0,1-1 0 0 0,-1-1 13 0 0,-1 5 7 0 0,0-10 11 0 0,-8-13 22 0 0,6 43-90 0 0,-1-1 21 0 0,1 40 16 0 0,1-32 0 0 0,2 17 0 0 0,1-22 0 0 0,-2 25 0 0 0,0 31 0 0 0,2-71 0 0 0,1 0 0 0 0,-2 19 0 0 0,0-14 0 0 0,0 16 0 0 0,-5 28 0 0 0,-6-6 0 0 0,10-45 0 0 0,-1 14 0 0 0,1-7 0 0 0,-3-4 0 0 0,2 0 0 0 0,2 1 0 0 0,-2-2 11 0 0,1-4 337 0 0,-1-1-293 0 0,-1-1 0 0 0,0 0-1 0 0,1 0 1 0 0,-1 0 0 0 0,1 0 0 0 0,0 0 0 0 0,-4-3 0 0 0,5 4-29 0 0,-4-4 19 0 0,0 1-1 0 0,1-1 1 0 0,0 0 0 0 0,0 0-1 0 0,0 0 1 0 0,1 0 0 0 0,-1-1-1 0 0,1 1 1 0 0,0-1 0 0 0,0 0-1 0 0,-2-5 1 0 0,-17-25 163 0 0,0 1 36 0 0,17 28-193 0 0,1-1 1 0 0,-1 1-1 0 0,-5-14 1 0 0,7 13-15 0 0,-1 0-1 0 0,0 0 1 0 0,-9-11 0 0 0,-6-2 3 0 0,12 14 175 0 0,1-1-1 0 0,0 0 1 0 0,0 0 0 0 0,-8-13 0 0 0,2 3 55 0 0,7 9-221 0 0,-1 1-1 0 0,1-1 1 0 0,-6-11 0 0 0,8 13-49 0 0,-1 2-16 0 0,4 3-59 0 0</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16.267"/>
    </inkml:context>
    <inkml:brush xml:id="br0">
      <inkml:brushProperty name="width" value="0.05" units="cm"/>
      <inkml:brushProperty name="height" value="0.05" units="cm"/>
    </inkml:brush>
  </inkml:definitions>
  <inkml:trace contextRef="#ctx0" brushRef="#br0">73 2 11055 0 0,'-7'-1'9611'0'0,"6"1"-9243"0"0,-1 1 1 0 0,1-1-1 0 0,-1 1 1 0 0,1-1-1 0 0,0 1 1 0 0,-1 0 0 0 0,1-1-1 0 0,-1 1 1 0 0,1 0-1 0 0,-2 2 1 0 0,0 0-289 0 0,0 0 0 0 0,1 0 1 0 0,0 0-1 0 0,-1 1 1 0 0,-1 4-1 0 0,-7 10 229 0 0,8-14-242 0 0,1 1 1 0 0,-1-1-1 0 0,1 1 0 0 0,1 0 1 0 0,-1 0-1 0 0,1-1 0 0 0,-2 11 1 0 0,0-1 221 0 0,6 10 547 0 0,-1-23-783 0 0,1 2-43 0 0,-1-1-9 0 0,-1-1-1 0 0,1 0 1 0 0,-1 1 0 0 0,1-1 0 0 0,0 0-1 0 0,0 0 1 0 0,-1 0 0 0 0,1-1 0 0 0,0 1-1 0 0,0 0 1 0 0,0-1 0 0 0,0 1 0 0 0,0-1-1 0 0,0 0 1 0 0,2 1 0 0 0,20 0 63 0 0,-22 0-67 0 0,-1-1-1 0 0,0 0 1 0 0,1 0 0 0 0,-1 0 0 0 0,0 0 0 0 0,1 0 0 0 0,-1 0 0 0 0,0 0-1 0 0,0 0 1 0 0,1-1 0 0 0,-1 1 0 0 0,0 0 0 0 0,0-1 0 0 0,1 1 0 0 0,-1-1-1 0 0,0 0 1 0 0,0 1 0 0 0,2-2 0 0 0,1-1-36 0 0,35-16-3232 0 0,-26 13-3034 0 0,-3 0-1311 0 0</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16.649"/>
    </inkml:context>
    <inkml:brush xml:id="br0">
      <inkml:brushProperty name="width" value="0.05" units="cm"/>
      <inkml:brushProperty name="height" value="0.05" units="cm"/>
    </inkml:brush>
  </inkml:definitions>
  <inkml:trace contextRef="#ctx0" brushRef="#br0">22 20 11743 0 0,'0'0'1180'0'0,"-7"-4"3917"0"0,13-11-79 0 0,-6 15-4996 0 0,-1 0 1 0 0,1 0-1 0 0,-1 0 0 0 0,1 0 1 0 0,-1 0-1 0 0,1 0 0 0 0,-1 0 1 0 0,1 0-1 0 0,-1 0 0 0 0,1 0 1 0 0,-1 0-1 0 0,1 0 0 0 0,-1 0 1 0 0,1 0-1 0 0,-1 0 0 0 0,1 1 1 0 0,-1-1-1 0 0,1 0 0 0 0,0 0 1 0 0,-1 0-1 0 0,1 1 0 0 0,-1-1 1 0 0,1 0-1 0 0,0 1 0 0 0,-1-1 1 0 0,1 0-1 0 0,0 1 0 0 0,-1-1 1 0 0,1 0-1 0 0,0 1 0 0 0,-1-1 1 0 0,1 1-1 0 0,0-1 0 0 0,0 1 1 0 0,0-1-1 0 0,-1 1 1 0 0,0 1-46 0 0,1 0 1 0 0,-1-1 0 0 0,0 1 0 0 0,1 0 0 0 0,-1-1 0 0 0,1 1 0 0 0,-1 0 0 0 0,1 0 0 0 0,0 0 0 0 0,0-1 0 0 0,0 1 0 0 0,0 2 0 0 0,0-4 19 0 0,0 1 0 0 0,0 0 0 0 0,0-1 0 0 0,0 1 0 0 0,0-1 0 0 0,0 1 1 0 0,0 0-1 0 0,0-1 0 0 0,0 1 0 0 0,1-1 0 0 0,-1 1 0 0 0,0 0 0 0 0,0-1 0 0 0,1 1 0 0 0,-1-1 0 0 0,0 1 1 0 0,0-1-1 0 0,1 1 0 0 0,-1-1 0 0 0,1 1 0 0 0,-1-1 0 0 0,0 0 0 0 0,1 1 0 0 0,-1-1 0 0 0,1 1 0 0 0,-1-1 1 0 0,1 0-1 0 0,0 1 0 0 0,1 0-20 0 0,0 0-47 0 0,1 1 1 0 0,-1 0-1 0 0,0-1 0 0 0,0 0 0 0 0,1 0 0 0 0,-1 0 1 0 0,1 0-1 0 0,2 1 0 0 0,-1-1-676 0 0,-1-1 0 0 0,1 1-1 0 0,0-1 1 0 0,-1 0 0 0 0,6 0 0 0 0,2-2-6077 0 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17.113"/>
    </inkml:context>
    <inkml:brush xml:id="br0">
      <inkml:brushProperty name="width" value="0.05" units="cm"/>
      <inkml:brushProperty name="height" value="0.05" units="cm"/>
    </inkml:brush>
  </inkml:definitions>
  <inkml:trace contextRef="#ctx0" brushRef="#br0">3 1 3223 0 0,'-2'8'18976'0'0,"18"3"-18216"0"0,-6-9-501 0 0,0 1-1 0 0,1-1 1 0 0,-1-1 0 0 0,1 0-1 0 0,-1-1 1 0 0,13 0-1 0 0,-14 0-108 0 0,-6 1-106 0 0,-3-1-28 0 0,1 0-1 0 0,0 1 1 0 0,0-1-1 0 0,0 0 1 0 0,0 0-1 0 0,0 0 1 0 0,-1 0-1 0 0,1 0 1 0 0,0 0-1 0 0,0 0 1 0 0,0 0-1 0 0,0 0 0 0 0,0-1 1 0 0,-1 1-1 0 0,1 0 1 0 0,0 0-1 0 0,1-1 1 0 0,21 3-11 0 0,-19-1-200 0 0,3 7-5068 0 0,-2-1 3249 0 0</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17.507"/>
    </inkml:context>
    <inkml:brush xml:id="br0">
      <inkml:brushProperty name="width" value="0.05" units="cm"/>
      <inkml:brushProperty name="height" value="0.05" units="cm"/>
    </inkml:brush>
  </inkml:definitions>
  <inkml:trace contextRef="#ctx0" brushRef="#br0">0 12 16095 0 0,'0'0'4098'0'0,"3"1"-3320"0"0,12 0-284 0 0,0 0 1 0 0,0-1-1 0 0,1-1 0 0 0,-1 0 1 0 0,0-1-1 0 0,18-5 0 0 0,-25 5-170 0 0,0 1-1 0 0,1 1 1 0 0,14-1 0 0 0,6 1-111 0 0,-27 9-2674 0 0,-2 2 1182 0 0</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18.334"/>
    </inkml:context>
    <inkml:brush xml:id="br0">
      <inkml:brushProperty name="width" value="0.05" units="cm"/>
      <inkml:brushProperty name="height" value="0.05" units="cm"/>
    </inkml:brush>
  </inkml:definitions>
  <inkml:trace contextRef="#ctx0" brushRef="#br0">57 85 11167 0 0,'0'0'1016'0'0,"5"-7"131"0"0,-1 0-22 0 0,0 1 0 0 0,0 0-1 0 0,1 0 1 0 0,8-9 0 0 0,-9 11-855 0 0,0 1 1 0 0,0-1-1 0 0,1 1 1 0 0,-1 0-1 0 0,1 0 1 0 0,0 1-1 0 0,0-1 0 0 0,0 1 1 0 0,0 0-1 0 0,0 0 1 0 0,9-1-1 0 0,-4 1 235 0 0,0 1 0 0 0,19 0 0 0 0,-25 1-452 0 0,2 11 203 0 0,-2-4-187 0 0,-1 0 0 0 0,-1 0 0 0 0,0 0 0 0 0,0 1 0 0 0,0-1 0 0 0,-1 1 0 0 0,0-1-1 0 0,0 1 1 0 0,-1-1 0 0 0,0 1 0 0 0,0 0 0 0 0,-1-1 0 0 0,0 1 0 0 0,0-1 0 0 0,-1 1 0 0 0,-4 12 0 0 0,1-7-12 0 0,0 0 0 0 0,-1-1 0 0 0,-1 1 0 0 0,1-2 0 0 0,-2 1 0 0 0,0-1 0 0 0,0 0 0 0 0,-14 14 0 0 0,11-16 67 0 0,0 0 0 0 0,0 0-1 0 0,-22 11 1 0 0,-14 11 487 0 0,44-29-572 0 0,0 1 0 0 0,0-1 0 0 0,-1 0 0 0 0,1-1 0 0 0,0 1 0 0 0,-1-1 1 0 0,1 1-1 0 0,-5 0 0 0 0,26-9-56 0 0,-11 4-11 0 0,1 0-1 0 0,0 0 0 0 0,11-2 0 0 0,-18 5 20 0 0,1 0 0 0 0,-1 0 0 0 0,1-1 0 0 0,0 1 1 0 0,-1 0-1 0 0,1 0 0 0 0,-1 1 0 0 0,1-1 0 0 0,-1 0 1 0 0,1 0-1 0 0,-1 1 0 0 0,1-1 0 0 0,-1 1 0 0 0,1-1 0 0 0,-1 1 1 0 0,0 0-1 0 0,1-1 0 0 0,-1 1 0 0 0,0 0 0 0 0,1 0 1 0 0,-1 0-1 0 0,0 0 0 0 0,2 2 0 0 0,-1 0 6 0 0,0 0 0 0 0,0 1 1 0 0,-1-1-1 0 0,1 0 0 0 0,-1 0 0 0 0,2 7 0 0 0,-2-8 21 0 0,3 19-6 0 0,-4-20-12 0 0,0 1 1 0 0,1 0 0 0 0,-1 0 0 0 0,1-1 0 0 0,-1 1 0 0 0,1 0 0 0 0,0-1 0 0 0,0 1 0 0 0,0 0 0 0 0,1 1 0 0 0,0 1 19 0 0,1-1 0 0 0,-1 0 0 0 0,0 0 0 0 0,1 0 0 0 0,5 4 0 0 0,7 3-4 0 0,-8-10-18 0 0,-3-1 1 0 0,2 0-3 0 0,1 1 0 0 0,-1-1 1 0 0,0 0-1 0 0,0-1 0 0 0,0 0 0 0 0,0 0 0 0 0,11-5 1 0 0,-6 2-3 0 0,0 1 0 0 0,0 0-1 0 0,13-2 1 0 0,-22 5 117 0 0,21 6-351 0 0,-14-4-1339 0 0,-1-1-538 0 0</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19.114"/>
    </inkml:context>
    <inkml:brush xml:id="br0">
      <inkml:brushProperty name="width" value="0.05" units="cm"/>
      <inkml:brushProperty name="height" value="0.05" units="cm"/>
    </inkml:brush>
  </inkml:definitions>
  <inkml:trace contextRef="#ctx0" brushRef="#br0">264 62 8063 0 0,'0'0'10974'0'0,"2"-14"-9196"0"0,-3 11-1564 0 0,0 1-1 0 0,0 0 0 0 0,0-1 1 0 0,0 1-1 0 0,0 0 1 0 0,-1 0-1 0 0,1 0 1 0 0,0 0-1 0 0,-1 0 0 0 0,0 0 1 0 0,1 1-1 0 0,-1-1 1 0 0,0 0-1 0 0,0 1 1 0 0,0 0-1 0 0,0-1 0 0 0,0 1 1 0 0,0 0-1 0 0,-4-2 1 0 0,1 1-62 0 0,-1 0 1 0 0,1 1-1 0 0,-1-1 0 0 0,0 1 1 0 0,1 0-1 0 0,-1 1 1 0 0,-7-1-1 0 0,8 2-77 0 0,1-1 0 0 0,-1 1-1 0 0,1 0 1 0 0,0 0 0 0 0,-1 1 0 0 0,1-1 0 0 0,-7 4-1 0 0,-27 17 83 0 0,29-15-152 0 0,1 0 0 0 0,0 1 0 0 0,0 1 1 0 0,0-1-1 0 0,1 1 0 0 0,0 0 0 0 0,-6 13 1 0 0,7-13-10 0 0,4-6-6 0 0,0 0-1 0 0,0 0 0 0 0,0 0 0 0 0,1 1 0 0 0,0-1 1 0 0,-2 4-1 0 0,-4 36 45 0 0,5-28-35 0 0,1-1-1 0 0,0 1 0 0 0,1-1 1 0 0,2 18-1 0 0,-1-30-36 0 0,0 0 0 0 0,-1 0 0 0 0,1 0 0 0 0,0 0 0 0 0,1 0 0 0 0,-1 0 0 0 0,0-1 0 0 0,0 1 0 0 0,3 2 0 0 0,3 4-77 0 0,-2 2 125 0 0,2-1-1 0 0,-1 0 0 0 0,1 0 1 0 0,14 13-1 0 0,-14-15 12 0 0,1-1 1 0 0,1 1-1 0 0,-1-1 0 0 0,1-1 1 0 0,1 0-1 0 0,-1 0 0 0 0,0-1 1 0 0,1 0-1 0 0,0 0 0 0 0,0-1 1 0 0,20 3-1 0 0,-22-5-9 0 0,0 0 0 0 0,0-1 0 0 0,0 0 0 0 0,0-1 0 0 0,0 0 0 0 0,0 0 0 0 0,8-3 0 0 0,1-1 20 0 0,0 0 0 0 0,17-9 0 0 0,-28 10-11 0 0,0 1 0 0 0,0-1 0 0 0,0 0 0 0 0,0-1 0 0 0,-1 0-1 0 0,1 1 1 0 0,-1-2 0 0 0,4-4 0 0 0,2-5 85 0 0,19-30 0 0 0,-22 27 43 0 0,-7 15-109 0 0,0 0 0 0 0,-1 0 0 0 0,1 0 0 0 0,-1 0 0 0 0,0 0-1 0 0,0 0 1 0 0,0-1 0 0 0,0 1 0 0 0,-1 0 0 0 0,1 0-1 0 0,-1 0 1 0 0,0 0 0 0 0,0 0 0 0 0,0 0 0 0 0,-2-4 0 0 0,-2-4 294 0 0,-1 0 1 0 0,-9-14 0 0 0,8 15-182 0 0,-1 0 0 0 0,1 0 1 0 0,-2 1-1 0 0,1 1 0 0 0,-1-1 1 0 0,-1 1-1 0 0,1 1 0 0 0,-22-13 1 0 0,20 13-126 0 0,5 3-114 0 0,-1 0 1 0 0,1 0-1 0 0,-1 1 0 0 0,-11-4 1 0 0,17 6-94 0 0,0 1 0 0 0,0 0 1 0 0,0 1-1 0 0,0-1 0 0 0,0 0 1 0 0,0 0-1 0 0,0 0 0 0 0,0 0 1 0 0,0 1-1 0 0,1-1 0 0 0,-1 0 0 0 0,0 1 1 0 0,0-1-1 0 0,0 1 0 0 0,0-1 1 0 0,0 2-1 0 0,-2-1-1481 0 0</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21.448"/>
    </inkml:context>
    <inkml:brush xml:id="br0">
      <inkml:brushProperty name="width" value="0.05" units="cm"/>
      <inkml:brushProperty name="height" value="0.05" units="cm"/>
    </inkml:brush>
  </inkml:definitions>
  <inkml:trace contextRef="#ctx0" brushRef="#br0">31 0 6559 0 0,'-1'8'16365'0'0,"0"-9"-16273"0"0,-2 0-32 0 0,-6 8 459 0 0,7-6-518 0 0,1 0-1 0 0,0 1 1 0 0,-1-1-1 0 0,1 0 1 0 0,0 1 0 0 0,0-1-1 0 0,0 1 1 0 0,0-1-1 0 0,0 1 1 0 0,1-1-1 0 0,-1 1 1 0 0,0 0 0 0 0,1-1-1 0 0,-1 1 1 0 0,1 0-1 0 0,-1-1 1 0 0,1 1-1 0 0,0 0 1 0 0,0 0 0 0 0,0 2-1 0 0,0 3 0 0 0,4-2 0 0 0,4-5 0 0 0,6-5-6 0 0,-12 1 16 0 0,-2 3 13 0 0,3-3-238 0 0,-2 4 265 0 0,-1 0 0 0 0,0-1 0 0 0,1 1-1 0 0,-1 0 1 0 0,0 0 0 0 0,0-1 0 0 0,1 1 0 0 0,-1 0 0 0 0,0-1 0 0 0,0 1-1 0 0,0 0 1 0 0,1-1 0 0 0,-1 1 0 0 0,0 0 0 0 0,0-1 0 0 0,0 1 0 0 0,0 0 0 0 0,0-1-1 0 0,0 1 1 0 0,0 0 0 0 0,0-1 0 0 0,0 0 15 0 0,-1 0-1 0 0,0 1 1 0 0,1-1-1 0 0,-1 1 1 0 0,0-1-1 0 0,0 1 1 0 0,0 0-1 0 0,1-1 1 0 0,-1 1-1 0 0,0 0 1 0 0,0-1-1 0 0,0 1 1 0 0,0 0-1 0 0,0 0 1 0 0,-1 0-1 0 0,1 0-89 0 0,0 0 0 0 0,0 1 0 0 0,1-1 0 0 0,-1 0 0 0 0,0 1 0 0 0,1-1-1 0 0,-1 1 1 0 0,0-1 0 0 0,1 1 0 0 0,-1-1 0 0 0,1 1 0 0 0,-1 0 0 0 0,1-1 0 0 0,-2 2-1 0 0</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21.845"/>
    </inkml:context>
    <inkml:brush xml:id="br0">
      <inkml:brushProperty name="width" value="0.05" units="cm"/>
      <inkml:brushProperty name="height" value="0.05" units="cm"/>
    </inkml:brush>
  </inkml:definitions>
  <inkml:trace contextRef="#ctx0" brushRef="#br0">181 1 1375 0 0,'0'0'22983'0'0,"0"2"-22662"0"0,-3 6-99 0 0,1-1 1 0 0,-1 1-1 0 0,0 0 0 0 0,-1-1 1 0 0,0 0-1 0 0,-5 8 0 0 0,4-8-115 0 0,-5 8 99 0 0,-1 0-1 0 0,0 0 1 0 0,-1-2-1 0 0,-1 1 0 0 0,0-2 1 0 0,-17 14-1 0 0,18-18-173 0 0,-22 22 0 0 0,33-29-286 0 0</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23.293"/>
    </inkml:context>
    <inkml:brush xml:id="br0">
      <inkml:brushProperty name="width" value="0.05" units="cm"/>
      <inkml:brushProperty name="height" value="0.05" units="cm"/>
    </inkml:brush>
  </inkml:definitions>
  <inkml:trace contextRef="#ctx0" brushRef="#br0">43 25 3223 0 0,'-11'-24'15956'0'0,"9"32"-9921"0"0,0 2-6659 0 0,2-7-759 0 0,-25 281 1703 0 0,23-158 256 0 0,4-121-434 0 0</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23.659"/>
    </inkml:context>
    <inkml:brush xml:id="br0">
      <inkml:brushProperty name="width" value="0.05" units="cm"/>
      <inkml:brushProperty name="height" value="0.05" units="cm"/>
    </inkml:brush>
  </inkml:definitions>
  <inkml:trace contextRef="#ctx0" brushRef="#br0">16 0 1839 0 0,'0'0'20940'0'0,"0"2"-20640"0"0,3 30 326 0 0,-3 40-1 0 0,0-42-423 0 0,-2 104 94 0 0,-2-70-184 0 0,-1-17-53 0 0,1-24-50 0 0,3-19-5 0 0,0 0 0 0 0,0 1 0 0 0,1-1 0 0 0,-1 1 0 0 0,1-1 0 0 0,0 1 0 0 0,0-1 0 0 0,1 1 0 0 0,-1-1 0 0 0,3 9 0 0 0,-2-11-101 0 0,2 2-17 0 0</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24.056"/>
    </inkml:context>
    <inkml:brush xml:id="br0">
      <inkml:brushProperty name="width" value="0.05" units="cm"/>
      <inkml:brushProperty name="height" value="0.05" units="cm"/>
    </inkml:brush>
  </inkml:definitions>
  <inkml:trace contextRef="#ctx0" brushRef="#br0">0 28 919 0 0,'0'0'18419'0'0,"2"1"-17740"0"0,42-7 1559 0 0,23 11-706 0 0,-19-1-596 0 0,-33-4-709 0 0,1-1 0 0 0,-1 0 0 0 0,0-1 0 0 0,0 0-1 0 0,0-1 1 0 0,18-7 0 0 0,-14 6 10 0 0,0 0 0 0 0,1 2 0 0 0,-1 0 0 0 0,36 2 0 0 0,-36 0 10 0 0,-16 1-100 0 0,1 0-485 0 0,5 0-3844 0 0</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24.473"/>
    </inkml:context>
    <inkml:brush xml:id="br0">
      <inkml:brushProperty name="width" value="0.05" units="cm"/>
      <inkml:brushProperty name="height" value="0.05" units="cm"/>
    </inkml:brush>
  </inkml:definitions>
  <inkml:trace contextRef="#ctx0" brushRef="#br0">0 42 15087 0 0,'0'0'5591'0'0,"2"0"-5048"0"0,10 1-104 0 0,0-1 0 0 0,-1 0 1 0 0,1-1-1 0 0,0-1 0 0 0,12-3 1 0 0,6 0-35 0 0,9 0-17 0 0,39-8 137 0 0,-58 10-326 0 0,23-1 0 0 0,-10 1 43 0 0,4 4 75 0 0,-29-1-147 0 0,0 1 0 0 0,0-1 0 0 0,13-1 0 0 0,-9-1-166 0 0,-7 2 16 0 0,-1 0-585 0 0</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25.886"/>
    </inkml:context>
    <inkml:brush xml:id="br0">
      <inkml:brushProperty name="width" value="0.05" units="cm"/>
      <inkml:brushProperty name="height" value="0.05" units="cm"/>
    </inkml:brush>
  </inkml:definitions>
  <inkml:trace contextRef="#ctx0" brushRef="#br0">57 5 14711 0 0,'-5'-5'10413'0'0,"1"8"-10278"0"0,0 0-1 0 0,1 0 1 0 0,0 1-1 0 0,0-1 1 0 0,0 1-1 0 0,0 0 0 0 0,-3 6 1 0 0,0-1 169 0 0,1 1-1 0 0,-5 13 1 0 0,9-17-289 0 0,1 0 0 0 0,0 0 0 0 0,0 0 0 0 0,2 12 0 0 0,-1-17-10 0 0,-1 1 1 0 0,0-1 0 0 0,1 1 0 0 0,0-1-1 0 0,-1 1 1 0 0,1-1 0 0 0,0 1 0 0 0,-1-1-1 0 0,1 0 1 0 0,0 1 0 0 0,0-1-1 0 0,0 0 1 0 0,0 0 0 0 0,0 0 0 0 0,1 0-1 0 0,-1 0 1 0 0,0 0 0 0 0,0 0-1 0 0,1 0 1 0 0,2 1 0 0 0,-2-1 2 0 0,1 1-75 0 0,0-1 1 0 0,0 1 0 0 0,0-1-1 0 0,0 0 1 0 0,0 0 0 0 0,0 0-1 0 0,1 0 1 0 0,-1-1 0 0 0,0 1-1 0 0,0-1 1 0 0,1 0 0 0 0,-1 0-1 0 0,0 0 1 0 0,1 0 0 0 0,-1 0-1 0 0,4-2 1 0 0,-1 1-1390 0 0,-1-1-1 0 0,0 0 1 0 0,9-5 0 0 0</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26.315"/>
    </inkml:context>
    <inkml:brush xml:id="br0">
      <inkml:brushProperty name="width" value="0.05" units="cm"/>
      <inkml:brushProperty name="height" value="0.05" units="cm"/>
    </inkml:brush>
  </inkml:definitions>
  <inkml:trace contextRef="#ctx0" brushRef="#br0">22 47 11055 0 0,'0'0'6000'0'0,"2"0"-5586"0"0,5 2 123 0 0,-5-2 664 0 0,0 0-585 0 0,-1-1-478 0 0,0 1 0 0 0,0 0-1 0 0,0-1 1 0 0,0 1 0 0 0,0-1-1 0 0,0 0 1 0 0,0 1 0 0 0,0-1 0 0 0,0 0-1 0 0,0 1 1 0 0,-1-1 0 0 0,1 0-1 0 0,0 0 1 0 0,0 0 0 0 0,-1 1 0 0 0,1-1-1 0 0,-1 0 1 0 0,2-3 1175 0 0,-1 4-1262 0 0,-1-1-1 0 0,0 1 1 0 0,0-1 0 0 0,0 1-1 0 0,0-1 1 0 0,0 1-1 0 0,0 0 1 0 0,1-1 0 0 0,-1 1-1 0 0,0-1 1 0 0,0 1 0 0 0,-1-1-1 0 0,1 1 1 0 0,0-1-1 0 0,0 1 1 0 0,0-1 0 0 0,0 1-1 0 0,0 0 1 0 0,0-1 0 0 0,-1 1-1 0 0,1-1 1 0 0,0 1-1 0 0,0 0 1 0 0,0-1 0 0 0,-1 1-1 0 0,1-1 1 0 0,-1 1-1 0 0,-8-13 405 0 0,9 13-455 0 0,-1-1 20 0 0,0 1 0 0 0,1-1 0 0 0,-1 0 0 0 0,0 1 1 0 0,0-1-1 0 0,0 1 0 0 0,0-1 0 0 0,1 1 0 0 0,-1-1 0 0 0,0 1 0 0 0,0 0 0 0 0,0-1 1 0 0,0 1-1 0 0,0 0 0 0 0,0 0 0 0 0,0 0 0 0 0,0 0 0 0 0,0 0 0 0 0,0 0 0 0 0,0 0 0 0 0,0 0 1 0 0,0 0-1 0 0,0 0 0 0 0,0 0 0 0 0,0 1 0 0 0,0-1 0 0 0,0 0 0 0 0,0 1 0 0 0,1-1 1 0 0,-1 1-1 0 0,0-1 0 0 0,0 1 0 0 0,0-1 0 0 0,-1 2 0 0 0,-4 3-77 0 0,5-3-327 0 0,1-2 200 0 0,0 1 0 0 0,0 0 0 0 0,0 0 0 0 0,-1 0 0 0 0,1 0 0 0 0,0-1 0 0 0,1 1 0 0 0,-1 0 0 0 0,0 0 0 0 0,0 0 0 0 0,0 0 0 0 0,0-1 0 0 0,1 1 0 0 0,-1 0 0 0 0,0 0 0 0 0,1 0 0 0 0,-1-1 0 0 0,1 1 1 0 0,-1 0-1 0 0,2 1 0 0 0,-2-1-461 0 0,1 0 1 0 0,0-1 0 0 0,0 1-1 0 0,0 0 1 0 0,-1 0 0 0 0,1-1 0 0 0,0 1-1 0 0,0 0 1 0 0,0-1 0 0 0,0 1 0 0 0,2 0-1 0 0,10 3-2903 0 0</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26.713"/>
    </inkml:context>
    <inkml:brush xml:id="br0">
      <inkml:brushProperty name="width" value="0.05" units="cm"/>
      <inkml:brushProperty name="height" value="0.05" units="cm"/>
    </inkml:brush>
  </inkml:definitions>
  <inkml:trace contextRef="#ctx0" brushRef="#br0">0 0 17015 0 0,'0'0'1712'0'0,"4"3"-1436"0"0,12 8 3876 0 0,-15-10-3583 0 0,4 0-399 0 0,-1 0 0 0 0,0 0 0 0 0,0-1-1 0 0,1 0 1 0 0,-1 0 0 0 0,0 0-1 0 0,1 0 1 0 0,-1 0 0 0 0,6-2-1 0 0,-3 0 16 0 0,1 2-1 0 0,-1-1 1 0 0,8 1-1 0 0,33 0 669 0 0,-20-1-517 0 0,4-2-229 0 0,-5 1-1408 0 0</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27.108"/>
    </inkml:context>
    <inkml:brush xml:id="br0">
      <inkml:brushProperty name="width" value="0.05" units="cm"/>
      <inkml:brushProperty name="height" value="0.05" units="cm"/>
    </inkml:brush>
  </inkml:definitions>
  <inkml:trace contextRef="#ctx0" brushRef="#br0">0 64 5063 0 0,'0'0'14854'0'0,"3"0"-13742"0"0,27-15 1598 0 0,-23 11-2307 0 0,0 1 0 0 0,-1-1 0 0 0,2 1 0 0 0,11-3 0 0 0,-10 4-102 0 0,0 1 0 0 0,0 0-1 0 0,0 1 1 0 0,1 0 0 0 0,8 2 0 0 0,-13-3-211 0 0,0 0-1 0 0,0 0 1 0 0,0 0 0 0 0,0 0-1 0 0,7-4 1 0 0,15-3 156 0 0,-8 5-246 0 0,5-2-6513 0 0,-21 4 4178 0 0</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27.772"/>
    </inkml:context>
    <inkml:brush xml:id="br0">
      <inkml:brushProperty name="width" value="0.05" units="cm"/>
      <inkml:brushProperty name="height" value="0.05" units="cm"/>
    </inkml:brush>
  </inkml:definitions>
  <inkml:trace contextRef="#ctx0" brushRef="#br0">8 1 11743 0 0,'0'0'11845'0'0,"2"0"-11213"0"0,-2 0-533 0 0,1 0-1 0 0,0 0 0 0 0,-1 0 0 0 0,1 0 0 0 0,-1 0 0 0 0,1 0 1 0 0,-1 0-1 0 0,1 1 0 0 0,-1-1 0 0 0,1 0 0 0 0,-1 0 0 0 0,1 0 1 0 0,-1 1-1 0 0,1-1 0 0 0,-1 0 0 0 0,1 1 0 0 0,-1-1 0 0 0,1 0 0 0 0,-1 1 1 0 0,1-1-1 0 0,-1 0 0 0 0,0 1 0 0 0,1-1 0 0 0,-1 1 0 0 0,0-1 1 0 0,0 1-1 0 0,1-1 0 0 0,-1 1 0 0 0,0-1 0 0 0,0 1 0 0 0,1-1 1 0 0,-1 1-1 0 0,0-1 0 0 0,0 1 0 0 0,0 0 0 0 0,0 0 0 0 0,2 28-269 0 0,-2-17 460 0 0,0 59-278 0 0,-10 87-1 0 0,9-143-10 0 0,-10 77 13 0 0,8-44 274 0 0,13-56-1744 0 0,-1-2-1035 0 0,0 0-6379 0 0</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4:28.464"/>
    </inkml:context>
    <inkml:brush xml:id="br0">
      <inkml:brushProperty name="width" value="0.05" units="cm"/>
      <inkml:brushProperty name="height" value="0.05" units="cm"/>
    </inkml:brush>
  </inkml:definitions>
  <inkml:trace contextRef="#ctx0" brushRef="#br0">274 10 16351 0 0,'0'0'802'0'0,"-7"0"180"0"0,-16-2-262 0 0,21 1-420 0 0,0 1 1 0 0,0 0-1 0 0,0 0 0 0 0,0 0 0 0 0,0 0 0 0 0,0 0 0 0 0,-4 1 1 0 0,-20 3 1851 0 0,20-4-1849 0 0,-1 1 0 0 0,1 0 1 0 0,0 0-1 0 0,0 1 0 0 0,-12 4 0 0 0,10-1-196 0 0,1 1-1 0 0,-1 0 0 0 0,1 0 1 0 0,0 0-1 0 0,1 1 1 0 0,-1 0-1 0 0,1 0 0 0 0,-5 10 1 0 0,4-9-22 0 0,-40 70 307 0 0,43-73-392 0 0,1 1-1 0 0,-1 0 1 0 0,1 0-1 0 0,1 0 1 0 0,-1 1-1 0 0,1-1 1 0 0,0 0-1 0 0,1 1 1 0 0,0 0 0 0 0,0-1-1 0 0,0 1 1 0 0,1 0-1 0 0,0 0 1 0 0,0-1-1 0 0,0 1 1 0 0,1 0-1 0 0,0-1 1 0 0,1 1-1 0 0,-1 0 1 0 0,1-1-1 0 0,1 0 1 0 0,-1 1 0 0 0,1-1-1 0 0,0 0 1 0 0,0 0-1 0 0,1 0 1 0 0,0-1-1 0 0,4 6 1 0 0,0-4 5 0 0,0 0 0 0 0,0-1 0 0 0,1 0 0 0 0,0-1 0 0 0,0 1 0 0 0,0-2 0 0 0,0 1 1 0 0,1-2-1 0 0,0 1 0 0 0,0-1 0 0 0,0 0 0 0 0,0-1 0 0 0,0-1 0 0 0,0 1 0 0 0,1-1 0 0 0,-1-1 0 0 0,0 0 1 0 0,1-1-1 0 0,-1 0 0 0 0,13-3 0 0 0,-10 2-10 0 0,-2-1-1 0 0,1 0 1 0 0,0-1 0 0 0,-1 0 0 0 0,1-1 0 0 0,-1 0-1 0 0,-1-1 1 0 0,1 0 0 0 0,-1-1 0 0 0,0 0 0 0 0,0-1-1 0 0,-1 0 1 0 0,0 0 0 0 0,-1-1 0 0 0,1 0 0 0 0,11-18-1 0 0,-15 18 156 0 0,0 0 0 0 0,-1-1 0 0 0,0 1 0 0 0,-1-1-1 0 0,0 0 1 0 0,0 0 0 0 0,-1 0 0 0 0,0 0 0 0 0,-1 0-1 0 0,0 0 1 0 0,-1 0 0 0 0,-1-17 0 0 0,0 19-35 0 0,0 0 0 0 0,0 1 0 0 0,-1-1 0 0 0,0 1 1 0 0,0-1-1 0 0,-1 1 0 0 0,0 0 0 0 0,0 0 0 0 0,-1 0 0 0 0,0 1 0 0 0,0-1 1 0 0,0 1-1 0 0,-1 0 0 0 0,0 0 0 0 0,0 0 0 0 0,-1 1 0 0 0,-8-7 0 0 0,9 8-126 0 0,0 0-1 0 0,-1 1 1 0 0,1 0-1 0 0,-1 0 0 0 0,0 1 1 0 0,0 0-1 0 0,0 0 1 0 0,0 0-1 0 0,0 0 0 0 0,-1 1 1 0 0,-10-1-1 0 0,12 2-446 0 0,-1 1-1 0 0,1-1 1 0 0,0 1-1 0 0,-1 0 0 0 0,-6 1 1 0 0,-16 8-1197 0 0,-1-1-9 0 0</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30:31.722"/>
    </inkml:context>
    <inkml:brush xml:id="br0">
      <inkml:brushProperty name="width" value="0.05" units="cm"/>
      <inkml:brushProperty name="height" value="0.05" units="cm"/>
    </inkml:brush>
  </inkml:definitions>
  <inkml:trace contextRef="#ctx0" brushRef="#br0">21 69 455 0 0,'2'-40'10699'0'0,"-2"37"-10151"0"0,0 1 0 0 0,1-1 0 0 0,-1 1 0 0 0,0-1 0 0 0,0 1 0 0 0,-1-1 0 0 0,-2-7 4348 0 0,2 17-3201 0 0,2 22-2164 0 0,0-11 751 0 0,4 135 334 0 0,5-66-183 0 0,0-15-189 0 0,-7-38-161 0 0,-3-27 71 0 0,-2 11 224 0 0,-1 9-132 0 0,3-20-235 0 0,-1-1 0 0 0,0-4 31 0 0,0 3-31 0 0,1 3 0 0 0,0-7 133 0 0,0 2 155 0 0,-1-5-104 0 0,1-11-14 0 0,-2-19 69 0 0,-5-3 7 0 0,1 1 1 0 0,2-1-1 0 0,1-38 0 0 0,3 55-119 0 0,-5-28-1 0 0,0 22 78 0 0,4 21-197 0 0,0 0-1 0 0,0 0 1 0 0,1 0 0 0 0,-1 0 0 0 0,1 0 0 0 0,0 0 0 0 0,0-6-1 0 0,0 2 23 0 0,1 4-3 0 0,-1-1-1 0 0,0 0 0 0 0,0 1 1 0 0,-1-1-1 0 0,1 1 0 0 0,-1-1 1 0 0,-1-4-1 0 0,2 7-16 0 0,0 0 0 0 0,0-1 1 0 0,-1 1-1 0 0,1 0 0 0 0,0-1 0 0 0,0 1 0 0 0,1 0 1 0 0,-1-1-1 0 0,0-1 0 0 0,1-9 162 0 0,0 4-96 0 0,3 11 72 0 0,7 11 108 0 0,-9-12-256 0 0,8 17-10 0 0,0 0 0 0 0,14 35 0 0 0,-18-37 0 0 0,1 0 0 0 0,1-1 0 0 0,1 0 0 0 0,15 22 0 0 0,-15-26 0 0 0,1 1 0 0 0,0 0 0 0 0,0 1 0 0 0,11 24 0 0 0,-19-34 0 0 0,0 0 0 0 0,1 0 0 0 0,-1 1 0 0 0,7 6 0 0 0,4 6 0 0 0,-11-16 0 0 0,8 16 0 0 0,-2-7 0 0 0,-5-6 0 0 0,0 0 0 0 0,0 0 0 0 0,0 0 0 0 0,0 1 0 0 0,-1-1 0 0 0,4 8 0 0 0,-6-9-2 0 0,4 2 6 0 0,3 5 5 0 0,-5-9 33 0 0,8-5-29 0 0,-4 1-14 0 0,0-2 0 0 0,-4 3 1 0 0,5-9 0 0 0,-6 9 0 0 0,0 0 0 0 0,0 0 0 0 0,0 0 1 0 0,0 0-1 0 0,0 0 0 0 0,0 0 0 0 0,-1 0 0 0 0,1 0 0 0 0,-1-1 0 0 0,0 1 0 0 0,0 0 0 0 0,1 0 1 0 0,-2-5-1 0 0,1 1 9 0 0,-6-69 172 0 0,5 58-108 0 0,-1-1 1 0 0,-6-29-1 0 0,4 33-14 0 0,1-1 0 0 0,1 1 0 0 0,1-1 0 0 0,0-23 0 0 0,1 32-44 0 0,0 1 0 0 0,0-1-1 0 0,-1 0 1 0 0,-1-7 0 0 0,-2-25 81 0 0,-1 11 122 0 0,6 22-164 0 0,0 1-54 0 0,-1 3-266 0 0</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5:24.948"/>
    </inkml:context>
    <inkml:brush xml:id="br0">
      <inkml:brushProperty name="width" value="0.05" units="cm"/>
      <inkml:brushProperty name="height" value="0.05" units="cm"/>
    </inkml:brush>
  </inkml:definitions>
  <inkml:trace contextRef="#ctx0" brushRef="#br0">21 1 11167 0 0,'0'0'14775'0'0,"0"1"-14646"0"0,1 2-90 0 0,0-1 0 0 0,-1 0 0 0 0,1 1 0 0 0,-1-1 0 0 0,0 0 0 0 0,0 1 0 0 0,0-1 0 0 0,0 0 0 0 0,0 1-1 0 0,0-1 1 0 0,-1 3 0 0 0,-9 29 138 0 0,7-27-193 0 0,1 0 0 0 0,0 0-1 0 0,-2 12 1 0 0,3-13 46 0 0,0-1 0 0 0,1 1 1 0 0,0-1-1 0 0,0 1 0 0 0,1-1 1 0 0,0 1-1 0 0,-1-1 0 0 0,2 1 0 0 0,-1-1 1 0 0,4 8-1 0 0,-3-11-18 0 0,0 0-1 0 0,0 0 1 0 0,0-1 0 0 0,0 1-1 0 0,1-1 1 0 0,-1 0 0 0 0,1 1-1 0 0,-1-1 1 0 0,1 0-1 0 0,3 0 1 0 0,0 0-18 0 0,0 0-1 0 0,-1 0 1 0 0,1-1-1 0 0,0 0 1 0 0,0 0-1 0 0,0-1 1 0 0,0 0-1 0 0,0 0 1 0 0,-1 0-1 0 0,1 0 1 0 0,0-1 0 0 0,9-4-1 0 0,-9 2-866 0 0,0 0 1 0 0,0 0-1 0 0,9-7 1 0 0,-8 5-637 0 0,2-2-248 0 0</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5:25.313"/>
    </inkml:context>
    <inkml:brush xml:id="br0">
      <inkml:brushProperty name="width" value="0.05" units="cm"/>
      <inkml:brushProperty name="height" value="0.05" units="cm"/>
    </inkml:brush>
  </inkml:definitions>
  <inkml:trace contextRef="#ctx0" brushRef="#br0">38 19 11055 0 0,'-7'0'10777'0'0,"34"-2"-7970"0"0,-45-12-2055 0 0,17 14-663 0 0,0-1-1 0 0,0 1 1 0 0,0 0 0 0 0,0-1-1 0 0,0 1 1 0 0,0 0 0 0 0,1 0-1 0 0,-1 0 1 0 0,0-1 0 0 0,0 1-1 0 0,0 0 1 0 0,0 0 0 0 0,0 1-1 0 0,-1-1 1 0 0,1 0-179 0 0,-10 1 136 0 0,8 1-32 0 0,-5 7-145 0 0,7-8-495 0 0</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5:27.493"/>
    </inkml:context>
    <inkml:brush xml:id="br0">
      <inkml:brushProperty name="width" value="0.05" units="cm"/>
      <inkml:brushProperty name="height" value="0.05" units="cm"/>
    </inkml:brush>
  </inkml:definitions>
  <inkml:trace contextRef="#ctx0" brushRef="#br0">79 26 3223 0 0,'-41'-21'564'0'0,"33"17"1159"0"0,-11 11 12611 0 0,13-5-14235 0 0,6-2 45 0 0,0 0-1 0 0,-1 0 1 0 0,1 0-1 0 0,0 1 1 0 0,0-1-1 0 0,0 0 1 0 0,-1 0-1 0 0,1 0 1 0 0,0 0-1 0 0,0 0 1 0 0,0 0-1 0 0,-1 1 575 0 0,1-1-575 0 0,0 0 1 0 0,-1 0-1 0 0,1 1 1 0 0,0-1-1 0 0,0 0 1 0 0,0 0-1 0 0,0 0 1 0 0,0 1-1 0 0,0-1 1 0 0,0 0-1 0 0,0 0 1 0 0,0 1-1 0 0,0-1 1 0 0,0 0-1 0 0,-1 0 1 0 0,1 0-1 0 0,0 1 1 0 0,1-1-1 0 0,-1 0 1 0 0,0 1-1 0 0,8 4 975 0 0,17 0-769 0 0,103 1 1304 0 0,-111-7-1580 0 0,-13 0-42 0 0,1 1 0 0 0,-1 0 0 0 0,0 0 0 0 0,1 0 0 0 0,3 1 0 0 0,-6 0 33 0 0,16-1 128 0 0,-16 0-159 0 0,2 0-497 0 0</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5:27.893"/>
    </inkml:context>
    <inkml:brush xml:id="br0">
      <inkml:brushProperty name="width" value="0.05" units="cm"/>
      <inkml:brushProperty name="height" value="0.05" units="cm"/>
    </inkml:brush>
  </inkml:definitions>
  <inkml:trace contextRef="#ctx0" brushRef="#br0">4 1 3223 0 0,'0'9'12340'0'0,"-3"-1"-9409"0"0,3-7-2763 0 0,0 0-1 0 0,1 0 1 0 0,-1 0-1 0 0,1 0 1 0 0,-1 0 0 0 0,1 0-1 0 0,-1 0 1 0 0,1 0-1 0 0,0 0 1 0 0,0 0 0 0 0,-1-1-1 0 0,1 1 1 0 0,0 0 0 0 0,0 0-1 0 0,0-1 1 0 0,0 1-1 0 0,0-1 1 0 0,0 1 0 0 0,0-1-1 0 0,0 1 1 0 0,0-1 0 0 0,0 0-1 0 0,0 1 1 0 0,0-1-1 0 0,0 0 1 0 0,0 0 0 0 0,2 0-1 0 0,0 1-88 0 0,0 0 0 0 0,1-1-1 0 0,-1 0 1 0 0,1 0 0 0 0,-1 0-1 0 0,1 0 1 0 0,-1 0-1 0 0,6-2 1 0 0,-4 1 78 0 0,0 0 0 0 0,0 0 0 0 0,0 1 0 0 0,0-1 0 0 0,0 1 0 0 0,6 1-1 0 0,21-3 290 0 0,-23 1-264 0 0,0 1 0 0 0,16 0 0 0 0,9 0 369 0 0,-1 0 487 0 0,-4 1-5292 0 0</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5:29.415"/>
    </inkml:context>
    <inkml:brush xml:id="br0">
      <inkml:brushProperty name="width" value="0.05" units="cm"/>
      <inkml:brushProperty name="height" value="0.05" units="cm"/>
    </inkml:brush>
  </inkml:definitions>
  <inkml:trace contextRef="#ctx0" brushRef="#br0">35 41 919 0 0,'-10'-12'14418'0'0,"8"3"-12248"0"0,-6-11 7234 0 0,6 177-9152 0 0,-7 30-64 0 0,6-74 65 0 0,3-96-101 0 0,0-16 755 0 0,6-20-1106 0 0,-4 15-299 0 0,0 0 0 0 0,1 0 0 0 0,-1 0-1 0 0,7-7 1 0 0,-7 8-437 0 0,6-6-1464 0 0</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5:30.276"/>
    </inkml:context>
    <inkml:brush xml:id="br0">
      <inkml:brushProperty name="width" value="0.05" units="cm"/>
      <inkml:brushProperty name="height" value="0.05" units="cm"/>
    </inkml:brush>
  </inkml:definitions>
  <inkml:trace contextRef="#ctx0" brushRef="#br0">223 72 14167 0 0,'0'0'2276'0'0,"-1"-1"-1468"0"0,0 0-797 0 0,1 1 179 0 0,-1-1-1 0 0,1 1 1 0 0,0 0 0 0 0,-1-1 0 0 0,1 1-1 0 0,0-1 1 0 0,-1 1 0 0 0,1-1 0 0 0,0 1-1 0 0,0-1 1 0 0,0 1 0 0 0,-1-1-1 0 0,1 1 1 0 0,0-1 0 0 0,0 1 0 0 0,0-1-1 0 0,0 0 1 0 0,0 1 0 0 0,0-1 0 0 0,0 1-1 0 0,0-1 1 0 0,0 1 0 0 0,0-1 0 0 0,0 1-1 0 0,1-2 1 0 0,-2 2-7 0 0,1-1-1 0 0,-1 0 1 0 0,0 1-1 0 0,1-1 1 0 0,-1 1-1 0 0,0-1 0 0 0,1 1 1 0 0,-1-1-1 0 0,0 1 1 0 0,0-1-1 0 0,1 1 1 0 0,-1 0-1 0 0,-1-1 1 0 0,-2 1-36 0 0,0 0 1 0 0,0 0-1 0 0,-1 0 1 0 0,1 0-1 0 0,0 1 1 0 0,0 0-1 0 0,0-1 1 0 0,0 1-1 0 0,0 1 1 0 0,0-1-1 0 0,0 1 1 0 0,1 0-1 0 0,-1-1 1 0 0,0 2-1 0 0,-5 3 1 0 0,-13 12 103 0 0,16-14-232 0 0,0 1 0 0 0,1-1 0 0 0,-1 1 1 0 0,1 1-1 0 0,0-1 0 0 0,1 1 0 0 0,-6 8 0 0 0,-1 4 0 0 0,3-4 0 0 0,1-1 1 0 0,-11 29-1 0 0,17-42-19 0 0,-4 17 0 0 0,-1 0 0 0 0,2 0 0 0 0,-4 27 0 0 0,8-39 0 0 0,-1-1 0 0 0,1 1 0 0 0,0-1 0 0 0,1 1 0 0 0,-1-1 0 0 0,1 1 0 0 0,0-1 0 0 0,0 1 0 0 0,0-1 0 0 0,0 0 0 0 0,1 0 0 0 0,0 0 0 0 0,0 1 0 0 0,0-1 0 0 0,0-1 0 0 0,0 1 0 0 0,1 0 0 0 0,0-1 0 0 0,5 6 0 0 0,10 8 0 0 0,29 19 0 0 0,-42-32 0 0 0,1 0 0 0 0,1-1 0 0 0,-1 1 0 0 0,0-1 0 0 0,1-1 0 0 0,0 1 0 0 0,0-1 0 0 0,0 0 0 0 0,11 1 0 0 0,-5-3 22 0 0,-1-1 1 0 0,1-1-1 0 0,-1 0 1 0 0,0-1-1 0 0,17-5 0 0 0,-24 7-17 0 0,6-3 34 0 0,0 0-1 0 0,15-9 1 0 0,0 1-38 0 0,-17 8-1 0 0,-1 0 0 0 0,0 0 0 0 0,0-1 0 0 0,13-9 0 0 0,-13 8 60 0 0,0-1 0 0 0,-1 0-1 0 0,1 0 1 0 0,10-16 0 0 0,-11 15-35 0 0,-4 4 2 0 0,0 0 1 0 0,0 0-1 0 0,0-1 1 0 0,0 0-1 0 0,0 1 1 0 0,-1-1 0 0 0,3-9-1 0 0,3-17 380 0 0,4-34 1 0 0,-10 54-243 0 0,-1 1 1 0 0,-1-1-1 0 0,0 0 1 0 0,0 0-1 0 0,-1 1 1 0 0,-1-1-1 0 0,-2-11 1 0 0,2 15-121 0 0,-1 1 0 0 0,0 0 1 0 0,0 0-1 0 0,0 0 0 0 0,-1 0 0 0 0,0 0 1 0 0,0 1-1 0 0,0-1 0 0 0,-1 1 0 0 0,0 0 1 0 0,0 1-1 0 0,0-1 0 0 0,0 1 1 0 0,-1 0-1 0 0,0 0 0 0 0,1 1 0 0 0,-2-1 1 0 0,1 1-1 0 0,0 1 0 0 0,0-1 1 0 0,-1 1-1 0 0,0 0 0 0 0,1 1 0 0 0,-12-2 1 0 0,-47-1 259 0 0,56 4-604 0 0,1 1 0 0 0,0-1 0 0 0,0 2 0 0 0,0-1 0 0 0,0 1 0 0 0,-9 4 0 0 0,11-4 520 0 0</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5:19.537"/>
    </inkml:context>
    <inkml:brush xml:id="br0">
      <inkml:brushProperty name="width" value="0.05" units="cm"/>
      <inkml:brushProperty name="height" value="0.05" units="cm"/>
    </inkml:brush>
  </inkml:definitions>
  <inkml:trace contextRef="#ctx0" brushRef="#br0">87 84 7943 0 0,'2'-16'364'0'0,"-3"-2"-423"0"0,1 1 842 0 0,-1-1 3521 0 0,1 17-4237 0 0,0 1 0 0 0,0-1-1 0 0,0 0 1 0 0,0 1 0 0 0,-1-1-1 0 0,1 0 1 0 0,0 1-1 0 0,0-1 1 0 0,-1 1 0 0 0,1-1-1 0 0,0 1 1 0 0,-1-1 0 0 0,1 1-1 0 0,-1-1 1 0 0,1 1 0 0 0,-1-1-1 0 0,1 1 1 0 0,-1-1 0 0 0,1 1-1 0 0,-1 0 1 0 0,1-1 0 0 0,-1 1-1 0 0,1 0 1 0 0,-1 0 0 0 0,0-1-1 0 0,1 1 1 0 0,-1 0-1 0 0,0 0 1 0 0,1 0 0 0 0,-1 0-1 0 0,0 0 1 0 0,-1-1 59 0 0,1 1-1 0 0,0 0 1 0 0,-1 0-1 0 0,1 0 1 0 0,-1 0-1 0 0,1 0 1 0 0,0 0 0 0 0,-1 0-1 0 0,1 1 1 0 0,-1-1-1 0 0,1 1 1 0 0,0-1-1 0 0,-2 1 1 0 0,-8 6 415 0 0,9-6-427 0 0,-1 0 0 0 0,1 1 0 0 0,0-1 0 0 0,0 1 0 0 0,0-1 0 0 0,0 1 0 0 0,-3 3 0 0 0,5-5-105 0 0,0 0 0 0 0,-1 1-1 0 0,1-1 1 0 0,0 0 0 0 0,0 0 0 0 0,0 0 0 0 0,-1 1-1 0 0,1-1 1 0 0,0 0 0 0 0,0 0 0 0 0,0 0-1 0 0,-1 0 1 0 0,1 0 0 0 0,0 0 0 0 0,0 1-1 0 0,-1-1 1 0 0,1 0 0 0 0,0 0 0 0 0,-1 0-1 0 0,1 0 1 0 0,0 0 0 0 0,0 0 0 0 0,-1 0-1 0 0,1 0 1 0 0,0 0 0 0 0,-1 0 0 0 0,1-1-7 0 0,-1 1 0 0 0,1 0 0 0 0,-1 0 0 0 0,1 1 0 0 0,0-1 0 0 0,-1 0 0 0 0,1 0 0 0 0,-1 0 1 0 0,1 0-1 0 0,-1 0 0 0 0,1 0 0 0 0,0 0 0 0 0,-1 1 0 0 0,1-1 0 0 0,-1 0 0 0 0,1 0 0 0 0,0 1 0 0 0,-1-1 0 0 0,1 0 1 0 0,0 1-1 0 0,-1-1 0 0 0,1 0 0 0 0,0 1 0 0 0,-1-1 0 0 0,1 0 0 0 0,0 1 0 0 0,0-1 0 0 0,0 1 0 0 0,-1-1 1 0 0,1 0-1 0 0,0 1 0 0 0,0-1 0 0 0,0 1 0 0 0,0-1 0 0 0,0 1 0 0 0,-2 6-2 0 0,2-1-10 0 0,0-4-44 0 0,4 3 17 0 0,-3-4 106 0 0,1-1-42 0 0,0 1-1 0 0,0-1 0 0 0,1 0 1 0 0,-1 0-1 0 0,0 0 1 0 0,0 0-1 0 0,0 0 0 0 0,0-1 1 0 0,4 0-1 0 0,-4 0 7 0 0,0 1-1 0 0,0-1 1 0 0,0 1-1 0 0,0-1 1 0 0,0 0 0 0 0,0 0-1 0 0,-1 0 1 0 0,1 0-1 0 0,0 0 1 0 0,-1 0-1 0 0,1 0 1 0 0,-1-1 0 0 0,4-3 1989 0 0,-12-1 547 0 0,2 5-1985 0 0,5 6-2877 0 0,5 4-1911 0 0,2 6 2030 0 0</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5:19.919"/>
    </inkml:context>
    <inkml:brush xml:id="br0">
      <inkml:brushProperty name="width" value="0.05" units="cm"/>
      <inkml:brushProperty name="height" value="0.05" units="cm"/>
    </inkml:brush>
  </inkml:definitions>
  <inkml:trace contextRef="#ctx0" brushRef="#br0">175 0 11287 0 0,'-4'2'8090'0'0,"2"4"-7625"0"0,1-1 0 0 0,-1 0 0 0 0,0 0 0 0 0,-1 0 1 0 0,1-1-1 0 0,-1 1 0 0 0,0 0 0 0 0,0-1 1 0 0,-1 0-1 0 0,-6 7 0 0 0,-15 22 584 0 0,22-27-996 0 0,-1 0 0 0 0,-1 0 0 0 0,1-1 0 0 0,-1 0 0 0 0,0 0 1 0 0,0 0-1 0 0,0 0 0 0 0,0-1 0 0 0,-1 0 0 0 0,0 0 0 0 0,0 0 0 0 0,0-1 0 0 0,0 0 0 0 0,-13 5 0 0 0,17-8-213 0 0,1 0-1 0 0,0 0 1 0 0,0 1 0 0 0,-1-1-1 0 0,1 0 1 0 0,0 0 0 0 0,0 0-1 0 0,-1 0 1 0 0,1 0 0 0 0,0-1-1 0 0,0 1 1 0 0,0 0 0 0 0,-1 0-1 0 0,-1-2 1 0 0</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5:21.463"/>
    </inkml:context>
    <inkml:brush xml:id="br0">
      <inkml:brushProperty name="width" value="0.05" units="cm"/>
      <inkml:brushProperty name="height" value="0.05" units="cm"/>
    </inkml:brush>
  </inkml:definitions>
  <inkml:trace contextRef="#ctx0" brushRef="#br0">105 13 2303 0 0,'8'-13'16232'0'0,"-13"26"-15861"0"0,0 0-1 0 0,1 0 1 0 0,0 1-1 0 0,-2 20 1 0 0,3-15-27 0 0,-10 30 1 0 0,-28 87 672 0 0,19-38-352 0 0,21-97-510 0 0,1 1-97 0 0,-3 4-31 0 0,3-5 216 0 0,-6-1-495 0 0</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5:21.913"/>
    </inkml:context>
    <inkml:brush xml:id="br0">
      <inkml:brushProperty name="width" value="0.05" units="cm"/>
      <inkml:brushProperty name="height" value="0.05" units="cm"/>
    </inkml:brush>
  </inkml:definitions>
  <inkml:trace contextRef="#ctx0" brushRef="#br0">70 25 2303 0 0,'0'-1'538'0'0,"3"-22"19059"0"0,-5 35-19364 0 0,-39 206 1999 0 0,18-84-1688 0 0,18-106-299 0 0,5-27-296 0 0,0 0 0 0 0,-1-1 0 0 0,1 1-1 0 0,0 0 1 0 0,0 0 0 0 0,-1 0-1 0 0,1 0 1 0 0,0 0 0 0 0,0 1-1 0 0,0-1 1 0 0,0 0 0 0 0,0 0 0 0 0,1 0-1 0 0,-1 0 1 0 0,0 0 0 0 0,0 0-1 0 0,1-1 1 0 0,-1 1 0 0 0,0 0 0 0 0,1 0-1 0 0,-1 0 1 0 0,1 0 0 0 0,0 1-1 0 0,1 0-439 0 0</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5:22.356"/>
    </inkml:context>
    <inkml:brush xml:id="br0">
      <inkml:brushProperty name="width" value="0.05" units="cm"/>
      <inkml:brushProperty name="height" value="0.05" units="cm"/>
    </inkml:brush>
  </inkml:definitions>
  <inkml:trace contextRef="#ctx0" brushRef="#br0">0 0 2303 0 0,'0'0'20332'0'0,"2"1"-19960"0"0,33 9 385 0 0,-29-8-676 0 0,-1 0-1 0 0,1 0 0 0 0,-1-1 0 0 0,1 1 1 0 0,0-1-1 0 0,9 0 0 0 0,38 0 471 0 0,-32-1-408 0 0,75-7 253 0 0,-37 2-248 0 0,109 1 174 0 0,-146 4-272 0 0,-2 0-95 0 0,0 1 0 0 0,0 0 0 0 0,21 5 0 0 0,-26-5-80 0 0,-14-1-851 0 0,-6 27-18232 0 0</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5:22.738"/>
    </inkml:context>
    <inkml:brush xml:id="br0">
      <inkml:brushProperty name="width" value="0.05" units="cm"/>
      <inkml:brushProperty name="height" value="0.05" units="cm"/>
    </inkml:brush>
  </inkml:definitions>
  <inkml:trace contextRef="#ctx0" brushRef="#br0">21 1 9215 0 0,'0'0'422'0'0,"-7"5"132"0"0,-6 4 5698 0 0,13-9-6053 0 0,0 1 0 0 0,0 0-1 0 0,0 0 1 0 0,0 0 0 0 0,0-1-1 0 0,0 1 1 0 0,0 0 0 0 0,0 0-1 0 0,0-1 1 0 0,0 1 0 0 0,1 0-1 0 0,-1 1 1 0 0,9-1 247 0 0,-1 0 0 0 0,1 0 0 0 0,0-1 0 0 0,-1 0 0 0 0,16-3 0 0 0,23 1 194 0 0,137 2 1644 0 0,-182 0-2275 0 0,106-1 803 0 0,-79 2-696 0 0,-18-1-77 0 0,0 0-1 0 0,0 1 0 0 0,0 0 0 0 0,0 1 1 0 0,0 0-1 0 0,10 4 0 0 0,-20-6 65 0 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30:34.683"/>
    </inkml:context>
    <inkml:brush xml:id="br0">
      <inkml:brushProperty name="width" value="0.05" units="cm"/>
      <inkml:brushProperty name="height" value="0.05" units="cm"/>
    </inkml:brush>
  </inkml:definitions>
  <inkml:trace contextRef="#ctx0" brushRef="#br0">9 64 1375 0 0,'-1'-4'107'0'0,"-7"-16"14593"0"0,10 5-12285 0 0,1 20-2146 0 0,-1 1 1 0 0,0-1 0 0 0,0 0 0 0 0,0 0 0 0 0,-1 1 0 0 0,0-1 0 0 0,0 1 0 0 0,0 6 0 0 0,2 4-425 0 0,-1 3 177 0 0,1 24-1 0 0,-1-9 139 0 0,-2 20-68 0 0,0-36-67 0 0,2 31-1 0 0,9 78-24 0 0,-8-80 0 0 0,-1-19 1352 0 0,-4-28-1299 0 0,-7 3-43 0 0,5-3 24 0 0,0-1 8 0 0,3 0 11 0 0,-7-35 259 0 0,3-114 816 0 0,5 115-1003 0 0,-1 20 66 0 0,0 0 0 0 0,2-1 0 0 0,3-23 0 0 0,-5 3 287 0 0,3 23-332 0 0,-1 0 0 0 0,-1 0-1 0 0,0 0 1 0 0,-2-17 0 0 0,2 23-15 0 0,0 5-84 0 0,0-1 0 0 0,-1 1-1 0 0,1-1 1 0 0,0 1-1 0 0,-1-1 1 0 0,1 1 0 0 0,-2-3 407 0 0,-4-5-263 0 0,5 9-124 0 0,7 13-122 0 0,9 16 43 0 0,-12-24 12 0 0,-1 0 0 0 0,0 0 1 0 0,0 0-1 0 0,0 0 0 0 0,0 1 0 0 0,1 7 0 0 0,2 4 0 0 0,0-1 0 0 0,9 20 0 0 0,4 13 0 0 0,-10-27 0 0 0,1 0 0 0 0,12 23 0 0 0,7 13 0 0 0,-19-31 0 0 0,-7-18 0 0 0,1 0 0 0 0,6 13 0 0 0,30 48-53 0 0,-7-25-25 0 0,-28-37 53 0 0,-2-3 14 0 0,0-1-3 0 0,0 1 1 0 0,0-1-1 0 0,1 0 1 0 0,-1-1 0 0 0,1 1-1 0 0,-1 0 1 0 0,1-1-1 0 0,3 3 1 0 0,0-1 13 0 0,1-1 0 0 0,0 1 0 0 0,-1-1 0 0 0,1-4 0 0 0,0-4 0 0 0,-6 4 0 0 0,1-1 0 0 0,-1 1 0 0 0,0-1 0 0 0,1 1 0 0 0,-1-1 0 0 0,0 0 0 0 0,0 1 1 0 0,0-1-1 0 0,-1 0 0 0 0,1 0 0 0 0,0 0 0 0 0,0 1 0 0 0,-1-1 0 0 0,0 0 0 0 0,1 0 0 0 0,-1-3 0 0 0,1-2 10 0 0,0 0 2 0 0,0 0 1 0 0,-1 0 0 0 0,1 0 0 0 0,-2 0-1 0 0,1 0 1 0 0,-3-8 0 0 0,0-20 15 0 0,-3-187 327 0 0,3 194-311 0 0,2 14-4 0 0,0-25 1 0 0,1 38-41 0 0,2-29 285 0 0,-1-1-1 0 0,-5-61 0 0 0,4 90-276 0 0,-4-14-5 0 0,2 13-116 0 0,-3 9-3769 0 0</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26.447"/>
    </inkml:context>
    <inkml:brush xml:id="br0">
      <inkml:brushProperty name="width" value="0.05" units="cm"/>
      <inkml:brushProperty name="height" value="0.05" units="cm"/>
    </inkml:brush>
  </inkml:definitions>
  <inkml:trace contextRef="#ctx0" brushRef="#br0">77 29 8751 0 0,'3'-7'794'0'0,"5"-14"17345"0"0,-7 25-20056 0 0,-2 39 2150 0 0,-1 1-1 0 0,-14 70 0 0 0,-20 33 215 0 0,25-97-387 0 0,-11 94 0 0 0,21-130-123 0 0,1-13 558 0 0,2-2-954 0 0,3-5-4 0 0,5-3-1678 0 0,0-2-3662 0 0,1-1-2211 0 0</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26.858"/>
    </inkml:context>
    <inkml:brush xml:id="br0">
      <inkml:brushProperty name="width" value="0.05" units="cm"/>
      <inkml:brushProperty name="height" value="0.05" units="cm"/>
    </inkml:brush>
  </inkml:definitions>
  <inkml:trace contextRef="#ctx0" brushRef="#br0">89 23 16471 0 0,'0'0'1251'0'0,"0"-1"-851"0"0,2-5-259 0 0,5-10 8435 0 0,-5 37-8346 0 0,-1 0 0 0 0,-1-1 0 0 0,-1 1-1 0 0,-4 29 1 0 0,-22 85-144 0 0,23-116-32 0 0,-17 63 237 0 0,-11 61-199 0 0,22-76-17 0 0,9-65-50 0 0,8-20-2861 0 0,-3 9 1340 0 0,1 1-8 0 0</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27.226"/>
    </inkml:context>
    <inkml:brush xml:id="br0">
      <inkml:brushProperty name="width" value="0.05" units="cm"/>
      <inkml:brushProperty name="height" value="0.05" units="cm"/>
    </inkml:brush>
  </inkml:definitions>
  <inkml:trace contextRef="#ctx0" brushRef="#br0">1 0 14279 0 0,'0'0'1432'0'0,"8"15"-570"0"0,13-12 1251 0 0,23 0 0 0 0,17 3-761 0 0,-43-4-697 0 0,1-1 0 0 0,34-2 0 0 0,-15 0 47 0 0,136-1 1287 0 0,-141 1-1716 0 0,35-1-157 0 0,-63 2-109 0 0,112 9 72 0 0,-116-9-67 0 0,0 0 0 0 0,0 1 0 0 0,0-1 1 0 0,-1 1-1 0 0,1-1 0 0 0,0 1 0 0 0,0-1 0 0 0,0 1 0 0 0,0-1 1 0 0,-1 1-1 0 0,1 0 0 0 0,0-1 0 0 0,-1 1 0 0 0,1 0 1 0 0,1 1-1 0 0,-2-1-16 0 0,0-1 0 0 0,1 1 1 0 0,-1-1-1 0 0,0 1 0 0 0,1-1 1 0 0,-1 1-1 0 0,1-1 0 0 0,-1 1 0 0 0,1-1 1 0 0,-1 1-1 0 0,1-1 0 0 0,-1 0 1 0 0,1 1-1 0 0,0-1 0 0 0,-1 0 0 0 0,2 1 1 0 0,-8 8-529 0 0,3-7-109 0 0,1 1 0 0 0,-1-1-1 0 0,0 0 1 0 0,1 0 0 0 0,-1 0 0 0 0,0 0 0 0 0,-5 2 0 0 0,4-2-59 0 0,-7 5-1506 0 0</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27.607"/>
    </inkml:context>
    <inkml:brush xml:id="br0">
      <inkml:brushProperty name="width" value="0.05" units="cm"/>
      <inkml:brushProperty name="height" value="0.05" units="cm"/>
    </inkml:brush>
  </inkml:definitions>
  <inkml:trace contextRef="#ctx0" brushRef="#br0">1 9 13703 0 0,'0'0'9592'0'0,"1"0"-9188"0"0,18 2 10 0 0,0-1-1 0 0,-1-1 0 0 0,38-5 1 0 0,15 0-187 0 0,246 3 459 0 0,-271 8-417 0 0,-65 4-2671 0 0,14-7 696 0 0,-3 1-572 0 0,-1 0-24 0 0</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30:37.828"/>
    </inkml:context>
    <inkml:brush xml:id="br0">
      <inkml:brushProperty name="width" value="0.05" units="cm"/>
      <inkml:brushProperty name="height" value="0.05" units="cm"/>
    </inkml:brush>
  </inkml:definitions>
  <inkml:trace contextRef="#ctx0" brushRef="#br0">2 16 455 0 0,'0'0'17246'0'0,"-2"9"-16324"0"0,3 5-549 0 0,1 0 0 0 0,3 15 0 0 0,-1-6-236 0 0,5 32 451 0 0,-2 1 0 0 0,-1 105 0 0 0,-9-134-194 0 0,2-18-227 0 0,0 1 0 0 0,1 0 0 0 0,0-1-1 0 0,2 15 1 0 0,-2-22 678 0 0,-2 4-613 0 0,0-10-202 0 0,0-1 0 0 0,0 0-1 0 0,1 0 1 0 0,0 0 0 0 0,0-1-1 0 0,0 1 1 0 0,0 0 0 0 0,1-7-1 0 0,-1 1 3 0 0,0-8-6 0 0,-1 5 33 0 0,2-22 0 0 0,-2-15-20 0 0,-1 15-14 0 0,3-129 178 0 0,-6 134 849 0 0,23 39-742 0 0,-12-6-277 0 0,-4-1-26 0 0,1 0 0 0 0,-1 0-1 0 0,0 0 1 0 0,1 0 0 0 0,-1 1-1 0 0,0-1 1 0 0,1 0 0 0 0,-1 1 0 0 0,0-1-1 0 0,0 1 1 0 0,0-1 0 0 0,1 4-1 0 0,23 41 69 0 0,-10-16-75 0 0,1 6 0 0 0,-11-24 0 0 0,0-1 0 0 0,11 17 0 0 0,3 4 0 0 0,-13-21 0 0 0,14 19 0 0 0,-15-24 0 0 0,-1 1 0 0 0,-1-1 0 0 0,6 14 0 0 0,9 14 0 0 0,14 20 0 0 0,-30-51 0 0 0,1 1 0 0 0,-1-1 0 0 0,0 0 0 0 0,1 0 0 0 0,5 5 0 0 0,0-1 0 0 0,-6-4 2 0 0,3 3 21 0 0,0 0 0 0 0,0 0 0 0 0,1-1 0 0 0,10 8 0 0 0,-11-9-12 0 0,2 5-13 0 0,3-1 8 0 0,2 2 1 0 0,-6-6 46 0 0,-5-3 75 0 0,-1-2-64 0 0,3-3 0 0 0,-1 2-11 0 0,2-3-21 0 0,-1-1 0 0 0,1 0 0 0 0,4-11 0 0 0,-7 11-9 0 0,3-13 111 0 0,-2 0 0 0 0,0 0 0 0 0,-2 0 0 0 0,0 0 0 0 0,-4-32 0 0 0,-1 11 23 0 0,2 0 1 0 0,3-45-1 0 0,1 70-148 0 0,0-9 52 0 0,1 0 0 0 0,8-31 0 0 0,-9 53-37 0 0,-1 0-1 0 0,1-1 1 0 0,-1 1 0 0 0,0 0-1 0 0,0 0 1 0 0,0 0 0 0 0,0-4-1 0 0,0-27 87 0 0,0 31 71 0 0,-2-6 0 0 0,2 4-159 0 0,1 2 20 0 0,2-2-42 0 0,-2 1-42 0 0,1-1-10 0 0,-1 3-160 0 0</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30:38.750"/>
    </inkml:context>
    <inkml:brush xml:id="br0">
      <inkml:brushProperty name="width" value="0.05" units="cm"/>
      <inkml:brushProperty name="height" value="0.05" units="cm"/>
    </inkml:brush>
  </inkml:definitions>
  <inkml:trace contextRef="#ctx0" brushRef="#br0">15 37 1375 0 0,'0'0'66'0'0,"4"-6"4256"0"0,-3 5-4052 0 0,0 1-1 0 0,0-1 0 0 0,-1 0 0 0 0,1 1 0 0 0,0-1 0 0 0,-1 0 1 0 0,1 1-1 0 0,0-1 0 0 0,-1 0 0 0 0,1 0 0 0 0,-1 0 1 0 0,0 1-1 0 0,1-1 0 0 0,-1 0 0 0 0,0 0 0 0 0,1 0 0 0 0,-1-1 1 0 0,3-5 1097 0 0,-1-1 4416 0 0,-2 9-5647 0 0,-3 25 195 0 0,2-20-285 0 0,0 1-1 0 0,0-1 0 0 0,0 11 0 0 0,1 38 187 0 0,1-41 82 0 0,-1 0 0 0 0,-4 26 0 0 0,0-5 200 0 0,0-5-76 0 0,3-23-305 0 0,-1 0-1 0 0,2 0 1 0 0,-1 1 0 0 0,1 10 0 0 0,1-4-31 0 0,0 0 0 0 0,-1 1 0 0 0,0-1 0 0 0,-4 21 0 0 0,-3 13 1110 0 0,7-47-1113 0 0,-1 9 748 0 0,-1-1-1244 0 0,2-3-4134 0 0</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47.893"/>
    </inkml:context>
    <inkml:brush xml:id="br0">
      <inkml:brushProperty name="width" value="0.05" units="cm"/>
      <inkml:brushProperty name="height" value="0.05" units="cm"/>
    </inkml:brush>
  </inkml:definitions>
  <inkml:trace contextRef="#ctx0" brushRef="#br0">1 23 13823 0 0,'1'-2'-1237'0'0,"10"-19"16749"0"0,-9 24-15437 0 0,-1 1 1 0 0,0-1-1 0 0,0 0 1 0 0,0 1 0 0 0,0 4-1 0 0,-1-6 66 0 0,-2 11 118 0 0,-3 9-62 0 0,2-10-44 0 0,0 0 0 0 0,1 0-1 0 0,0 12 1 0 0,2-13-129 0 0,2-1-24 0 0,-2-9 0 0 0,0 0 1 0 0,0 0-1 0 0,1 0 0 0 0,-1 0 0 0 0,0 0 1 0 0,0 0-1 0 0,1 0 0 0 0,-1 0 0 0 0,1 0 1 0 0,-1 0-1 0 0,1 0 0 0 0,-1-1 0 0 0,1 1 1 0 0,0 0-1 0 0,-1 0 0 0 0,1-1 0 0 0,0 1 1 0 0,-1 0-1 0 0,2 0 0 0 0,1 1 8 0 0,-2-1-7 0 0,0 0 0 0 0,1 0 0 0 0,-1 1 1 0 0,0-1-1 0 0,0 0 0 0 0,1 0 0 0 0,-1 0 0 0 0,1-1 0 0 0,-1 1 0 0 0,1 0 0 0 0,-1 0 0 0 0,1-1 0 0 0,-1 1 0 0 0,1-1 0 0 0,-1 1 0 0 0,1-1 0 0 0,0 0 0 0 0,-1 0 0 0 0,1 0 0 0 0,0 0 0 0 0,-1 0 0 0 0,1 0 0 0 0,0 0 0 0 0,2-1 0 0 0,2-1-290 0 0,-1 0 0 0 0,1 0 0 0 0,-1-1 0 0 0,0 0 0 0 0,8-5 0 0 0,5-3-1713 0 0,-15 9 1559 0 0,0 0-1 0 0,0 0 1 0 0,0-1 0 0 0,-1 1 0 0 0,1-1 0 0 0,-1 1-1 0 0,4-6 1 0 0,3-3-1238 0 0,1-1-419 0 0</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48.259"/>
    </inkml:context>
    <inkml:brush xml:id="br0">
      <inkml:brushProperty name="width" value="0.05" units="cm"/>
      <inkml:brushProperty name="height" value="0.05" units="cm"/>
    </inkml:brush>
  </inkml:definitions>
  <inkml:trace contextRef="#ctx0" brushRef="#br0">50 18 11287 0 0,'0'0'11512'0'0,"0"2"-11261"0"0,-1-1-237 0 0,1-1 1 0 0,0 1 0 0 0,0 0-1 0 0,0-1 1 0 0,0 1 0 0 0,0 0-1 0 0,0-1 1 0 0,-1 1 0 0 0,1 0-1 0 0,1-1 1 0 0,-1 1 0 0 0,0-1-1 0 0,0 1 1 0 0,0 0 0 0 0,0-1-1 0 0,0 1 1 0 0,1 0-1 0 0,-1-1 1 0 0,0 1 0 0 0,0-1-1 0 0,1 1 1 0 0,-1 0 0 0 0,0-1-1 0 0,1 1 1 0 0,-1-1 0 0 0,1 1-1 0 0,-1-1 1 0 0,1 0 0 0 0,-1 1-1 0 0,1-1 1 0 0,-1 1 0 0 0,1-1-1 0 0,-1 0 1 0 0,1 1-1 0 0,-1-1 1 0 0,1 0 0 0 0,0 0-1 0 0,-1 1 1 0 0,1-1 0 0 0,0 0-1 0 0,0 0 1 0 0,1 0 44 0 0,-1 0-11 0 0,-1 1-1 0 0,1-1 1 0 0,0 0-1 0 0,-1 0 1 0 0,1-1-1 0 0,0 1 0 0 0,-1 0 1 0 0,1 0-1 0 0,0 0 1 0 0,-1 0-1 0 0,1 0 0 0 0,0-1 1 0 0,-1 1-1 0 0,1 0 1 0 0,-1-1-1 0 0,1 1 1 0 0,-1 0-1 0 0,1-1 0 0 0,0 1 1 0 0,-1-1-1 0 0,1 1 1 0 0,-1-1-1 0 0,0 1 0 0 0,1-1 1 0 0,-1 1-1 0 0,1-1 1 0 0,-1 0-1 0 0,0 1 1 0 0,1-1-1 0 0,-1 1 0 0 0,0-1 1 0 0,0 0-1 0 0,0 1 1 0 0,1-1-1 0 0,-1 0 0 0 0,0 1 1 0 0,0-1-1 0 0,0 0 1 0 0,0 1-1 0 0,0-1 1 0 0,0 0-1 0 0,0 1 0 0 0,0-1 1 0 0,-1 0-1 0 0,1 1 1 0 0,0-1-1 0 0,-1 0 0 0 0,1-1 328 0 0,-15-6 655 0 0,6 1-692 0 0,7 6-246 0 0,0 1 0 0 0,1 0 0 0 0,-1-1 0 0 0,0 1 0 0 0,0 0 0 0 0,1 0 0 0 0,-1 0 0 0 0,0 0 0 0 0,-2 0 0 0 0,-12 4 97 0 0,13-1-209 0 0,2-1 22 0 0,0-1-87 0 0,0 0 0 0 0,-1 1 1 0 0,1-1-1 0 0,0 0 0 0 0,0 1 1 0 0,0-1-1 0 0,0 1 0 0 0,0-1 1 0 0,0 1-1 0 0,-1 2 0 0 0,-1 8-4381 0 0</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49.245"/>
    </inkml:context>
    <inkml:brush xml:id="br0">
      <inkml:brushProperty name="width" value="0.05" units="cm"/>
      <inkml:brushProperty name="height" value="0.05" units="cm"/>
    </inkml:brush>
  </inkml:definitions>
  <inkml:trace contextRef="#ctx0" brushRef="#br0">51 15 3679 0 0,'-9'1'-42'0'0,"-33"1"21446"0"0,74-7-18424 0 0,11-2-3154 0 0,-42 7 185 0 0,21-3 141 0 0,-1 2 0 0 0,0 0 1 0 0,0 1-1 0 0,30 4 0 0 0,-42-3-2388 0 0</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49.612"/>
    </inkml:context>
    <inkml:brush xml:id="br0">
      <inkml:brushProperty name="width" value="0.05" units="cm"/>
      <inkml:brushProperty name="height" value="0.05" units="cm"/>
    </inkml:brush>
  </inkml:definitions>
  <inkml:trace contextRef="#ctx0" brushRef="#br0">1 9 6911 0 0,'0'0'13692'0'0,"1"1"-12872"0"0,4 2-503 0 0,-1 0 1 0 0,1-1-1 0 0,0 0 0 0 0,0 1 1 0 0,0-2-1 0 0,0 1 0 0 0,0-1 1 0 0,1 1-1 0 0,-1-1 0 0 0,0-1 1 0 0,0 1-1 0 0,1-1 0 0 0,-1 0 0 0 0,7-1 1 0 0,12-1 839 0 0,43-10 1 0 0,-58 10-961 0 0,76-12 736 0 0,-76 14-1385 0 0</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37.282"/>
    </inkml:context>
    <inkml:brush xml:id="br0">
      <inkml:brushProperty name="width" value="0.05" units="cm"/>
      <inkml:brushProperty name="height" value="0.05" units="cm"/>
    </inkml:brush>
  </inkml:definitions>
  <inkml:trace contextRef="#ctx0" brushRef="#br0">46 1 19695 0 0,'0'0'7101'0'0,"0"1"-6554"0"0,-1 7-340 0 0,0-1 0 0 0,-1 0 0 0 0,0 1 0 0 0,0-1-1 0 0,0 0 1 0 0,-5 9 0 0 0,-4 11-23 0 0,8-20-142 0 0,2-2-11 0 0,-1-1 1 0 0,1 1-1 0 0,-1 0 0 0 0,1 0 0 0 0,0 7 0 0 0,-5 8 103 0 0,7 6 55 0 0,-2-25-173 0 0,0 3-13 0 0,7 10-6 0 0,-4-9 3 0 0,-1-3 0 0 0,-1 0 0 0 0,1-1 0 0 0,0 1 0 0 0,0 0 0 0 0,0-1 0 0 0,0 1 0 0 0,0-1 0 0 0,0 1 0 0 0,0-1 0 0 0,1 1 0 0 0,-1-1 0 0 0,0 0 0 0 0,1 0 0 0 0,-1 1 0 0 0,1-1 0 0 0,0 0 0 0 0,-1-1 0 0 0,1 1 0 0 0,0 0 0 0 0,-1 0 0 0 0,1-1 0 0 0,0 1 0 0 0,0-1 0 0 0,0 1 0 0 0,-1-1 0 0 0,1 0 0 0 0,3 0 0 0 0,0 1-138 0 0,0-1 1 0 0,-1 0-1 0 0,1 0 1 0 0,0 0-1 0 0,0 0 0 0 0,0-1 1 0 0,0 0-1 0 0,-1 0 0 0 0,1-1 1 0 0,0 1-1 0 0,-1-1 1 0 0,1 0-1 0 0,3-2 0 0 0,30-21-6071 0 0,-34 21 4121 0 0,1 0 1 0 0,-2 0-1 0 0,1 0 1 0 0,0 0-1 0 0,-1-1 1 0 0,3-4-1 0 0,2-5-3251 0 0</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37.628"/>
    </inkml:context>
    <inkml:brush xml:id="br0">
      <inkml:brushProperty name="width" value="0.05" units="cm"/>
      <inkml:brushProperty name="height" value="0.05" units="cm"/>
    </inkml:brush>
  </inkml:definitions>
  <inkml:trace contextRef="#ctx0" brushRef="#br0">76 43 6911 0 0,'-17'-9'17486'0'0,"17"9"-17302"0"0,6-7-415 0 0,-5 7 282 0 0,-1-1 0 0 0,1 1-1 0 0,-1 0 1 0 0,0 0 0 0 0,1 0 0 0 0,-1-1 0 0 0,0 1 0 0 0,1 0-1 0 0,-1-1 1 0 0,0 1 0 0 0,0 0 0 0 0,1-1 0 0 0,-1 1 0 0 0,0 0 0 0 0,0-1-1 0 0,0 1 1 0 0,1 0 0 0 0,-1-1 0 0 0,0 1 0 0 0,0-1 0 0 0,0 1 0 0 0,0 0-1 0 0,0-1 1 0 0,0 1 0 0 0,0-1 0 0 0,0 1 0 0 0,0-1 0 0 0,0 1 0 0 0,0 0-1 0 0,0-1 1 0 0,0 1 0 0 0,0-1 0 0 0,0 1 0 0 0,0 0 0 0 0,-1-1 0 0 0,1 0 7 0 0,0 0 0 0 0,0 1 1 0 0,0-1-1 0 0,0 0 0 0 0,-1 1 0 0 0,1-1 1 0 0,0 1-1 0 0,0-1 0 0 0,-1 1 1 0 0,1-1-1 0 0,0 0 0 0 0,-1 1 0 0 0,1-1 1 0 0,0 1-1 0 0,-1 0 0 0 0,1-1 1 0 0,-1 1-1 0 0,1-1 0 0 0,-1 1 0 0 0,1-1 1 0 0,-1 1-1 0 0,1 0 0 0 0,-1 0 1 0 0,1-1-1 0 0,-1 1 0 0 0,0 0 0 0 0,1 0 1 0 0,-2-1-1 0 0,-2 1 68 0 0,-1 0 0 0 0,1 0 0 0 0,-1 1 0 0 0,1 0 0 0 0,-1-1 0 0 0,1 1 0 0 0,-9 4 0 0 0,12-5-166 0 0,0 0 0 0 0,1 0-1 0 0,-1 1 1 0 0,0-1 0 0 0,1 0 0 0 0,-1 1 0 0 0,0-1 0 0 0,0 1-1 0 0,1-1 1 0 0,-1 1 0 0 0,1-1 0 0 0,-1 1 0 0 0,0-1-1 0 0,1 1 1 0 0,-1 0 0 0 0,1-1 0 0 0,0 1 0 0 0,-1 0-1 0 0,1-1 1 0 0,-1 1 0 0 0,1 1 0 0 0,0-1-57 0 0,0-1 0 0 0,0 0 0 0 0,0 1 0 0 0,0-1 0 0 0,0 1 0 0 0,1-1 0 0 0,-1 0-1 0 0,0 1 1 0 0,0-1 0 0 0,1 1 0 0 0,-1-1 0 0 0,0 0 0 0 0,1 1 0 0 0,-1-1 0 0 0,0 0 0 0 0,1 0 0 0 0,-1 1 0 0 0,1-1 0 0 0,0 1-260 0 0,8 7-2054 0 0</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37.994"/>
    </inkml:context>
    <inkml:brush xml:id="br0">
      <inkml:brushProperty name="width" value="0.05" units="cm"/>
      <inkml:brushProperty name="height" value="0.05" units="cm"/>
    </inkml:brush>
  </inkml:definitions>
  <inkml:trace contextRef="#ctx0" brushRef="#br0">0 1 3223 0 0,'0'0'18263'0'0,"2"0"-17705"0"0,201 8 3373 0 0,-177-4-6175 0 0,-17-2 1200 0 0</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38.313"/>
    </inkml:context>
    <inkml:brush xml:id="br0">
      <inkml:brushProperty name="width" value="0.05" units="cm"/>
      <inkml:brushProperty name="height" value="0.05" units="cm"/>
    </inkml:brush>
  </inkml:definitions>
  <inkml:trace contextRef="#ctx0" brushRef="#br0">1 0 13359 0 0,'0'0'1210'0'0,"2"1"-852"0"0,73 2 5897 0 0,-29-2-4239 0 0,18 5 381 0 0,43 1-597 0 0,-98-7-3580 0 0</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39.282"/>
    </inkml:context>
    <inkml:brush xml:id="br0">
      <inkml:brushProperty name="width" value="0.05" units="cm"/>
      <inkml:brushProperty name="height" value="0.05" units="cm"/>
    </inkml:brush>
  </inkml:definitions>
  <inkml:trace contextRef="#ctx0" brushRef="#br0">16 28 12207 0 0,'0'0'274'0'0,"-16"-5"9972"0"0,19 4-9823 0 0,9-1-136 0 0,0 1 0 0 0,0 0 0 0 0,0 0 0 0 0,15 2 0 0 0,-12 0-49 0 0,0-1 0 0 0,24-3 0 0 0,20-3 122 0 0,-14 3 156 0 0,99-4 761 0 0,-101 14-2333 0 0,-45 11-3518 0 0</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39.658"/>
    </inkml:context>
    <inkml:brush xml:id="br0">
      <inkml:brushProperty name="width" value="0.05" units="cm"/>
      <inkml:brushProperty name="height" value="0.05" units="cm"/>
    </inkml:brush>
  </inkml:definitions>
  <inkml:trace contextRef="#ctx0" brushRef="#br0">13 1 15087 0 0,'0'0'3654'0'0,"13"10"-786"0"0,-12-8-2722 0 0,0-1 0 0 0,1 1 1 0 0,-1-1-1 0 0,-1 0 0 0 0,1 1 1 0 0,0 0-1 0 0,0-1 1 0 0,0 1-1 0 0,-1-1 0 0 0,1 1 1 0 0,-1 0-1 0 0,0 0 1 0 0,1-1-1 0 0,-1 3 0 0 0,4 13 257 0 0,0-4-193 0 0,0-1-1 0 0,-1 1 1 0 0,-1 1 0 0 0,1 24-1 0 0,-3-23-117 0 0,-1-1 0 0 0,0 0 0 0 0,-1 0 0 0 0,-7 27 0 0 0,0-3 136 0 0,5-23-121 0 0,0 0-1 0 0,-9 22 1 0 0,12-36 781 0 0,2-1-866 0 0,-1 0-1 0 0,0 1 1 0 0,0-1-1 0 0,0 0 1 0 0,0 0-1 0 0,0 0 1 0 0,0 1-1 0 0,0-1 1 0 0,0 0 0 0 0,0 0-1 0 0,0 0 1 0 0,0 1-1 0 0,0-1 1 0 0,0 0-1 0 0,0 0 1 0 0,0 0-1 0 0,0 1 1 0 0,0-1-1 0 0,0 0 1 0 0,0 0 0 0 0,-1 0-1 0 0,1 0 1 0 0,0 1-1 0 0,0-1 1 0 0,0 0-1 0 0,0 0 1 0 0,0 0-1 0 0,0 0 1 0 0,-1 1-1 0 0,1-1 1 0 0,0 0 0 0 0,0 0-1 0 0,0 0 1 0 0,0 0-1 0 0,-1 0 1 0 0,1 0-1 0 0,0 0 1 0 0,0 0-1 0 0,0 1 1 0 0,0-1-1 0 0,-1 0 1 0 0,1 0-1 0 0,0 0 1 0 0,-1 0 0 0 0,-6-5-860 0 0,5 4-143 0 0</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41.744"/>
    </inkml:context>
    <inkml:brush xml:id="br0">
      <inkml:brushProperty name="width" value="0.05" units="cm"/>
      <inkml:brushProperty name="height" value="0.05" units="cm"/>
    </inkml:brush>
  </inkml:definitions>
  <inkml:trace contextRef="#ctx0" brushRef="#br0">65 29 6791 0 0,'0'0'18136'0'0,"4"0"-17920"0"0,9-3-35 0 0,-10 3-18 0 0,8-4 153 0 0,22-3 102 0 0,0 1 1 0 0,60-2-1 0 0,-88 8-407 0 0,1 0 1 0 0,-1 0 0 0 0,1 1-1 0 0,-1 0 1 0 0,1 0-1 0 0,-1 0 1 0 0,0 1 0 0 0,1 0-1 0 0,-1 0 1 0 0,0 0-1 0 0,0 0 1 0 0,0 1-1 0 0,0 0 1 0 0,4 4 0 0 0,-1 0-10 0 0,-1 0 1 0 0,0 1-1 0 0,0 0 1 0 0,-1 0 0 0 0,0 0-1 0 0,6 15 1 0 0,-7-15 14 0 0,-1 1 1 0 0,0-1 0 0 0,-1 1 0 0 0,0 0-1 0 0,0 0 1 0 0,2 15 0 0 0,-5-18-18 0 0,1 0 0 0 0,-1 0 1 0 0,0 0-1 0 0,0 0 0 0 0,0 0 1 0 0,-1 0-1 0 0,0 0 0 0 0,0 0 1 0 0,0-1-1 0 0,-1 1 0 0 0,-4 8 1 0 0,1-3 19 0 0,2-4 60 0 0,0-1 0 0 0,-1 1 1 0 0,1-1-1 0 0,-1 0 0 0 0,-1 0 0 0 0,-7 7 0 0 0,0 0 365 0 0,-1-1 0 0 0,-18 13-1 0 0,27-22-346 0 0,-1 0-1 0 0,0 0 1 0 0,1-1-1 0 0,-1 1 1 0 0,0-1-1 0 0,0 0 1 0 0,0-1-1 0 0,0 1 1 0 0,0-1-1 0 0,-1 0 1 0 0,-9 0-1 0 0,-24 0 408 0 0,20 0-227 0 0,-33-2 0 0 0,26-1-165 0 0,20 2-94 0 0,-1 0 1 0 0,1-1 0 0 0,0 1-1 0 0,0-1 1 0 0,-1-1-1 0 0,1 1 1 0 0,-7-4 0 0 0,1 0 24 0 0,8 4-25 0 0,0 0-1 0 0,0-1 1 0 0,1 0-1 0 0,-1 0 1 0 0,-4-3 0 0 0,8 5-78 0 0,-7-10-467 0 0,3 4-1725 0 0</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43.817"/>
    </inkml:context>
    <inkml:brush xml:id="br0">
      <inkml:brushProperty name="width" value="0.05" units="cm"/>
      <inkml:brushProperty name="height" value="0.05" units="cm"/>
    </inkml:brush>
  </inkml:definitions>
  <inkml:trace contextRef="#ctx0" brushRef="#br0">7 38 15199 0 0,'-6'-37'10649'0'0,"8"41"-12152"0"0,4 12-10475 0 0,-3-9 9645 0 0,1 5-2526 0 0</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44.184"/>
    </inkml:context>
    <inkml:brush xml:id="br0">
      <inkml:brushProperty name="width" value="0.05" units="cm"/>
      <inkml:brushProperty name="height" value="0.05" units="cm"/>
    </inkml:brush>
  </inkml:definitions>
  <inkml:trace contextRef="#ctx0" brushRef="#br0">213 5 13935 0 0,'0'0'675'0'0,"6"-5"4234"0"0,-5 8-4668 0 0,1-1 0 0 0,0 0 0 0 0,-1 1 0 0 0,1-1 0 0 0,-1 1 0 0 0,0-1 0 0 0,0 1 0 0 0,0 0 0 0 0,0-1 0 0 0,-1 1 0 0 0,1 0 0 0 0,-1 0 0 0 0,1 0 0 0 0,-1-1 0 0 0,0 1 0 0 0,0 0 0 0 0,0 0 0 0 0,-1 0 0 0 0,1-1 0 0 0,-2 7 0 0 0,-2 5-63 0 0,0 0 1 0 0,-12 25-1 0 0,12-31 206 0 0,0 0-251 0 0,0-1 0 0 0,0 1-1 0 0,-8 8 1 0 0,-8 13 236 0 0,12-17-217 0 0,0 0-1 0 0,-1-1 1 0 0,0 0 0 0 0,-1 0-1 0 0,0-1 1 0 0,-21 16-1 0 0,1-1-4 0 0,26-20-977 0 0,-1-1 1 0 0,0 0-1 0 0,-1-1 0 0 0,1 0 1 0 0,-1 1-1 0 0,-6 2 0 0 0</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45.171"/>
    </inkml:context>
    <inkml:brush xml:id="br0">
      <inkml:brushProperty name="width" value="0.05" units="cm"/>
      <inkml:brushProperty name="height" value="0.05" units="cm"/>
    </inkml:brush>
  </inkml:definitions>
  <inkml:trace contextRef="#ctx0" brushRef="#br0">1 97 455 0 0,'5'-21'1428'0'0,"6"-8"9136"0"0,-5 15-8115 0 0,1-5 18 0 0,-3 6 6428 0 0,3 19-8434 0 0,-5-4-415 0 0,-1 0 1 0 0,1 1-1 0 0,-1-1 0 0 0,0 1 1 0 0,1 0-1 0 0,-1-1 0 0 0,0 1 1 0 0,-1 0-1 0 0,2 4 0 0 0,2 29 65 0 0,-3-24-37 0 0,2 36 132 0 0,-7 79-1 0 0,1-76-136 0 0,-7 62 475 0 0,10-59-96 0 0,0-53-256 0 0,-1-2-404 0 0,1 0 1 0 0,-1 0-1 0 0,1 0 0 0 0,-1 0 1 0 0,1 0-1 0 0,-1 0 0 0 0,1 0 1 0 0,0 0-1 0 0,-1 0 0 0 0,1-1 1 0 0,0 1-1 0 0,0 0 0 0 0,0-2 1 0 0,0 3 325 0 0,0-3-1102 0 0,-1-1 0 0 0,1 1 1 0 0,1 0-1 0 0,-1 0 0 0 0,0 0 0 0 0,1-1 1 0 0,-1 1-1 0 0,1 0 0 0 0,0 0 0 0 0,2-4 1 0 0,5-2-2467 0 0</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45.537"/>
    </inkml:context>
    <inkml:brush xml:id="br0">
      <inkml:brushProperty name="width" value="0.05" units="cm"/>
      <inkml:brushProperty name="height" value="0.05" units="cm"/>
    </inkml:brush>
  </inkml:definitions>
  <inkml:trace contextRef="#ctx0" brushRef="#br0">1 0 11519 0 0,'0'0'14144'0'0,"1"3"-13800"0"0,3 27 536 0 0,1 39 0 0 0,-5 31-204 0 0,-5 38-232 0 0,9-38-172 0 0,-6-73 11 0 0,0 20-2829 0 0</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45.904"/>
    </inkml:context>
    <inkml:brush xml:id="br0">
      <inkml:brushProperty name="width" value="0.05" units="cm"/>
      <inkml:brushProperty name="height" value="0.05" units="cm"/>
    </inkml:brush>
  </inkml:definitions>
  <inkml:trace contextRef="#ctx0" brushRef="#br0">1 33 919 0 0,'0'0'491'0'0,"7"-6"4698"0"0,-5 5-3996 0 0,0-1 0 0 0,0 0 0 0 0,1 1-1 0 0,-1 0 1 0 0,0-1 0 0 0,5 0 0 0 0,16-3 2841 0 0,-10 4-3114 0 0,24 2 1 0 0,-13 0 373 0 0,227-5 3216 0 0,-135-3-3355 0 0,-96 7-949 0 0,-8-1-106 0 0,1 1 1 0 0,-1 1 0 0 0,25 4-1 0 0,-36-5-148 0 0</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46.238"/>
    </inkml:context>
    <inkml:brush xml:id="br0">
      <inkml:brushProperty name="width" value="0.05" units="cm"/>
      <inkml:brushProperty name="height" value="0.05" units="cm"/>
    </inkml:brush>
  </inkml:definitions>
  <inkml:trace contextRef="#ctx0" brushRef="#br0">0 42 5983 0 0,'2'0'10050'0'0,"94"-14"-4367"0"0,110-9-1912 0 0,-168 21-3408 0 0,-18 0-151 0 0,1 1 0 0 0,0 1 0 0 0,30 4 0 0 0,-33-3-35 0 0,-16-1-425 0 0,0 0 1 0 0,0 0-1 0 0,0 0 0 0 0,0 0 1 0 0,0 0-1 0 0,0 0 1 0 0,0 1-1 0 0,0-1 0 0 0,0 1 1 0 0,2 1-1 0 0</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29.470"/>
    </inkml:context>
    <inkml:brush xml:id="br0">
      <inkml:brushProperty name="width" value="0.05" units="cm"/>
      <inkml:brushProperty name="height" value="0.05" units="cm"/>
    </inkml:brush>
  </inkml:definitions>
  <inkml:trace contextRef="#ctx0" brushRef="#br0">24 0 15087 0 0,'0'0'11384'0'0,"-4"15"-10436"0"0,-2 3-224 0 0,4-14-634 0 0,1-1-1 0 0,0 1 0 0 0,0-1 0 0 0,0 1 1 0 0,-1 4-1 0 0,0 10 25 0 0,1-13-55 0 0,0-1-1 0 0,0 1 0 0 0,1 0 1 0 0,0 0-1 0 0,0 0 1 0 0,0 0-1 0 0,1 6 1 0 0,0-8-45 0 0,0 0 1 0 0,0-1 0 0 0,0 1 0 0 0,1 0 0 0 0,-1-1 0 0 0,1 0 0 0 0,-1 1 0 0 0,1-1-1 0 0,0 0 1 0 0,0 0 0 0 0,0 0 0 0 0,0 0 0 0 0,0 0 0 0 0,0 0 0 0 0,1 0-1 0 0,-1-1 1 0 0,1 1 0 0 0,2 0 0 0 0,26 10-15 0 0,-29-12-24 0 0,-1 1 0 0 0,1 0 0 0 0,0-1 0 0 0,-1 1 0 0 0,1-1 0 0 0,0 0 0 0 0,-1 1 0 0 0,1-1 0 0 0,0 0 0 0 0,-1 0 0 0 0,1 0 0 0 0,0 0 0 0 0,0-1 0 0 0,-1 1 0 0 0,1 0 0 0 0,3-2 0 0 0,1 0-311 0 0,0 1-399 0 0,1-1 1 0 0,0-1-1 0 0,-1 1 0 0 0,0-1 0 0 0,1 0 0 0 0,-1 0 0 0 0,8-7 0 0 0,0 2-1765 0 0,-2-1 484 0 0</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29.822"/>
    </inkml:context>
    <inkml:brush xml:id="br0">
      <inkml:brushProperty name="width" value="0.05" units="cm"/>
      <inkml:brushProperty name="height" value="0.05" units="cm"/>
    </inkml:brush>
  </inkml:definitions>
  <inkml:trace contextRef="#ctx0" brushRef="#br0">71 7 5983 0 0,'-11'4'12558'0'0,"8"-2"-11296"0"0,3-1-1200 0 0,0 0 1 0 0,0 0-1 0 0,0 0 0 0 0,0 0 0 0 0,0-1 0 0 0,0 1 0 0 0,0 0 1 0 0,0 0-1 0 0,0 0 0 0 0,1 0 0 0 0,-1-1 0 0 0,0 1 0 0 0,1 0 0 0 0,-1 0 1 0 0,0-1-1 0 0,1 1 0 0 0,-1 0 0 0 0,1 0 0 0 0,-1-1 0 0 0,1 1 1 0 0,0-1-1 0 0,-1 1 0 0 0,1 0 0 0 0,0-1 0 0 0,-1 1 0 0 0,1-1 1 0 0,0 0-1 0 0,-1 1 0 0 0,1-1 0 0 0,1 1 0 0 0,0 0 93 0 0,0 0-1 0 0,0-1 0 0 0,1 1 1 0 0,-1-1-1 0 0,0 1 1 0 0,0-1-1 0 0,0 0 1 0 0,0 0-1 0 0,0 0 0 0 0,1 0 1 0 0,1 0-1 0 0,-2 0 230 0 0,0-2-164 0 0,1 1-1 0 0,-1 0 0 0 0,1 0 1 0 0,-1 0-1 0 0,1 0 1 0 0,5-1-1 0 0,-8 1-106 0 0,0 0-1 0 0,0 0 0 0 0,0 0 1 0 0,-1 0-1 0 0,1 0 1 0 0,0-1-1 0 0,-1 1 0 0 0,1 0 1 0 0,0 0-1 0 0,-1 1 1 0 0,0-1-1 0 0,1 0 1 0 0,-1 0-1 0 0,1 0 0 0 0,-2-1 1 0 0,-1 0-70 0 0,0 0-1 0 0,-1 1 1 0 0,1-1 0 0 0,0 1 0 0 0,0 0 0 0 0,-1 0 0 0 0,1 0 0 0 0,-1 0-1 0 0,1 1 1 0 0,-1 0 0 0 0,1-1 0 0 0,-1 1 0 0 0,1 0 0 0 0,-1 1 0 0 0,1-1-1 0 0,-1 1 1 0 0,1-1 0 0 0,-1 1 0 0 0,1 0 0 0 0,0 0 0 0 0,-1 1 0 0 0,1-1-1 0 0,0 0 1 0 0,0 1 0 0 0,0 0 0 0 0,0 0 0 0 0,-5 4 0 0 0,-9 9-2982 0 0</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30.424"/>
    </inkml:context>
    <inkml:brush xml:id="br0">
      <inkml:brushProperty name="width" value="0.05" units="cm"/>
      <inkml:brushProperty name="height" value="0.05" units="cm"/>
    </inkml:brush>
  </inkml:definitions>
  <inkml:trace contextRef="#ctx0" brushRef="#br0">0 1 13791 0 0,'0'0'12463'0'0,"2"1"-12302"0"0,4 1-11 0 0,0 1 1 0 0,-1-1-1 0 0,1 0 0 0 0,0-1 1 0 0,0 0-1 0 0,9 1 0 0 0,17 1 281 0 0,-15-1-62 0 0,26-1-1 0 0,-19-2-186 0 0,0 1-1 0 0,0 1 1 0 0,39 7 0 0 0,-56-8 133 0 0</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30.775"/>
    </inkml:context>
    <inkml:brush xml:id="br0">
      <inkml:brushProperty name="width" value="0.05" units="cm"/>
      <inkml:brushProperty name="height" value="0.05" units="cm"/>
    </inkml:brush>
  </inkml:definitions>
  <inkml:trace contextRef="#ctx0" brushRef="#br0">1 11 13303 0 0,'0'0'5571'0'0,"2"0"-4178"0"0,37-5 1661 0 0,-28 3-2471 0 0,0 0 1 0 0,13 0-1 0 0,20 3 145 0 0,41-1-72 0 0,-80-1-634 0 0,1 1 0 0 0,-1 0 0 0 0,1 1 0 0 0,-1 0 0 0 0,6 1 0 0 0,21 3-71 0 0,-29-5 174 0 0,0 11-3885 0 0</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31.968"/>
    </inkml:context>
    <inkml:brush xml:id="br0">
      <inkml:brushProperty name="width" value="0.05" units="cm"/>
      <inkml:brushProperty name="height" value="0.05" units="cm"/>
    </inkml:brush>
  </inkml:definitions>
  <inkml:trace contextRef="#ctx0" brushRef="#br0">42 125 8751 0 0,'0'0'794'0'0,"-1"-3"-652"0"0,-3-9 73 0 0,3 9 2202 0 0,2 2-2195 0 0,0 1 1 0 0,-1-1-1 0 0,1 0 0 0 0,0 0 0 0 0,-1 0 0 0 0,1 0 0 0 0,-1 0 1 0 0,1 1-1 0 0,-1-1 0 0 0,0 0 0 0 0,1 0 0 0 0,-1 0 0 0 0,0 0 0 0 0,0-2 1 0 0,1 1 151 0 0,2-5-14 0 0,0 1 1 0 0,1 0-1 0 0,0 0 0 0 0,0 0 0 0 0,0 1 1 0 0,0 0-1 0 0,1-1 0 0 0,0 2 1 0 0,0-1-1 0 0,1 0 0 0 0,-1 1 0 0 0,1 0 1 0 0,0 0-1 0 0,0 1 0 0 0,0 0 1 0 0,1 0-1 0 0,10-4 0 0 0,-15 7 35 0 0,22 3 658 0 0,-20-2-971 0 0,-1 0 0 0 0,0 0 0 0 0,0 0 0 0 0,0 0 0 0 0,0 1 0 0 0,0-1 1 0 0,0 1-1 0 0,-1 0 0 0 0,1 0 0 0 0,0 0 0 0 0,-1 0 0 0 0,0 0 0 0 0,1 1 0 0 0,-1-1 0 0 0,0 0 0 0 0,0 1 0 0 0,0 0 0 0 0,-1 0 0 0 0,1-1 0 0 0,-1 1 0 0 0,1 0 0 0 0,-1 0 1 0 0,1 4-1 0 0,1 2-104 0 0,-1 0 1 0 0,0 0 0 0 0,0 0 0 0 0,-1 0 0 0 0,0 0 0 0 0,-1 18-1 0 0,-1-15 25 0 0,-1 0-1 0 0,0 1 1 0 0,-1-1-1 0 0,0 0 1 0 0,-1-1-1 0 0,-1 1 0 0 0,1-1 1 0 0,-8 12-1 0 0,-8 11 340 0 0,-28 37-1 0 0,27-41-128 0 0,15-22-156 0 0,0 1 0 0 0,-1-1 1 0 0,0 0-1 0 0,0-1 0 0 0,0 0 1 0 0,-1 0-1 0 0,0-1 0 0 0,0 1 1 0 0,-13 6-1 0 0,13-10 34 0 0,7-3-84 0 0,1 1 0 0 0,-1-1 1 0 0,1 0-1 0 0,-1 0 0 0 0,0 1 1 0 0,1-1-1 0 0,-1 0 0 0 0,0 0 1 0 0,0 0-1 0 0,1 0 0 0 0,-1 0 1 0 0,0 0-1 0 0,1 0 0 0 0,-1 0 1 0 0,0 0-1 0 0,0 0 0 0 0,1 0 1 0 0,-1 0-1 0 0,0-1 0 0 0,0 1 1 0 0,0-1 1 0 0,1 1 1 0 0,0 0 0 0 0,-1-1 0 0 0,1 1 0 0 0,0-1 0 0 0,-1 1 0 0 0,1-1-1 0 0,0 1 1 0 0,0-1 0 0 0,-1 1 0 0 0,1-1 0 0 0,0 1 0 0 0,0-1-1 0 0,0 1 1 0 0,0-1 0 0 0,0 1 0 0 0,0-1 0 0 0,0 0 0 0 0,0 0 0 0 0,0-2 7 0 0,0 1 0 0 0,0-1 1 0 0,1 0-1 0 0,0 1 0 0 0,-1-1 0 0 0,1 1 1 0 0,0-1-1 0 0,2-3 0 0 0,1 1-17 0 0,1-1 0 0 0,0 1-1 0 0,0 0 1 0 0,0 0-1 0 0,1 0 1 0 0,0 1 0 0 0,0 0-1 0 0,0 0 1 0 0,10-5-1 0 0,-15 9 0 0 0,-1-1-1 0 0,1 1 0 0 0,0 0 0 0 0,0 0 0 0 0,0-1 1 0 0,0 1-1 0 0,0 0 0 0 0,0 0 0 0 0,0 0 0 0 0,-1 0 1 0 0,1 0-1 0 0,0 0 0 0 0,0 0 0 0 0,0 1 0 0 0,0-1 1 0 0,0 0-1 0 0,0 0 0 0 0,0 1 0 0 0,-1-1 0 0 0,1 0 1 0 0,0 1-1 0 0,0-1 0 0 0,-1 1 0 0 0,1-1 0 0 0,0 1 1 0 0,0 0-1 0 0,0 0 0 0 0,11 7 23 0 0,-8-6-136 0 0,-1 1 77 0 0,7 10-97 0 0,-4-6 60 0 0,6 15 56 0 0,-9-17 23 0 0,0 1-1 0 0,0-1 1 0 0,0 0-1 0 0,8 9 1 0 0,-4-6-4 0 0,4 3 0 0 0,-6-11 0 0 0,-2 0 0 0 0,3 2 72 0 0,0-1-1 0 0,0 0 1 0 0,0-1 0 0 0,0 1 0 0 0,1-1-1 0 0,-1 0 1 0 0,0 0 0 0 0,11-3-1 0 0,39-2 844 0 0,-53 4-887 0 0,-2 1-23 0 0,0 0 0 0 0,0 0 0 0 0,0 0 0 0 0,0 0 0 0 0,0-1 0 0 0,0 1 0 0 0,-1 0 0 0 0,1-1 0 0 0,0 1 0 0 0,0-1 0 0 0,0 1 0 0 0,-1-1 0 0 0,1 1 0 0 0,0-1 0 0 0,0 0 0 0 0,-1 1 0 0 0,1-1 0 0 0,-1 0 0 0 0,2-1 0 0 0,21-17-4606 0 0,-14 10 2970 0 0</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32.497"/>
    </inkml:context>
    <inkml:brush xml:id="br0">
      <inkml:brushProperty name="width" value="0.05" units="cm"/>
      <inkml:brushProperty name="height" value="0.05" units="cm"/>
    </inkml:brush>
  </inkml:definitions>
  <inkml:trace contextRef="#ctx0" brushRef="#br0">292 50 11743 0 0,'0'0'1068'0'0,"-6"-16"3226"0"0,2 12-3671 0 0,-1 1 1 0 0,1 0 0 0 0,-1 0 0 0 0,1 0 0 0 0,-1 0-1 0 0,0 1 1 0 0,0 0 0 0 0,0 0 0 0 0,0 0-1 0 0,0 1 1 0 0,-1 0 0 0 0,-9-2 0 0 0,7 3-412 0 0,1-1 0 0 0,0 1 0 0 0,-1 0 0 0 0,1 1 0 0 0,0-1 1 0 0,-1 2-1 0 0,1-1 0 0 0,0 1 0 0 0,-7 2 0 0 0,5 0-190 0 0,2-1 0 0 0,-1 1-1 0 0,0 0 1 0 0,1 1 0 0 0,0 0-1 0 0,0 0 1 0 0,0 1 0 0 0,1 0 0 0 0,-1 0-1 0 0,2 0 1 0 0,-1 1 0 0 0,1-1-1 0 0,0 1 1 0 0,0 1 0 0 0,0-1 0 0 0,1 1-1 0 0,1 0 1 0 0,-1 0 0 0 0,1 0-1 0 0,-2 9 1 0 0,2-5-27 0 0,1 0-1 0 0,0 0 1 0 0,1 1 0 0 0,0-1-1 0 0,1 0 1 0 0,0 1 0 0 0,1-1-1 0 0,1 0 1 0 0,4 22 0 0 0,-4-25 4 0 0,0 0 0 0 0,1-1 0 0 0,0 1 0 0 0,0 0 0 0 0,1-1 0 0 0,0 0 0 0 0,0 0 0 0 0,1 0 0 0 0,0 0 0 0 0,8 8 0 0 0,-5-8-18 0 0,1 0 0 0 0,0 0-1 0 0,0-1 1 0 0,17 10 0 0 0,-19-13 8 0 0,0-1 1 0 0,0 0-1 0 0,0 0 0 0 0,0 0 1 0 0,1-1-1 0 0,-1 0 0 0 0,1 0 1 0 0,7 0-1 0 0,-4-2 16 0 0,-1-1 0 0 0,0 0 1 0 0,0-1-1 0 0,0 0 0 0 0,0-1 0 0 0,13-5 0 0 0,-1 1 34 0 0,-8 3-3 0 0,0-1 0 0 0,0-1 0 0 0,-1 0 0 0 0,0-1 0 0 0,14-9 0 0 0,-20 11 8 0 0,-1 1-1 0 0,0-1 1 0 0,0-1 0 0 0,-1 1 0 0 0,0-1 0 0 0,0 0 0 0 0,0 0 0 0 0,0 0 0 0 0,-1-1 0 0 0,0 0 0 0 0,5-11-1 0 0,-7 11 62 0 0,0 0 1 0 0,0 0-1 0 0,0 0 0 0 0,-1 0 0 0 0,0 0 0 0 0,0-1 0 0 0,-1 1 0 0 0,1 0 0 0 0,-2 0 0 0 0,1 0 0 0 0,-1-1 1 0 0,0 1-1 0 0,-1 0 0 0 0,0 0 0 0 0,0 0 0 0 0,0 0 0 0 0,-1 1 0 0 0,0-1 0 0 0,0 1 0 0 0,-1-1 0 0 0,1 1 0 0 0,-1 0 1 0 0,-1 1-1 0 0,1-1 0 0 0,-1 1 0 0 0,0-1 0 0 0,-8-5 0 0 0,3 2-91 0 0,0 1 0 0 0,0 0 0 0 0,0 1 0 0 0,-1 0 0 0 0,0 1 0 0 0,-1 0 0 0 0,1 1 0 0 0,-1 0 0 0 0,0 1 0 0 0,-1 0-1 0 0,1 1 1 0 0,-14-2 0 0 0,11 3-345 0 0,1 1 0 0 0,-21 1-1 0 0,28 0-303 0 0,0 1-1 0 0,0 0 1 0 0,1 1-1 0 0,-1 0 0 0 0,0 0 1 0 0,1 0-1 0 0,-8 4 1 0 0,3 0-1156 0 0</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33.554"/>
    </inkml:context>
    <inkml:brush xml:id="br0">
      <inkml:brushProperty name="width" value="0.05" units="cm"/>
      <inkml:brushProperty name="height" value="0.05" units="cm"/>
    </inkml:brush>
  </inkml:definitions>
  <inkml:trace contextRef="#ctx0" brushRef="#br0">65 45 14975 0 0,'0'0'8760'0'0,"0"-4"-8336"0"0,-3-17 927 0 0,0 28-1217 0 0,7-12-75 0 0,-3 4-36 0 0,-1 1 0 0 0,0 0 1 0 0,1 0-1 0 0,-1-1 0 0 0,0 1 0 0 0,1 0 0 0 0,-1-1 0 0 0,0 1 1 0 0,0 0-1 0 0,1-1 0 0 0,-1 1 0 0 0,0-1 0 0 0,0 1 0 0 0,0 0 1 0 0,1-1-1 0 0,-1 1 0 0 0,0-1 0 0 0,0 1 0 0 0,0-1 0 0 0,0 1 1 0 0,0-1-1 0 0,0 1 0 0 0,0-1 0 0 0,0 1 0 0 0,0 0 0 0 0,0-1 1 0 0,0 1-1 0 0,0-1 0 0 0,0 1 0 0 0,0-1 0 0 0,-1 1 0 0 0,1-1 1 0 0,0 1-1 0 0,0 0 0 0 0,0-1 0 0 0,-1 1 0 0 0,1 0 0 0 0,0-1 0 0 0,0 1 1 0 0,-1-1-1 0 0,1 1 0 0 0,0 0 0 0 0,-1 0 0 0 0,1-1 0 0 0,0 1 1 0 0,-1 0-1 0 0,1 0 0 0 0,-1-1 0 0 0,1 1 0 0 0,-1 0 0 0 0,1 0 1 0 0,0 0-1 0 0,-1 0 0 0 0,0-1 0 0 0,-1 1 25 0 0,0-1 0 0 0,0 1 0 0 0,0 0-1 0 0,0-1 1 0 0,0 1 0 0 0,0 0 0 0 0,0 0 0 0 0,0 0 0 0 0,0 1 0 0 0,0-1-1 0 0,1 0 1 0 0,-3 1 0 0 0,-1 1-41 0 0,3-2-15 0 0,1 1 0 0 0,-1-1 1 0 0,1 1-1 0 0,0 0 0 0 0,-1-1 0 0 0,1 1 1 0 0,0 0-1 0 0,-1 0 0 0 0,1 0 1 0 0,0 0-1 0 0,0 0 0 0 0,0 0 0 0 0,-1 2 1 0 0,1-2-292 0 0,0 0-1 0 0,0 0 1 0 0,1 1 0 0 0,-1-1 0 0 0,0 0 0 0 0,1 0 0 0 0,-1 1 0 0 0,1-1-1 0 0,0 1 1 0 0,-1-1 0 0 0,1 0 0 0 0,0 1 0 0 0,0-1 0 0 0,0 1 0 0 0,0-1-1 0 0,0 0 1 0 0,0 1 0 0 0,0 1 0 0 0,1 0-820 0 0,-1 0-1 0 0,1 0 1 0 0,-1 0 0 0 0,1 0 0 0 0,0 0 0 0 0,3 4-1 0 0,3 2-2492 0 0</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33.972"/>
    </inkml:context>
    <inkml:brush xml:id="br0">
      <inkml:brushProperty name="width" value="0.05" units="cm"/>
      <inkml:brushProperty name="height" value="0.05" units="cm"/>
    </inkml:brush>
  </inkml:definitions>
  <inkml:trace contextRef="#ctx0" brushRef="#br0">212 0 6911 0 0,'0'0'13806'0'0,"0"2"-13004"0"0,1 1-528 0 0,0 1 0 0 0,-1-1 0 0 0,0 1-1 0 0,0-1 1 0 0,0 1 0 0 0,0-1 0 0 0,0 1 0 0 0,-1-1 0 0 0,1 1-1 0 0,-1-1 1 0 0,0 0 0 0 0,0 1 0 0 0,0-1 0 0 0,-4 6 0 0 0,-3 7 218 0 0,-17 24 1 0 0,17-29 62 0 0,1-2-373 0 0,-1 0 0 0 0,0-1 0 0 0,-1 0 1 0 0,0 0-1 0 0,0-1 0 0 0,-1-1 0 0 0,0 1 0 0 0,0-1 0 0 0,-14 5 0 0 0,-3 0-281 0 0,-5 1-3620 0 0</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34.701"/>
    </inkml:context>
    <inkml:brush xml:id="br0">
      <inkml:brushProperty name="width" value="0.05" units="cm"/>
      <inkml:brushProperty name="height" value="0.05" units="cm"/>
    </inkml:brush>
  </inkml:definitions>
  <inkml:trace contextRef="#ctx0" brushRef="#br0">61 91 1839 0 0,'3'-5'219'0'0,"0"0"-1"0"0,0 0 0 0 0,0 0 1 0 0,3-10-1 0 0,0-9 7790 0 0,-6 23-7614 0 0,0 0-1 0 0,0 0 0 0 0,1 0 0 0 0,-1-1 1 0 0,1 1-1 0 0,-1 0 0 0 0,1 0 0 0 0,0 0 1 0 0,-1 0-1 0 0,1 0 0 0 0,1 0 0 0 0,4-9 4151 0 0,-4 1 1413 0 0,2 41-5494 0 0,-2-26-439 0 0,-1 1 0 0 0,0-1 1 0 0,0 11-1 0 0,-5 26-15 0 0,-14 73-1 0 0,-22 40 289 0 0,8-32-91 0 0,31-119-206 0 0,-4 16 64 0 0,1-10-11 0 0,1-4-125 0 0,2-5-360 0 0,24-37-10270 0 0,-12 17 7559 0 0</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35.083"/>
    </inkml:context>
    <inkml:brush xml:id="br0">
      <inkml:brushProperty name="width" value="0.05" units="cm"/>
      <inkml:brushProperty name="height" value="0.05" units="cm"/>
    </inkml:brush>
  </inkml:definitions>
  <inkml:trace contextRef="#ctx0" brushRef="#br0">27 9 1375 0 0,'11'-9'24018'0'0,"-6"23"-20961"0"0,0 11-5662 0 0,-5-18 4198 0 0,0 19-1252 0 0,-5 43 0 0 0,0 8-217 0 0,3-38 9 0 0,-10 55 0 0 0,1-10-7 0 0,9-61-90 0 0,-8 61 139 0 0,9-77-950 0 0,7-17-6154 0 0,1-12 4423 0 0,2 3-20 0 0</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35.432"/>
    </inkml:context>
    <inkml:brush xml:id="br0">
      <inkml:brushProperty name="width" value="0.05" units="cm"/>
      <inkml:brushProperty name="height" value="0.05" units="cm"/>
    </inkml:brush>
  </inkml:definitions>
  <inkml:trace contextRef="#ctx0" brushRef="#br0">1 13 13823 0 0,'0'0'1388'0'0,"2"0"-1276"0"0,-2 0-102 0 0,110-4 4792 0 0,36-1-403 0 0,-56 4-2825 0 0,-53-1-1319 0 0,-1 1 0 0 0,0 3 0 0 0,0 0 0 0 0,68 15 0 0 0,-96-14-244 0 0,-1-1 21 0 0,-6-1-83 0 0,0 1 56 0 0,1 0-615 0 0,-7 17-7441 0 0</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6:58:35.784"/>
    </inkml:context>
    <inkml:brush xml:id="br0">
      <inkml:brushProperty name="width" value="0.05" units="cm"/>
      <inkml:brushProperty name="height" value="0.05" units="cm"/>
    </inkml:brush>
  </inkml:definitions>
  <inkml:trace contextRef="#ctx0" brushRef="#br0">0 11 17159 0 0,'0'0'1975'0'0,"2"1"-1388"0"0,8 1-18 0 0,-1 0 0 0 0,1-1 0 0 0,0 0 1 0 0,-1 0-1 0 0,16-2 0 0 0,50-7 642 0 0,-53 4-871 0 0,0 1-1 0 0,43 1 1 0 0,-22 5 22 0 0,-3 1 457 0 0,54-3 1 0 0,-93-1-794 0 0,3-1 40 0 0,0 1 0 0 0,0 0 0 0 0,0 0 0 0 0,0 1 0 0 0,0-1-1 0 0,0 1 1 0 0,0 0 0 0 0,0 0 0 0 0,0 0 0 0 0,7 3 0 0 0,-10-3-400 0 0,0-1 0 0 0,0 0 0 0 0,0 0 0 0 0,0 0 0 0 0,1 0 0 0 0,-1 0 0 0 0,0 0 0 0 0,0 0 0 0 0,0 0 0 0 0,0 0 0 0 0,1 0 0 0 0,-1-1 0 0 0,0 1 0 0 0,0 0 0 0 0,0-1 0 0 0,0 1 0 0 0,0-1 0 0 0,1 0 1 0 0,7-4-1937 0 0</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30:41.556"/>
    </inkml:context>
    <inkml:brush xml:id="br0">
      <inkml:brushProperty name="width" value="0.05" units="cm"/>
      <inkml:brushProperty name="height" value="0.05" units="cm"/>
    </inkml:brush>
  </inkml:definitions>
  <inkml:trace contextRef="#ctx0" brushRef="#br0">24 1 455 0 0,'0'0'16364'0'0,"-8"17"-14968"0"0,6 5-755 0 0,1 1 1 0 0,0-1-1 0 0,5 40 0 0 0,-1-22-483 0 0,-1 36 266 0 0,0 11 29 0 0,-1-73-367 0 0,-1 1-1 0 0,0-1 0 0 0,-1 1 0 0 0,-2 16 1 0 0,-2 15 367 0 0,6-44-431 0 0,-3 18 244 0 0,2-19-41 0 0,-2 4-82 0 0,2-3 318 0 0,-2-7-238 0 0,-2-28-118 0 0,1 0 0 0 0,1 0 0 0 0,4-58 0 0 0,3 31-7 0 0,-1 23 87 0 0,-2-59 0 0 0,-3 72-42 0 0,1 14-28 0 0,-1-1-1 0 0,0 0 1 0 0,0 1-1 0 0,-4-16 1 0 0,4 25 29 0 0,-1-10 1469 0 0,14 41-1579 0 0,26 47-1 0 0,-29-59-33 0 0,-5-11 0 0 0,0 0 0 0 0,0 0 0 0 0,0 0 0 0 0,8 8 0 0 0,-8-9 7 0 0,0 0 1 0 0,0 0-1 0 0,2 8 0 0 0,-3-9 0 0 0,0 1 0 0 0,0 0 0 0 0,0-1 0 0 0,7 7 0 0 0,5 7-7 0 0,14 21 0 0 0,7 9 0 0 0,-8-8-63 0 0,-20-29 82 0 0,17 23 1 0 0,12 14-20 0 0,-26-36 21 0 0,-2 1 1 0 0,16 28-1 0 0,-23-38-21 0 0,3 4-3 0 0,2-2 18 0 0,-6-6 188 0 0,0 0-149 0 0,1-3-45 0 0,1 1 0 0 0,-1-1-1 0 0,0 0 1 0 0,0 0-1 0 0,0 0 1 0 0,-1 0 0 0 0,1 0-1 0 0,-1 0 1 0 0,0 0 0 0 0,0-1-1 0 0,0 1 1 0 0,0 0-1 0 0,1-5 1 0 0,-2-2 25 0 0,1 0-1 0 0,-1 1 1 0 0,-2-13 0 0 0,0 6 30 0 0,-15-231 318 0 0,15 226-343 0 0,2 0 0 0 0,3-21 0 0 0,0-34 153 0 0,-7 62 608 0 0,3 13-1252 0 0</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17:30:43.927"/>
    </inkml:context>
    <inkml:brush xml:id="br0">
      <inkml:brushProperty name="width" value="0.05" units="cm"/>
      <inkml:brushProperty name="height" value="0.05" units="cm"/>
    </inkml:brush>
  </inkml:definitions>
  <inkml:trace contextRef="#ctx0" brushRef="#br0">1 83 919 0 0,'0'-18'20766'0'0,"3"29"-18505"0"0,3 22-3048 0 0,9 61 1137 0 0,2 24 52 0 0,-9 6-402 0 0,-2-17 159 0 0,-3-69-115 0 0,0-27 1 0 0,-2-9-43 0 0,-1-1-1 0 0,1 1 1 0 0,-1 0-1 0 0,1 0 1 0 0,-1-1-1 0 0,0 1 1 0 0,0 0-1 0 0,0 0 1 0 0,0-1-1 0 0,0 1 1 0 0,0 0-1 0 0,0 0 1 0 0,-1 2-1 0 0,1-3 594 0 0,-2-22-387 0 0,-3-30-96 0 0,-1-31 112 0 0,3-15 264 0 0,-23-144 0 0 0,22 219-331 0 0,2 11-62 0 0,0 1 1 0 0,1-1-1 0 0,-1-13 1 0 0,2 23 246 0 0,2 3-283 0 0,7 8-44 0 0,-1 0-1 0 0,0 0 1 0 0,0 1-1 0 0,-1 1 1 0 0,-1-1-1 0 0,1 1 1 0 0,-2 0-1 0 0,7 20 1 0 0,4 8 71 0 0,-7-21 11 0 0,42 89-199 0 0,-39-88 102 0 0,10 21 0 0 0,-18-32 0 0 0,0-1 0 0 0,0 1 0 0 0,1-1 0 0 0,0 0 0 0 0,1 0 0 0 0,0 0 0 0 0,0-1 0 0 0,0 0 0 0 0,1 0 0 0 0,0-1 0 0 0,9 7 0 0 0,-12-10 0 0 0,-1 0 0 0 0,0 0 0 0 0,0 0 0 0 0,0 1 0 0 0,0-1 0 0 0,-1 1 0 0 0,5 6 0 0 0,-5-6 0 0 0,0 0 0 0 0,1 0 0 0 0,-1 0 0 0 0,1-1 0 0 0,0 0 0 0 0,0 1 0 0 0,7 4 0 0 0,3 3 0 0 0,-9-7 0 0 0,-1-1 0 0 0,1-1 0 0 0,0 1 0 0 0,0 0 0 0 0,6 2 0 0 0,-3-3 0 0 0,10-7 0 0 0,-16 5 0 0 0,-1 0 0 0 0,1 0 0 0 0,-1 1 0 0 0,0-1 0 0 0,1 0 0 0 0,-1 0 0 0 0,1 0 0 0 0,-1 0 0 0 0,1 0 0 0 0,-1 0 0 0 0,1-1 0 0 0,-1 1 0 0 0,0 0 0 0 0,1 0 0 0 0,-1 0 0 0 0,1 0 0 0 0,-1 0 0 0 0,0-1 0 0 0,1 1 0 0 0,-1 0 0 0 0,1 0 0 0 0,-1-1 0 0 0,0 1 0 0 0,1 0 0 0 0,-1-1 0 0 0,1 0 0 0 0,0 0 1 0 0,0 1 1 0 0,-1-1-1 0 0,1 1 1 0 0,0-1-1 0 0,-1 1 0 0 0,1-1 1 0 0,-1 1-1 0 0,1-1 0 0 0,-1 0 1 0 0,1 1-1 0 0,-1-1 0 0 0,1 0 1 0 0,-1 0-1 0 0,0 1 0 0 0,1-1 1 0 0,-1 0-1 0 0,0 0 1 0 0,1 1-1 0 0,-1-1 0 0 0,0 0 1 0 0,0 0-1 0 0,0 0 0 0 0,0 0 1 0 0,0 1-1 0 0,0-3 0 0 0,0 0 17 0 0,2-14 19 0 0,0 1-1 0 0,-2 0 1 0 0,1-1-1 0 0,-2 1 1 0 0,-4-27-1 0 0,2 16-23 0 0,2-1 1 0 0,1 0-1 0 0,4-33 0 0 0,-1 7-2 0 0,-2-46 64 0 0,2 40 55 0 0,1-17 209 0 0,-4 76-286 0 0,-1-5-31 0 0,1 4 20 0 0,2-2-190 0 0,-1 3-678 0 0</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16.070"/>
    </inkml:context>
    <inkml:brush xml:id="br0">
      <inkml:brushProperty name="width" value="0.1" units="cm"/>
      <inkml:brushProperty name="height" value="0.1" units="cm"/>
      <inkml:brushProperty name="color" value="#008C3A"/>
    </inkml:brush>
  </inkml:definitions>
  <inkml:trace contextRef="#ctx0" brushRef="#br0">49 783 1607 0 0,'0'0'70'0'0,"-6"5"20"0"0,-37 10 15749 0 0,56-16-15043 0 0,0 1 0 0 0,22-5 0 0 0,3-10 104 0 0,-28 11-630 0 0,-1 0 0 0 0,16-3-1 0 0,8-3 272 0 0,-25 7-417 0 0,0 0 0 0 0,0 1 0 0 0,0 0-1 0 0,9 0 1 0 0,-12 1-61 0 0,0 0 0 0 0,0 0-1 0 0,0 0 1 0 0,6-3 0 0 0,-7 3-6 0 0,0-1 0 0 0,1 1 0 0 0,-1 0 0 0 0,1 0 0 0 0,8 0 0 0 0,15-4 277 0 0,-2-1 28 0 0,48-1 91 0 0,-56 4-392 0 0,31-10-1 0 0,-32 8-33 0 0,1 0-1 0 0,18-2 0 0 0,62-6-39 0 0,-74 8 13 0 0,-18 3 0 0 0,1 1 0 0 0,-1 0 0 0 0,13-1 0 0 0,21-3-1 0 0,-31 4 5 0 0,0 0-1 0 0,0 0 1 0 0,12 0-1 0 0,-9 1 51 0 0,1 0 0 0 0,21-5 0 0 0,-21 3 31 0 0,-1 1 1 0 0,25-1 0 0 0,-29 2-39 0 0,0 0 1 0 0,1-1-1 0 0,-1 0 0 0 0,0-1 1 0 0,11-3-1 0 0,20-4 21 0 0,-10 2 78 0 0,-23 5-156 0 0,1 0 1 0 0,-1 0-1 0 0,11 0 1 0 0,-12 1 2 0 0,8 1 9 0 0,-1-1-1 0 0,1 0 1 0 0,-1-1-1 0 0,0-1 1 0 0,0 0 0 0 0,16-6-1 0 0,14-5 2 0 0,-9 3-19 0 0,-2 1 73 0 0,55-10-1 0 0,-53 13 6 0 0,46-15 0 0 0,-57 15-62 0 0,-11 4 0 0 0,0 0 0 0 0,19-10 0 0 0,26-7 64 0 0,-43 16-64 0 0,-7 2 0 0 0,0-1 0 0 0,0 1 0 0 0,0-1 0 0 0,0 0 0 0 0,6-5 0 0 0,9-5 0 0 0,12-10-5 0 0,24-15 378 0 0,6 2-21 0 0,-51 29-348 0 0,-10 6 0 0 0,0 0-1 0 0,-1 0 1 0 0,1 0-1 0 0,0 0 0 0 0,-1 0 1 0 0,1 0-1 0 0,-1-1 1 0 0,0 1-1 0 0,1-1 1 0 0,1-2-1 0 0,-2 3 8 0 0,34-50 75 0 0,-31 46-55 0 0,0 0 1 0 0,-1-1-1 0 0,0 1 1 0 0,4-11-1 0 0,6-9 57 0 0,4-2-24 0 0,-7 13-64 0 0,-5 8-1 0 0,-3 4 2 0 0,0 0 0 0 0,-1-1 0 0 0,1 1 0 0 0,-1 0 0 0 0,0 0 0 0 0,1-1 0 0 0,-1 1 0 0 0,0-1 0 0 0,0 1 0 0 0,-1-1 0 0 0,2-2 0 0 0,7-12 112 0 0,-2-3 1 0 0,5-20 0 0 0,-10 33-103 0 0,2-7 309 0 0,-2 9-821 0 0</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16.786"/>
    </inkml:context>
    <inkml:brush xml:id="br0">
      <inkml:brushProperty name="width" value="0.1" units="cm"/>
      <inkml:brushProperty name="height" value="0.1" units="cm"/>
      <inkml:brushProperty name="color" value="#008C3A"/>
    </inkml:brush>
  </inkml:definitions>
  <inkml:trace contextRef="#ctx0" brushRef="#br0">1 299 5295 0 0,'0'0'12754'0'0,"1"0"-12353"0"0,36-26 1382 0 0,-1-1 1 0 0,51-51-1 0 0,-59 53-1233 0 0,-18 15-196 0 0,18-23 0 0 0,-22 24-243 0 0,1 0 0 0 0,1 1-1 0 0,-1 0 1 0 0,1 0 0 0 0,0 1 0 0 0,1 0 0 0 0,0 1-1 0 0,12-8 1 0 0,13-1 133 0 0,-11 8-110 0 0,-18 6-140 0 0,4 1-59 0 0,-7-1 85 0 0,0 1 0 0 0,1 0 0 0 0,-1 0 0 0 0,0 0 0 0 0,1 1 0 0 0,-1-1 0 0 0,1 0 0 0 0,-1 1 0 0 0,0 0 0 0 0,0-1 1 0 0,1 1-1 0 0,-1 0 0 0 0,0 0 0 0 0,0 0 0 0 0,0 1 0 0 0,3 1 0 0 0,-2-1-28 0 0,-2-1 8 0 0,1 0 0 0 0,-1 0 0 0 0,1 0 0 0 0,-1 0 0 0 0,0 0 0 0 0,0 0 0 0 0,1 0 0 0 0,-1 0 0 0 0,0 0 0 0 0,0 1 0 0 0,0-1 0 0 0,0 0 0 0 0,-1 1 0 0 0,2 2 0 0 0,1 2 0 0 0,6 9 71 0 0,-1 1 1 0 0,0 0-1 0 0,7 23 0 0 0,5 13 172 0 0,-13-32-109 0 0,1-4-60 0 0,-7-14-10 0 0,-1 0-11 0 0,1 0-69 0 0,1 0 167 0 0,-2 20-2462 0 0</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19.695"/>
    </inkml:context>
    <inkml:brush xml:id="br0">
      <inkml:brushProperty name="width" value="0.1" units="cm"/>
      <inkml:brushProperty name="height" value="0.1" units="cm"/>
      <inkml:brushProperty name="color" value="#008C3A"/>
    </inkml:brush>
  </inkml:definitions>
  <inkml:trace contextRef="#ctx0" brushRef="#br0">86 245 919 0 0,'-33'12'20728'0'0,"34"-11"-20712"0"0,0 0-1 0 0,1-1 1 0 0,-1 1-1 0 0,0-1 1 0 0,0 0-1 0 0,1 1 1 0 0,-1-1-1 0 0,1 0 1 0 0,-1 0-1 0 0,0 0 1 0 0,1 1-1 0 0,-1-2 0 0 0,1 1 1 0 0,-1 0-1 0 0,0 0 1 0 0,1 0-1 0 0,-1-1 1 0 0,0 1-1 0 0,1 0 1 0 0,-1-1-1 0 0,0 0 1 0 0,0 1-1 0 0,1-1 1 0 0,-1 0-1 0 0,0 1 1 0 0,2-2-1 0 0,5-3 15 0 0,41-17 187 0 0,-31 15-20 0 0,-1-1 1 0 0,31-18-1 0 0,-43 22-131 0 0,0-1 0 0 0,0 1 0 0 0,0-1 0 0 0,-1 0 0 0 0,1 0 0 0 0,-1 0 0 0 0,0-1 0 0 0,-1 1 0 0 0,1-1 0 0 0,-1 0 0 0 0,0 0 0 0 0,-1 0 0 0 0,0-1 0 0 0,0 1 0 0 0,0 0 0 0 0,0-1 0 0 0,0-11 0 0 0,-2 15-55 0 0,0 1-1 0 0,-1-1 0 0 0,1 0 1 0 0,-1 0-1 0 0,0 1 0 0 0,0-1 1 0 0,0 0-1 0 0,0 1 0 0 0,0-1 1 0 0,-1 1-1 0 0,1-1 0 0 0,-1 1 1 0 0,0 0-1 0 0,1-1 0 0 0,-1 1 1 0 0,0 0-1 0 0,0 0 0 0 0,-1 0 1 0 0,1 1-1 0 0,0-1 0 0 0,0 0 0 0 0,-6-2 1 0 0,3 2 11 0 0,-1-1 0 0 0,0 0 0 0 0,0 1 0 0 0,0 0 0 0 0,0 1 1 0 0,-1-1-1 0 0,1 1 0 0 0,0 0 0 0 0,-8 0 0 0 0,7 1-30 0 0,-1 1 0 0 0,0-1-1 0 0,1 1 1 0 0,-1 1 0 0 0,1-1 0 0 0,-1 1 0 0 0,1 0-1 0 0,0 1 1 0 0,0 0 0 0 0,0 0 0 0 0,0 1-1 0 0,0-1 1 0 0,1 2 0 0 0,-1-1 0 0 0,1 1 0 0 0,0-1-1 0 0,-7 9 1 0 0,7-5 7 0 0,0 0 0 0 0,1 0 0 0 0,0 0 0 0 0,0 0 0 0 0,1 1 0 0 0,0 0-1 0 0,1 0 1 0 0,0 0 0 0 0,0 0 0 0 0,-2 13 0 0 0,4-16-6 0 0,0-1 0 0 0,0 1 0 0 0,1 0 0 0 0,0 0 1 0 0,0-1-1 0 0,0 1 0 0 0,1 0 0 0 0,0-1 0 0 0,0 1 0 0 0,2 6 0 0 0,0-3-6 0 0,0-1 1 0 0,1 0-1 0 0,0 1 0 0 0,1-2 1 0 0,9 15-1 0 0,-1 0 13 0 0,-13-21 7 0 0,1 0-1 0 0,-1 1 1 0 0,1-1-1 0 0,0 0 1 0 0,-1 0-1 0 0,1 0 1 0 0,0 0-1 0 0,0 0 1 0 0,-1 0-1 0 0,1 0 0 0 0,0 0 1 0 0,0 0-1 0 0,0 0 1 0 0,0-1-1 0 0,0 1 1 0 0,0 0-1 0 0,1-1 1 0 0,-1 1-1 0 0,0 0 1 0 0,0-1-1 0 0,0 0 1 0 0,1 1-1 0 0,0-1 1 0 0,1 1 18 0 0,4 2-31 0 0,-1-1 0 0 0,1 0 0 0 0,-1-1 0 0 0,1 0 0 0 0,0 0 0 0 0,-1 0 0 0 0,1-1 0 0 0,0 1-1 0 0,7-2 1 0 0,27 2 142 0 0,-17-1-31 0 0,-19-1-93 0 0,0 1 0 0 0,0-1 1 0 0,0 1-1 0 0,0 1 0 0 0,0-1 0 0 0,0 1 0 0 0,0 0 1 0 0,6 2-1 0 0,-9-3-252 0 0,0 0 0 0 0,-1 1 0 0 0,1-1 1 0 0,0 0-1 0 0,-1 0 0 0 0,1 0 0 0 0,-1 0 0 0 0,1 0 0 0 0,0-1 1 0 0,-1 1-1 0 0,1 0 0 0 0,-1-1 0 0 0,1 1 0 0 0,0-1 0 0 0,-1 1 1 0 0,1-1-1 0 0,-1 0 0 0 0,0 0 0 0 0,1 0 0 0 0,-1 0 1 0 0,0 0-1 0 0,1 0 0 0 0,-1 0 0 0 0,0 0 0 0 0,0 0 0 0 0,0 0 1 0 0,0-1-1 0 0,0 1 0 0 0,1-3 0 0 0,9-11-2180 0 0</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20.172"/>
    </inkml:context>
    <inkml:brush xml:id="br0">
      <inkml:brushProperty name="width" value="0.1" units="cm"/>
      <inkml:brushProperty name="height" value="0.1" units="cm"/>
      <inkml:brushProperty name="color" value="#008C3A"/>
    </inkml:brush>
  </inkml:definitions>
  <inkml:trace contextRef="#ctx0" brushRef="#br0">124 0 14743 0 0,'0'0'1122'0'0,"-21"0"72"0"0,17 0-861 0 0,0 0-1 0 0,1 1 1 0 0,-1-1 0 0 0,0 1-1 0 0,0 0 1 0 0,0 0-1 0 0,1 0 1 0 0,-1 0-1 0 0,0 0 1 0 0,1 1-1 0 0,-1 0 1 0 0,1 0 0 0 0,-6 4-1 0 0,5-4-276 0 0,-3 3 199 0 0,6-3-272 0 0,1-1 0 0 0,0 0-1 0 0,-1 1 1 0 0,1-1-1 0 0,0 0 1 0 0,0 1-1 0 0,0-1 1 0 0,0 0-1 0 0,0 1 1 0 0,0-1-1 0 0,0 0 1 0 0,1 2-1 0 0,0 2 6 0 0,8 23 8 0 0,-6-19-1 0 0,1 0 0 0 0,1 0 0 0 0,0 0 0 0 0,0-1-1 0 0,1 1 1 0 0,0-1 0 0 0,0-1 0 0 0,1 1 0 0 0,0-1 0 0 0,0 0 0 0 0,1-1-1 0 0,-1 1 1 0 0,13 6 0 0 0,-13-8 7 0 0,0 0 0 0 0,0 0 0 0 0,0 0 1 0 0,-1 1-1 0 0,0 0 0 0 0,8 10 0 0 0,-14-15 31 0 0,1 1 0 0 0,0-1 1 0 0,0 0-1 0 0,-1 0 0 0 0,1 1 1 0 0,-1-1-1 0 0,1 1 0 0 0,-1-1 1 0 0,0 1-1 0 0,0-1 0 0 0,1 0 1 0 0,-1 1-1 0 0,0-1 0 0 0,0 1 1 0 0,0-1-1 0 0,0 1 0 0 0,-1-1 1 0 0,1 1-1 0 0,0-1 0 0 0,-1 1 1 0 0,1-1-1 0 0,-1 0 0 0 0,1 1 1 0 0,-1-1-1 0 0,0 0 0 0 0,1 1 0 0 0,-1-1 1 0 0,0 0-1 0 0,-2 2 0 0 0,-1 2 179 0 0,0-1-1 0 0,0 1 1 0 0,-1-1-1 0 0,1 0 0 0 0,-8 4 1 0 0,8-6-115 0 0,1 0 1 0 0,-1 0-1 0 0,0 0 1 0 0,0-1-1 0 0,0 1 1 0 0,0-1-1 0 0,0 0 1 0 0,0 0-1 0 0,0-1 1 0 0,0 1-1 0 0,-7-1 1 0 0,4 0-14 0 0,-1-1 0 0 0,0 0 0 0 0,1 0 0 0 0,-1-1 0 0 0,-9-3 0 0 0,-29-8-466 0 0,45 13 14 0 0</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20.633"/>
    </inkml:context>
    <inkml:brush xml:id="br0">
      <inkml:brushProperty name="width" value="0.1" units="cm"/>
      <inkml:brushProperty name="height" value="0.1" units="cm"/>
      <inkml:brushProperty name="color" value="#008C3A"/>
    </inkml:brush>
  </inkml:definitions>
  <inkml:trace contextRef="#ctx0" brushRef="#br0">227 12 13471 0 0,'0'0'307'0'0,"-3"-2"45"0"0,-9-4 21 0 0,9 4-47 0 0,2 2-288 0 0,0 1 1 0 0,0-1-1 0 0,0 0 1 0 0,1 0-1 0 0,-1 0 1 0 0,0 0-1 0 0,0 0 1 0 0,0 0 0 0 0,0 0-1 0 0,0 0 1 0 0,0 0-1 0 0,-2-1 1 0 0,-12 0 1718 0 0,5 2-1349 0 0,0 1-1 0 0,0 0 0 0 0,1 1 0 0 0,-1 0 1 0 0,1 1-1 0 0,0 0 0 0 0,0 0 0 0 0,0 1 1 0 0,1 0-1 0 0,0 0 0 0 0,0 1 1 0 0,-14 13-1 0 0,17-14-348 0 0,0 1-1 0 0,0 0 1 0 0,1 0 0 0 0,0 0 0 0 0,0 0-1 0 0,1 1 1 0 0,0-1 0 0 0,0 1-1 0 0,0 0 1 0 0,1 0 0 0 0,0 0 0 0 0,0 0-1 0 0,1 0 1 0 0,0 0 0 0 0,0 1 0 0 0,1-1-1 0 0,0 13 1 0 0,1-12-53 0 0,0 0 0 0 0,0 0 0 0 0,1 0 0 0 0,0-1 0 0 0,6 13 0 0 0,-7-16-8 0 0,1-1 0 0 0,-1 0-1 0 0,1 0 1 0 0,0 0 0 0 0,0 0 0 0 0,0 0-1 0 0,0-1 1 0 0,1 1 0 0 0,-1-1 0 0 0,1 1-1 0 0,0-1 1 0 0,-1 0 0 0 0,1 0 0 0 0,0 0-1 0 0,5 2 1 0 0,-7-3 2 0 0,1-1 0 0 0,-1 1 0 0 0,1 0 0 0 0,0-1 0 0 0,-1 1 0 0 0,1-1 0 0 0,0 0 0 0 0,-1 1 0 0 0,1-1 0 0 0,0 0 0 0 0,-1 0 0 0 0,1 0 0 0 0,0 0 0 0 0,-1 0 0 0 0,1-1 0 0 0,0 1 0 0 0,-1 0 0 0 0,4-2 0 0 0,2 0 0 0 0,31-2 52 0 0,-26 3-448 0 0,0 0 0 0 0,0-1 0 0 0,0 0 0 0 0,12-4 0 0 0,6-4-3334 0 0,22-8-8126 0 0,-41 13 8338 0 0</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21.191"/>
    </inkml:context>
    <inkml:brush xml:id="br0">
      <inkml:brushProperty name="width" value="0.1" units="cm"/>
      <inkml:brushProperty name="height" value="0.1" units="cm"/>
      <inkml:brushProperty name="color" value="#008C3A"/>
    </inkml:brush>
  </inkml:definitions>
  <inkml:trace contextRef="#ctx0" brushRef="#br0">178 17 1607 0 0,'0'0'70'0'0,"-15"-4"5239"0"0,5 1-3413 0 0,0 2 1 0 0,1-1-1 0 0,-12 1 0 0 0,15 1-1501 0 0,1 1 0 0 0,-1-1 0 0 0,0 1 0 0 0,1 0-1 0 0,0 0 1 0 0,-1 1 0 0 0,-5 2 0 0 0,8-3-342 0 0,-1 1-1 0 0,1-1 1 0 0,0 1-1 0 0,0 0 1 0 0,0 0-1 0 0,0 0 1 0 0,0 0 0 0 0,1 1-1 0 0,-1-1 1 0 0,0 1-1 0 0,1-1 1 0 0,0 1 0 0 0,0 0-1 0 0,0 0 1 0 0,0 0-1 0 0,0 0 1 0 0,0 0 0 0 0,1 1-1 0 0,-2 5 1 0 0,0-3-62 0 0,1 0 0 0 0,0 0 0 0 0,1 0 0 0 0,0 0 0 0 0,0 0 0 0 0,0 0 0 0 0,1 0 0 0 0,-1 1 0 0 0,1-1 0 0 0,1 0 0 0 0,-1 0 0 0 0,1 0 0 0 0,2 7 0 0 0,-2-9 5 0 0,1 0 0 0 0,-1-1 0 0 0,1 1 0 0 0,0 0 0 0 0,0-1 1 0 0,0 1-1 0 0,1-1 0 0 0,-1 1 0 0 0,1-1 0 0 0,0 0 0 0 0,0 0 1 0 0,0 0-1 0 0,0-1 0 0 0,0 1 0 0 0,1-1 0 0 0,-1 1 1 0 0,1-1-1 0 0,-1 0 0 0 0,1-1 0 0 0,8 4 0 0 0,-9-4 62 0 0,1 0 0 0 0,0 0 0 0 0,0-1 0 0 0,0 1 0 0 0,0-1 0 0 0,0 0 0 0 0,0 0 0 0 0,0 0 0 0 0,0-1 0 0 0,0 1 0 0 0,0-1 0 0 0,0 0 0 0 0,0 0 0 0 0,0 0 0 0 0,0-1 0 0 0,0 1 0 0 0,-1-1 0 0 0,1 0 0 0 0,-1 0 0 0 0,1 0 0 0 0,-1-1 0 0 0,0 1 0 0 0,5-6 0 0 0,0 0 144 0 0,0-1 0 0 0,-1 1 0 0 0,0-1 0 0 0,-1-1 0 0 0,0 0 0 0 0,-1 0 0 0 0,6-13 0 0 0,-8 16 40 0 0,-2 0-1 0 0,1 0 0 0 0,-1 0 0 0 0,0 0 1 0 0,0 0-1 0 0,-1 0 0 0 0,1-1 1 0 0,-2 1-1 0 0,1 0 0 0 0,-1 0 1 0 0,-3-10-1 0 0,4 11 115 0 0,0 5-309 0 0,0 0-1 0 0,0 1 0 0 0,0-1 0 0 0,0 0 0 0 0,0 0 0 0 0,0 1 0 0 0,0-1 0 0 0,-1 0 1 0 0,1 0-1 0 0,0 0 0 0 0,0 1 0 0 0,-1-1 0 0 0,1 0 0 0 0,0 1 0 0 0,-1-1 1 0 0,1 0-1 0 0,-1 0 0 0 0,1 1-46 0 0,-1 0 1 0 0,1 0 0 0 0,0-1-1 0 0,0 1 1 0 0,0 0-1 0 0,-1 0 1 0 0,1 0 0 0 0,0 0-1 0 0,0 0 1 0 0,0 0-1 0 0,0 0 1 0 0,-1 0 0 0 0,1 0-1 0 0,0 0 1 0 0,0 0-1 0 0,0 0 1 0 0,-1 0 0 0 0,1 0-1 0 0,0 0 1 0 0,0 0 0 0 0,0 0-1 0 0,0 1 1 0 0,-1-1-1 0 0,1 0 1 0 0,0 0 0 0 0,0 0-1 0 0,0 0 1 0 0,0 0-1 0 0,-1 0 1 0 0,1 0 0 0 0,0 1-1 0 0,0-1 1 0 0,0 0-1 0 0,0 0 1 0 0,0 0 0 0 0,-1 1-1 0 0,1 11 6 0 0,0-9 0 0 0,1 14 84 0 0,5 29 0 0 0,-2-18-22 0 0,-2-20-67 0 0,-1 1-1 0 0,2 0 1 0 0,-1-1-1 0 0,1 1 0 0 0,1-1 1 0 0,4 9-1 0 0,-6-12-104 0 0,1-1 1 0 0,0 0-1 0 0,0 1 0 0 0,0-1 1 0 0,0 0-1 0 0,0-1 0 0 0,1 1 1 0 0,0 0-1 0 0,0-1 0 0 0,0 0 1 0 0,7 4-1 0 0</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21.574"/>
    </inkml:context>
    <inkml:brush xml:id="br0">
      <inkml:brushProperty name="width" value="0.1" units="cm"/>
      <inkml:brushProperty name="height" value="0.1" units="cm"/>
      <inkml:brushProperty name="color" value="#008C3A"/>
    </inkml:brush>
  </inkml:definitions>
  <inkml:trace contextRef="#ctx0" brushRef="#br0">0 1 11519 0 0,'0'0'1040'0'0,"1"1"-853"0"0,17 91 4529 0 0,-1-5-1236 0 0,-11-60-2815 0 0,-1 0 0 0 0,2 41 1 0 0,-5 56 593 0 0,-2-96-937 0 0,0 9-109 0 0,1-1 1 0 0,8 42-1 0 0,-9-75-213 0 0,6 10 0 0 0</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22.052"/>
    </inkml:context>
    <inkml:brush xml:id="br0">
      <inkml:brushProperty name="width" value="0.1" units="cm"/>
      <inkml:brushProperty name="height" value="0.1" units="cm"/>
      <inkml:brushProperty name="color" value="#008C3A"/>
    </inkml:brush>
  </inkml:definitions>
  <inkml:trace contextRef="#ctx0" brushRef="#br0">168 1 13823 0 0,'0'0'675'0'0,"-15"0"150"0"0,8 0-359 0 0,-1 0-1 0 0,1 1 1 0 0,-1 0-1 0 0,1 0 1 0 0,-1 1-1 0 0,1 0 1 0 0,0 0-1 0 0,0 1 1 0 0,0 0-1 0 0,0 0 1 0 0,-10 7-1 0 0,13-7-395 0 0,-1 0-1 0 0,1 1 0 0 0,0 0 0 0 0,0-1 1 0 0,1 1-1 0 0,-1 0 0 0 0,1 1 1 0 0,0-1-1 0 0,0 1 0 0 0,0-1 0 0 0,1 1 1 0 0,0 0-1 0 0,-1 0 0 0 0,2 0 1 0 0,-1 0-1 0 0,-1 11 0 0 0,2-9-76 0 0,0 1 0 0 0,0-1-1 0 0,1 1 1 0 0,1-1 0 0 0,-1 1 0 0 0,1-1-1 0 0,0 1 1 0 0,4 11 0 0 0,-4-15-15 0 0,1 0 0 0 0,-1 0 0 0 0,1 0 0 0 0,0 0 0 0 0,0 0 0 0 0,1 0 0 0 0,-1-1 0 0 0,1 1 0 0 0,-1-1 0 0 0,1 0-1 0 0,0 1 1 0 0,1-1 0 0 0,-1-1 0 0 0,0 1 0 0 0,1 0 0 0 0,5 2 0 0 0,-6-3-4 0 0,1 0 1 0 0,-1-1-1 0 0,1 0 0 0 0,0 1 0 0 0,-1-1 1 0 0,1 0-1 0 0,0-1 0 0 0,0 1 0 0 0,0-1 0 0 0,0 0 1 0 0,-1 0-1 0 0,1 0 0 0 0,0 0 0 0 0,0 0 1 0 0,0-1-1 0 0,0 0 0 0 0,5-2 0 0 0,-5 1-1 0 0,0 0 0 0 0,0 0 0 0 0,0 0 0 0 0,0-1 0 0 0,-1 1 0 0 0,1-1 0 0 0,-1 0 0 0 0,0 0 0 0 0,0-1 0 0 0,0 1 0 0 0,0-1 0 0 0,-1 1 0 0 0,1-1 0 0 0,-1 0 0 0 0,2-4 0 0 0,2-6 356 0 0,-2 0 1 0 0,1-1-1 0 0,-2 0 0 0 0,0 0 0 0 0,-1 0 1 0 0,1-23-1 0 0,0 3 86 0 0,-2 19 2199 0 0,-1 25-2164 0 0,10 137-474 0 0,-9-139 40 0 0,0 1 0 0 0,1-1 0 0 0,5 15 0 0 0,-3-14-16 0 0,-4-7 0 0 0,1 0 0 0 0,-1 0 0 0 0,1 0 0 0 0,-1-1 0 0 0,1 1 0 0 0,-1 0 0 0 0,1 0 0 0 0,0 0 0 0 0,-1-1 0 0 0,1 1 0 0 0,0 0 0 0 0,0-1 0 0 0,0 1 0 0 0,-1-1 0 0 0,1 1 0 0 0,0-1 0 0 0,0 1 0 0 0,0-1 0 0 0,0 0 0 0 0,0 1 0 0 0,0-1 0 0 0,1 0 0 0 0,2 1 0 0 0,0 1-158 0 0,9 3-1427 0 0,8-12-5752 0 0</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22.402"/>
    </inkml:context>
    <inkml:brush xml:id="br0">
      <inkml:brushProperty name="width" value="0.1" units="cm"/>
      <inkml:brushProperty name="height" value="0.1" units="cm"/>
      <inkml:brushProperty name="color" value="#008C3A"/>
    </inkml:brush>
  </inkml:definitions>
  <inkml:trace contextRef="#ctx0" brushRef="#br0">207 4 13015 0 0,'-7'-1'1179'0'0,"-2"0"-969"0"0,0 0 0 0 0,0 0-1 0 0,-10 2 1 0 0,9-1 523 0 0,1 1-1 0 0,0 0 1 0 0,-1 1-1 0 0,1 0 1 0 0,0 0-1 0 0,0 1 1 0 0,1 0-1 0 0,-1 1 1 0 0,1 0 0 0 0,-11 6-1 0 0,15-7-714 0 0,1-1-1 0 0,-1 1 1 0 0,1 0 0 0 0,0 0-1 0 0,0 1 1 0 0,0-1 0 0 0,1 0-1 0 0,-1 1 1 0 0,1 0-1 0 0,0 0 1 0 0,-1 0 0 0 0,2 0-1 0 0,-1 0 1 0 0,1 0 0 0 0,-1 0-1 0 0,1 0 1 0 0,0 1-1 0 0,0-1 1 0 0,1 0 0 0 0,0 1-1 0 0,-1-1 1 0 0,1 0 0 0 0,1 1-1 0 0,-1-1 1 0 0,1 1 0 0 0,0 3-1 0 0,1-1-2 0 0,0-1 0 0 0,1 1 1 0 0,-1-1-1 0 0,1 0 0 0 0,0 0 0 0 0,1-1 0 0 0,6 10 0 0 0,-7-11-19 0 0,0-1 0 0 0,1 0 0 0 0,-1 0 0 0 0,1 0 0 0 0,0 0 0 0 0,-1-1 0 0 0,1 1 0 0 0,0-1 0 0 0,1 0 0 0 0,-1 0 0 0 0,0-1 0 0 0,6 2 0 0 0,5 1 4 0 0,-1-1 0 0 0,1-1 0 0 0,21 1 0 0 0,-28-3-543 0 0,0 0 0 0 0,-1-1 0 0 0,1 0 0 0 0,-1 0 0 0 0,1 0 0 0 0,-1-1 0 0 0,0 0 0 0 0,12-5 0 0 0</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22.751"/>
    </inkml:context>
    <inkml:brush xml:id="br0">
      <inkml:brushProperty name="width" value="0.1" units="cm"/>
      <inkml:brushProperty name="height" value="0.1" units="cm"/>
      <inkml:brushProperty name="color" value="#008C3A"/>
    </inkml:brush>
  </inkml:definitions>
  <inkml:trace contextRef="#ctx0" brushRef="#br0">4 0 14511 0 0,'0'0'1314'0'0,"0"2"-1078"0"0,-3 74 5806 0 0,15 53-3600 0 0,2 22-1255 0 0,-6-69-1059 0 0,-6-63-158 0 0,0 1 0 0 0,1-1 0 0 0,1 0 0 0 0,1 0-1 0 0,12 33 1 0 0,-16-49-436 0 0,1 0 1 0 0,-1-1-1 0 0,1 1 1 0 0,0 0-1 0 0,-1-1 0 0 0,4 4 1 0 0</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23.101"/>
    </inkml:context>
    <inkml:brush xml:id="br0">
      <inkml:brushProperty name="width" value="0.1" units="cm"/>
      <inkml:brushProperty name="height" value="0.1" units="cm"/>
      <inkml:brushProperty name="color" value="#008C3A"/>
    </inkml:brush>
  </inkml:definitions>
  <inkml:trace contextRef="#ctx0" brushRef="#br0">136 16 919 0 0,'-1'-2'391'0'0,"-1"1"-1"0"0,1 0 0 0 0,-1-1 0 0 0,0 1 0 0 0,0 0 1 0 0,0 0-1 0 0,0 0 0 0 0,0 0 0 0 0,0 0 0 0 0,0 0 1 0 0,0 0-1 0 0,0 1 0 0 0,0-1 0 0 0,0 1 0 0 0,0 0 1 0 0,-1-1-1 0 0,1 1 0 0 0,0 0 0 0 0,-4 1 0 0 0,1 0 975 0 0,-1 0 0 0 0,1 0-1 0 0,0 1 1 0 0,0 0 0 0 0,-9 5-1 0 0,10-5-1251 0 0,0 0 0 0 0,1 1 0 0 0,-1-1 0 0 0,1 1 0 0 0,-1 0 0 0 0,1 0 0 0 0,0 1 0 0 0,1-1 0 0 0,-1 0 0 0 0,0 1 0 0 0,1 0 0 0 0,0 0-1 0 0,0 0 1 0 0,0 0 0 0 0,0 0 0 0 0,1 0 0 0 0,-1 0 0 0 0,1 0 0 0 0,0 0 0 0 0,1 1 0 0 0,-1-1 0 0 0,1 1 0 0 0,-1-1 0 0 0,1 0 0 0 0,1 1 0 0 0,0 6 0 0 0,0-5-144 0 0,0 0 0 0 0,0 1 0 0 0,0-1 1 0 0,1 0-1 0 0,0 0 0 0 0,0 0 0 0 0,1 0 1 0 0,0 0-1 0 0,0 0 0 0 0,0-1 0 0 0,0 0 1 0 0,1 1-1 0 0,0-1 0 0 0,0 0 0 0 0,1-1 1 0 0,-1 1-1 0 0,9 5 0 0 0,-6-6 25 0 0,0 0 0 0 0,0-1 0 0 0,0 0 0 0 0,0 0 0 0 0,0-1-1 0 0,1 0 1 0 0,-1 0 0 0 0,1-1 0 0 0,0 0 0 0 0,-1 0 0 0 0,1-1 0 0 0,0 0-1 0 0,-1 0 1 0 0,14-3 0 0 0,-11 2 2 0 0,-1-1-1 0 0,0-1 0 0 0,-1 0 1 0 0,1 0-1 0 0,0 0 1 0 0,-1-1-1 0 0,0-1 0 0 0,0 1 1 0 0,0-1-1 0 0,-1 0 0 0 0,1-1 1 0 0,6-7-1 0 0,-12 12 91 0 0,-1-1-1 0 0,0 1 0 0 0,1-1 1 0 0,-1 1-1 0 0,0-1 1 0 0,0 0-1 0 0,1 1 0 0 0,-1-1 1 0 0,-1 0-1 0 0,1 0 1 0 0,0 0-1 0 0,0 0 1 0 0,-1 0-1 0 0,1 0 0 0 0,-1 0 1 0 0,0 0-1 0 0,1 0 1 0 0,-1 0-1 0 0,0 0 0 0 0,0 0 1 0 0,-1-4-1 0 0,0 2 128 0 0,0 0-1 0 0,-1 0 1 0 0,0 0-1 0 0,0 0 1 0 0,0 0-1 0 0,0 0 1 0 0,-1 1-1 0 0,1-1 1 0 0,-5-3-1 0 0,2 1-15 0 0,-1 0 0 0 0,0 0 0 0 0,0 0 0 0 0,0 1 0 0 0,-1 0 0 0 0,0 0 0 0 0,0 1 0 0 0,0 0 0 0 0,0 0 1 0 0,-1 1-1 0 0,1 0 0 0 0,-1 0 0 0 0,0 1 0 0 0,0 0 0 0 0,-8-2 0 0 0,9 4-571 0 0,-1-1-1 0 0,1 1 1 0 0,0 0 0 0 0,-10 2 0 0 0,10-1-843 0 0,0 1 0 0 0,0-1 0 0 0,0 2 0 0 0,-11 4 1 0 0</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24.090"/>
    </inkml:context>
    <inkml:brush xml:id="br0">
      <inkml:brushProperty name="width" value="0.1" units="cm"/>
      <inkml:brushProperty name="height" value="0.1" units="cm"/>
      <inkml:brushProperty name="color" value="#008C3A"/>
    </inkml:brush>
  </inkml:definitions>
  <inkml:trace contextRef="#ctx0" brushRef="#br0">0 1 8751 0 0,'0'24'8607'0'0,"1"-21"-8112"0"0,1 13-41 0 0,7 23 1 0 0,4 18 62 0 0,-5 175 883 0 0,-8-196-1334 0 0,-2-3-1169 0 0,1-19-3696 0 0</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24.455"/>
    </inkml:context>
    <inkml:brush xml:id="br0">
      <inkml:brushProperty name="width" value="0.1" units="cm"/>
      <inkml:brushProperty name="height" value="0.1" units="cm"/>
      <inkml:brushProperty name="color" value="#008C3A"/>
    </inkml:brush>
  </inkml:definitions>
  <inkml:trace contextRef="#ctx0" brushRef="#br0">11 224 1375 0 0,'-4'-19'-1031'0'0,"2"11"3363"0"0,1-1-1 0 0,-1 0 1 0 0,0-13-1 0 0,3 18-1405 0 0,-1 1 0 0 0,0-1 0 0 0,1 1 0 0 0,0-1 0 0 0,-1 1 0 0 0,3-5 0 0 0,8-12 373 0 0,-4 10-947 0 0,0 0-1 0 0,1 0 1 0 0,1 1-1 0 0,-1 0 1 0 0,2 1-1 0 0,-1 0 1 0 0,1 0-1 0 0,16-9 1 0 0,-21 14-282 0 0,0 0 0 0 0,1 1-1 0 0,-1 0 1 0 0,1 0 0 0 0,-1 0 0 0 0,1 1 0 0 0,-1-1 0 0 0,1 2 0 0 0,0-1-1 0 0,0 0 1 0 0,0 1 0 0 0,-1 0 0 0 0,1 1 0 0 0,0-1 0 0 0,0 1 0 0 0,-1 0-1 0 0,1 1 1 0 0,0-1 0 0 0,-1 1 0 0 0,8 4 0 0 0,-7-3-44 0 0,1 1 0 0 0,-1 0 1 0 0,0 0-1 0 0,-1 0 0 0 0,1 1 0 0 0,-1 0 1 0 0,9 11-1 0 0,-4-3 128 0 0,0 1 1 0 0,10 19-1 0 0,-16-26-66 0 0,-1 1 1 0 0,1 0-1 0 0,-2 0 0 0 0,1 0 0 0 0,-1 0 1 0 0,2 16-1 0 0,-3-19-6 0 0,-1 1 0 0 0,1-1 1 0 0,-1 1-1 0 0,-1-1 0 0 0,1 1 0 0 0,-1-1 1 0 0,0 1-1 0 0,0-1 0 0 0,-1 0 1 0 0,-3 11-1 0 0,2-12-27 0 0,0 1-1 0 0,-1-1 1 0 0,1 0 0 0 0,-1 0 0 0 0,0 0-1 0 0,0-1 1 0 0,0 1 0 0 0,0-1 0 0 0,-1 0 0 0 0,1 0-1 0 0,-8 3 1 0 0,6-4-22 0 0,0 0-1 0 0,0 0 1 0 0,0-1-1 0 0,-1 0 1 0 0,1 0-1 0 0,-1 0 1 0 0,1-1-1 0 0,-1 0 1 0 0,1 0-1 0 0,-8-2 1 0 0,1 0-1067 0 0,0-1 0 0 0,0 0 1 0 0,-22-10-1 0 0,22 7-437 0 0</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24.914"/>
    </inkml:context>
    <inkml:brush xml:id="br0">
      <inkml:brushProperty name="width" value="0.1" units="cm"/>
      <inkml:brushProperty name="height" value="0.1" units="cm"/>
      <inkml:brushProperty name="color" value="#008C3A"/>
    </inkml:brush>
  </inkml:definitions>
  <inkml:trace contextRef="#ctx0" brushRef="#br0">117 29 919 0 0,'-2'0'12492'0'0,"-2"-1"-11951"0"0,2 0-205 0 0,-1 1-1 0 0,0-1 1 0 0,1 1-1 0 0,-1-1 1 0 0,1 1-1 0 0,-1 0 0 0 0,0 0 1 0 0,1 0-1 0 0,-1 1 1 0 0,1-1-1 0 0,-1 0 1 0 0,0 1-1 0 0,1 0 1 0 0,-1 0-1 0 0,1 0 1 0 0,-1 0-1 0 0,1 0 1 0 0,0 0-1 0 0,0 0 1 0 0,-1 1-1 0 0,-2 2 1 0 0,1-1-281 0 0,1 1 0 0 0,-1-1 1 0 0,1 1-1 0 0,0 0 0 0 0,0 0 1 0 0,0 0-1 0 0,-3 9 0 0 0,2-8-62 0 0,1 1 0 0 0,0 0 0 0 0,1 0 0 0 0,-1 0 0 0 0,1 1 0 0 0,0-1-1 0 0,1 0 1 0 0,-2 13 0 0 0,2-14-12 0 0,1-1-1 0 0,0 1 1 0 0,0-1-1 0 0,0 1 0 0 0,1-1 1 0 0,0 1-1 0 0,-1-1 1 0 0,2 0-1 0 0,-1 1 1 0 0,0-1-1 0 0,5 8 1 0 0,-6-11 85 0 0,25 8-154 0 0,-21-8 85 0 0,1-1-1 0 0,0 0 1 0 0,-1-1-1 0 0,1 1 0 0 0,-1-1 1 0 0,1 0-1 0 0,-1 0 1 0 0,1 0-1 0 0,-1 0 1 0 0,0-1-1 0 0,1 0 1 0 0,-1 0-1 0 0,0 0 0 0 0,0 0 1 0 0,0-1-1 0 0,-1 1 1 0 0,6-5-1 0 0,-7 5 13 0 0,0 0-1 0 0,0-1 1 0 0,0 1 0 0 0,0 0-1 0 0,0-1 1 0 0,0 1-1 0 0,0-1 1 0 0,-1 0 0 0 0,1 1-1 0 0,-1-1 1 0 0,0 0 0 0 0,0 0-1 0 0,0 0 1 0 0,0 0-1 0 0,-1 0 1 0 0,1 0 0 0 0,0-3-1 0 0,1-6 53 0 0,7-53 367 0 0,-9 61-300 0 0,0-1-1 0 0,0 1 1 0 0,-1-1 0 0 0,0 0-1 0 0,0 1 1 0 0,0-1 0 0 0,0 1-1 0 0,-1 0 1 0 0,0-1 0 0 0,1 1-1 0 0,-7-8 686 0 0,4 35-522 0 0,4-7-1270 0 0,1 1 0 0 0,0-1 0 0 0,7 27 0 0 0,-2-7-1207 0 0,-4-26-1520 0 0</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25.280"/>
    </inkml:context>
    <inkml:brush xml:id="br0">
      <inkml:brushProperty name="width" value="0.1" units="cm"/>
      <inkml:brushProperty name="height" value="0.1" units="cm"/>
      <inkml:brushProperty name="color" value="#008C3A"/>
    </inkml:brush>
  </inkml:definitions>
  <inkml:trace contextRef="#ctx0" brushRef="#br0">0 70 1375 0 0,'2'-6'6851'0'0,"5"27"154"0"0,2 0-3664 0 0,23 39-973 0 0,-30-56-1949 0 0,-1-2-24 0 0,18 34 2851 0 0,-20-45-3151 0 0,-2-5-59 0 0,1-1 1 0 0,0 0-1 0 0,2-1 0 0 0,1-23 1 0 0,-1 34-55 0 0,1-1 0 0 0,0 0 1 0 0,0 1-1 0 0,1-1 0 0 0,-1 1 1 0 0,1-1-1 0 0,1 1 0 0 0,-1 0 1 0 0,1 0-1 0 0,0 0 0 0 0,0 0 1 0 0,0 0-1 0 0,1 1 0 0 0,-1 0 0 0 0,7-6 1 0 0,-8 8-79 0 0,0 1 0 0 0,0 0 0 0 0,0-1 0 0 0,0 1-1 0 0,1 0 1 0 0,-1 0 0 0 0,0 0 0 0 0,1 0 0 0 0,3 0 0 0 0,11 1-4314 0 0</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25.726"/>
    </inkml:context>
    <inkml:brush xml:id="br0">
      <inkml:brushProperty name="width" value="0.1" units="cm"/>
      <inkml:brushProperty name="height" value="0.1" units="cm"/>
      <inkml:brushProperty name="color" value="#008C3A"/>
    </inkml:brush>
  </inkml:definitions>
  <inkml:trace contextRef="#ctx0" brushRef="#br0">148 0 13103 0 0,'-7'5'1394'0'0,"-35"2"1238"0"0,37-6-2385 0 0,1 1 1 0 0,0-1 0 0 0,0 1 0 0 0,0 0 0 0 0,0 0 0 0 0,0 0 0 0 0,0 0 0 0 0,-4 5 0 0 0,3-4-22 0 0,1 0-164 0 0,-1 0 0 0 0,1 0 0 0 0,0 1 0 0 0,1-1 0 0 0,-1 1 0 0 0,1 0-1 0 0,-1 0 1 0 0,1 0 0 0 0,0 1 0 0 0,1-1 0 0 0,-1 1 0 0 0,-3 8 0 0 0,4-3-8 0 0,1-7-63 0 0,1 0 0 0 0,-1-1 0 0 0,1 1 1 0 0,0 0-1 0 0,0 0 0 0 0,0 0 1 0 0,0 0-1 0 0,1 3 0 0 0,0 3 21 0 0,0-7-10 0 0,-1 0 1 0 0,1-1-1 0 0,-1 1 1 0 0,1 0-1 0 0,0 0 1 0 0,0-1-1 0 0,0 1 1 0 0,0 0-1 0 0,0-1 1 0 0,0 1-1 0 0,2 1 1 0 0,2 3-44 0 0,0 2-15 0 0,-2-2 38 0 0,0 0-1 0 0,1-1 1 0 0,6 8-1 0 0,-8-12 19 0 0,-1 1 0 0 0,1-1 0 0 0,-1 0 1 0 0,1 0-1 0 0,0 1 0 0 0,0-1 0 0 0,-1 0 0 0 0,1-1 0 0 0,0 1 0 0 0,0 0 1 0 0,0 0-1 0 0,0-1 0 0 0,0 1 0 0 0,0-1 0 0 0,3 1 0 0 0,12 1 0 0 0,7 1 0 0 0,-23-4 0 0 0,0 1 0 0 0,0 0 0 0 0,0 0 0 0 0,1-1 0 0 0,-1 1 0 0 0,0 0 0 0 0,0-1 0 0 0,0 1 0 0 0,0-1 0 0 0,0 1 0 0 0,-1-1 0 0 0,1 0 0 0 0,0 1 0 0 0,0-1 0 0 0,0 0 0 0 0,0 0 0 0 0,-1 1 0 0 0,1-1 0 0 0,0-1 0 0 0,46-56 408 0 0,-45 55-355 0 0,-1 1-1 0 0,-1-1 1 0 0,1 1 0 0 0,0-1-1 0 0,0 1 1 0 0,-1-1 0 0 0,0 0-1 0 0,1 1 1 0 0,-1-1 0 0 0,0 0-1 0 0,-1-5 1 0 0,1 1 149 0 0,-2-11 592 0 0,0-1 0 0 0,-1 1 0 0 0,-6-22 686 0 0,12 52-1372 0 0,8 17-26 0 0,0 0-1 0 0,2 0 1 0 0,18 29 0 0 0,-24-47-136 0 0,0-1 0 0 0,1 0 0 0 0,1 0 0 0 0,-1-1 0 0 0,21 16 0 0 0,-10-18-8162 0 0,-18-7 7868 0 0,1 0 0 0 0,0 0 0 0 0,-1 0 0 0 0,2-1 0 0 0,-2 1 76 0 0,0-1 1 0 0,0 1-1 0 0,0-1 0 0 0,0 1 1 0 0,0-1-1 0 0,-1 0 1 0 0,1 1-1 0 0,0-1 0 0 0,0 0 1 0 0,-1 1-1 0 0,1-1 1 0 0,0 0-1 0 0,0-1 0 0 0</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26.520"/>
    </inkml:context>
    <inkml:brush xml:id="br0">
      <inkml:brushProperty name="width" value="0.1" units="cm"/>
      <inkml:brushProperty name="height" value="0.1" units="cm"/>
      <inkml:brushProperty name="color" value="#008C3A"/>
    </inkml:brush>
  </inkml:definitions>
  <inkml:trace contextRef="#ctx0" brushRef="#br0">119 12 13703 0 0,'0'0'2407'0'0,"-17"-11"2321"0"0,14 11-4696 0 0,-1 0 1 0 0,0 0-1 0 0,1 1 1 0 0,-1-1-1 0 0,1 1 1 0 0,-1 0-1 0 0,0 0 1 0 0,1 0-1 0 0,0 1 1 0 0,-1-1-1 0 0,1 1 1 0 0,0 0-1 0 0,0 0 1 0 0,0 0-1 0 0,0 0 0 0 0,-4 5 1 0 0,3-3 53 0 0,0 1 1 0 0,0-1-1 0 0,1 1 0 0 0,0 0 1 0 0,0 0-1 0 0,1 1 0 0 0,-1-1 1 0 0,1 0-1 0 0,-3 12 1 0 0,3-8 1 0 0,0 1 0 0 0,0 1 0 0 0,1-1 0 0 0,1 0 0 0 0,0 0 0 0 0,0 0 0 0 0,1 0 1 0 0,0 1-1 0 0,0-1 0 0 0,2 0 0 0 0,-1 0 0 0 0,4 9 0 0 0,-3-13-103 0 0,0 0-1 0 0,0 0 0 0 0,0-1 1 0 0,1 1-1 0 0,0-1 1 0 0,0 0-1 0 0,0 0 0 0 0,1 0 1 0 0,5 4-1 0 0,-7-7 3 0 0,0 0 0 0 0,0 0 0 0 0,0 0 0 0 0,0 0 0 0 0,0 0-1 0 0,0-1 1 0 0,1 1 0 0 0,-1-1 0 0 0,1 0 0 0 0,-1 0 0 0 0,1-1 0 0 0,-1 1 0 0 0,1-1 0 0 0,0 1-1 0 0,-1-1 1 0 0,1 0 0 0 0,4-1 0 0 0,19-2-488 0 0,-19 3-1176 0 0,1-1 1 0 0,-1-1-1 0 0,16-3 0 0 0</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26.921"/>
    </inkml:context>
    <inkml:brush xml:id="br0">
      <inkml:brushProperty name="width" value="0.1" units="cm"/>
      <inkml:brushProperty name="height" value="0.1" units="cm"/>
      <inkml:brushProperty name="color" value="#008C3A"/>
    </inkml:brush>
  </inkml:definitions>
  <inkml:trace contextRef="#ctx0" brushRef="#br0">102 31 6447 0 0,'-16'1'688'0'0,"12"-1"21"0"0,-1 1 0 0 0,1-1 0 0 0,0 1 0 0 0,0 1-1 0 0,0-1 1 0 0,0 0 0 0 0,0 1 0 0 0,1 0 0 0 0,-1 0-1 0 0,0 0 1 0 0,1 0 0 0 0,-1 1 0 0 0,1-1 0 0 0,-5 6-1 0 0,6-5-544 0 0,-1 0-1 0 0,1 0 1 0 0,0 0-1 0 0,0 0 0 0 0,0 1 1 0 0,0-1-1 0 0,0 1 1 0 0,1 0-1 0 0,0-1 0 0 0,0 1 1 0 0,0 0-1 0 0,0 0 1 0 0,0-1-1 0 0,1 1 0 0 0,-1 6 1 0 0,2-3-153 0 0,-1 0-1 0 0,1 0 1 0 0,0 0 0 0 0,0 0 0 0 0,1 0-1 0 0,0 0 1 0 0,0 0 0 0 0,0-1 0 0 0,1 1-1 0 0,0-1 1 0 0,1 0 0 0 0,-1 0-1 0 0,1 0 1 0 0,0 0 0 0 0,1 0 0 0 0,-1-1-1 0 0,8 6 1 0 0,-1-4-11 0 0,-6-5-6 0 0,1 0 0 0 0,0 0-1 0 0,0-1 1 0 0,0 0 0 0 0,0 0 0 0 0,0 0-1 0 0,0-1 1 0 0,0 1 0 0 0,0-1 0 0 0,0-1-1 0 0,0 1 1 0 0,0-1 0 0 0,0 0 0 0 0,0-1-1 0 0,0 1 1 0 0,-1-1 0 0 0,1-1-1 0 0,0 1 1 0 0,-1-1 0 0 0,0 1 0 0 0,1-2-1 0 0,8-6 1 0 0,-4 2 30 0 0,-1 0 0 0 0,1-1-1 0 0,-2 0 1 0 0,14-18 0 0 0,-20 24 26 0 0,-1 0 0 0 0,1 0 0 0 0,-1 1 0 0 0,1-1 0 0 0,-1 0-1 0 0,0 0 1 0 0,0 0 0 0 0,-1 0 0 0 0,1-1 0 0 0,0 1 0 0 0,-1 0 0 0 0,0 0 0 0 0,0 0 0 0 0,0 0 0 0 0,0-1 0 0 0,0 1 0 0 0,-1 0-1 0 0,1 0 1 0 0,-1 0 0 0 0,0 0 0 0 0,0 0 0 0 0,0 0 0 0 0,0 0 0 0 0,-2-3 0 0 0,-2-1 216 0 0,0-1-1 0 0,0 1 1 0 0,0 1 0 0 0,-1-1-1 0 0,0 1 1 0 0,-13-11 0 0 0,14 13-220 0 0,0 0 0 0 0,0 1 0 0 0,0 0 0 0 0,0 0 0 0 0,0 0 0 0 0,-1 1 1 0 0,0 0-1 0 0,1 0 0 0 0,-1 0 0 0 0,0 1 0 0 0,-6-2 0 0 0,10 3-72 0 0,0 0 1 0 0,1 1-1 0 0,-1-1 0 0 0,0 0 1 0 0,0 0-1 0 0,0 1 0 0 0,1-1 0 0 0,-1 1 1 0 0,0 0-1 0 0,0 0 0 0 0,1-1 1 0 0,-1 1-1 0 0,0 0 0 0 0,1 0 0 0 0,-1 0 1 0 0,1 1-1 0 0,0-1 0 0 0,-1 0 1 0 0,1 0-1 0 0,-2 3 0 0 0,1-1-134 0 0</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27.494"/>
    </inkml:context>
    <inkml:brush xml:id="br0">
      <inkml:brushProperty name="width" value="0.1" units="cm"/>
      <inkml:brushProperty name="height" value="0.1" units="cm"/>
      <inkml:brushProperty name="color" value="#008C3A"/>
    </inkml:brush>
  </inkml:definitions>
  <inkml:trace contextRef="#ctx0" brushRef="#br0">1 0 4143 0 0,'1'1'6979'0'0,"3"1"-6437"0"0,-1 0-1 0 0,0 1 1 0 0,0 0 0 0 0,0-1-1 0 0,-1 1 1 0 0,1 0 0 0 0,0 0-1 0 0,-1 0 1 0 0,0 1-1 0 0,0-1 1 0 0,3 7 0 0 0,-1-1-188 0 0,0-1 0 0 0,-1 1-1 0 0,0 0 1 0 0,2 11 0 0 0,9 47 4366 0 0,-8-80-4296 0 0,12-24 33 0 0,-16 32-443 0 0,1-1 1 0 0,-1 0 0 0 0,1 1-1 0 0,0 0 1 0 0,0-1-1 0 0,1 1 1 0 0,-1 0 0 0 0,1 1-1 0 0,8-9 1 0 0,-4 4 31 0 0,-7 8-49 0 0,0-1-1 0 0,0 1 0 0 0,0 0 1 0 0,0-1-1 0 0,0 1 0 0 0,1 0 0 0 0,-1 0 1 0 0,0 0-1 0 0,1 0 0 0 0,-1 0 1 0 0,1 0-1 0 0,-1 0 0 0 0,1 1 1 0 0,-1-1-1 0 0,1 0 0 0 0,0 1 1 0 0,2-1-1 0 0,-3 1 2 0 0,1 0-1 0 0,-1 0 1 0 0,0 0 0 0 0,0 0 0 0 0,0 0-1 0 0,0 0 1 0 0,0 1 0 0 0,0-1 0 0 0,1 0 0 0 0,-1 1-1 0 0,0-1 1 0 0,0 1 0 0 0,0-1 0 0 0,0 1 0 0 0,0-1-1 0 0,0 1 1 0 0,0 0 0 0 0,-1 0 0 0 0,1-1-1 0 0,0 1 1 0 0,0 0 0 0 0,-1 0 0 0 0,1 0 0 0 0,0 0-1 0 0,-1 0 1 0 0,1 0 0 0 0,-1 0 0 0 0,1 0 0 0 0,-1 0-1 0 0,1 1 1 0 0,3 7-21 0 0,-1-1 1 0 0,4 17-1 0 0,-5-14 17 0 0,13 56 59 0 0,-15-67-51 0 0,0 1-1 0 0,0-1 0 0 0,0 0 0 0 0,0 0 0 0 0,0 1 0 0 0,0-1 0 0 0,0 0 0 0 0,1 0 0 0 0,-1 1 1 0 0,0-1-1 0 0,0 0 0 0 0,0 0 0 0 0,0 0 0 0 0,0 1 0 0 0,1-1 0 0 0,-1 0 0 0 0,0 0 0 0 0,0 0 1 0 0,0 0-1 0 0,1 1 0 0 0,-1-1 0 0 0,0 0 0 0 0,0 0 0 0 0,1 0 0 0 0,-1 0 0 0 0,0 0 0 0 0,0 0 1 0 0,1 0-1 0 0,-1 0 0 0 0,0 0 0 0 0,0 0 0 0 0,1 0 0 0 0,-1 0 0 0 0,0 0 0 0 0,1 0 0 0 0,-1 0 0 0 0,0 0 1 0 0,0 0-1 0 0,1 0 0 0 0,-1 0 0 0 0,0 0 0 0 0,0 0 0 0 0,1 0 0 0 0,-1 0 0 0 0,0 0 0 0 0,0-1 1 0 0,0 1-1 0 0,1 0 0 0 0,-1 0 0 0 0,0 0 0 0 0,0 0 0 0 0,0-1 0 0 0,1 1 0 0 0,-1 0 0 0 0,0 0 1 0 0,0-1-1 0 0,13-12 95 0 0,-12 12-93 0 0,44-56 141 0 0,-32 39-64 0 0,0 1 0 0 0,27-27 0 0 0,-32 37-80 0 0,0 7 0 0 0,-6 1 0 0 0,0 0 0 0 0,-1 0 0 0 0,1 0 0 0 0,-1 0 0 0 0,1 0 0 0 0,-1 0 0 0 0,0 1 0 0 0,1-1 0 0 0,-1 0 0 0 0,0 1 0 0 0,0-1 0 0 0,0 1 0 0 0,0 0 0 0 0,0-1 0 0 0,0 1 0 0 0,1 3 0 0 0,9 32 0 0 0,-10-30 0 0 0,9 48 229 0 0,-4-20-3659 0 0</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27.861"/>
    </inkml:context>
    <inkml:brush xml:id="br0">
      <inkml:brushProperty name="width" value="0.1" units="cm"/>
      <inkml:brushProperty name="height" value="0.1" units="cm"/>
      <inkml:brushProperty name="color" value="#008C3A"/>
    </inkml:brush>
  </inkml:definitions>
  <inkml:trace contextRef="#ctx0" brushRef="#br0">1 0 10135 0 0,'0'0'6299'0'0,"1"9"-3640"0"0,3 7-1691 0 0,1-1 1 0 0,10 24 0 0 0,-7-22-601 0 0,6 28 0 0 0,30 116 224 0 0,-24-92-3824 0 0,-16-56 2080 0 0</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28.243"/>
    </inkml:context>
    <inkml:brush xml:id="br0">
      <inkml:brushProperty name="width" value="0.1" units="cm"/>
      <inkml:brushProperty name="height" value="0.1" units="cm"/>
      <inkml:brushProperty name="color" value="#008C3A"/>
    </inkml:brush>
  </inkml:definitions>
  <inkml:trace contextRef="#ctx0" brushRef="#br0">0 114 3679 0 0,'5'-7'327'0'0,"-1"-2"-968"0"0,10-19 1677 0 0,-9 20 611 0 0,-1 0 0 0 0,1 1 1 0 0,8-10-1 0 0,-10 14-1031 0 0,0 1 0 0 0,0-1 0 0 0,0 0 0 0 0,0 1 0 0 0,0 0 0 0 0,1 0 1 0 0,-1 0-1 0 0,0 0 0 0 0,7-2 0 0 0,-6 3-581 0 0,-1 0-1 0 0,1 0 1 0 0,0 0 0 0 0,-1 1-1 0 0,1 0 1 0 0,0-1 0 0 0,3 2 0 0 0,-1-1 65 0 0,-1 1 0 0 0,1 0 0 0 0,-1 0 0 0 0,0 1 0 0 0,1 0 0 0 0,-1 0 0 0 0,0 0 1 0 0,0 0-1 0 0,-1 1 0 0 0,1 0 0 0 0,7 5 0 0 0,-6-3 7 0 0,0 1-1 0 0,0 0 1 0 0,0 0-1 0 0,-1 0 1 0 0,0 0-1 0 0,0 1 1 0 0,6 12 0 0 0,-7-12 38 0 0,-1 0 0 0 0,0 1 1 0 0,0-1-1 0 0,0 1 1 0 0,-1 0-1 0 0,-1 0 1 0 0,2 14-1 0 0,-2-16 20 0 0,-1-1-1 0 0,0 0 0 0 0,-1 1 0 0 0,1-1 1 0 0,-1 0-1 0 0,0 1 0 0 0,-1-1 0 0 0,1 0 1 0 0,-1 0-1 0 0,0 0 0 0 0,0 0 1 0 0,-3 4-1 0 0,2-4-88 0 0,-1 0 1 0 0,1 0-1 0 0,-1-1 1 0 0,0 0-1 0 0,0 0 1 0 0,0 0-1 0 0,-1 0 1 0 0,0-1-1 0 0,1 1 1 0 0,-9 3-1 0 0,11-6-202 0 0,1 0 0 0 0,-1 0-1 0 0,0-1 1 0 0,0 1 0 0 0,0-1-1 0 0,0 1 1 0 0,0-1 0 0 0,0 1-1 0 0,0-1 1 0 0,0 0 0 0 0,0 0-1 0 0,1 0 1 0 0,-1 0 0 0 0,0-1-1 0 0,0 1 1 0 0,0 0 0 0 0,0-1-1 0 0,0 1 1 0 0,0-1 0 0 0,0 0-1 0 0,0 0 1 0 0,1 1 0 0 0,-1-1-1 0 0,0 0 1 0 0,1-1 0 0 0,-1 1 0 0 0,0 0-1 0 0,1 0 1 0 0,0-1 0 0 0,-1 1-1 0 0,1-1 1 0 0,0 1 0 0 0,0-1-1 0 0,-2-1 1 0 0</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28.607"/>
    </inkml:context>
    <inkml:brush xml:id="br0">
      <inkml:brushProperty name="width" value="0.1" units="cm"/>
      <inkml:brushProperty name="height" value="0.1" units="cm"/>
      <inkml:brushProperty name="color" value="#008C3A"/>
    </inkml:brush>
  </inkml:definitions>
  <inkml:trace contextRef="#ctx0" brushRef="#br0">133 1 12783 0 0,'-10'5'571'0'0,"0"-1"0"0"0,0 2 0 0 0,0-1 0 0 0,0 1 0 0 0,1 1 0 0 0,0 0 0 0 0,0 0 0 0 0,1 1 0 0 0,-12 13 0 0 0,17-18-534 0 0,0 1-1 0 0,0 0 0 0 0,1 0 0 0 0,-1 1 1 0 0,1-1-1 0 0,0 0 0 0 0,0 1 0 0 0,0-1 0 0 0,1 1 1 0 0,0 0-1 0 0,0 0 0 0 0,0-1 0 0 0,0 1 1 0 0,1 0-1 0 0,-1 0 0 0 0,1 0 0 0 0,1 0 1 0 0,-1 0-1 0 0,1 0 0 0 0,-1 0 0 0 0,1-1 1 0 0,1 1-1 0 0,-1 0 0 0 0,4 6 0 0 0,-5-8-36 0 0,0-2 0 0 0,0-1 0 0 0,1 1 0 0 0,-1 0 0 0 0,0 0 0 0 0,1 0 0 0 0,-1-1 0 0 0,0 1 0 0 0,1 0 0 0 0,-1 0 0 0 0,1-1 0 0 0,-1 1 0 0 0,1 0 0 0 0,0-1 0 0 0,-1 1 0 0 0,1-1 0 0 0,0 1 0 0 0,-1-1 0 0 0,2 1 0 0 0,0 2 0 0 0,1-1 0 0 0,-1-1 0 0 0,1 1 0 0 0,-1 0 0 0 0,1 0 0 0 0,0-1 0 0 0,-1 0 0 0 0,1 1 0 0 0,0-1 0 0 0,0 0 0 0 0,0-1 0 0 0,0 1 0 0 0,0 0 0 0 0,0-1 0 0 0,0 0 0 0 0,0 1 0 0 0,0-1 0 0 0,0-1 0 0 0,0 1 0 0 0,1 0 0 0 0,-1-1 0 0 0,0 1 0 0 0,0-1 0 0 0,0 0 0 0 0,-1 0 0 0 0,1 0 0 0 0,0 0 0 0 0,0-1 0 0 0,0 1 0 0 0,2-3 0 0 0,1-1 52 0 0,-1 0-1 0 0,0-1 0 0 0,0 1 0 0 0,0-1 1 0 0,-1 0-1 0 0,0 0 0 0 0,0-1 1 0 0,0 1-1 0 0,-1-1 0 0 0,0 0 0 0 0,0 0 1 0 0,-1 0-1 0 0,0 0 0 0 0,0 0 1 0 0,-1-1-1 0 0,1 1 0 0 0,-2 0 1 0 0,1-13-1 0 0,-1 11 254 0 0,0 1 0 0 0,0-1 0 0 0,-1 0 0 0 0,0 0 0 0 0,-1 0 0 0 0,0 1 0 0 0,-5-14 0 0 0,7 21-1 0 0,-6 1 420 0 0,4 0-101 0 0,0 6-566 0 0,2-5-104 0 0,-1 5 55 0 0,0 0-1 0 0,1 1 1 0 0,0-1 0 0 0,0 0-1 0 0,0 0 1 0 0,1 1 0 0 0,2 10-1 0 0,2 14 8 0 0,-5-27-30 0 0,8 80-3793 0 0,-6-76 3094 0 0,-1-1-1 0 0,1 0 1 0 0,0 0-1 0 0,0 0 1 0 0,1 0-1 0 0,0-1 1 0 0,0 1-1 0 0,9 12 1 0 0</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28.990"/>
    </inkml:context>
    <inkml:brush xml:id="br0">
      <inkml:brushProperty name="width" value="0.1" units="cm"/>
      <inkml:brushProperty name="height" value="0.1" units="cm"/>
      <inkml:brushProperty name="color" value="#008C3A"/>
    </inkml:brush>
  </inkml:definitions>
  <inkml:trace contextRef="#ctx0" brushRef="#br0">0 62 14167 0 0,'0'0'3268'0'0,"4"13"-696"0"0,-2-5-1989 0 0,1-1 0 0 0,0 1 0 0 0,4 7-1 0 0,4 9 266 0 0,0 16 628 0 0,-14-56-1320 0 0,1 9-143 0 0,1 1-1 0 0,-1 0 1 0 0,2 0 0 0 0,-1-1 0 0 0,1 1 0 0 0,0-1 0 0 0,0-6-1 0 0,10-45 75 0 0,-10 56-219 0 0,0 0 1 0 0,0 0-1 0 0,1 0 0 0 0,-1 0 0 0 0,1 0 1 0 0,0 0-1 0 0,0 0 0 0 0,0 0 0 0 0,0 0 1 0 0,0 1-1 0 0,0-1 0 0 0,0 0 0 0 0,0 1 0 0 0,1-1 1 0 0,-1 0-1 0 0,0 1 0 0 0,1 0 0 0 0,0-1 1 0 0,-1 1-1 0 0,1 0 0 0 0,0 0 0 0 0,0 0 1 0 0,-1 0-1 0 0,1 0 0 0 0,0 0 0 0 0,0 0 1 0 0,0 1-1 0 0,0-1 0 0 0,0 1 0 0 0,0-1 1 0 0,0 1-1 0 0,0 0 0 0 0,0 0 0 0 0,1 0 1 0 0,-1 0-1 0 0,0 0 0 0 0,0 1 0 0 0,3 0 1 0 0,-1 0-676 0 0,0-1-398 0 0</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29.324"/>
    </inkml:context>
    <inkml:brush xml:id="br0">
      <inkml:brushProperty name="width" value="0.1" units="cm"/>
      <inkml:brushProperty name="height" value="0.1" units="cm"/>
      <inkml:brushProperty name="color" value="#008C3A"/>
    </inkml:brush>
  </inkml:definitions>
  <inkml:trace contextRef="#ctx0" brushRef="#br0">160 6 3223 0 0,'-14'1'672'0'0,"7"-1"1719"0"0,1 1 0 0 0,-1 0 0 0 0,-11 3 0 0 0,-40 16 2900 0 0,55-18-5183 0 0,0-1-1 0 0,0 0 1 0 0,0 1 0 0 0,0 0 0 0 0,0-1-1 0 0,1 1 1 0 0,-1 0 0 0 0,0 1 0 0 0,1-1-1 0 0,0 0 1 0 0,0 1 0 0 0,-1-1 0 0 0,2 1-1 0 0,-1 0 1 0 0,0 0 0 0 0,0-1 0 0 0,1 1-1 0 0,-1 0 1 0 0,0 4 0 0 0,1-3-105 0 0,0 0 0 0 0,1 0 0 0 0,-1 0-1 0 0,1-1 1 0 0,0 1 0 0 0,0 0 0 0 0,0 0 0 0 0,1 0 0 0 0,-1 0 0 0 0,1-1 0 0 0,0 1-1 0 0,0 0 1 0 0,0 0 0 0 0,1-1 0 0 0,-1 1 0 0 0,3 3 0 0 0,-3-5-4 0 0,1 0 1 0 0,-1 1-1 0 0,0-1 0 0 0,1 0 1 0 0,0 0-1 0 0,-1 0 1 0 0,1 0-1 0 0,0 0 0 0 0,0 0 1 0 0,0 0-1 0 0,0-1 1 0 0,0 1-1 0 0,1-1 0 0 0,-1 0 1 0 0,0 1-1 0 0,1-1 1 0 0,-1 0-1 0 0,1 0 0 0 0,-1-1 1 0 0,1 1-1 0 0,0 0 1 0 0,-1-1-1 0 0,5 1 0 0 0,-4-2 6 0 0,0 1-1 0 0,0-1 0 0 0,0 1 0 0 0,0-1 0 0 0,0 0 0 0 0,0 0 0 0 0,0 0 0 0 0,0 0 1 0 0,-1-1-1 0 0,1 1 0 0 0,0-1 0 0 0,-1 0 0 0 0,1 0 0 0 0,-1 1 0 0 0,1-2 0 0 0,-1 1 0 0 0,0 0 1 0 0,0 0-1 0 0,3-5 0 0 0,1-1-4 0 0,-1 2 29 0 0,-1 0-1 0 0,0 0 1 0 0,0-1 0 0 0,0 1 0 0 0,-1-1-1 0 0,5-12 1 0 0,10-68 2899 0 0,-16 100-2693 0 0,1 12-405 0 0,9 61 569 0 0,-9-72-863 0 0,0 0 0 0 0,2-1 0 0 0,-1 0 0 0 0,7 14 0 0 0,19-3-11374 0 0</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29.673"/>
    </inkml:context>
    <inkml:brush xml:id="br0">
      <inkml:brushProperty name="width" value="0.1" units="cm"/>
      <inkml:brushProperty name="height" value="0.1" units="cm"/>
      <inkml:brushProperty name="color" value="#008C3A"/>
    </inkml:brush>
  </inkml:definitions>
  <inkml:trace contextRef="#ctx0" brushRef="#br0">1 33 1839 0 0,'0'0'16831'0'0,"0"2"-16376"0"0,2 12 22 0 0,1 0 0 0 0,1-1 1 0 0,-1 0-1 0 0,11 22 0 0 0,-12-30-145 0 0,9 17-234 0 0,-6-7 2837 0 0,10-30-2175 0 0,0-27-366 0 0,-9 23-172 0 0,17-34 0 0 0,-21 49-219 0 0,-1 1 2 0 0,1 0 0 0 0,0-1-1 0 0,0 1 1 0 0,0 0 0 0 0,1 0-1 0 0,3-4 1 0 0,-5 6-4 0 0,0 0 0 0 0,1 1-1 0 0,-1-1 1 0 0,0 0 0 0 0,0 1 0 0 0,1-1-1 0 0,-1 1 1 0 0,0-1 0 0 0,1 1 0 0 0,-1 0 0 0 0,0 0-1 0 0,1-1 1 0 0,-1 1 0 0 0,1 0 0 0 0,-1 0-1 0 0,0 0 1 0 0,1 1 0 0 0,-1-1 0 0 0,1 0 0 0 0,-1 0-1 0 0,2 1 1 0 0,6 2-984 0 0,-2 0 0 0 0,16 8 0 0 0,6 3-4334 0 0</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32.885"/>
    </inkml:context>
    <inkml:brush xml:id="br0">
      <inkml:brushProperty name="width" value="0.1" units="cm"/>
      <inkml:brushProperty name="height" value="0.1" units="cm"/>
      <inkml:brushProperty name="color" value="#008C3A"/>
    </inkml:brush>
  </inkml:definitions>
  <inkml:trace contextRef="#ctx0" brushRef="#br0">16 1 10223 0 0,'0'0'920'0'0,"-1"1"-754"0"0,-2 2-72 0 0,1 0 291 0 0,1-1 0 0 0,-1 1 0 0 0,1 0 0 0 0,0 0 0 0 0,0-1 0 0 0,0 1 0 0 0,0 0-1 0 0,0 5 1 0 0,8 80 1752 0 0,1 5-1179 0 0,-13 14 397 0 0,2-77-1280 0 0,2 0 0 0 0,1 0 1 0 0,1 0-1 0 0,1 0 0 0 0,2 0 1 0 0,1 0-1 0 0,16 50 0 0 0,-18-71-32 0 0,4 13 78 0 0,7 40 1 0 0,-5-18-111 0 0,-6-32 10 0 0,0 0 0 0 0,1 21 0 0 0,0-1 9 0 0,14 59 1 0 0,-10-56-28 0 0,3 10 52 0 0,29 68 0 0 0,-3-9 139 0 0,-20-43-39 0 0,7 25 114 0 0,-12-46-76 0 0,7 48 0 0 0,5 15-63 0 0,-19-90-92 0 0,0 0 1 0 0,11 19-1 0 0,3 9-29 0 0,-2 4 105 0 0,19 79-1 0 0,-31-105-66 0 0,1-1-1 0 0,0 0 1 0 0,12 21 0 0 0,-5-9 11 0 0,15 28-33 0 0,11 30 67 0 0,-33-72-81 0 0,-3-10-11 0 0,-1 0 0 0 0,1 1 0 0 0,1 11 0 0 0,0 3 39 0 0,0 0 0 0 0,11 26 0 0 0,-8-21 51 0 0,-2-6 41 0 0,10 23 0 0 0,-3-13-66 0 0,-1-2-28 0 0,10 34 0 0 0,-9-14 109 0 0,3 0 0 0 0,41 90-1 0 0,-41-116-81 0 0,7 18-6 0 0,-13-24 24 0 0,19 27 0 0 0,-27-41-79 0 0,19 24 132 0 0,22 39 0 0 0,-33-50-112 0 0,2 0-1 0 0,0 0 1 0 0,1-2 0 0 0,17 18-1 0 0,-16-22-11 0 0,-3-4 1 0 0,-6-3 1 0 0,-1-1-1 0 0,0 1 1 0 0,0 0-1 0 0,0 0 1 0 0,-1 0 0 0 0,1 0-1 0 0,0 1 1 0 0,3 3-1 0 0,-2-1 11 0 0,1-1 0 0 0,0 1-1 0 0,7 4 1 0 0,8 8 25 0 0,-1 0 88 0 0,0 0 0 0 0,26 16 0 0 0,-42-31-129 0 0,1 1 1 0 0,-1-1-1 0 0,1 1 0 0 0,0-1 0 0 0,0 0 1 0 0,0-1-1 0 0,0 1 0 0 0,1-1 0 0 0,-1 0 1 0 0,5 1-1 0 0,8 3 30 0 0,22 11 18 0 0,-15 4-15 0 0,-8-6-7 0 0,4 5 53 0 0,1 0-1 0 0,1-2 0 0 0,0-1 1 0 0,41 22-1 0 0,-38-26-51 0 0,0 0 0 0 0,2-2 0 0 0,52 13 0 0 0,-21-8 15 0 0,-34-8-16 0 0,1-1-1 0 0,38 4 1 0 0,-60-10-27 0 0,1 1 0 0 0,0 0 1 0 0,0 0-1 0 0,-1 0 0 0 0,5 2 0 0 0,14 3 10 0 0,-16-5-8 0 0,0 1 0 0 0,0 0 0 0 0,10 4 0 0 0,-10-4 0 0 0,1 1 0 0 0,-1-1 0 0 0,9 2 0 0 0,15 2-8 0 0,-24-4 0 0 0,16 5 0 0 0,-18-3 0 0 0,-1 0 0 0 0,18 3 0 0 0,-15-6 0 0 0,0 0 0 0 0,0 0 0 0 0,0 0 0 0 0,8-1 0 0 0,19 2 0 0 0,55 24 64 0 0,-64-20-48 0 0,0 1 0 0 0,0 1 0 0 0,36 18 0 0 0,-57-25-16 0 0,-1 0 0 0 0,1 0-1 0 0,0 0 1 0 0,0 0 0 0 0,-1-1 0 0 0,1 1 0 0 0,0-1-1 0 0,0 1 1 0 0,0-1 0 0 0,0 0 0 0 0,0-1 0 0 0,2 1-1 0 0,-1-1 3 0 0,-1 1-1 0 0,1 0 1 0 0,-1 0-1 0 0,1 0 1 0 0,-1 1-1 0 0,0-1 1 0 0,1 1-1 0 0,4 1 1 0 0,-5-1 1 0 0,1 0 0 0 0,-1 0 0 0 0,1 0 0 0 0,-1 0 0 0 0,1 0 0 0 0,0-1 0 0 0,-1 0-1 0 0,1 1 1 0 0,0-1 0 0 0,-1-1 0 0 0,1 1 0 0 0,-1-1 0 0 0,1 1 0 0 0,0-1 0 0 0,-1 0 0 0 0,1 0 0 0 0,4-3 0 0 0,-3 2-3 0 0,-5 2 0 0 0,1-1 0 0 0,0 1 0 0 0,0-1 0 0 0,0 1 0 0 0,0 0 0 0 0,0-1 0 0 0,0 1 0 0 0,0 0 0 0 0,0 0 0 0 0,0 0 0 0 0,0 0 0 0 0,1 0 0 0 0,28 7 0 0 0,3 4 0 0 0,-21-2 0 0 0,-5-2 0 0 0,-6-6 0 0 0,0 0 0 0 0,0 0 0 0 0,0 1 0 0 0,1-1 0 0 0,-1-1 0 0 0,1 1 0 0 0,-1 0 0 0 0,0 0 0 0 0,1 0 0 0 0,0-1 0 0 0,-1 1 0 0 0,1-1 0 0 0,-1 1 0 0 0,1-1 0 0 0,0 0 0 0 0,2 1 0 0 0,4 0 0 0 0,2 4 0 0 0,-8-3 0 0 0,1 0 0 0 0,0-1 0 0 0,1 1 0 0 0,-1 0 0 0 0,0-1 0 0 0,5 1 0 0 0,-5 1 9 0 0,-2-3-7 0 0,0 1 1 0 0,0 0 0 0 0,0-1 0 0 0,0 1 0 0 0,0-1-1 0 0,1 1 1 0 0,-1-1 0 0 0,0 0 0 0 0,0 0 0 0 0,0 1-1 0 0,1-1 1 0 0,-1 0 0 0 0,0 0 0 0 0,0 0 0 0 0,2 0-1 0 0,46 6 9 0 0,-23-3-11 0 0,-21-3 0 0 0,0 1 0 0 0,0-1 0 0 0,0 1 0 0 0,0 0 0 0 0,0 1 0 0 0,6 1 0 0 0,11 5 0 0 0,-19-8 0 0 0,1 1 0 0 0,-1 0 0 0 0,0 0 0 0 0,1 1 0 0 0,-1-1 0 0 0,0 1 0 0 0,3 2 0 0 0,0 0 0 0 0,0-1 0 0 0,0 0 0 0 0,0 0 0 0 0,0 0 0 0 0,1 0 0 0 0,-1-1 0 0 0,1 0 0 0 0,-1-1 0 0 0,1 1 0 0 0,8 0 0 0 0,-10-2 8 0 0,0 0 0 0 0,0 0 1 0 0,-1 0-1 0 0,1 0 0 0 0,0-1 0 0 0,6-1 0 0 0,7 0-1 0 0,-12 2-2 0 0,-1 0-1 0 0,0 0 1 0 0,1 0-1 0 0,-1 1 1 0 0,0-1 0 0 0,1 1-1 0 0,-1 1 1 0 0,0-1-1 0 0,0 1 1 0 0,0 0-1 0 0,0 0 1 0 0,0 1 0 0 0,4 2-1 0 0,-6-3-4 0 0,0 0 0 0 0,0 0 0 0 0,0 0 0 0 0,0 0 0 0 0,1 0 0 0 0,-1-1 0 0 0,0 0 0 0 0,8 2 0 0 0,-1 0 0 0 0,0 1 8 0 0,-1-1 0 0 0,1-1 0 0 0,14 2 0 0 0,-14-2 0 0 0,0 0 0 0 0,0 0 0 0 0,13 6 0 0 0,-9-2 6 0 0,-1 1-1 0 0,0 0 1 0 0,23 17 0 0 0,-13-8-5 0 0,9 6 55 0 0,-15-8-27 0 0,5-1 37 0 0,-10-6-68 0 0,-4-3 7 0 0,-5-3-13 0 0,0 0-1 0 0,-1 0 1 0 0,1 1 0 0 0,0-1 0 0 0,-1 1 0 0 0,1 0-1 0 0,3 2 1 0 0,15 9 0 0 0,-14-9 0 0 0,1 1 0 0 0,-1-1 0 0 0,10 9 0 0 0,0 2 0 0 0,-2 1 11 0 0,56 51 117 0 0,-70-66-124 0 0,0 0 0 0 0,0 0 1 0 0,0 0-1 0 0,0 0 0 0 0,1 0 0 0 0,-1 0 1 0 0,1 0-1 0 0,-1 0 0 0 0,0-1 0 0 0,1 1 1 0 0,2 0-1 0 0,12 6 51 0 0,-10-5-45 0 0,-3-1-10 0 0,-1 0 0 0 0,1 0 0 0 0,-1 0 0 0 0,1 0 1 0 0,-1 1-1 0 0,0-1 0 0 0,4 3 0 0 0,-4-2 0 0 0,0-1 0 0 0,0 0 0 0 0,0 1 0 0 0,0-1 0 0 0,-1 1 0 0 0,1-1 0 0 0,-1 1 0 0 0,1 0 0 0 0,-1 0 0 0 0,1 0 0 0 0,-1 0 0 0 0,0 0 0 0 0,2 3 0 0 0,1 4 11 0 0,-2-7-4 0 0,-1 0 1 0 0,0 0-1 0 0,1 1 0 0 0,-1-1 1 0 0,0 1-1 0 0,0-1 1 0 0,1 5-1 0 0,3 3 25 0 0,22 18-6 0 0,-26-25-26 0 0,19 11 53 0 0,-5-5-31 0 0,-12-9 20 0 0,4-2-20 0 0,-1-7 3 0 0,-4 7-101 0 0,0 6-1 0 0</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2:33.595"/>
    </inkml:context>
    <inkml:brush xml:id="br0">
      <inkml:brushProperty name="width" value="0.1" units="cm"/>
      <inkml:brushProperty name="height" value="0.1" units="cm"/>
      <inkml:brushProperty name="color" value="#008C3A"/>
    </inkml:brush>
  </inkml:definitions>
  <inkml:trace contextRef="#ctx0" brushRef="#br0">1 257 919 0 0,'0'0'15322'0'0,"0"1"-15124"0"0,1 3-99 0 0,0 0 1 0 0,0 0-1 0 0,1 0 0 0 0,-1-1 0 0 0,1 1 0 0 0,0-1 0 0 0,0 1 1 0 0,0-1-1 0 0,1 0 0 0 0,-1 0 0 0 0,1 0 0 0 0,0 0 0 0 0,-1 0 1 0 0,1 0-1 0 0,1-1 0 0 0,-1 0 0 0 0,6 4 0 0 0,7 3 251 0 0,1 0 1 0 0,29 9-1 0 0,-12-4 222 0 0,-19-9-189 0 0,28 7 0 0 0,-27-8-253 0 0,-13-3-109 0 0,1-1 0 0 0,-1 1-1 0 0,1-1 1 0 0,-1 0 0 0 0,0 0-1 0 0,7-2 1 0 0,15 1 32 0 0,-22 1-38 0 0,0 0 0 0 0,0 0 0 0 0,0 0 0 0 0,-1 0 0 0 0,1-1 0 0 0,0 1 0 0 0,4-3 1 0 0,18-1 217 0 0,-23 4-224 0 0,0-1 1 0 0,0 1-1 0 0,-1 0 0 0 0,1-1 0 0 0,0 0 1 0 0,0 1-1 0 0,0-1 0 0 0,-1 0 0 0 0,1 0 1 0 0,0 0-1 0 0,1-1 0 0 0,15-7 46 0 0,-16 8-37 0 0,0 0 1 0 0,0 0 0 0 0,-1 0 0 0 0,1 0 0 0 0,0-1 0 0 0,0 1 0 0 0,-1 0 0 0 0,1-1 0 0 0,-1 1 0 0 0,1-1 0 0 0,1-2 0 0 0,14-25 343 0 0,-4 9-242 0 0,5-11 214 0 0,-7 16-248 0 0,-11 13-17 0 0,7-21 207 0 0,-6 8-56 0 0,-1-1-1 0 0,-1 1 1 0 0,0-1 0 0 0,-2 0-1 0 0,-5-24 1 0 0,4 22-26 0 0,2 9-93 0 0,1 0-1 0 0,0-15 1 0 0,-1-11 93 0 0,-1 24-803 0 0,2 10 354 0 0</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7:28.445"/>
    </inkml:context>
    <inkml:brush xml:id="br0">
      <inkml:brushProperty name="width" value="0.1" units="cm"/>
      <inkml:brushProperty name="height" value="0.1" units="cm"/>
      <inkml:brushProperty name="color" value="#5D4753"/>
    </inkml:brush>
  </inkml:definitions>
  <inkml:trace contextRef="#ctx0" brushRef="#br0">2656 125 1375 0 0,'0'0'14036'0'0,"4"-16"-12404"0"0,-6 10-1425 0 0,0 1-1 0 0,0-1 0 0 0,0 0 1 0 0,-1 1-1 0 0,0-1 0 0 0,0 1 1 0 0,-4-6-1 0 0,4 9-114 0 0,0-1 1 0 0,0 1-1 0 0,0 0 0 0 0,0 0 1 0 0,0 1-1 0 0,0-1 1 0 0,-1 0-1 0 0,1 1 0 0 0,-6-2 1 0 0,3 1 48 0 0,-13-5 124 0 0,1 0 0 0 0,-1 2 0 0 0,0 0 0 0 0,-1 1 0 0 0,1 1 0 0 0,-1 0 0 0 0,-19 1 0 0 0,23 2-180 0 0,8-1-44 0 0,0 1 0 0 0,0 1-1 0 0,-13 1 1 0 0,12-1 18 0 0,0 0-1 0 0,0 0 1 0 0,0-1 0 0 0,-12-1-1 0 0,9 0-26 0 0,0 1 0 0 0,-13 1-1 0 0,-62 11 157 0 0,77-10-189 0 0,5-2 3 0 0,0 1 1 0 0,0 1-1 0 0,0-1 0 0 0,-7 4 1 0 0,-23 8 55 0 0,29-11-59 0 0,-1 0 0 0 0,1 0 1 0 0,-1 1-1 0 0,1 0 0 0 0,-8 6 0 0 0,-119 88 65 0 0,75-59-50 0 0,44-31-7 0 0,1 1 1 0 0,1 0 0 0 0,-1 1 0 0 0,2 0-1 0 0,-15 15 1 0 0,-5 10-7 0 0,-60 72-62 0 0,69-81 61 0 0,15-17 0 0 0,1 0 0 0 0,0 0 0 0 0,-9 14 0 0 0,5-6 0 0 0,-1 0 0 0 0,0-1 0 0 0,-1 0 0 0 0,-18 16 0 0 0,16-17 0 0 0,1 0 0 0 0,1 1 0 0 0,0 0 0 0 0,-11 20 0 0 0,16-23 0 0 0,-2 0 0 0 0,1-1 0 0 0,-21 20 0 0 0,2-1 0 0 0,-1-1 0 0 0,-2 0 0 0 0,-58 42 0 0 0,84-68 0 0 0,-48 35 106 0 0,-59 32 0 0 0,42-33 77 0 0,-27 15-250 0 0,47-26 67 0 0,-27 20 0 0 0,29-20 0 0 0,25-15 0 0 0,16-8 0 0 0,-1 0 0 0 0,1-1 0 0 0,-11 3 0 0 0,11-3 0 0 0,0-1 0 0 0,0 1 0 0 0,0 1 0 0 0,0-1 0 0 0,-6 5 0 0 0,-29 16-7 0 0,26-15-2 0 0,0 0 0 0 0,0 1 0 0 0,1 1 1 0 0,1 0-1 0 0,-17 17 0 0 0,9-6 9 0 0,-1 0 0 0 0,-35 25 0 0 0,46-36 40 0 0,1-1 1 0 0,-13 16-1 0 0,-8 8-110 0 0,2-5 41 0 0,0 3 0 0 0,-43 59 0 0 0,54-61 29 0 0,1 0 0 0 0,-22 53 0 0 0,33-66-27 0 0,1 0 0 0 0,-3 21 0 0 0,-5 15-28 0 0,4-15 55 0 0,7-27 0 0 0,0-1 0 0 0,-5 13 0 0 0,-1 3 0 0 0,1 1 0 0 0,1 1 0 0 0,2-1 0 0 0,0 1 0 0 0,2 0 0 0 0,1 42 0 0 0,4 25 47 0 0,5-1-1 0 0,23 109 1 0 0,23 68 232 0 0,-37-209-188 0 0,-5-23-65 0 0,22 67 157 0 0,-11-36-53 0 0,-7-20-42 0 0,-5-19-22 0 0,5 31 0 0 0,-11-42 10 0 0,1 1-1 0 0,1-1 0 0 0,1 0 0 0 0,19 34 0 0 0,-17-37-19 0 0,1 0-1 0 0,1-1 0 0 0,0 0 0 0 0,0 0 0 0 0,29 23 0 0 0,-12-12-42 0 0,-14-11 4 0 0,1 0 0 0 0,29 18 0 0 0,-5-3 35 0 0,-29-21-31 0 0,0 0 0 0 0,1-1 0 0 0,15 8 0 0 0,46 17 142 0 0,78 22 0 0 0,-105-39-137 0 0,-24-9 7 0 0,26 4-1 0 0,19 5 42 0 0,78 25 92 0 0,-116-35-128 0 0,0-1 0 0 0,0-1-1 0 0,34 0 1 0 0,111-9 189 0 0,-141 4-188 0 0,-1 1 0 0 0,59 6 0 0 0,-61-4-39 0 0,1 0 0 0 0,46-4 0 0 0,-70 1 0 0 0,51-2 36 0 0,62-13 0 0 0,17-2 28 0 0,-81 10-64 0 0,58-16 0 0 0,-82 14 45 0 0,-1-2 1 0 0,-1-1-1 0 0,0-2 0 0 0,28-18 1 0 0,-26 12 4 0 0,40-35 0 0 0,-35 26-33 0 0,-15 12-17 0 0,31-23 0 0 0,-23 20 16 0 0,-16 10 0 0 0,0 2 0 0 0,22-12 0 0 0,66-32-16 0 0,-81 39 0 0 0,0-1 0 0 0,32-31 0 0 0,-44 39 0 0 0,35-35 0 0 0,41-33 0 0 0,28-4 0 0 0,50-26 0 0 0,10 10 0 0 0,-147 82 0 0 0,92-34 0 0 0,-37 17 0 0 0,-34 12 0 0 0,0 2 0 0 0,2 3 0 0 0,60-10 0 0 0,-68 19 4 0 0,0 2-1 0 0,78 5 1 0 0,-96-1 2 0 0,-1 1 0 0 0,1 1 0 0 0,39 12 0 0 0,62 32 15 0 0,-12-5-13 0 0,-9-10-8 0 0,142 26 0 0 0,-199-50 0 0 0,53 10 0 0 0,125 6 0 0 0,-150-23 0 0 0,73 5 0 0 0,-103-4 9 0 0,1-3-1 0 0,-1-1 1 0 0,51-9-1 0 0,-8 1 11 0 0,-20 4 32 0 0,65-6 57 0 0,-108 8-75 0 0,1-2-1 0 0,-1-1 0 0 0,30-10 0 0 0,-13 1 20 0 0,-12 4 24 0 0,43-20-1 0 0,-19 4-38 0 0,68-25 1 0 0,42-16 68 0 0,-151 62-102 0 0,-1 0 0 0 0,0-1 0 0 0,-1 0 0 0 0,15-12 0 0 0,33-38 52 0 0,-38 37-46 0 0,-3 1 11 0 0,0-2 1 0 0,-1 0 0 0 0,-2-1-1 0 0,23-44 1 0 0,-16 29-13 0 0,-1 1-3 0 0,-5 12 6 0 0,-1-1-1 0 0,-1-1 1 0 0,-2 0-1 0 0,9-29 1 0 0,-12 27-9 0 0,1-1 9 0 0,-1-1 0 0 0,-2 0 1 0 0,-1 0-1 0 0,2-42 0 0 0,-9 32 49 0 0,-1 0-1 0 0,-15-66 0 0 0,-11 3-49 0 0,20 68 37 0 0,-2 0 0 0 0,-1 0-1 0 0,-30-57 1 0 0,39 85-47 0 0,-14-29 19 0 0,-25-50 77 0 0,24 56 1 0 0,-1 0 0 0 0,-26-28 0 0 0,-17-16 120 0 0,49 60-164 0 0,0 0 0 0 0,-1 1-1 0 0,0 1 1 0 0,-25-16 0 0 0,16 10 15 0 0,-17-8 9 0 0,0 1 0 0 0,-2 2 1 0 0,-63-25-1 0 0,46 25-78 0 0,22 7 22 0 0,-55-17 1 0 0,18 8-4 0 0,-63-20-19 0 0,80 29 0 0 0,21 6 0 0 0,-53-8 0 0 0,-49-19 0 0 0,102 29 0 0 0,0 2 0 0 0,-43-3 0 0 0,54 6 0 0 0,9 2 0 0 0,-26-1 0 0 0,29 2 0 0 0,0-1 0 0 0,-24-4 0 0 0,-10-1 0 0 0,-59-9 0 0 0,10 2 0 0 0,3 2 0 0 0,46 5 0 0 0,-50 0 0 0 0,-29 0 0 0 0,53 1 0 0 0,-38-9 0 0 0,-1 7 0 0 0,-21-4 0 0 0,101 7 0 0 0,0-2 0 0 0,-35-11 0 0 0,-126-44 0 0 0,156 49 0 0 0,-104-31 0 0 0,107 33 0 0 0,19 5 0 0 0,-29-5 0 0 0,20 6 0 0 0,-27-9 0 0 0,-5-1 0 0 0,32 7 0 0 0,-44-18 0 0 0,40 14 0 0 0,-9-7 0 0 0,28 12 0 0 0,-1 1 0 0 0,-12-4 0 0 0,13 5 0 0 0,0 0-1 0 0,1 0 1 0 0,-14-10 0 0 0,11 6-10 0 0,-24-19-44 0 0,13 8 55 0 0,12 12-1 0 0,-17-15 0 0 0,6 3 0 0 0,-21-19 0 0 0,26 25 0 0 0,0-1 0 0 0,1 0 0 0 0,0-2 0 0 0,-16-21 0 0 0,8 4 0 0 0,20 26 0 0 0,2 5 0 0 0,0 0 0 0 0,0 0 0 0 0,-1 0 0 0 0,1 1 0 0 0,-1-1 0 0 0,1 0 0 0 0,-1 1 0 0 0,0-1 0 0 0,-3-2 0 0 0,-5-4-4 0 0,0 0 1 0 0,-15-9-1 0 0,14 12-51 0 0,-8 2 57 0 0,-14-7-2 0 0,32 9 0 0 0,-2 1 0 0 0,0-1 0 0 0,1 1 0 0 0,-1-1 0 0 0,0 0 0 0 0,1 0 0 0 0,-1 0 0 0 0,1-1 0 0 0,-1 1 0 0 0,1-1 0 0 0,-3-2 0 0 0,-3-1 0 0 0,0 1 0 0 0,6 3-6 0 0,0 0 1 0 0,1 0-1 0 0,-1 1 0 0 0,0-1 1 0 0,0 0-1 0 0,0 1 0 0 0,-1-1 0 0 0,1 1 1 0 0,0-1-1 0 0,-3 1 0 0 0,-18-2 5 0 0,20 0 1 0 0,2 2 0 0 0,0 0 0 0 0,1-1 0 0 0,-1 1 0 0 0,0 0 0 0 0,0 0 0 0 0,1-1 0 0 0,-1 1 0 0 0,0 0 0 0 0,0 0 0 0 0,0 0 0 0 0,1 0 0 0 0,-1 0 0 0 0,0 0 0 0 0,0 0 0 0 0,0 0 0 0 0,1 0 0 0 0,-1 0 0 0 0,-1 1 0 0 0,-16 1-8 0 0,-22 4-48 0 0,37-5 56 0 0,-37 2 0 0 0,32-4 0 0 0,1 0 0 0 0,-2 0 0 0 0,-1 3 0 0 0,-15-1-3104 0 0</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15.445"/>
    </inkml:context>
    <inkml:brush xml:id="br0">
      <inkml:brushProperty name="width" value="0.1" units="cm"/>
      <inkml:brushProperty name="height" value="0.1" units="cm"/>
      <inkml:brushProperty name="color" value="#FF0000"/>
    </inkml:brush>
  </inkml:definitions>
  <inkml:trace contextRef="#ctx0" brushRef="#br0">175 72 9791 0 0,'-1'-1'1991'0'0,"-26"-14"1225"0"0,22 12-2707 0 0,0 0 0 0 0,0 0 0 0 0,0 0 0 0 0,0 1-1 0 0,-9-4 1 0 0,14 6-496 0 0,-1 0 0 0 0,1 0 0 0 0,0 0 1 0 0,0 0-1 0 0,-1 0 0 0 0,1 0 0 0 0,0 0 0 0 0,0 0 0 0 0,-1 0 0 0 0,1 0 0 0 0,0 0 0 0 0,0 0 0 0 0,-1 0 0 0 0,1 0 1 0 0,0 0-1 0 0,0 0 0 0 0,0 0 0 0 0,-1 0 0 0 0,1 0 0 0 0,0 0 0 0 0,0 0 0 0 0,-1 1 0 0 0,1-1 0 0 0,0 0 0 0 0,0 0 1 0 0,0 0-1 0 0,-1 1 0 0 0,1-1-1 0 0,0 0 1 0 0,-1 0 0 0 0,1 0-1 0 0,0 1 1 0 0,0-1 0 0 0,-1 0 0 0 0,1 0-1 0 0,0 0 1 0 0,0 0 0 0 0,-1 0-1 0 0,1 1 1 0 0,0-1 0 0 0,-1 0-1 0 0,1 0 1 0 0,0 0 0 0 0,-1 0 0 0 0,1 0-1 0 0,0 0 1 0 0,-1 0 0 0 0,1 0-1 0 0,0 0 1 0 0,-1 0 0 0 0,1 0 0 0 0,-1-1-1 0 0,-1 1 12 0 0,0 0 1 0 0,-1 0-1 0 0,1 1 0 0 0,0-1 0 0 0,0 0 0 0 0,-1 1 0 0 0,1-1 0 0 0,0 1 1 0 0,0 0-1 0 0,0 0 0 0 0,0 0 0 0 0,0 0 0 0 0,0 0 0 0 0,-3 2 0 0 0,1-1 29 0 0,0 1-1 0 0,0-1 1 0 0,0 0-1 0 0,-6 1 0 0 0,8-2-39 0 0,1-1 0 0 0,-1 0 1 0 0,1 1-1 0 0,0-1 0 0 0,-1 1 0 0 0,1 0 0 0 0,0-1 0 0 0,-1 1 0 0 0,1 0 1 0 0,0 0-1 0 0,0-1 0 0 0,-2 3 0 0 0,2-1-11 0 0,-1 0 0 0 0,1 1 0 0 0,0-1 0 0 0,0 1 0 0 0,0 0 0 0 0,0-1-1 0 0,0 1 1 0 0,0 0 0 0 0,1-1 0 0 0,-1 4 0 0 0,0-3-3 0 0,1-1 0 0 0,0 1 0 0 0,-1 0-1 0 0,1-1 1 0 0,1 1 0 0 0,-1-1 0 0 0,0 1 0 0 0,0 0-1 0 0,1-1 1 0 0,1 4 0 0 0,4 8-67 0 0,-2-12 73 0 0,-2-1-9 0 0,7 4 4 0 0,-6-4 0 0 0,1 0 0 0 0,-1-1 0 0 0,1 0 0 0 0,-1 0 0 0 0,6-1 0 0 0,12 1 0 0 0,-15 1 52 0 0,0 0-1 0 0,-1 0 1 0 0,1-1 0 0 0,0 0-1 0 0,-1-1 1 0 0,1 1 0 0 0,0-1-1 0 0,-1 0 1 0 0,1 0-1 0 0,-1-1 1 0 0,6-2 0 0 0,-8 3 47 0 0,0 0 0 0 0,0-1 1 0 0,0 0-1 0 0,-1 0 1 0 0,1 0-1 0 0,-1 0 0 0 0,0 0 1 0 0,1 0-1 0 0,-1-1 1 0 0,0 1-1 0 0,0-1 0 0 0,-1 1 1 0 0,1-1-1 0 0,0 0 0 0 0,-1 0 1 0 0,0 1-1 0 0,1-1 1 0 0,-1 0-1 0 0,0 0 0 0 0,0-6 1 0 0,0 8 377 0 0,-7-17 66 0 0,4 14-439 0 0,0-4 7 0 0,-2 1 0 0 0,1-1 0 0 0,-1 1 0 0 0,0 0 1 0 0,0 0-1 0 0,-1 0 0 0 0,-7-8 0 0 0,11 14-95 0 0,0 1 0 0 0,0-1-1 0 0,-1 0 1 0 0,1 1 0 0 0,0-1-1 0 0,0 1 1 0 0,0-1 0 0 0,0 1-1 0 0,-1-1 1 0 0,1 1 0 0 0,0 0-1 0 0,-1 0 1 0 0,1-1 0 0 0,0 1-1 0 0,0 0 1 0 0,-1 0 0 0 0,1 1 0 0 0,0-1-1 0 0,-1 0 1 0 0,1 0 0 0 0,0 0-1 0 0,0 1 1 0 0,-2 0 0 0 0,-1 0-2 0 0,0 1 1 0 0,1-1 0 0 0,-1 1 0 0 0,1 0 0 0 0,-1 0-1 0 0,-3 4 1 0 0,4-4-28 0 0,0 1-1 0 0,0-1 1 0 0,1 1-1 0 0,-1 0 1 0 0,1 0-1 0 0,0 0 1 0 0,0 0-1 0 0,0 0 1 0 0,0 0-1 0 0,0 1 1 0 0,1-1 0 0 0,0 1-1 0 0,-1-1 1 0 0,1 1-1 0 0,1-1 1 0 0,-1 1-1 0 0,0 0 1 0 0,1-1-1 0 0,0 1 1 0 0,0 0-1 0 0,0 0 1 0 0,0-1-1 0 0,0 1 1 0 0,1 0-1 0 0,0-1 1 0 0,0 1 0 0 0,0 0-1 0 0,0-1 1 0 0,0 1-1 0 0,1-1 1 0 0,0 0-1 0 0,-1 1 1 0 0,1-1-1 0 0,0 0 1 0 0,1 0-1 0 0,-1 0 1 0 0,0 0-1 0 0,1-1 1 0 0,5 5-1 0 0,4-1-28 0 0,-9-5 37 0 0,0-1 0 0 0,0 0 0 0 0,1 0 0 0 0,-1 0 0 0 0,0 0 0 0 0,0 0 0 0 0,0-1 0 0 0,0 1 0 0 0,1-1 1 0 0,-1 0-1 0 0,0 0 0 0 0,0 0 0 0 0,0-1 0 0 0,-1 1 0 0 0,1-1 0 0 0,0 1 0 0 0,0-1 0 0 0,-1 0 0 0 0,1 0 0 0 0,-1 0 0 0 0,0 0 0 0 0,4-5 0 0 0,8-7 316 0 0,-13 13 17 0 0,-6-10-200 0 0,-4 0-13 0 0,9 11-150 0 0,0 0 0 0 0,0 0-1 0 0,0 0 1 0 0,0-1 0 0 0,-1 1 0 0 0,1 0 0 0 0,0 0-1 0 0,0 0 1 0 0,0 0 0 0 0,0 0 0 0 0,-1 0-1 0 0,1 0 1 0 0,0 0 0 0 0,0 0 0 0 0,0 0 0 0 0,-1 0-1 0 0,1 0 1 0 0,0 0 0 0 0,0 0 0 0 0,0 1-1 0 0,0-1 1 0 0,-1 0 0 0 0,1 0 0 0 0,0 0-1 0 0,0 0 1 0 0,0 0 0 0 0,0 0 0 0 0,-1 0 0 0 0,1 0-1 0 0,0 1 1 0 0,0-1 0 0 0,0 0 0 0 0,0 0-1 0 0,0 0 1 0 0,0 0 0 0 0,-1 1 0 0 0,0 1-406 0 0,0 1 0 0 0,0 0 0 0 0,0-1 1 0 0,1 1-1 0 0,-1 0 0 0 0,1 0 0 0 0,-1 4 1 0 0,0 10-1254 0 0</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19.691"/>
    </inkml:context>
    <inkml:brush xml:id="br0">
      <inkml:brushProperty name="width" value="0.1" units="cm"/>
      <inkml:brushProperty name="height" value="0.1" units="cm"/>
      <inkml:brushProperty name="color" value="#FF0000"/>
    </inkml:brush>
  </inkml:definitions>
  <inkml:trace contextRef="#ctx0" brushRef="#br0">73 1 5063 0 0,'0'0'10788'0'0,"-1"0"-10624"0"0,-2 0-105 0 0,0 0-21 0 0,0 0 1 0 0,0 0-1 0 0,1 0 1 0 0,-1 1-1 0 0,0-1 1 0 0,1 1-1 0 0,-1-1 1 0 0,0 1-1 0 0,1 0 1 0 0,-1 0 0 0 0,1 0-1 0 0,-1 1 1 0 0,1-1-1 0 0,0 0 1 0 0,-1 1-1 0 0,1 0 1 0 0,0-1-1 0 0,-2 4 1 0 0,-3 2 26 0 0,6-7-59 0 0,0 1-1 0 0,1-1 1 0 0,-1 1-1 0 0,1-1 0 0 0,-1 1 1 0 0,0-1-1 0 0,1 1 1 0 0,-1 0-1 0 0,1-1 1 0 0,-1 1-1 0 0,1 0 1 0 0,0-1-1 0 0,-1 1 0 0 0,1 0 1 0 0,0 0-1 0 0,0 0 1 0 0,-1-1-1 0 0,1 2 1 0 0,0 1 8 0 0,-1-1-22 0 0,1 0 0 0 0,0 1 0 0 0,0-1 1 0 0,0 1-1 0 0,0-1 0 0 0,0 1 1 0 0,0-1-1 0 0,1 0 0 0 0,-1 1 0 0 0,1-1 1 0 0,0 0-1 0 0,-1 1 0 0 0,1-1 1 0 0,0 0-1 0 0,1 0 0 0 0,-1 0 0 0 0,2 4 1 0 0,-2-6 4 0 0,8 11-62 0 0,-5-10 69 0 0,-2 0-7 0 0,-2-1 2 0 0,2 1 10 0 0,1 1 0 0 0,-1-1 0 0 0,0 0 1 0 0,1 0-1 0 0,0 0 0 0 0,-1 0 0 0 0,1 0 0 0 0,-1 0 0 0 0,1-1 0 0 0,3 1 0 0 0,5-2 5 0 0,0 0-1 0 0,23-6 0 0 0,-34 7-8 0 0,1 0 0 0 0,-1 0 0 0 0,1 0 1 0 0,0 0-1 0 0,-1 0 0 0 0,1 0 0 0 0,-1 0 0 0 0,1-1 0 0 0,0 1 1 0 0,-1 0-1 0 0,1 0 0 0 0,-1 0 0 0 0,1-1 0 0 0,-1 1 0 0 0,1 0 1 0 0,-1-1-1 0 0,1 1 0 0 0,-1 0 0 0 0,1-1 0 0 0,-1 1 1 0 0,1-1-1 0 0,0 0 18 0 0,0 0 45 0 0,3-8 364 0 0,-4 7-380 0 0,0-1-1 0 0,0 1 1 0 0,0-1 0 0 0,0 1-1 0 0,0 0 1 0 0,-1-1 0 0 0,1 1-1 0 0,-1-1 1 0 0,0 1-1 0 0,0 0 1 0 0,0-1 0 0 0,0 1-1 0 0,0 0 1 0 0,0 0-1 0 0,0 0 1 0 0,-1 0 0 0 0,1 0-1 0 0,-3-3 1 0 0,1 3 33 0 0,1-1 0 0 0,-1 1 0 0 0,0-1 0 0 0,0 1 0 0 0,0 0 0 0 0,0 0 0 0 0,0 0 0 0 0,0 0 1 0 0,0 0-1 0 0,-1 1 0 0 0,1 0 0 0 0,-4-2 0 0 0,5 4-58 0 0,-1-1 0 0 0,1 0 0 0 0,0 1 0 0 0,0 0 0 0 0,-1-1 0 0 0,1 1 0 0 0,0 0 0 0 0,0 0 0 0 0,0 0 0 0 0,-4 3 0 0 0,4-3-36 0 0,-1 1 0 0 0,1 0 0 0 0,0-1-1 0 0,-1 1 1 0 0,1 0 0 0 0,0 0 0 0 0,0 0-1 0 0,0 1 1 0 0,0-1 0 0 0,1 0 0 0 0,-1 1-1 0 0,-1 2 1 0 0,0 2-23 0 0,3-7 30 0 0,-2 7-62 0 0,3 10 66 0 0,-1-14-9 0 0,0 0 0 0 0,0-1 0 0 0,1 1 0 0 0,-1 0 0 0 0,1-1 0 0 0,0 1-1 0 0,0 0 1 0 0,0-1 0 0 0,0 1 0 0 0,0-1 0 0 0,0 1 0 0 0,1-1 0 0 0,-1 0 0 0 0,1 1 0 0 0,-1-1-1 0 0,1 0 1 0 0,4 3 0 0 0,-4-3-3 0 0,0 0 1 0 0,0 0-1 0 0,1-1 0 0 0,-1 1 0 0 0,0-1 0 0 0,1 0 0 0 0,-1 0 0 0 0,1 0 1 0 0,-1 0-1 0 0,1 0 0 0 0,0 0 0 0 0,3 0 0 0 0,-1 0 10 0 0,1 0 0 0 0,-1-1 0 0 0,1 1 0 0 0,0-1 0 0 0,7-1 0 0 0,1 0 11 0 0,-8 0-3 0 0,0 1 0 0 0,0-1 0 0 0,0 0 0 0 0,0-1 0 0 0,0 1 0 0 0,0-1 0 0 0,7-4 0 0 0,-12 5 5 0 0,0 1-1 0 0,0-1 1 0 0,0 1 0 0 0,0-1 0 0 0,-1 0 0 0 0,1 0 0 0 0,0 0-1 0 0,0 1 1 0 0,-1-1 0 0 0,1 0 0 0 0,-1 0 0 0 0,1 0-1 0 0,-1 0 1 0 0,1 0 0 0 0,-1 0 0 0 0,1 0 0 0 0,-1 0-1 0 0,0 0 1 0 0,0 0 0 0 0,1-2 0 0 0,-1-24 616 0 0,-1 17-162 0 0,1 9-436 0 0,-1-1-1 0 0,1 1 0 0 0,0 0 1 0 0,-1 0-1 0 0,1 0 1 0 0,-1 0-1 0 0,0 0 0 0 0,1 0 1 0 0,-1 0-1 0 0,0 0 1 0 0,1 0-1 0 0,-1 0 0 0 0,0 1 1 0 0,0-1-1 0 0,0 0 1 0 0,-1 0-1 0 0,-16-11 368 0 0,8 9-329 0 0,1 1 0 0 0,0 0 0 0 0,0 0-1 0 0,-1 1 1 0 0,-18-1 0 0 0,20 3-69 0 0,0 4 0 0 0,8-5-5 0 0,-2 1 0 0 0,0 0 0 0 0,1 1 0 0 0,-1-1 0 0 0,0 1 0 0 0,1-1 0 0 0,-1 1 0 0 0,1-1 0 0 0,-1 1 0 0 0,1 0 0 0 0,0 0 0 0 0,-1 0 0 0 0,1 0 0 0 0,0 0 0 0 0,-1 3 0 0 0,2-3-9 0 0,-1 0-1 0 0,0 0 1 0 0,1 0-1 0 0,-1-1 0 0 0,1 1 1 0 0,-1 0-1 0 0,1 0 1 0 0,0 1-1 0 0,0-1 1 0 0,0 0-1 0 0,0 0 1 0 0,0 0-1 0 0,0 0 1 0 0,1 0-1 0 0,-1 0 1 0 0,1 0-1 0 0,-1 0 0 0 0,3 3 1 0 0,0 4-94 0 0,6 17-180 0 0,-9-25 290 0 0,1 1 1 0 0,0-1-1 0 0,-1 1 0 0 0,1-1 0 0 0,0 0 1 0 0,0 1-1 0 0,0-1 0 0 0,0 0 0 0 0,0 1 1 0 0,0-1-1 0 0,1 0 0 0 0,-1 0 0 0 0,0 0 0 0 0,0 0 1 0 0,1 0-1 0 0,-1 0 0 0 0,1-1 0 0 0,-1 1 1 0 0,1 0-1 0 0,-1-1 0 0 0,1 1 0 0 0,-1-1 1 0 0,1 1-1 0 0,0-1 0 0 0,2 0 0 0 0,1 1-17 0 0,-2 1 27 0 0,-2-2-9 0 0,0 0 0 0 0,0 1 0 0 0,0-1 0 0 0,1 0 0 0 0,-1 0 0 0 0,0 0 0 0 0,0 0 0 0 0,0 0 0 0 0,1 0-1 0 0,-1 0 1 0 0,0 0 0 0 0,0 0 0 0 0,2-1 0 0 0,18-1-13 0 0,-20 2 19 0 0,1 0 0 0 0,-1 0 0 0 0,0 0 1 0 0,0-1-1 0 0,1 1 0 0 0,-1 0 1 0 0,0-1-1 0 0,0 1 0 0 0,0-1 0 0 0,1 1 1 0 0,-1-1-1 0 0,0 0 0 0 0,0 1 1 0 0,0-1-1 0 0,0 0 0 0 0,0 0 0 0 0,0 0 1 0 0,0 0-1 0 0,-1 0 0 0 0,1 0 1 0 0,0 0-1 0 0,0 0 0 0 0,-1 0 0 0 0,1 0 1 0 0,0-3-1 0 0,0 3 8 0 0,-1 1-10 0 0,0-1 0 0 0,1 1-1 0 0,-1 0 1 0 0,0-1 0 0 0,0 1-1 0 0,0 0 1 0 0,0-1 0 0 0,1 1-1 0 0,-1 0 1 0 0,0-1 0 0 0,0 1 0 0 0,0 0-1 0 0,0-1 1 0 0,0 1 0 0 0,0 0-1 0 0,0-1 1 0 0,0 1 0 0 0,0-1-1 0 0,0 1 1 0 0,0 0 0 0 0,0-1 0 0 0,-1-12 128 0 0,1 9-127 0 0,0 0-1 0 0,-1 0 1 0 0,1 0 0 0 0,-1 1 0 0 0,0-1-1 0 0,0 0 1 0 0,0 1 0 0 0,0-1 0 0 0,0 1 0 0 0,-1-1-1 0 0,0 1 1 0 0,0-1 0 0 0,0 1 0 0 0,0 0-1 0 0,0 0 1 0 0,0 0 0 0 0,-1 0 0 0 0,0 1-1 0 0,1-1 1 0 0,-1 0 0 0 0,0 1 0 0 0,0 0 0 0 0,-1 0-1 0 0,1 0 1 0 0,0 0 0 0 0,-1 1 0 0 0,1-1-1 0 0,-1 1 1 0 0,1 0 0 0 0,-1-1 0 0 0,0 2 0 0 0,1-1-1 0 0,-1 0 1 0 0,-6 1 0 0 0,7 0 5 0 0,1-1-8 0 0,1 1 1 0 0,-1 0-1 0 0,0 0 1 0 0,0 0-1 0 0,0 0 1 0 0,0 0-1 0 0,0 1 0 0 0,-2 0 1 0 0,1 0-14 0 0,0 0 0 0 0,0 1-1 0 0,0-1 1 0 0,1 1 0 0 0,-1-1 0 0 0,1 1-1 0 0,-1 0 1 0 0,1 0 0 0 0,-3 3 0 0 0,3-3 1 0 0,1 0 0 0 0,0-1 1 0 0,-1 1-1 0 0,1 0 0 0 0,0 0 1 0 0,0 0-1 0 0,0 0 0 0 0,0 0 1 0 0,0 0-1 0 0,0 0 1 0 0,0 1-1 0 0,1-1 0 0 0,-1 0 1 0 0,1 0-1 0 0,0 1 0 0 0,0-1 1 0 0,0 0-1 0 0,0 1 0 0 0,0-1 1 0 0,0 0-1 0 0,0 0 0 0 0,2 4 0 0 0,-1-3-35 0 0,0-1 41 0 0,0-1 1 0 0,0 0-1 0 0,0 0 1 0 0,0 1-1 0 0,0-1 1 0 0,0 0-1 0 0,1 0 0 0 0,-1 0 1 0 0,0-1-1 0 0,0 1 1 0 0,1 0-1 0 0,-1 0 1 0 0,1-1-1 0 0,-1 1 1 0 0,1-1-1 0 0,-1 1 0 0 0,3 0 1 0 0,2 0-1 0 0,18 6 1 0 0,-22-6 0 0 0,-1-1 0 0 0,0 0 0 0 0,0 1 0 0 0,0-1 0 0 0,0 0 0 0 0,0 0 0 0 0,0 1 0 0 0,0-1 0 0 0,0 0 0 0 0,0 0 0 0 0,1 0 0 0 0,-1 0 0 0 0,0-1 0 0 0,0 1 0 0 0,0 0 0 0 0,0 0 0 0 0,0-1 0 0 0,0 1 0 0 0,0-1 0 0 0,0 1 0 0 0,0-1 0 0 0,1 0 0 0 0,3-2 0 0 0,-4 3 17 0 0,0 0-1 0 0,0 0 1 0 0,0-1-1 0 0,0 1 1 0 0,0 0-1 0 0,0-1 1 0 0,0 1-1 0 0,0-1 1 0 0,-1 1-1 0 0,1-1 1 0 0,0 0-1 0 0,0 1 1 0 0,0-1-1 0 0,-1 0 1 0 0,1 0-1 0 0,1-1 1 0 0,-2 2-11 0 0,0-1 0 0 0,0 1 0 0 0,0-1 1 0 0,0 1-1 0 0,0-1 0 0 0,1 0 0 0 0,-1 1 1 0 0,0-1-1 0 0,0 1 0 0 0,0-1 0 0 0,-1 1 1 0 0,1-1-1 0 0,0 0 0 0 0,0 1 0 0 0,0-1 1 0 0,0 1-1 0 0,0-1 0 0 0,-1 1 0 0 0,1-1 1 0 0,-1 0-1 0 0,0-1 39 0 0,-1-1 0 0 0,0 1 0 0 0,0 0 1 0 0,0 0-1 0 0,0 0 0 0 0,-5-4 0 0 0,5 5-26 0 0,-1-1 1 0 0,1 1-1 0 0,-1-1 0 0 0,1 1 1 0 0,-1 0-1 0 0,1 0 0 0 0,-1 0 0 0 0,0 0 1 0 0,1 1-1 0 0,-1-1 0 0 0,0 1 1 0 0,0 0-1 0 0,0-1 0 0 0,0 1 1 0 0,1 1-1 0 0,-1-1 0 0 0,0 0 0 0 0,0 1 1 0 0,0-1-1 0 0,-4 2 0 0 0,4-1-400 0 0,0 1 0 0 0,0-1-1 0 0,0 1 1 0 0,1-1 0 0 0,-1 1-1 0 0,-4 4 1 0 0,-3 2-1044 0 0,1 0-14 0 0</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41.976"/>
    </inkml:context>
    <inkml:brush xml:id="br0">
      <inkml:brushProperty name="width" value="0.1" units="cm"/>
      <inkml:brushProperty name="height" value="0.1" units="cm"/>
      <inkml:brushProperty name="color" value="#004F8B"/>
    </inkml:brush>
  </inkml:definitions>
  <inkml:trace contextRef="#ctx0" brushRef="#br0">137 31 7367 0 0,'0'0'550'0'0,"-4"-2"-369"0"0,-17-7 3648 0 0,-3 1-1961 0 0,3 8-896 0 0,20 0-824 0 0,-9 7 336 0 0,-7 12-153 0 0,16-17-208 0 0,0-1-33 0 0,-5 16 102 0 0,6-16 32 0 0,-1 1-160 0 0,-2 1-34 0 0,2-1-33 0 0,0-1 1 0 0,0 1-1 0 0,0-1 1 0 0,0 1-1 0 0,0-1 0 0 0,1 1 1 0 0,-1 0-1 0 0,1-1 1 0 0,-1 1-1 0 0,1 0 0 0 0,0 0 1 0 0,-1-1-1 0 0,1 1 1 0 0,0 2-1 0 0,-1 0-9 0 0,1-2 12 0 0,-1 0-1 0 0,1 0 0 0 0,0 0 0 0 0,0 0 0 0 0,0 0 0 0 0,0 0 0 0 0,0 0 0 0 0,0 0 0 0 0,1-1 0 0 0,-1 1 0 0 0,1 0 0 0 0,-1 0 0 0 0,1 0 1 0 0,1 3-1 0 0,-1-4-53 0 0,1 3-11 0 0,-2-3 62 0 0,0 0 0 0 0,1-1 0 0 0,-1 1-1 0 0,0 0 1 0 0,0 0 0 0 0,1-1 0 0 0,-1 1 0 0 0,0 0 0 0 0,1 0 0 0 0,-1-1-1 0 0,1 1 1 0 0,-1-1 0 0 0,1 1 0 0 0,-1 0 0 0 0,1-1 0 0 0,-1 1 0 0 0,1-1 0 0 0,-1 1-1 0 0,2 0 1 0 0,-1 0 3 0 0,-1 0 1 0 0,1 0-1 0 0,0-1 0 0 0,0 1 0 0 0,0 0 0 0 0,0 0 0 0 0,0 0 1 0 0,0 0-1 0 0,0-1 0 0 0,0 1 0 0 0,0-1 0 0 0,0 1 1 0 0,0-1-1 0 0,0 1 0 0 0,1-1 0 0 0,-1 1 0 0 0,0-1 0 0 0,0 0 1 0 0,1 0-1 0 0,-1 0 0 0 0,2 0 0 0 0,1 1-4 0 0,0-1 2 0 0,-2 1 7 0 0,-1 0 1 0 0,1-1-1 0 0,-1 0 1 0 0,1 1-1 0 0,-1-1 1 0 0,1 0-1 0 0,-1 0 1 0 0,1 0-1 0 0,-1 0 1 0 0,1 0-1 0 0,-1 0 1 0 0,1 0-1 0 0,-1 0 0 0 0,1-1 1 0 0,-1 1-1 0 0,1-1 1 0 0,-1 1-1 0 0,1-1 1 0 0,-1 1-1 0 0,1-1 1 0 0,-1 0-1 0 0,0 0 1 0 0,1 0-1 0 0,-1 1 1 0 0,2-3-1 0 0,6-3 93 0 0,-5 3 38 0 0,0 1-1 0 0,0 0 1 0 0,0-1-1 0 0,-1 0 0 0 0,0 0 1 0 0,1 0-1 0 0,-1 0 1 0 0,0-1-1 0 0,0 1 1 0 0,4-8-1 0 0,-6 7-1 0 0,0 0 0 0 0,0 0-1 0 0,0 0 1 0 0,-1 0-1 0 0,1-1 1 0 0,-1 1 0 0 0,0 0-1 0 0,-1 0 1 0 0,1 0 0 0 0,-1-1-1 0 0,1 1 1 0 0,-1 0 0 0 0,0 0-1 0 0,-1 0 1 0 0,1 0 0 0 0,-4-6-1 0 0,4 9 187 0 0,-25-13 416 0 0,12 8-328 0 0,11 5-386 0 0,1 0 0 0 0,0 0 0 0 0,-1 0 0 0 0,1 0 0 0 0,-1 0 1 0 0,1 0-1 0 0,-1 1 0 0 0,1-1 0 0 0,-1 1 0 0 0,0 0 0 0 0,1 0 0 0 0,-1 0 0 0 0,-3 0 1 0 0,4 0-34 0 0,0 1 1 0 0,1-1 0 0 0,-1 0 0 0 0,0 1-1 0 0,0-1 1 0 0,1 1 0 0 0,-1 0 0 0 0,0-1-1 0 0,1 1 1 0 0,-1 0 0 0 0,0 0 0 0 0,1 0-1 0 0,-1 0 1 0 0,1 0 0 0 0,0 0 0 0 0,-1 1-1 0 0,1-1 1 0 0,-2 3 0 0 0,2-3 7 0 0,0 0 0 0 0,0 0-1 0 0,0 0 1 0 0,0 1 0 0 0,0-1 0 0 0,1 0 0 0 0,-1 0-1 0 0,0 1 1 0 0,1-1 0 0 0,-1 1 0 0 0,0-1 0 0 0,1 0 0 0 0,0 1-1 0 0,-1-1 1 0 0,1 1 0 0 0,0-1 0 0 0,0 1 0 0 0,0-1 0 0 0,0 1-1 0 0,0-1 1 0 0,0 1 0 0 0,1 1 0 0 0,0 3-10 0 0,-2 12-87 0 0,1-17 96 0 0,0-1 0 0 0,0 1 0 0 0,0 0 0 0 0,0 0 0 0 0,0 0 1 0 0,0 0-1 0 0,1 0 0 0 0,-1-1 0 0 0,0 1 0 0 0,0 0 0 0 0,1 0 0 0 0,-1 0 0 0 0,0-1 0 0 0,1 1 1 0 0,-1 0-1 0 0,1 0 0 0 0,0 0 0 0 0,0 1-2 0 0,0 0 12 0 0,1 0 0 0 0,-1 1 0 0 0,1-1 0 0 0,-1 0 0 0 0,1 0 0 0 0,0 0 0 0 0,4 3 1 0 0,-5-4-61 0 0,1 0-10 0 0,-2 0 48 0 0,1 0 4 0 0,0 0 0 0 0,1 0 1 0 0,-1 0-1 0 0,0 0 0 0 0,0 0 0 0 0,1 0 0 0 0,-1-1 0 0 0,1 1 0 0 0,-1 0 0 0 0,0-1 0 0 0,1 1 0 0 0,1-1 1 0 0,5-1 43 0 0,2-3-22 0 0,-9 3-2 0 0,1 1 0 0 0,0-1 0 0 0,-1 0 0 0 0,1 0 0 0 0,0 0 0 0 0,-1 0 0 0 0,1 0 0 0 0,-1 0 0 0 0,0 0-1 0 0,1 0 1 0 0,-1-1 0 0 0,0 1 0 0 0,0 0 0 0 0,0-1 0 0 0,0 1 0 0 0,0-1 0 0 0,0 0 0 0 0,0 1 0 0 0,0-1 0 0 0,-1 0 0 0 0,1 1 0 0 0,-1-1-1 0 0,1 0 1 0 0,0-2 0 0 0,-1 1 20 0 0,-1 0 0 0 0,1 0 0 0 0,0 0 1 0 0,-1 0-1 0 0,0 0 0 0 0,1 0 0 0 0,-1 0 0 0 0,-1 0 0 0 0,1 1 0 0 0,-2-4 0 0 0,3 5-27 0 0,0 1 0 0 0,0-1 0 0 0,0 1 0 0 0,0-1 0 0 0,-1 0 0 0 0,1 1 0 0 0,0-1 0 0 0,-1 1 0 0 0,1-1 0 0 0,0 0 0 0 0,-1 1 1 0 0,1-1-1 0 0,-1 1 0 0 0,1-1 0 0 0,-1 1 0 0 0,1 0 0 0 0,-2-1 0 0 0,-9-8 72 0 0,9 8-61 0 0,0 0 0 0 0,0-1 0 0 0,0 1 0 0 0,0 0 1 0 0,-1 0-1 0 0,1 1 0 0 0,0-1 0 0 0,-1 0 0 0 0,1 1 0 0 0,-1-1 0 0 0,1 1 1 0 0,0 0-1 0 0,-4 0 0 0 0,-25 2 11 0 0,22 2-37 0 0,4 3-56 0 0,-1 3-8 0 0,0 4 22 0 0,8-9 54 0 0,-1-3-10 0 0,0 3-99 0 0,0 0-1 0 0,0 0 0 0 0,1 0 1 0 0,4 8-1 0 0,-5-11-278 0 0,1 1 0 0 0,-1-1 1 0 0,1 0-1 0 0,0 0 0 0 0,-1 0 1 0 0,1 0-1 0 0,0-1 0 0 0,0 1 1 0 0,0 0-1 0 0,0-1 0 0 0,3 2 1 0 0,5 2-1369 0 0</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43.979"/>
    </inkml:context>
    <inkml:brush xml:id="br0">
      <inkml:brushProperty name="width" value="0.1" units="cm"/>
      <inkml:brushProperty name="height" value="0.1" units="cm"/>
      <inkml:brushProperty name="color" value="#FF0000"/>
    </inkml:brush>
  </inkml:definitions>
  <inkml:trace contextRef="#ctx0" brushRef="#br0">108 41 6967 0 0,'-5'-10'10671'0'0,"3"9"-10574"0"0,-1 0 0 0 0,0-1 0 0 0,0 1 1 0 0,1 0-1 0 0,-1 0 0 0 0,0 1 0 0 0,0-1 0 0 0,-6 0 1 0 0,8 1 396 0 0,-1 0-238 0 0,-52 35 296 0 0,53-34-549 0 0,0 0-1 0 0,0 1 1 0 0,0-1-1 0 0,0 0 1 0 0,0 1-1 0 0,0-1 1 0 0,1 0-1 0 0,-1 1 1 0 0,1-1 0 0 0,-1 1-1 0 0,1-1 1 0 0,-1 1-1 0 0,1-1 1 0 0,0 1-1 0 0,0-1 1 0 0,0 1-1 0 0,0-1 1 0 0,0 3-1 0 0,-1 8 25 0 0,-2-1 20 0 0,3-7-39 0 0,5 11-98 0 0,-5-13 85 0 0,1 0 0 0 0,-1 0 0 0 0,1-1 0 0 0,-1 1 0 0 0,1 0 0 0 0,0 0 0 0 0,0-1 0 0 0,2 4 0 0 0,4-1-17 0 0,-5-3 15 0 0,2 1 3 0 0,0 0 0 0 0,0-1 0 0 0,0 1 0 0 0,0-1 1 0 0,0 0-1 0 0,0 0 0 0 0,0 0 0 0 0,0-1 1 0 0,0 1-1 0 0,0-1 0 0 0,0 0 0 0 0,8-1 1 0 0,3 1-2 0 0,-12 0 0 0 0,6-1 16 0 0,10-10-81 0 0,-15 10 49 0 0,-1 0-1 0 0,16-15 91 0 0,-18 15 26 0 0,1 0 1 0 0,0-1-1 0 0,0 1 1 0 0,0-1-1 0 0,-1 0 1 0 0,1 0-1 0 0,-1 1 1 0 0,1-1-1 0 0,-1 0 1 0 0,0 0-1 0 0,0 0 1 0 0,0 0-1 0 0,0-1 1 0 0,0 1-1 0 0,0 0 1 0 0,-1 0-1 0 0,1-1 1 0 0,-1 1-1 0 0,1 0 1 0 0,-1-1-1 0 0,0 1 1 0 0,0 0-1 0 0,0-1 1 0 0,0 1-1 0 0,-1 0 1 0 0,0-4-1 0 0,0-8 191 0 0,0 12-230 0 0,1-1 0 0 0,0 0 1 0 0,-1 1-1 0 0,1-1 0 0 0,-1 0 0 0 0,-1-3 0 0 0,1 5 13 0 0,-11-17 70 0 0,6 11-86 0 0,5 6-45 0 0,0-1 1 0 0,0 1-1 0 0,0 1 0 0 0,0-1 0 0 0,0 0 0 0 0,0 0 1 0 0,0 0-1 0 0,0 0 0 0 0,-1 1 0 0 0,1-1 1 0 0,0 1-1 0 0,0-1 0 0 0,-1 1 0 0 0,1-1 0 0 0,0 1 1 0 0,-1 0-1 0 0,1-1 0 0 0,0 1 0 0 0,-1 0 0 0 0,1 0 1 0 0,-1 0-1 0 0,-1 0 0 0 0,-1 1 14 0 0,0 0 0 0 0,-1 0 0 0 0,1 1-1 0 0,0-1 1 0 0,-4 3 0 0 0,8-4-22 0 0,-2 0-2 0 0,1 1 1 0 0,0 0-1 0 0,0-1 0 0 0,1 1 1 0 0,-1 0-1 0 0,0 0 0 0 0,0 0 1 0 0,0 0-1 0 0,0 0 0 0 0,0 1 1 0 0,-6 6-54 0 0,4-8 45 0 0,2 0 10 0 0,0 0 0 0 0,1 0-1 0 0,-1 0 1 0 0,1 0 0 0 0,-1 0 0 0 0,0 1 0 0 0,1-1-1 0 0,-1 0 1 0 0,1 0 0 0 0,-1 1 0 0 0,1-1 0 0 0,-1 0 0 0 0,1 0-1 0 0,-1 1 1 0 0,1-1 0 0 0,-1 0 0 0 0,1 1 0 0 0,0-1-1 0 0,-1 1 1 0 0,1-1 0 0 0,-1 1 0 0 0,1-1 0 0 0,0 1 0 0 0,-1-1-1 0 0,1 2 1 0 0,-2 0-5 0 0,0 0 0 0 0,1-1 0 0 0,0 1 0 0 0,0-1 0 0 0,0 1 0 0 0,0 0 1 0 0,0 0-1 0 0,1 0 0 0 0,-1-1 0 0 0,1 1 0 0 0,-1 0 0 0 0,0 2 0 0 0,1 2-11 0 0,0-1 0 0 0,0 1 0 0 0,0-1 0 0 0,0 0 0 0 0,1 1 0 0 0,0-1 0 0 0,0 0 0 0 0,1 0 0 0 0,-1 1 0 0 0,1-1 0 0 0,5 9 0 0 0,-7-12 16 0 0,1-1 0 0 0,0 1 0 0 0,0-1 0 0 0,0 1 0 0 0,0-1 0 0 0,1 1 0 0 0,-1-1 0 0 0,0 0 0 0 0,0 1 0 0 0,1-1 0 0 0,-1 0 0 0 0,1 0 0 0 0,-1 0 0 0 0,1 0 0 0 0,1 1 0 0 0,4 1 0 0 0,-5-1 0 0 0,0-1 0 0 0,0 1 0 0 0,0-1 0 0 0,0 0 0 0 0,0 1 0 0 0,1-1 0 0 0,-1 0 0 0 0,0 0 0 0 0,1 0 0 0 0,-1-1 0 0 0,1 1 0 0 0,-1-1 0 0 0,4 1 0 0 0,3 0 0 0 0,-3 0 0 0 0,-5 0 0 0 0,1-1 0 0 0,0 1 0 0 0,-1-1 0 0 0,1 0 0 0 0,0 0 0 0 0,-1 0 0 0 0,1 0 0 0 0,0 0 0 0 0,0 0 0 0 0,-1 0 0 0 0,1-1 0 0 0,-1 1 0 0 0,1 0 0 0 0,0-1 0 0 0,-1 0 0 0 0,1 1 0 0 0,1-2 0 0 0,24-9-64 0 0,-25 10 73 0 0,-1 1-1 0 0,1-1 1 0 0,0 0-1 0 0,0 0 1 0 0,-1-1-1 0 0,1 1 1 0 0,0 0-1 0 0,-1 0 1 0 0,0-1 0 0 0,1 1-1 0 0,-1-1 1 0 0,0 1-1 0 0,1-1 1 0 0,-1 0-1 0 0,0 1 1 0 0,0-1-1 0 0,0 0 1 0 0,-1 0-1 0 0,1 0 1 0 0,0 0 0 0 0,-1 0-1 0 0,1 0 1 0 0,-1 0-1 0 0,0 0 1 0 0,0 0-1 0 0,1 0 1 0 0,-1 0-1 0 0,0 0 1 0 0,-1 0-1 0 0,1 0 1 0 0,-1-3-1 0 0,0 1 53 0 0,0 0 0 0 0,0 0-1 0 0,-1 0 1 0 0,1 0 0 0 0,-1 0-1 0 0,0 0 1 0 0,0 0-1 0 0,0 1 1 0 0,-1-1 0 0 0,1 1-1 0 0,-1-1 1 0 0,0 1 0 0 0,0 0-1 0 0,0 0 1 0 0,0 1 0 0 0,-4-4-1 0 0,4 5-40 0 0,0-1 1 0 0,-1 1-1 0 0,1 0 0 0 0,0 0 0 0 0,0 0 0 0 0,-1 0 1 0 0,1 1-1 0 0,0-1 0 0 0,-1 1 0 0 0,1 0 0 0 0,-1 0 1 0 0,1 0-1 0 0,0 0 0 0 0,-1 1 0 0 0,1-1 0 0 0,0 1 1 0 0,-1 0-1 0 0,-3 2 0 0 0,4-2-26 0 0,-1 1 0 0 0,0 0 1 0 0,1 0-1 0 0,0 0 0 0 0,-1 0 0 0 0,1 1 0 0 0,0-1 0 0 0,0 1 0 0 0,0 0 0 0 0,-2 3 1 0 0,-2 1-10 0 0,6-4-8 0 0,0-1 0 0 0,0 1 0 0 0,1-1 0 0 0,-1 1 0 0 0,1 0 0 0 0,-1-1 0 0 0,1 1 0 0 0,0 0 0 0 0,0 0 0 0 0,0-1 0 0 0,0 4 0 0 0,1-3 13 0 0,-1 0-1 0 0,1 0 0 0 0,0 0 0 0 0,0 0 1 0 0,0-1-1 0 0,0 1 0 0 0,0 0 0 0 0,1 0 1 0 0,-1-1-1 0 0,1 1 0 0 0,0-1 0 0 0,2 3 0 0 0,0 1-19 0 0,-2-3 21 0 0,-1-2 4 0 0,-1 1 0 0 0,1-1 0 0 0,0 0 0 0 0,0 0 0 0 0,0 0 0 0 0,0 0-1 0 0,0 0 1 0 0,0 0 0 0 0,0-1 0 0 0,1 1 0 0 0,-1 0 0 0 0,2 0 0 0 0,3 4-20 0 0,-2-2 10 0 0,-1 0-1 0 0,0-1 0 0 0,1 0 0 0 0,0 0 0 0 0,5 2 0 0 0,-4-2 26 0 0,1-1-1 0 0,0 0 0 0 0,0 0 1 0 0,0 0-1 0 0,10-1 0 0 0,-10-1-9 0 0,0 1 0 0 0,-1-1 0 0 0,1 0 0 0 0,-1-1 0 0 0,0 1 0 0 0,10-6 0 0 0,5 0 0 0 0,-18 7 3 0 0,-1 0 0 0 0,-1 0 1 0 0,1-1-1 0 0,0 1 0 0 0,-1 0 0 0 0,1 0 0 0 0,0-1 1 0 0,-1 1-1 0 0,1 0 0 0 0,-1-1 0 0 0,1 1 0 0 0,-1 0 1 0 0,1-1-1 0 0,-1 1 0 0 0,1-1 0 0 0,-1 1 1 0 0,1-1-1 0 0,-1 1 0 0 0,1-2 0 0 0,0 2 65 0 0,-1-2 12 0 0,1 0-67 0 0,0 0 0 0 0,0 1-1 0 0,-1-1 1 0 0,1 0 0 0 0,-1 0 0 0 0,0 0 0 0 0,1 0-1 0 0,-1 0 1 0 0,0 0 0 0 0,0 0 0 0 0,0 0-1 0 0,-1 0 1 0 0,1 0 0 0 0,0 0 0 0 0,-1 0 0 0 0,1 0-1 0 0,-1 0 1 0 0,-1-3 0 0 0,-1 1-5 0 0,0 0 0 0 0,0 0 0 0 0,0 1 0 0 0,0-1 0 0 0,-1 1 1 0 0,1 0-1 0 0,-1 0 0 0 0,0 0 0 0 0,-7-4 0 0 0,-2-4-8 0 0,12 9 3 0 0,-1 0 0 0 0,1 1 0 0 0,-1-1 0 0 0,1 1 0 0 0,-1-1 0 0 0,0 1 0 0 0,0 0 0 0 0,0 0 0 0 0,0-1 0 0 0,0 1 0 0 0,0 1 0 0 0,0-1 0 0 0,0 0 0 0 0,0 0 0 0 0,0 1 0 0 0,-1-1 0 0 0,1 1 0 0 0,0 0 0 0 0,0 0 0 0 0,0 0 0 0 0,-1 0 0 0 0,1 0 0 0 0,-4 1 0 0 0,-2 0-3 0 0,1 1 0 0 0,2 4-11 0 0,3-3-42 0 0,1-2-51 0 0,0 1 0 0 0,0-1 0 0 0,0 1-1 0 0,1-1 1 0 0,-1 1 0 0 0,0 0 0 0 0,1-1 0 0 0,-1 1 0 0 0,1 0-1 0 0,0-1 1 0 0,0 1 0 0 0,-1 0 0 0 0,1 0 0 0 0,0-1 0 0 0,0 1-1 0 0,0 0 1 0 0,1 0 0 0 0,-1-1 0 0 0,0 1 0 0 0,1 0 0 0 0,-1 0-1 0 0,1-1 1 0 0,0 1 0 0 0,-1-1 0 0 0,1 1 0 0 0,0 0 0 0 0,1 1-1 0 0,1 2-435 0 0,4 8-579 0 0</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46.410"/>
    </inkml:context>
    <inkml:brush xml:id="br0">
      <inkml:brushProperty name="width" value="0.1" units="cm"/>
      <inkml:brushProperty name="height" value="0.1" units="cm"/>
      <inkml:brushProperty name="color" value="#004F8B"/>
    </inkml:brush>
  </inkml:definitions>
  <inkml:trace contextRef="#ctx0" brushRef="#br0">122 62 7255 0 0,'0'0'1618'0'0,"-1"-11"2875"0"0,1 10-4276 0 0,-1 0 0 0 0,1 0 0 0 0,-1 0-1 0 0,0-1 1 0 0,0 1 0 0 0,1 0 0 0 0,-1 0 0 0 0,0 0 0 0 0,0 0 0 0 0,0 0 0 0 0,0 0-1 0 0,0 1 1 0 0,0-1 0 0 0,0 0 0 0 0,0 0 0 0 0,0 1 0 0 0,-1-1 0 0 0,1 1 0 0 0,-2-2-1 0 0,-2 2-50 0 0,1-1 0 0 0,0 0-1 0 0,-1 1 1 0 0,-6 0 0 0 0,9 0-27 0 0,-1 0-52 0 0,1 1-1 0 0,-1-1 1 0 0,1 1 0 0 0,-1 0-1 0 0,1 0 1 0 0,-1 0 0 0 0,1 0-1 0 0,-4 2 1 0 0,-5 3 45 0 0,9-5-121 0 0,1 0-1 0 0,-1 0 1 0 0,0 0 0 0 0,1 1-1 0 0,-1-1 1 0 0,1 0-1 0 0,-1 1 1 0 0,1 0 0 0 0,0-1-1 0 0,-1 1 1 0 0,1 0 0 0 0,0-1-1 0 0,0 1 1 0 0,0 0-1 0 0,1 0 1 0 0,-2 3 0 0 0,0 1 20 0 0,0 1 1 0 0,0-1-1 0 0,0 12 1 0 0,1-17-33 0 0,1 0 1 0 0,0-1 0 0 0,0 1-1 0 0,0 0 1 0 0,0-1 0 0 0,0 1-1 0 0,0 0 1 0 0,0-1-1 0 0,0 1 1 0 0,0 0 0 0 0,0-1-1 0 0,0 1 1 0 0,0 0-1 0 0,0-1 1 0 0,0 1 0 0 0,1 0-1 0 0,-1-1 1 0 0,0 1 0 0 0,0-1-1 0 0,1 1 1 0 0,-1 0-1 0 0,1-1 1 0 0,-1 1 0 0 0,0-1-1 0 0,1 1 1 0 0,-1-1-1 0 0,2 1 1 0 0,-1 1-9 0 0,1 1-1 0 0,1 1 0 0 0,-1-1 0 0 0,0 0 0 0 0,1 0 0 0 0,0 1 0 0 0,0-2 0 0 0,0 1 0 0 0,0 0 0 0 0,0-1 0 0 0,0 1 0 0 0,1-1 0 0 0,-1 0 0 0 0,1 0 0 0 0,0-1-1 0 0,-1 1 1 0 0,1-1 0 0 0,0 1 0 0 0,0-1 0 0 0,0 0 0 0 0,0-1 0 0 0,0 1 0 0 0,0-1 0 0 0,0 0 0 0 0,0 0 0 0 0,0 0 0 0 0,5-1 0 0 0,-2 0 17 0 0,0 0-1 0 0,-1 0 1 0 0,1-1-1 0 0,-1 0 1 0 0,7-3-1 0 0,-1 1 42 0 0,-10 3 5 0 0,1 0 0 0 0,-1 0 1 0 0,0 0-1 0 0,1 0 0 0 0,-1 0 1 0 0,0 0-1 0 0,0 0 0 0 0,1-1 0 0 0,-1 1 1 0 0,0-1-1 0 0,-1 1 0 0 0,1-1 0 0 0,0 0 1 0 0,0 0-1 0 0,-1 0 0 0 0,1 0 1 0 0,-1 0-1 0 0,1 0 0 0 0,-1 0 0 0 0,0 0 1 0 0,0-1-1 0 0,0 1 0 0 0,1-5 1 0 0,-1 3 85 0 0,-1 0 0 0 0,1-1 1 0 0,-1 1-1 0 0,0 0 0 0 0,0-1 1 0 0,0 1-1 0 0,0 0 0 0 0,-1-1 0 0 0,0 1 1 0 0,0 0-1 0 0,0-1 0 0 0,0 1 1 0 0,-1 0-1 0 0,1 0 0 0 0,-1 0 1 0 0,0 0-1 0 0,-1 0 0 0 0,1 1 1 0 0,-5-7-1 0 0,5 9-96 0 0,0-1 1 0 0,1 1-1 0 0,-1-1 0 0 0,0 1 1 0 0,0 0-1 0 0,0 0 1 0 0,0 0-1 0 0,0 0 0 0 0,-3-1 1 0 0,-1-1-19 0 0,-9-1 14 0 0,5 2-25 0 0,8 1-14 0 0,0 0 0 0 0,-1 0 0 0 0,1 0 0 0 0,0 0 0 0 0,-1 1 0 0 0,1-1 0 0 0,-1 1 0 0 0,0-1 0 0 0,1 1 0 0 0,-1 0 0 0 0,1 0 0 0 0,-1 0 0 0 0,1 1 0 0 0,-1-1 0 0 0,1 0 0 0 0,-1 1 0 0 0,1 0 0 0 0,-1 0 0 0 0,1-1 0 0 0,0 1 0 0 0,-1 1 0 0 0,1-1 0 0 0,0 0 0 0 0,0 0 0 0 0,0 1 0 0 0,0 0 0 0 0,0-1 0 0 0,0 1 0 0 0,-2 2 0 0 0,-10 14-105 0 0,14-18 99 0 0,-1 1 1 0 0,0 0-1 0 0,1-1 0 0 0,-1 1 1 0 0,1 0-1 0 0,-1-1 1 0 0,1 1-1 0 0,0 0 0 0 0,-1 0 1 0 0,1 0-1 0 0,0-1 1 0 0,-1 1-1 0 0,1 0 0 0 0,0 0 1 0 0,0 0-1 0 0,0 0 1 0 0,0 0-1 0 0,0-1 1 0 0,0 1-1 0 0,0 1 0 0 0,0 1-8 0 0,-1 3-4 0 0,1 0 1 0 0,-1 1 0 0 0,1-1-1 0 0,0 0 1 0 0,0 0 0 0 0,1 0-1 0 0,0 0 1 0 0,0 0 0 0 0,3 9-1 0 0,-3-12 10 0 0,0 0 0 0 0,0 0 0 0 0,1 0-1 0 0,0 0 1 0 0,-1 0 0 0 0,1 0 0 0 0,0-1-1 0 0,0 1 1 0 0,1-1 0 0 0,-1 1-1 0 0,0-1 1 0 0,1 0 0 0 0,0 0 0 0 0,-1 0-1 0 0,1 0 1 0 0,0-1 0 0 0,0 1-1 0 0,6 2 1 0 0,-5-3 6 0 0,1 1 0 0 0,0 0 0 0 0,0-1 0 0 0,0 0 0 0 0,0 0 0 0 0,0-1-1 0 0,0 1 1 0 0,0-1 0 0 0,0 0 0 0 0,1-1 0 0 0,-1 1 0 0 0,0-1 0 0 0,0 0 0 0 0,0 0 0 0 0,0-1 0 0 0,-1 1 0 0 0,1-1-1 0 0,0 0 1 0 0,-1 0 0 0 0,9-6 0 0 0,-10 7 15 0 0,0-1 0 0 0,-1 0 0 0 0,1-1 0 0 0,-1 1 0 0 0,1 0 0 0 0,-1-1 0 0 0,0 1 0 0 0,0-1 0 0 0,0 0 0 0 0,0 0 0 0 0,0 1 0 0 0,-1-1 0 0 0,1 0 0 0 0,-1-1 0 0 0,0 1 0 0 0,0 0 0 0 0,0 0 0 0 0,0 0 0 0 0,0-7 0 0 0,-1 6 31 0 0,-1-1 0 0 0,0 1-1 0 0,0 0 1 0 0,0 0 0 0 0,-1 0-1 0 0,1 0 1 0 0,-1 0 0 0 0,-4-6-1 0 0,4 7-16 0 0,0 0-1 0 0,0 1 0 0 0,-1-1 1 0 0,0 1-1 0 0,1 0 0 0 0,-1-1 0 0 0,0 1 1 0 0,0 1-1 0 0,0-1 0 0 0,0 0 1 0 0,-1 1-1 0 0,1-1 0 0 0,0 1 0 0 0,-1 0 1 0 0,1 0-1 0 0,-1 0 0 0 0,1 1 0 0 0,-1-1 1 0 0,1 1-1 0 0,-1 0 0 0 0,1 0 1 0 0,-1 0-1 0 0,-5 1 0 0 0,4 0-39 0 0,1 0-1 0 0,-1 0 0 0 0,1 1 1 0 0,-1 0-1 0 0,1-1 1 0 0,0 2-1 0 0,0-1 0 0 0,0 0 1 0 0,0 1-1 0 0,0 0 1 0 0,1-1-1 0 0,-1 1 0 0 0,1 1 1 0 0,0-1-1 0 0,0 1 1 0 0,0-1-1 0 0,0 1 0 0 0,0 0 1 0 0,1 0-1 0 0,0 0 1 0 0,0 0-1 0 0,0 0 0 0 0,0 1 1 0 0,0-1-1 0 0,1 1 1 0 0,0-1-1 0 0,0 1 0 0 0,0-1 1 0 0,1 8-1 0 0,-1-8-3 0 0,1 1-1 0 0,1-1 1 0 0,-1 1 0 0 0,1-1-1 0 0,0 1 1 0 0,0-1 0 0 0,2 7-1 0 0,-2-10 12 0 0,-1 1 0 0 0,0-1 0 0 0,1 1 0 0 0,-1-1 0 0 0,1 0 0 0 0,0 1 0 0 0,-1-1-1 0 0,1 0 1 0 0,0 0 0 0 0,0 1 0 0 0,0-1 0 0 0,0 0 0 0 0,0 0 0 0 0,0 0 0 0 0,0 0-1 0 0,0 0 1 0 0,0 0 0 0 0,2 1 0 0 0,1 0-6 0 0,-3-1 10 0 0,1 0-1 0 0,-1 0 0 0 0,0 0 0 0 0,0 0 1 0 0,1 0-1 0 0,-1 0 0 0 0,1 0 0 0 0,-1-1 1 0 0,0 1-1 0 0,1-1 0 0 0,-1 1 0 0 0,1-1 0 0 0,0 1 1 0 0,-1-1-1 0 0,1 0 0 0 0,-1 0 0 0 0,4 0 1 0 0,0 0-2 0 0,1 1-9 0 0,-1-1 1 0 0,0 0-1 0 0,1 0 0 0 0,-1-1 0 0 0,1 1 0 0 0,-1-1 1 0 0,0 0-1 0 0,1-1 0 0 0,8-3 0 0 0,-3 3 11 0 0,-9 2 3 0 0,0-1 0 0 0,1 1 0 0 0,-1-1 0 0 0,0 0 0 0 0,0 0 0 0 0,1 1 0 0 0,-1-2 0 0 0,0 1 0 0 0,0 0 0 0 0,0 0 0 0 0,0-1 0 0 0,0 1 0 0 0,0-1 0 0 0,-1 1 0 0 0,1-1 0 0 0,3-3 0 0 0,-4 2 22 0 0,0 1 1 0 0,1 0-1 0 0,-1 0 0 0 0,0-1 1 0 0,0 1-1 0 0,0-1 1 0 0,-1 1-1 0 0,1-1 0 0 0,-1 1 1 0 0,1-1-1 0 0,-1 0 1 0 0,0 1-1 0 0,0-1 0 0 0,0 1 1 0 0,0-1-1 0 0,0 0 0 0 0,0 1 1 0 0,-1-1-1 0 0,0 1 1 0 0,1-1-1 0 0,-1 1 0 0 0,0-1 1 0 0,-2-2-1 0 0,1 0 43 0 0,0 1-1 0 0,0-1 0 0 0,-1 1 1 0 0,1 0-1 0 0,-1 0 0 0 0,0 0 0 0 0,0 0 1 0 0,-1 0-1 0 0,1 1 0 0 0,-1-1 1 0 0,-6-4-1 0 0,-17-5 63 0 0,21 11-128 0 0,5 2 0 0 0,1 0 0 0 0,-1 0 0 0 0,0 0 0 0 0,1 0 0 0 0,-1 0 0 0 0,1 1 0 0 0,-1-1 0 0 0,1 0 0 0 0,-1 0 0 0 0,0 0 0 0 0,1 0 0 0 0,-1 1 0 0 0,1-1 0 0 0,-1 0 0 0 0,1 1 0 0 0,0-1 0 0 0,-1 0 0 0 0,1 1 0 0 0,-1-1 0 0 0,1 0 0 0 0,-1 1 0 0 0,1-1 0 0 0,0 1 0 0 0,-1-1 0 0 0,1 2 0 0 0,-1-1 0 0 0,-1 1-358 0 0,0 0 0 0 0,1 0-1 0 0,-1 0 1 0 0,1 0 0 0 0,-1 1 0 0 0,1-1-1 0 0,0 0 1 0 0,0 1 0 0 0,0-1 0 0 0,0 1 0 0 0,1-1-1 0 0,-1 1 1 0 0,1-1 0 0 0,-1 1 0 0 0,1 0-1 0 0,0-1 1 0 0,0 1 0 0 0,0 0 0 0 0,0-1-1 0 0,1 4 1 0 0,0 0-903 0 0,1 0 0 0 0,0 0 0 0 0,0 0 0 0 0,0 0 0 0 0,1-1 0 0 0,-1 1-1 0 0,7 8 1 0 0,0-1-3879 0 0</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52.138"/>
    </inkml:context>
    <inkml:brush xml:id="br0">
      <inkml:brushProperty name="width" value="0.1" units="cm"/>
      <inkml:brushProperty name="height" value="0.1" units="cm"/>
      <inkml:brushProperty name="color" value="#FF0000"/>
    </inkml:brush>
  </inkml:definitions>
  <inkml:trace contextRef="#ctx0" brushRef="#br0">188 43 455 0 0,'0'0'7210'0'0,"0"0"-7152"0"0,0 0 0 0 0,0 0 0 0 0,0 0 1 0 0,0 0-1 0 0,-1-1 0 0 0,1 1 0 0 0,0 0 1 0 0,0 0-1 0 0,0 0 0 0 0,0-1 0 0 0,0 1 1 0 0,0 0-1 0 0,0 0 0 0 0,0-1 0 0 0,0 1 1 0 0,0 0-1 0 0,0 0 0 0 0,0 0 0 0 0,0-1 1 0 0,0 1-1 0 0,0 0 0 0 0,0 0 0 0 0,0 0 1 0 0,0-1-1 0 0,0 1 0 0 0,1 0 0 0 0,-1 0 1 0 0,0 0-1 0 0,0-1 0 0 0,0 1 0 0 0,0 0 1 0 0,2-1 97 0 0,-1 0-1 0 0,1 0 1 0 0,-1 0 0 0 0,1 0 0 0 0,0 0 0 0 0,-1 1 0 0 0,1-1 0 0 0,0 1-1 0 0,2-1 1 0 0,13-6 5956 0 0,-20 5-5597 0 0,1 0-1 0 0,0 0 0 0 0,0 0 1 0 0,-1 0-1 0 0,1 0 0 0 0,-1 1 1 0 0,0-1-1 0 0,-3 0 1 0 0,3 1-391 0 0,-1 0 1 0 0,0 0 0 0 0,0 1 0 0 0,1-1 0 0 0,-1 1 0 0 0,0 0-1 0 0,0 0 1 0 0,0 0 0 0 0,0 1 0 0 0,1-1 0 0 0,-1 1 0 0 0,0 0-1 0 0,-3 1 1 0 0,-4 2 23 0 0,0 0-1 0 0,0 0 0 0 0,-10 7 1 0 0,12-6-135 0 0,0 1 1 0 0,0-1 0 0 0,1 1-1 0 0,0 1 1 0 0,-9 8-1 0 0,14-12-9 0 0,0 1-1 0 0,1 0 1 0 0,-1 0-1 0 0,1-1 0 0 0,0 1 1 0 0,0 1-1 0 0,0-1 1 0 0,0 0-1 0 0,0 0 1 0 0,1 1-1 0 0,0-1 0 0 0,0 1 1 0 0,0 8-1 0 0,0-10-4 0 0,1-1-1 0 0,1 0 1 0 0,-1 1 0 0 0,0-1-1 0 0,0 1 1 0 0,1-1-1 0 0,0 1 1 0 0,-1-1 0 0 0,1 0-1 0 0,0 1 1 0 0,0-1-1 0 0,0 0 1 0 0,0 0 0 0 0,1 0-1 0 0,-1 0 1 0 0,3 3-1 0 0,-1-2-3 0 0,0 0-1 0 0,1 0 0 0 0,-1 0 0 0 0,1 0 0 0 0,0-1 1 0 0,-1 1-1 0 0,1-1 0 0 0,7 3 0 0 0,-4-3 0 0 0,-1 0 0 0 0,0 0 1 0 0,0 0-1 0 0,1-1 0 0 0,-1 0 0 0 0,0 0 0 0 0,1-1 0 0 0,-1 0 1 0 0,1 0-1 0 0,-1 0 0 0 0,1-1 0 0 0,11-2 0 0 0,-13 1 36 0 0,0 0-1 0 0,0 0 1 0 0,0 0-1 0 0,-1 0 0 0 0,1-1 1 0 0,-1 0-1 0 0,1 0 1 0 0,-1 0-1 0 0,0-1 1 0 0,0 0-1 0 0,6-7 1 0 0,-8 9 19 0 0,-1 0 1 0 0,1-1 0 0 0,-1 0-1 0 0,0 1 1 0 0,1-1-1 0 0,-1 0 1 0 0,0 1 0 0 0,-1-1-1 0 0,1 0 1 0 0,0 0-1 0 0,-1 0 1 0 0,0 0 0 0 0,0 0-1 0 0,0 0 1 0 0,0 0 0 0 0,0 0-1 0 0,0 0 1 0 0,-1 1-1 0 0,1-1 1 0 0,-1 0 0 0 0,0 0-1 0 0,-2-5 1 0 0,0 2 89 0 0,0-1 0 0 0,-1 0 0 0 0,0 1 0 0 0,0 0 0 0 0,-1 0 0 0 0,1 0-1 0 0,-10-9 1 0 0,10 12-94 0 0,1 0-1 0 0,-1 0 1 0 0,0 0-1 0 0,0 1 0 0 0,0-1 1 0 0,0 1-1 0 0,0 0 1 0 0,0 0-1 0 0,-1 1 0 0 0,1-1 1 0 0,-1 1-1 0 0,1 0 1 0 0,-7-1-1 0 0,7 2-26 0 0,0 0 0 0 0,1 0 0 0 0,-1 1 0 0 0,1-1 0 0 0,-1 1 0 0 0,1 0 0 0 0,-1 0 0 0 0,1 0 0 0 0,-1 0 0 0 0,1 1 0 0 0,0 0 1 0 0,0-1-1 0 0,0 1 0 0 0,0 0 0 0 0,0 1 0 0 0,0-1 0 0 0,0 0 0 0 0,-4 6 0 0 0,4-5-27 0 0,0 0 0 0 0,1 1 0 0 0,-1 0-1 0 0,1 0 1 0 0,-1 0 0 0 0,1 0 0 0 0,0 0 0 0 0,1 0 0 0 0,-1 0 0 0 0,1 0 0 0 0,0 1 0 0 0,0-1 0 0 0,0 1 0 0 0,0 5 0 0 0,1-2-7 0 0,0 0-1 0 0,1 0 1 0 0,0 0 0 0 0,0-1 0 0 0,1 1 0 0 0,0 0 0 0 0,0-1 0 0 0,1 0 0 0 0,6 13-1 0 0,-8-17 11 0 0,1 0 0 0 0,0 0 0 0 0,1 0 0 0 0,-1 0 0 0 0,0-1 0 0 0,1 1 0 0 0,-1-1 0 0 0,1 0 0 0 0,0 1 0 0 0,0-1 0 0 0,0 0 0 0 0,0-1 0 0 0,0 1 0 0 0,1 0 0 0 0,-1-1 0 0 0,0 0-1 0 0,1 0 1 0 0,-1 0 0 0 0,1 0 0 0 0,-1 0 0 0 0,1-1 0 0 0,-1 0 0 0 0,6 1 0 0 0,-3-2 12 0 0,0 1 0 0 0,1-1 0 0 0,-1 0 0 0 0,0 0 0 0 0,0-1 0 0 0,0 1 0 0 0,0-1 0 0 0,0-1 0 0 0,0 1 0 0 0,-1-1 0 0 0,11-7 0 0 0,-13 8-1 0 0,0 0-1 0 0,0-1 1 0 0,0 1-1 0 0,0-1 1 0 0,0 0-1 0 0,-1 0 1 0 0,1 0-1 0 0,-1 0 1 0 0,0-1-1 0 0,0 1 1 0 0,0-1-1 0 0,0 1 1 0 0,-1-1-1 0 0,0 1 1 0 0,1-1-1 0 0,-1 0 1 0 0,-1 0-1 0 0,1 1 1 0 0,0-1-1 0 0,-1-5 1 0 0,0 5 5 0 0,0 0 1 0 0,-1 0-1 0 0,1 0 1 0 0,-1 0-1 0 0,0 0 1 0 0,0 1-1 0 0,0-1 1 0 0,-1 0-1 0 0,0 0 1 0 0,1 1-1 0 0,-1-1 0 0 0,0 1 1 0 0,-1 0-1 0 0,1-1 1 0 0,-6-4-1 0 0,6 6-3 0 0,0 0-1 0 0,0 0 0 0 0,0 0 1 0 0,-1 0-1 0 0,1 1 0 0 0,-1-1 1 0 0,0 1-1 0 0,1 0 0 0 0,-1 0 1 0 0,0 0-1 0 0,0 0 0 0 0,0 0 1 0 0,1 1-1 0 0,-1-1 0 0 0,0 1 1 0 0,0-1-1 0 0,0 1 0 0 0,0 0 1 0 0,0 0-1 0 0,0 1 0 0 0,0-1 1 0 0,-3 1-1 0 0,-5 3-6 0 0,-3 2-12 0 0,12-1-14 0 0,1-2 11 0 0,-2 1-3 0 0,1 1 1 0 0,0-1 0 0 0,0 1 0 0 0,0 0-1 0 0,1 0 1 0 0,-1-1 0 0 0,1 1 0 0 0,-1 6-1 0 0,2-8 8 0 0,0-1-1 0 0,0 1 1 0 0,0-1-1 0 0,0 0 1 0 0,1 1-1 0 0,-1-1 1 0 0,1 0-1 0 0,-1 1 1 0 0,1-1-1 0 0,0 0 1 0 0,0 0-1 0 0,0 1 1 0 0,0-1-1 0 0,0 0 1 0 0,0 0-1 0 0,1 0 1 0 0,-1 0-1 0 0,1 0 1 0 0,2 2-1 0 0,0-1 1 0 0,-1-1-1 0 0,1 0 0 0 0,0 1 1 0 0,-1-1-1 0 0,1-1 1 0 0,0 1-1 0 0,0-1 0 0 0,0 1 1 0 0,0-1-1 0 0,0 0 0 0 0,0 0 1 0 0,1-1-1 0 0,-1 0 0 0 0,0 1 1 0 0,0-1-1 0 0,0-1 0 0 0,1 1 1 0 0,-1 0-1 0 0,0-1 0 0 0,6-2 1 0 0,-6 2 26 0 0,0 0 0 0 0,-1 0-1 0 0,0 0 1 0 0,1-1 0 0 0,-1 1 0 0 0,0-1 0 0 0,0 0 0 0 0,1 0 0 0 0,-1 0 0 0 0,-1 0-1 0 0,1-1 1 0 0,0 1 0 0 0,-1-1 0 0 0,1 0 0 0 0,-1 0 0 0 0,0 0 0 0 0,0 0 0 0 0,0 0-1 0 0,0 0 1 0 0,0 0 0 0 0,-1-1 0 0 0,0 1 0 0 0,2-7 0 0 0,-2 5 21 0 0,-1 0 0 0 0,1 0 0 0 0,-1 0 0 0 0,-1-1 0 0 0,1 1 0 0 0,-1 0 0 0 0,0 0 0 0 0,0 0 0 0 0,0-1 0 0 0,-1 1 0 0 0,0 1 0 0 0,-3-9 0 0 0,3 9 17 0 0,-1 0 1 0 0,1 1-1 0 0,0-1 0 0 0,-1 1 0 0 0,1-1 1 0 0,-1 1-1 0 0,0 0 0 0 0,0 0 0 0 0,-1 0 1 0 0,1 0-1 0 0,-1 1 0 0 0,1-1 0 0 0,-1 1 1 0 0,0 0-1 0 0,-6-3 0 0 0,7 4-39 0 0,0 1 1 0 0,-1-1-1 0 0,1 1 0 0 0,-1-1 0 0 0,1 1 1 0 0,-1 0-1 0 0,1 0 0 0 0,-1 1 0 0 0,1-1 1 0 0,0 1-1 0 0,-1-1 0 0 0,1 1 0 0 0,0 0 1 0 0,-1 1-1 0 0,1-1 0 0 0,0 0 0 0 0,-5 4 0 0 0,6-4-79 0 0,0 0 0 0 0,0 0 1 0 0,1 1-1 0 0,-1-1 0 0 0,1 1 0 0 0,-1-1 0 0 0,1 1 0 0 0,-1-1 0 0 0,1 1 0 0 0,0 0 0 0 0,0-1 0 0 0,0 1 0 0 0,0 0 0 0 0,0 0 0 0 0,0 0 0 0 0,0 0 0 0 0,1 0 0 0 0,-1 0 0 0 0,1 0 0 0 0,-1 0 0 0 0,1 0 0 0 0,0 0 0 0 0,0 1 0 0 0,0-1 0 0 0,0 0 0 0 0,0 0 0 0 0,0 0 0 0 0,1 0 0 0 0,0 3 0 0 0,5 9-1627 0 0,2 0-77 0 0</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53.207"/>
    </inkml:context>
    <inkml:brush xml:id="br0">
      <inkml:brushProperty name="width" value="0.1" units="cm"/>
      <inkml:brushProperty name="height" value="0.1" units="cm"/>
      <inkml:brushProperty name="color" value="#FF0000"/>
    </inkml:brush>
  </inkml:definitions>
  <inkml:trace contextRef="#ctx0" brushRef="#br0">103 84 10823 0 0,'0'0'1086'0'0,"2"-1"-990"0"0,15-11 6894 0 0,-18 3-4606 0 0,-7-4-725 0 0,6 11-1589 0 0,1 0 0 0 0,-1 0 1 0 0,0 0-1 0 0,0 0 0 0 0,-1 1 1 0 0,1-1-1 0 0,0 0 0 0 0,0 1 0 0 0,-1 0 1 0 0,1 0-1 0 0,-1 0 0 0 0,1 0 1 0 0,-1 0-1 0 0,0 0 0 0 0,1 0 0 0 0,-1 1 1 0 0,0 0-1 0 0,1-1 0 0 0,-1 1 1 0 0,0 0-1 0 0,0 0 0 0 0,1 0 1 0 0,-1 1-1 0 0,0-1 0 0 0,1 1 0 0 0,-1-1 1 0 0,0 1-1 0 0,1 0 0 0 0,-1 0 1 0 0,1 0-1 0 0,-5 3 0 0 0,3-2-75 0 0,4-2 5 0 0,-1 1 0 0 0,1-1 1 0 0,-1 0-1 0 0,1 0 0 0 0,-1 0 1 0 0,1 0-1 0 0,0 1 0 0 0,-1-1 1 0 0,1 0-1 0 0,0 0 0 0 0,-1 1 0 0 0,1-1 1 0 0,-1 0-1 0 0,1 1 0 0 0,0-1 1 0 0,0 0-1 0 0,-1 1 0 0 0,1-1 0 0 0,0 0 1 0 0,0 1-1 0 0,-1 0 0 0 0,-4 10-85 0 0,-6 11 17 0 0,10-11 68 0 0,1-9-7 0 0,0 0 0 0 0,1 0 0 0 0,-1-1 0 0 0,1 1 0 0 0,-1 0-1 0 0,1 0 1 0 0,0 0 0 0 0,-1-1 0 0 0,1 1 0 0 0,0 0 0 0 0,0-1 0 0 0,1 1 0 0 0,-1-1 0 0 0,0 1-1 0 0,0-1 1 0 0,1 0 0 0 0,1 2 0 0 0,0-1-6 0 0,1 1 1 0 0,0-1-1 0 0,-1 0 0 0 0,1 0 0 0 0,0-1 0 0 0,0 1 1 0 0,0-1-1 0 0,1 0 0 0 0,6 1 0 0 0,-6-2 24 0 0,1 0 0 0 0,0 0 0 0 0,0 0 0 0 0,0-1 0 0 0,9-2 0 0 0,-5 1-24 0 0,-6 1-29 0 0,-2-1 51 0 0,0 1 0 0 0,0 0 0 0 0,0 0 0 0 0,0-1 0 0 0,0 1 0 0 0,0-1 0 0 0,-1 1 0 0 0,1-1 0 0 0,0 0 0 0 0,-1 0 0 0 0,0 0 0 0 0,1 0 0 0 0,-1 0 0 0 0,0 0 0 0 0,0 0 0 0 0,0 0 0 0 0,0 0 0 0 0,0-1 0 0 0,0 1 0 0 0,-1 0 0 0 0,1-1 0 0 0,-1 1 1 0 0,0 0-1 0 0,0-1 0 0 0,0 1 0 0 0,0 0 0 0 0,0-1 0 0 0,0 1 0 0 0,-1-3 0 0 0,0 0 6 0 0,-1 0 0 0 0,0 0 0 0 0,0 0 0 0 0,0 1 0 0 0,-1-1 0 0 0,1 1 1 0 0,-1-1-1 0 0,0 1 0 0 0,-1 0 0 0 0,-4-5 0 0 0,6 8 49 0 0,-36-10 192 0 0,35 11-251 0 0,0 0 1 0 0,1 0-1 0 0,-1 0 0 0 0,0 0 1 0 0,1 1-1 0 0,-1-1 0 0 0,0 1 1 0 0,1-1-1 0 0,-1 1 0 0 0,1 0 0 0 0,-1 0 1 0 0,1 0-1 0 0,-4 2 0 0 0,5-2-8 0 0,-1 1-1 0 0,0-1 1 0 0,1 0-1 0 0,0 1 1 0 0,-1-1-1 0 0,1 1 1 0 0,0 0-1 0 0,0 0 1 0 0,0-1-1 0 0,0 1 1 0 0,0 0-1 0 0,0 0 0 0 0,0 0 1 0 0,1 0-1 0 0,-1 0 1 0 0,1 0-1 0 0,-1 3 1 0 0,-1 12-43 0 0,1 0-1 0 0,1 32 1 0 0,2-32 20 0 0,2-13 10 0 0,-1-1 5 0 0,-1 1 8 0 0,0-1 0 0 0,0 1 0 0 0,0-1 1 0 0,1 0-1 0 0,0 0 0 0 0,0 0 0 0 0,-1 0 1 0 0,2 0-1 0 0,-1 0 0 0 0,0-1 0 0 0,0 0 1 0 0,1 0-1 0 0,0 0 0 0 0,-1 0 0 0 0,1 0 1 0 0,0-1-1 0 0,0 1 0 0 0,0-1 0 0 0,0 0 0 0 0,0 0 1 0 0,0-1-1 0 0,0 1 0 0 0,0-1 0 0 0,0 0 1 0 0,0 0-1 0 0,6-1 0 0 0,-8 1 3 0 0,0 0 0 0 0,0-1 0 0 0,1 1 0 0 0,-1 0 0 0 0,0-1 0 0 0,1 0 0 0 0,-1 1 0 0 0,0-1 0 0 0,0 0 0 0 0,0 0 0 0 0,0-1 0 0 0,0 1 0 0 0,0 0 0 0 0,0 0 0 0 0,0-1 0 0 0,-1 0 0 0 0,1 1 0 0 0,0-1 0 0 0,-1 0 0 0 0,3-3 0 0 0,-3 4 12 0 0,1-1-1 0 0,-1 1 0 0 0,0-1 1 0 0,0 0-1 0 0,0 0 1 0 0,0 1-1 0 0,0-1 0 0 0,0 0 1 0 0,0 0-1 0 0,0 0 1 0 0,-1 0-1 0 0,1 0 1 0 0,-1 0-1 0 0,1 0 0 0 0,-1 0 1 0 0,0-1-1 0 0,0 1 1 0 0,0 0-1 0 0,0 0 0 0 0,0 0 1 0 0,-1-3-1 0 0,0 4-6 0 0,1-4 10 0 0,-1 0 1 0 0,-1 0-1 0 0,1 0 1 0 0,-1 0-1 0 0,0 0 0 0 0,0 0 1 0 0,0 0-1 0 0,-1 0 0 0 0,-5-7 1 0 0,6 10-17 0 0,1 0 0 0 0,-1 1 1 0 0,1-1-1 0 0,-1 1 1 0 0,0-1-1 0 0,0 1 1 0 0,1 0-1 0 0,-1 0 1 0 0,0-1-1 0 0,0 1 1 0 0,0 0-1 0 0,0 1 0 0 0,0-1 1 0 0,-1 0-1 0 0,1 1 1 0 0,0-1-1 0 0,0 1 1 0 0,0 0-1 0 0,-1-1 1 0 0,1 1-1 0 0,0 0 1 0 0,0 0-1 0 0,-1 1 0 0 0,1-1 1 0 0,0 0-1 0 0,-3 2 1 0 0,-2-1 7 0 0,5 0-6 0 0,0-1 0 0 0,0 0 1 0 0,0 1-1 0 0,-1-1 0 0 0,1 1 1 0 0,0 0-1 0 0,0-1 0 0 0,0 1 1 0 0,0 0-1 0 0,0 0 0 0 0,1 1 1 0 0,-1-1-1 0 0,0 0 0 0 0,0 0 1 0 0,1 1-1 0 0,-1-1 0 0 0,1 1 1 0 0,-1 0-1 0 0,1-1 0 0 0,0 1 1 0 0,-1 0-1 0 0,1 0 0 0 0,0 0 1 0 0,0 0-1 0 0,1 0 0 0 0,-1 0 0 0 0,0 0 1 0 0,1 0-1 0 0,-1 0 0 0 0,1 0 1 0 0,-1 1-1 0 0,1-1 0 0 0,0 0 1 0 0,0 2-1 0 0,0 37-161 0 0,0-40 159 0 0,0 0-1 0 0,0 1 1 0 0,0-1-1 0 0,0 0 1 0 0,0 1-1 0 0,0-1 1 0 0,1 0-1 0 0,-1 1 0 0 0,0-1 1 0 0,1 0-1 0 0,-1 0 1 0 0,1 1-1 0 0,-1-1 1 0 0,1 0-1 0 0,0 0 1 0 0,-1 0-1 0 0,1 0 1 0 0,0 0-1 0 0,2 2 1 0 0,1 1 20 0 0,-4-3-19 0 0,1 0 0 0 0,-1-1 0 0 0,1 1 0 0 0,-1 0 0 0 0,1-1 0 0 0,-1 1 0 0 0,1 0 0 0 0,0-1 0 0 0,-1 1 0 0 0,1-1 0 0 0,0 1 0 0 0,0-1 0 0 0,0 1-1 0 0,-1-1 1 0 0,1 1 0 0 0,0-1 0 0 0,0 0 0 0 0,0 0 0 0 0,0 1 0 0 0,-1-1 0 0 0,1 0 0 0 0,0 0 0 0 0,0 0 0 0 0,0 0 0 0 0,0 0 0 0 0,0 0 0 0 0,0 0 0 0 0,0 0-1 0 0,0-1 1 0 0,1 1-11 0 0,0-1-1 0 0,0 0 0 0 0,0 0 0 0 0,0 0 1 0 0,0 0-1 0 0,-1-1 0 0 0,4-1 0 0 0,-3 1-9 0 0,18-9-1465 0 0,-7 5-549 0 0,-4 2 788 0 0</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55.386"/>
    </inkml:context>
    <inkml:brush xml:id="br0">
      <inkml:brushProperty name="width" value="0.1" units="cm"/>
      <inkml:brushProperty name="height" value="0.1" units="cm"/>
      <inkml:brushProperty name="color" value="#FF0000"/>
    </inkml:brush>
  </inkml:definitions>
  <inkml:trace contextRef="#ctx0" brushRef="#br0">155 71 8519 0 0,'0'0'638'0'0,"2"-6"-388"0"0,8-21 6597 0 0,-19 11-4926 0 0,7 14-1729 0 0,0 1 0 0 0,0-1 0 0 0,-1 1 0 0 0,1 0 0 0 0,0 0 0 0 0,-1 0 0 0 0,1 0 0 0 0,-1 0-1 0 0,1 1 1 0 0,-1-1 0 0 0,1 1 0 0 0,-1-1 0 0 0,0 1 0 0 0,1 0 0 0 0,-4 0 0 0 0,3 1-155 0 0,-1-1 1 0 0,1 0 0 0 0,0 1-1 0 0,-1-1 1 0 0,1 1 0 0 0,0 0-1 0 0,0 0 1 0 0,0 0-1 0 0,-1 1 1 0 0,1-1 0 0 0,0 1-1 0 0,1 0 1 0 0,-1-1 0 0 0,0 1-1 0 0,0 1 1 0 0,1-1-1 0 0,0 0 1 0 0,-1 1 0 0 0,1-1-1 0 0,0 1 1 0 0,0-1 0 0 0,-2 4-1 0 0,2-3-29 0 0,1-1 1 0 0,-1 1-1 0 0,1-1 0 0 0,-1 1 1 0 0,1-1-1 0 0,0 1 1 0 0,-1 3-1 0 0,0 31 47 0 0,2-35-71 0 0,0 0 1 0 0,1 0 0 0 0,-1 0 0 0 0,1 0 0 0 0,0 0 0 0 0,0 0 0 0 0,-1 0 0 0 0,3 3 0 0 0,-1-2 2 0 0,3 5-15 0 0,-3-7 87 0 0,12 0 62 0 0,-11-1-125 0 0,1 0 0 0 0,-1 0 0 0 0,1 0 0 0 0,-1 0 0 0 0,1-1 0 0 0,-1 1 0 0 0,1-1 0 0 0,-1 0 0 0 0,1 0 0 0 0,-1 0 0 0 0,0 0 0 0 0,0-1 0 0 0,0 1 0 0 0,1-1-1 0 0,-1 0 1 0 0,-1 0 0 0 0,1 0 0 0 0,5-5 0 0 0,30-25 156 0 0,-37 31-118 0 0,-1 0 0 0 0,1-1 0 0 0,0 1 0 0 0,-1 0 0 0 0,1 0 0 0 0,0-1-1 0 0,-1 1 1 0 0,0 0 0 0 0,1 0 0 0 0,-1-1 0 0 0,0 1 0 0 0,0-1 0 0 0,1 1 0 0 0,-1 0 0 0 0,0-1-1 0 0,-1 1 1 0 0,1 0 0 0 0,0-1 0 0 0,0 1 0 0 0,0 0 0 0 0,-1-1 0 0 0,1 1 0 0 0,-2-2 0 0 0,1-1 58 0 0,-1 0 0 0 0,1 0 0 0 0,-1 1 0 0 0,0-1 0 0 0,-1 1-1 0 0,-2-5 1 0 0,3 6-63 0 0,0-1 0 0 0,0 2-1 0 0,0-1 1 0 0,0 0 0 0 0,-1 0-1 0 0,1 1 1 0 0,0-1 0 0 0,-1 1-1 0 0,1 0 1 0 0,-1-1 0 0 0,1 1-1 0 0,-1 0 1 0 0,0 1 0 0 0,1-1-1 0 0,-1 0 1 0 0,0 1 0 0 0,1-1-1 0 0,-1 1 1 0 0,0 0 0 0 0,0 0-1 0 0,-4 1 1 0 0,3 0 12 0 0,0 0 0 0 0,0 0 1 0 0,-1 0-1 0 0,1 1 0 0 0,0-1 0 0 0,0 1 1 0 0,0 0-1 0 0,1 1 0 0 0,-1-1 0 0 0,0 1 1 0 0,1-1-1 0 0,-6 7 0 0 0,4-5-54 0 0,1 1 1 0 0,1 0-1 0 0,-1 0 0 0 0,0 0 1 0 0,1 1-1 0 0,0-1 0 0 0,1 1 0 0 0,-1-1 1 0 0,1 1-1 0 0,0 0 0 0 0,0 0 1 0 0,1 0-1 0 0,0 0 0 0 0,0 1 1 0 0,0-1-1 0 0,1 9 0 0 0,1-10-1 0 0,-1-1 0 0 0,1 1-1 0 0,1-1 1 0 0,-1 1 0 0 0,1-1 0 0 0,-1 1 0 0 0,1-1-1 0 0,4 6 1 0 0,2 3 12 0 0,-4-11 4 0 0,0-1 9 0 0,5 6 31 0 0,4 0-58 0 0,-7-8-7 0 0,-4 0 9 0 0,10 1 27 0 0,0-1-1 0 0,0-1 1 0 0,0 0-1 0 0,-1-1 1 0 0,1 0 0 0 0,18-9-1 0 0,-28 11 3 0 0,0 1 0 0 0,0-2-1 0 0,0 1 1 0 0,0 0 0 0 0,0 0 0 0 0,0 0-1 0 0,-1-1 1 0 0,1 1 0 0 0,-1-1 0 0 0,1 0-1 0 0,-1 1 1 0 0,1-1 0 0 0,-1 0 0 0 0,0 0-1 0 0,0 0 1 0 0,0 0 0 0 0,0 0 0 0 0,0 0 0 0 0,0 0-1 0 0,-1 0 1 0 0,1 0 0 0 0,-1 0 0 0 0,1-1-1 0 0,-1 1 1 0 0,0 0 0 0 0,0 0 0 0 0,0 0-1 0 0,0-5 1 0 0,0 4 41 0 0,0 0 0 0 0,0 0 0 0 0,-1 0 0 0 0,1 0 1 0 0,-1 0-1 0 0,0 0 0 0 0,1 0 0 0 0,-1 0 0 0 0,-1 0 0 0 0,1 1 0 0 0,0-1 0 0 0,-1 0 0 0 0,-2-3 0 0 0,2 4-16 0 0,1 0-1 0 0,-1 1 0 0 0,1-1 1 0 0,-1 1-1 0 0,0-1 0 0 0,0 1 1 0 0,0 0-1 0 0,0 0 0 0 0,0 0 1 0 0,0 0-1 0 0,0 0 0 0 0,0 0 1 0 0,-1 1-1 0 0,1-1 0 0 0,0 1 1 0 0,0-1-1 0 0,0 1 0 0 0,-1 0 1 0 0,-2 0-1 0 0,2 0-28 0 0,-1 0 0 0 0,1 0 0 0 0,-1 0 0 0 0,1 1 0 0 0,-1-1 0 0 0,1 1 0 0 0,-1 0 1 0 0,1 0-1 0 0,0 1 0 0 0,-1-1 0 0 0,-2 2 0 0 0,3-1-20 0 0,0 1-1 0 0,0-1 1 0 0,0 1 0 0 0,0 0 0 0 0,1 0 0 0 0,0 0 0 0 0,-1 0-1 0 0,1 0 1 0 0,0 0 0 0 0,0 1 0 0 0,1-1 0 0 0,-3 7-1 0 0,2-6-41 0 0,1 12 1 0 0,2-13 34 0 0,-1-2 7 0 0,0 1-1 0 0,1 0 1 0 0,-1 0-1 0 0,1-1 1 0 0,0 1-1 0 0,-1 0 1 0 0,1-1-1 0 0,0 1 1 0 0,0 0-1 0 0,0-1 1 0 0,0 1-1 0 0,0-1 1 0 0,1 0-1 0 0,-1 1 1 0 0,0-1-1 0 0,1 0 1 0 0,-1 0-1 0 0,0 0 1 0 0,1 0-1 0 0,0 0 1 0 0,-1 0 0 0 0,1 0-1 0 0,0 0 1 0 0,-1-1-1 0 0,1 1 1 0 0,2 0-1 0 0,0 0 2 0 0,1 0 0 0 0,-1 0 1 0 0,1-1-1 0 0,0 0 0 0 0,-1 0 0 0 0,1 0 0 0 0,6-1 0 0 0,-10 1 7 0 0,1 0 1 0 0,1 0-1 0 0,-1-1 1 0 0,1 1-1 0 0,-1 0 1 0 0,0-1 0 0 0,1 1-1 0 0,-1-1 1 0 0,4-2-1 0 0,-5 2 3 0 0,0 0-1 0 0,0 0 1 0 0,0 0-1 0 0,0 0 0 0 0,0-1 1 0 0,0 1-1 0 0,0 0 0 0 0,0-1 1 0 0,0 1-1 0 0,0-3 1 0 0,0 2 1 0 0,-1 1 9 0 0,0 0 1 0 0,1 0 0 0 0,-1-1-1 0 0,0 1 1 0 0,0 0 0 0 0,0 0-1 0 0,-1-1 1 0 0,1 1 0 0 0,0 0-1 0 0,0 0 1 0 0,-1-1 0 0 0,0-1-1 0 0,0-2 25 0 0,-1-3 2 0 0,-1 0 0 0 0,1 1 1 0 0,-2-1-1 0 0,1 1 0 0 0,-9-14 0 0 0,10 17-37 0 0,0 0-1 0 0,-1 0 1 0 0,0 1-1 0 0,0-1 1 0 0,0 1 0 0 0,0 0-1 0 0,-1-1 1 0 0,1 2 0 0 0,-1-1-1 0 0,0 0 1 0 0,0 1-1 0 0,-4-3 1 0 0,6 5-7 0 0,0-1 0 0 0,1 1 0 0 0,-1 0-1 0 0,0 0 1 0 0,0 0 0 0 0,1 0 0 0 0,-1 0 0 0 0,0 0-1 0 0,0 1 1 0 0,1-1 0 0 0,-1 0 0 0 0,0 1 0 0 0,1 0 0 0 0,-1-1-1 0 0,1 1 1 0 0,-3 1 0 0 0,0 2-59 0 0,0-1 1 0 0,0 1-1 0 0,0 1 0 0 0,0-1 1 0 0,1 1-1 0 0,-1-1 0 0 0,1 1 0 0 0,1 0 1 0 0,-4 7-1 0 0,-2 7-1572 0 0,-6 24 0 0 0,14-43 1617 0 0</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56.228"/>
    </inkml:context>
    <inkml:brush xml:id="br0">
      <inkml:brushProperty name="width" value="0.1" units="cm"/>
      <inkml:brushProperty name="height" value="0.1" units="cm"/>
      <inkml:brushProperty name="color" value="#FF0000"/>
    </inkml:brush>
  </inkml:definitions>
  <inkml:trace contextRef="#ctx0" brushRef="#br0">125 56 919 0 0,'-1'-2'13383'0'0,"-4"-1"-12264"0"0,3 0-673 0 0,-1 1-1 0 0,-1-1 0 0 0,1 1 0 0 0,0 0 0 0 0,0 0 1 0 0,-1 0-1 0 0,-5-2 0 0 0,7 4-171 0 0,-17 1 156 0 0,19-1-424 0 0,-1 0 0 0 0,0 0 0 0 0,0 0 0 0 0,0 0 0 0 0,1 1 0 0 0,-1-1 0 0 0,0 0 0 0 0,0 0-1 0 0,1 1 1 0 0,-1-1 0 0 0,0 1 0 0 0,1-1 0 0 0,-1 1 0 0 0,0-1 0 0 0,0 1 0 0 0,-10 15 67 0 0,2 0-57 0 0,4-9-16 0 0,4-6 0 0 0,-1 1 0 0 0,1-1 0 0 0,0 1 0 0 0,0-1 0 0 0,1 1 0 0 0,-1-1 0 0 0,0 1 0 0 0,0 0 0 0 0,1-1 0 0 0,-1 1 0 0 0,1 0 0 0 0,0 0 0 0 0,-1-1 0 0 0,1 1 0 0 0,0 0 0 0 0,0 0 0 0 0,1 3 0 0 0,0 10-11 0 0,2-11-14 0 0,-1-2 8 0 0,0 0 12 0 0,-1 0 0 0 0,1 0 0 0 0,0 0 1 0 0,0 0-1 0 0,0 0 0 0 0,0 0 0 0 0,1-1 0 0 0,-1 1 0 0 0,0-1 1 0 0,1 1-1 0 0,-1-1 0 0 0,1 0 0 0 0,-1 0 0 0 0,1 0 1 0 0,0 0-1 0 0,-1 0 0 0 0,1-1 0 0 0,0 1 0 0 0,0-1 0 0 0,-1 0 1 0 0,1 0-1 0 0,5 0 0 0 0,-3 0 19 0 0,0-1-1 0 0,0 1 1 0 0,-1-1 0 0 0,1 0 0 0 0,0 0 0 0 0,-1 0-1 0 0,1-1 1 0 0,-1 0 0 0 0,1 0 0 0 0,-1 0-1 0 0,0 0 1 0 0,7-5 0 0 0,-9 5 77 0 0,0 0 0 0 0,0 0 0 0 0,-1-1 0 0 0,1 1-1 0 0,-1-1 1 0 0,1 1 0 0 0,-1-1 0 0 0,0 1 0 0 0,0-1 0 0 0,0 0 0 0 0,0 0 0 0 0,0 1 0 0 0,-1-1 0 0 0,1 0 0 0 0,-1 0 0 0 0,0 0-1 0 0,0 0 1 0 0,0 1 0 0 0,0-1 0 0 0,-1-6 0 0 0,0 3 110 0 0,-1 1 1 0 0,1-1-1 0 0,-1 0 0 0 0,0 0 1 0 0,0 1-1 0 0,0-1 0 0 0,-1 1 1 0 0,-6-10-1 0 0,7 14-151 0 0,1 0-1 0 0,0 0 1 0 0,0 0-1 0 0,-1-1 1 0 0,1 2-1 0 0,-1-1 1 0 0,1 0-1 0 0,-1 0 1 0 0,1 0-1 0 0,-1 1 1 0 0,1-1-1 0 0,-1 1 1 0 0,0-1-1 0 0,1 1 1 0 0,-1-1-1 0 0,0 1 1 0 0,1 0-1 0 0,-1 0 1 0 0,-3 0-1 0 0,2 0-5 0 0,-1 1 0 0 0,1-1 0 0 0,-1 1-1 0 0,1 0 1 0 0,-1 0 0 0 0,1 0 0 0 0,-1 0-1 0 0,-2 2 1 0 0,-1 0-19 0 0,1 0-1 0 0,1 1 1 0 0,-1 0 0 0 0,0 0 0 0 0,1 0-1 0 0,0 1 1 0 0,0 0 0 0 0,-8 8-1 0 0,11-8-36 0 0,-1 0 0 0 0,1-1-1 0 0,-1 1 1 0 0,1 0 0 0 0,1 0-1 0 0,-1 1 1 0 0,1-1 0 0 0,0 0-1 0 0,0 0 1 0 0,0 1 0 0 0,1-1-1 0 0,0 1 1 0 0,0-1 0 0 0,1 7-1 0 0,-2-11 7 0 0,1 1 0 0 0,0-1-1 0 0,0 1 1 0 0,0 0-1 0 0,0-1 1 0 0,1 1 0 0 0,-1-1-1 0 0,0 1 1 0 0,1-1-1 0 0,-1 1 1 0 0,1-1 0 0 0,0 1-1 0 0,-1-1 1 0 0,1 1-1 0 0,0-1 1 0 0,0 0 0 0 0,1 2-1 0 0,1 1-6 0 0,4 4-38 0 0,-4-6 49 0 0,11 8 2 0 0,-9-9-4 0 0,-1-1-3 0 0,12 5-53 0 0,-13-4 49 0 0,-1 0 0 0 0,1 0 0 0 0,0 0 1 0 0,-1 0-1 0 0,1 0 0 0 0,0-1 0 0 0,0 1 0 0 0,0-1 0 0 0,-1 0 0 0 0,1 0 1 0 0,0 0-1 0 0,0 0 0 0 0,0-1 0 0 0,0 1 0 0 0,-1-1 0 0 0,1 1 0 0 0,4-3 0 0 0,15-6-65 0 0,-18 8 91 0 0,-1 0 0 0 0,1-1 1 0 0,0 1-1 0 0,-1-1 1 0 0,0 0-1 0 0,1 0 0 0 0,-1 0 1 0 0,0 0-1 0 0,0-1 1 0 0,0 1-1 0 0,3-5 0 0 0,-5 6 8 0 0,-1 0 0 0 0,1 0 0 0 0,-1 0 0 0 0,1 0-1 0 0,-1 0 1 0 0,0-1 0 0 0,1 1 0 0 0,-1 0-1 0 0,0 0 1 0 0,0 0 0 0 0,0 0 0 0 0,0-1 0 0 0,0 1-1 0 0,0 0 1 0 0,0 0 0 0 0,0 0 0 0 0,-1-1-1 0 0,1 1 1 0 0,0 0 0 0 0,-1-1 0 0 0,-11-23 745 0 0,8 19-520 0 0,3 3-160 0 0,-1 0-1 0 0,-1 0 1 0 0,1 0 0 0 0,0 0 0 0 0,-1 0-1 0 0,0 0 1 0 0,1 1 0 0 0,-1-1-1 0 0,0 1 1 0 0,0 0 0 0 0,-1 0-1 0 0,1 0 1 0 0,0 0 0 0 0,-1 0-1 0 0,1 1 1 0 0,-7-3 0 0 0,-4 1-9 0 0,12 3-78 0 0,1-1 0 0 0,0 1 1 0 0,0 0-1 0 0,-1-1 0 0 0,1 1 0 0 0,0 0 0 0 0,-1 0 1 0 0,1 0-1 0 0,0 0 0 0 0,-1 0 0 0 0,1 0 0 0 0,0 0 1 0 0,-1 0-1 0 0,1 0 0 0 0,0 1 0 0 0,-1-1 1 0 0,1 0-1 0 0,0 1 0 0 0,0-1 0 0 0,-1 1 0 0 0,1 0 1 0 0,0-1-1 0 0,0 1 0 0 0,0 0 0 0 0,0 0 0 0 0,-2 1 1 0 0,-6 7-107 0 0,-10 10-489 0 0,12-15-1174 0 0</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7:58.493"/>
    </inkml:context>
    <inkml:brush xml:id="br0">
      <inkml:brushProperty name="width" value="0.1" units="cm"/>
      <inkml:brushProperty name="height" value="0.1" units="cm"/>
      <inkml:brushProperty name="color" value="#004F8B"/>
    </inkml:brush>
  </inkml:definitions>
  <inkml:trace contextRef="#ctx0" brushRef="#br0">95 64 9327 0 0,'0'0'706'0'0,"-1"-15"-444"0"0,1 14-148 0 0,0 0-1 0 0,0 0 1 0 0,0 0 0 0 0,0 0-1 0 0,0 0 1 0 0,0 0-1 0 0,-1 1 1 0 0,1-1 0 0 0,0 0-1 0 0,-1 0 1 0 0,1 0-1 0 0,0 0 1 0 0,-1 0-1 0 0,1 0 1 0 0,-1 1 0 0 0,0-1-1 0 0,1 0 1 0 0,-1 0-1 0 0,0 1 1 0 0,1-1-1 0 0,-2 0 1 0 0,1 0 42 0 0,0 1 1 0 0,-1 0-1 0 0,1 0 1 0 0,0 0-1 0 0,0 0 0 0 0,-1 0 1 0 0,1 0-1 0 0,0 0 0 0 0,0 0 1 0 0,-1 1-1 0 0,1-1 1 0 0,0 0-1 0 0,0 1 0 0 0,0-1 1 0 0,0 1-1 0 0,-3 0 1 0 0,0 2-62 0 0,0-1 0 0 0,0 1 1 0 0,-1 0-1 0 0,2 0 0 0 0,-8 7 1 0 0,-6 5-104 0 0,16-13-7 0 0,-1 1 1 0 0,1-1 0 0 0,-1 1 0 0 0,1 0 0 0 0,0-1-1 0 0,0 1 1 0 0,0 0 0 0 0,-1 5 0 0 0,2-8 12 0 0,-1 14 2 0 0,2-11 0 0 0,0-1 0 0 0,4 5 0 0 0,-1-5 0 0 0,-1 0 0 0 0,1 0 0 0 0,0-1 0 0 0,0 1 0 0 0,3 0 0 0 0,3-1 0 0 0,-5-1 28 0 0,0 0-1 0 0,1 0 1 0 0,-1-1-1 0 0,1 0 1 0 0,-1 0-1 0 0,0 0 0 0 0,0-1 1 0 0,1 1-1 0 0,-1-1 1 0 0,0 0-1 0 0,8-6 1 0 0,0 1 217 0 0,-11 6-220 0 0,-1 0 1 0 0,1 0-1 0 0,-1 0 1 0 0,1 0-1 0 0,-1 0 1 0 0,0 0-1 0 0,0 0 0 0 0,1 0 1 0 0,-1-1-1 0 0,0 1 1 0 0,1-3-1 0 0,-1 3 93 0 0,0-1-53 0 0,-1 1 0 0 0,1-1-1 0 0,-1 1 1 0 0,1 0 0 0 0,-1-1 0 0 0,0 1 0 0 0,0-1 0 0 0,0 1 0 0 0,1-1 0 0 0,-1-1 0 0 0,-1 1-17 0 0,1 0-1 0 0,0 0 0 0 0,0 0 0 0 0,-1 0 1 0 0,1 0-1 0 0,-1 0 0 0 0,1 1 1 0 0,-1-1-1 0 0,0 0 0 0 0,0 0 1 0 0,0 0-1 0 0,0 1 0 0 0,0-1 1 0 0,0 1-1 0 0,0-1 0 0 0,-1 1 0 0 0,1-1 1 0 0,-1 1-1 0 0,-2-3 0 0 0,2 3 31 0 0,-1-1 0 0 0,0 1 0 0 0,1-1 0 0 0,-1 1 0 0 0,0 0 0 0 0,1 0 0 0 0,-1 0-1 0 0,0 0 1 0 0,0 1 0 0 0,0-1 0 0 0,0 1 0 0 0,-3-1 0 0 0,5 2-70 0 0,0-1-1 0 0,0 0 1 0 0,0 0 0 0 0,0 1 0 0 0,0-1-1 0 0,0 1 1 0 0,0-1 0 0 0,0 1 0 0 0,0-1-1 0 0,0 1 1 0 0,0-1 0 0 0,0 1 0 0 0,1 0-1 0 0,-1 0 1 0 0,-1 0 0 0 0,1 1-3 0 0,-1-1-6 0 0,0 0-1 0 0,1 0 1 0 0,0 1-1 0 0,-1-1 1 0 0,1 0-1 0 0,0 1 1 0 0,-1-1-1 0 0,1 1 1 0 0,0-1-1 0 0,0 1 1 0 0,0 0-1 0 0,0-1 1 0 0,1 1-1 0 0,-1 0 1 0 0,0 0-1 0 0,1 0 1 0 0,-1-1-1 0 0,1 1 1 0 0,0 0-1 0 0,0 0 1 0 0,-1 0 0 0 0,1 0-1 0 0,1 3 1 0 0,-1 1-260 0 0,1-3 253 0 0,0 1 0 0 0,0-1 0 0 0,0 1-1 0 0,0-1 1 0 0,1 1 0 0 0,3 5 0 0 0,-2-4 41 0 0,-3-4-30 0 0,0-1 1 0 0,1 0-1 0 0,-1 1 0 0 0,0-1 0 0 0,0 1 1 0 0,1-1-1 0 0,-1 0 0 0 0,0 1 1 0 0,1-1-1 0 0,-1 0 0 0 0,1 1 0 0 0,-1-1 1 0 0,0 0-1 0 0,1 0 0 0 0,-1 1 0 0 0,1-1 1 0 0,-1 0-1 0 0,1 0 0 0 0,0 0 0 0 0,1 1 7 0 0,7 2 43 0 0,3-4-14 0 0,-8 0-11 0 0,-1 1 1 0 0,1-1-1 0 0,0 0 1 0 0,-1 0-1 0 0,1 0 1 0 0,-1-1-1 0 0,1 1 1 0 0,-1-1-1 0 0,0 0 1 0 0,1 0-1 0 0,-1 0 0 0 0,0 0 1 0 0,0 0-1 0 0,-1-1 1 0 0,1 1-1 0 0,0-1 1 0 0,-1 0-1 0 0,1 0 1 0 0,3-6-1 0 0,-6 7 30 0 0,0 0 0 0 0,0 0-1 0 0,0 0 1 0 0,0 0 0 0 0,0 0 0 0 0,0 0-1 0 0,0 0 1 0 0,-1 0 0 0 0,1 1 0 0 0,-1-1-1 0 0,1 0 1 0 0,-1 0 0 0 0,0 0 0 0 0,0 0-1 0 0,1 1 1 0 0,-1-1 0 0 0,-2-2-1 0 0,2 2 82 0 0,-2-3 58 0 0,1 1 1 0 0,-1-1-1 0 0,0 1 1 0 0,0 0-1 0 0,-1 0 1 0 0,1 0 0 0 0,-1 0-1 0 0,-6-4 1 0 0,9 7-165 0 0,-1 0 1 0 0,1 0-1 0 0,-1 0 0 0 0,1 1 1 0 0,-1-1-1 0 0,0 0 1 0 0,1 1-1 0 0,-1-1 0 0 0,0 1 1 0 0,1 0-1 0 0,-1-1 0 0 0,0 1 1 0 0,0 0-1 0 0,1 0 1 0 0,-1 0-1 0 0,0 0 0 0 0,0 1 1 0 0,1-1-1 0 0,-1 0 1 0 0,0 1-1 0 0,1-1 0 0 0,-1 1 1 0 0,0 0-1 0 0,1-1 1 0 0,-1 1-1 0 0,1 0 0 0 0,-1 0 1 0 0,-1 1-1 0 0,-1 1-27 0 0,0 1-1 0 0,0-1 0 0 0,0 1 1 0 0,0 0-1 0 0,1 0 1 0 0,0 0-1 0 0,-1 0 1 0 0,1 0-1 0 0,-2 6 1 0 0,2-5-672 0 0,1 1 1 0 0,0-1 0 0 0,0 0-1 0 0,-2 12 1 0 0</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00.608"/>
    </inkml:context>
    <inkml:brush xml:id="br0">
      <inkml:brushProperty name="width" value="0.1" units="cm"/>
      <inkml:brushProperty name="height" value="0.1" units="cm"/>
      <inkml:brushProperty name="color" value="#004F8B"/>
    </inkml:brush>
  </inkml:definitions>
  <inkml:trace contextRef="#ctx0" brushRef="#br0">74 84 7831 0 0,'0'0'706'0'0,"0"-1"-434"0"0,1-1 20 0 0,0 0 0 0 0,-1 0 0 0 0,1 0 0 0 0,-1 0 0 0 0,1 0 0 0 0,-1 0 0 0 0,0-1 0 0 0,0 1 0 0 0,0 0 0 0 0,0 0 0 0 0,0 0 0 0 0,-1 0 0 0 0,1 0 0 0 0,-1 0 1 0 0,1 0-1 0 0,-1 0 0 0 0,0 0 0 0 0,1 0 0 0 0,-1 0 0 0 0,0 0 0 0 0,0 0 0 0 0,-4-3 529 0 0,3 4-604 0 0,-1-1 0 0 0,0 1-1 0 0,1 1 1 0 0,-1-1 0 0 0,0 0 0 0 0,-5 0-1 0 0,7 1-125 0 0,0 0 325 0 0,-1 0-218 0 0,-5 1-13 0 0,5-1-8 0 0,-5 6 146 0 0,4-5-302 0 0,-4 5 41 0 0,6-4-59 0 0,0-1-3 0 0,1-1 0 0 0,0 0 0 0 0,-1 1 1 0 0,1-1-1 0 0,0 0 0 0 0,0 1 0 0 0,-1-1 0 0 0,1 0 1 0 0,0 1-1 0 0,0-1 0 0 0,-1 1 0 0 0,1-1 1 0 0,0 1-1 0 0,0-1 0 0 0,0 1 0 0 0,0-1 0 0 0,0 0 1 0 0,0 1-1 0 0,0-1 0 0 0,0 1 0 0 0,0-1 1 0 0,0 1-1 0 0,0-1 0 0 0,0 1 0 0 0,0-1 0 0 0,0 1 1 0 0,0 0-1 0 0,2 6-9 0 0,-1-6-45 0 0,48 0 44 0 0,-47-1 14 0 0,0 0 1 0 0,-1 0 0 0 0,1 0-1 0 0,0-1 1 0 0,-1 1 0 0 0,1-1-1 0 0,0 1 1 0 0,-1-1 0 0 0,1 0-1 0 0,-1 1 1 0 0,1-1 0 0 0,-1 0 0 0 0,1 0-1 0 0,-1 0 1 0 0,2-2 0 0 0,3-1 5 0 0,-6 3 7 0 0,0 0-1 0 0,1 0 1 0 0,-1 0 0 0 0,0-1-1 0 0,1 1 1 0 0,-1 0 0 0 0,0 0 0 0 0,0-1-1 0 0,0 1 1 0 0,0 0 0 0 0,0 0-1 0 0,-1-1 1 0 0,1 1 0 0 0,-1-1 0 0 0,1 0 43 0 0,-1-1 1 0 0,0 2-1 0 0,0-1 1 0 0,0 0-1 0 0,0 0 1 0 0,-1 0 0 0 0,1 0-1 0 0,0 1 1 0 0,-1-1-1 0 0,1 0 1 0 0,-1 1 0 0 0,0 0-1 0 0,-2-2 1 0 0,3 2-37 0 0,-1 1 0 0 0,0-1 0 0 0,1 1 0 0 0,-1-1 0 0 0,0 1 0 0 0,0 0 0 0 0,1 0 0 0 0,-1-1 0 0 0,0 1 0 0 0,0 1 0 0 0,1-1 0 0 0,-1 0 0 0 0,0 0 0 0 0,0 1 0 0 0,1-1 0 0 0,-1 1 0 0 0,0-1 0 0 0,1 1 0 0 0,-1 0 0 0 0,1 0 0 0 0,-1-1 0 0 0,1 1 0 0 0,-1 0 0 0 0,1 0 0 0 0,-2 2 0 0 0,0-1-23 0 0,1 0 1 0 0,-1 1-1 0 0,0-1 1 0 0,1 1-1 0 0,0-1 1 0 0,-4 7-1 0 0,5-9-3 0 0,1 1 1 0 0,-1-1-1 0 0,1 1 0 0 0,-1 0 0 0 0,1-1 0 0 0,-1 1 0 0 0,1-1 1 0 0,0 1-1 0 0,-1 0 0 0 0,1 0 0 0 0,0-1 0 0 0,0 1 1 0 0,-1 0-1 0 0,1 0 0 0 0,0-1 0 0 0,0 1 0 0 0,0 0 0 0 0,0 0 1 0 0,0 0-1 0 0,0-1 0 0 0,0 1 0 0 0,0 0 0 0 0,1 1 1 0 0,-1 1-22 0 0,-1 34-103 0 0,1-35 117 0 0,0-1 0 0 0,0 1 0 0 0,0 0 0 0 0,0 0 0 0 0,0-1 0 0 0,0 1 0 0 0,0 0 0 0 0,1 0 0 0 0,-1-1 0 0 0,1 1 0 0 0,0 0 0 0 0,-1-1 0 0 0,1 1 0 0 0,0-1 0 0 0,0 1 0 0 0,0-1 0 0 0,0 1 0 0 0,0-1 0 0 0,0 1 0 0 0,0-1 0 0 0,1 0 0 0 0,-1 0 0 0 0,0 0 0 0 0,1 0 0 0 0,2 2 0 0 0,-2-1-7 0 0,0-1 11 0 0,0 1 1 0 0,0-1 0 0 0,1 0 0 0 0,-1 0-1 0 0,0 1 1 0 0,1-1 0 0 0,-1-1-1 0 0,0 1 1 0 0,1 0 0 0 0,-1-1 0 0 0,1 1-1 0 0,-1-1 1 0 0,1 0 0 0 0,-1 1 0 0 0,1-1-1 0 0,0-1 1 0 0,-1 1 0 0 0,5-1 0 0 0,-2 0 21 0 0,0 0 7 0 0,0 0 1 0 0,0-1-1 0 0,-1 1 1 0 0,1-1-1 0 0,0 0 1 0 0,-1 0-1 0 0,0-1 1 0 0,0 1-1 0 0,0-1 1 0 0,0 0-1 0 0,0 0 1 0 0,0-1-1 0 0,3-3 1 0 0,-5 5 30 0 0,0 0 1 0 0,-1 0 0 0 0,1 0 0 0 0,0 0 0 0 0,-1 0 0 0 0,0 0-1 0 0,0 0 1 0 0,0-1 0 0 0,0 1 0 0 0,0-1 0 0 0,0 1 0 0 0,0 0 0 0 0,-1-1-1 0 0,1 1 1 0 0,-1-1 0 0 0,0 1 0 0 0,0-1 0 0 0,0 1 0 0 0,0-1-1 0 0,0 0 1 0 0,0 1 0 0 0,-1-1 0 0 0,1 1 0 0 0,-1 0 0 0 0,0-1-1 0 0,0 1 1 0 0,-1-4 0 0 0,-9-6 688 0 0,10 10-360 0 0,-1 1-31 0 0,0 0-318 0 0,0-1-1 0 0,0 1 0 0 0,0-1 0 0 0,0 1 1 0 0,0 0-1 0 0,0 0 0 0 0,-1 0 0 0 0,1 0 0 0 0,0 0 1 0 0,-1 1-1 0 0,1-1 0 0 0,0 0 0 0 0,-1 1 1 0 0,1 0-1 0 0,-1 0 0 0 0,1 0 0 0 0,-1 0 0 0 0,1 0 1 0 0,0 0-1 0 0,-4 1 0 0 0,4 0-115 0 0,0 0 1 0 0,0-1-1 0 0,1 1 0 0 0,-1 0 1 0 0,0 0-1 0 0,1 0 0 0 0,-1 0 1 0 0,1 0-1 0 0,-1 0 0 0 0,1 1 1 0 0,-1-1-1 0 0,1 1 0 0 0,0-1 1 0 0,0 0-1 0 0,0 1 0 0 0,0 0 1 0 0,0-1-1 0 0,0 1 0 0 0,0 0 1 0 0,1-1-1 0 0,-1 1 0 0 0,0 0 1 0 0,0 2-1 0 0,-2 8-591 0 0</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08.398"/>
    </inkml:context>
    <inkml:brush xml:id="br0">
      <inkml:brushProperty name="width" value="0.1" units="cm"/>
      <inkml:brushProperty name="height" value="0.1" units="cm"/>
      <inkml:brushProperty name="color" value="#FF0000"/>
    </inkml:brush>
  </inkml:definitions>
  <inkml:trace contextRef="#ctx0" brushRef="#br0">42 6 2415 0 0,'0'0'170'0'0,"18"2"4124"0"0,19-2 6501 0 0,-47-4-10519 0 0,8 3-224 0 0,0 1 0 0 0,0-1 1 0 0,0 1-1 0 0,0-1 0 0 0,0 1 0 0 0,0 0 1 0 0,0-1-1 0 0,0 1 0 0 0,-1 0 0 0 0,1 0 0 0 0,0 1 1 0 0,0-1-1 0 0,0 0 0 0 0,0 1 0 0 0,0-1 1 0 0,0 1-1 0 0,0 0 0 0 0,0 0 0 0 0,0 0 1 0 0,0 0-1 0 0,1 0 0 0 0,-4 2 0 0 0,-1 0 145 0 0,4-2-165 0 0,1-1 0 0 0,-1 1 0 0 0,1 0-1 0 0,-1 0 1 0 0,1 0 0 0 0,0 0-1 0 0,-1 0 1 0 0,1 0 0 0 0,0 0 0 0 0,0 0-1 0 0,0 0 1 0 0,0 0 0 0 0,0 1-1 0 0,0-1 1 0 0,0 0 0 0 0,1 1 0 0 0,-2 1-1 0 0,-1 4-28 0 0,3-6-29 0 0,-1 0 1 0 0,1 1-1 0 0,0-1 0 0 0,0 0 1 0 0,0 0-1 0 0,0 1 0 0 0,0-1 1 0 0,0 0-1 0 0,0 0 1 0 0,0 1-1 0 0,0-1 0 0 0,1 2 1 0 0,0 0 3 0 0,-1-1 16 0 0,0-1-1 0 0,0 1 1 0 0,1 0-1 0 0,-1-1 1 0 0,0 1 0 0 0,1 0-1 0 0,-1-1 1 0 0,1 1-1 0 0,-1-1 1 0 0,1 1-1 0 0,0-1 1 0 0,0 1-1 0 0,1 1 1 0 0,1 1 0 0 0,3 2 17 0 0,-4-5 15 0 0,-1 0 1 0 0,1 0 0 0 0,1-1-1 0 0,-1 1 1 0 0,0-1-1 0 0,0 0 1 0 0,0 1 0 0 0,0-1-1 0 0,0 0 1 0 0,4 0-1 0 0,2 0 5 0 0,-2 1-10 0 0,-1-1 1 0 0,1 1 0 0 0,-1-1 0 0 0,1 0 0 0 0,-1-1 0 0 0,1 1-1 0 0,4-2 1 0 0,-8 1 9 0 0,0 1-1 0 0,0-1 0 0 0,-1 1 1 0 0,1-1-1 0 0,0 0 0 0 0,-1 0 1 0 0,1 0-1 0 0,0 0 0 0 0,-1 0 1 0 0,0 0-1 0 0,1 0 0 0 0,-1 0 1 0 0,0-1-1 0 0,1 1 0 0 0,-1 0 1 0 0,0-1-1 0 0,0 1 0 0 0,0-1 1 0 0,0 0-1 0 0,0 1 0 0 0,-1-1 0 0 0,1 0 1 0 0,1-3-1 0 0,-2 4 120 0 0,0 1-130 0 0,0 0 0 0 0,1-1 0 0 0,-1 1 1 0 0,0 0-1 0 0,0-1 0 0 0,1 1 0 0 0,-1 0 1 0 0,0-1-1 0 0,0 1 0 0 0,0 0 0 0 0,0-1 1 0 0,0 1-1 0 0,0-1 0 0 0,1 1 1 0 0,-1 0-1 0 0,0-1 0 0 0,0 1 0 0 0,0-1 1 0 0,0 1-1 0 0,0 0 0 0 0,-1-1 0 0 0,1 1 1 0 0,0-1-1 0 0,0 1 0 0 0,0 0 1 0 0,0-1-1 0 0,0 1 0 0 0,0 0 0 0 0,-1-1 1 0 0,1 1-1 0 0,0 0 0 0 0,-1-1 0 0 0,-7-12 541 0 0,3 8-473 0 0,1 1-16 0 0,0 0 0 0 0,0 1 1 0 0,-1-1-1 0 0,1 1 0 0 0,-10-5 0 0 0,12 7-59 0 0,0 0 0 0 0,1 0-1 0 0,-1 0 1 0 0,0 1 0 0 0,0-1 0 0 0,0 0 0 0 0,0 1-1 0 0,0 0 1 0 0,0-1 0 0 0,-1 1 0 0 0,1 0-1 0 0,0 0 1 0 0,0 0 0 0 0,0 0 0 0 0,0 0-1 0 0,-3 1 1 0 0,1 1-14 0 0,1-1-1 0 0,0 0 1 0 0,0 1-1 0 0,0-1 1 0 0,0 1-1 0 0,0 0 1 0 0,1 0-1 0 0,-1 0 1 0 0,1 0-1 0 0,-1 1 1 0 0,1-1-1 0 0,0 1 1 0 0,-3 2-1 0 0,2-1-37 0 0,2-3 32 0 0,0 1 1 0 0,0-1-1 0 0,0 0 0 0 0,0 1 1 0 0,1-1-1 0 0,-1 1 1 0 0,0-1-1 0 0,1 1 0 0 0,-1 0 1 0 0,1-1-1 0 0,0 1 0 0 0,-1 0 1 0 0,1 1-1 0 0,-1 1-19 0 0,0-2 19 0 0,1 0 0 0 0,0 0 1 0 0,0 0-1 0 0,0 0 0 0 0,0 0 1 0 0,0-1-1 0 0,0 1 0 0 0,0 0 1 0 0,1 0-1 0 0,-1 0 0 0 0,1 2 0 0 0,-1-1 17 0 0,0 2 12 0 0,9 10-22 0 0,-7-12-25 0 0,1 1-1 0 0,-1-1 0 0 0,1-1 0 0 0,0 1 0 0 0,0 0 0 0 0,4 2 0 0 0,4-1 26 0 0,-5-3 5 0 0,0 0 0 0 0,0-1 0 0 0,1 0 0 0 0,-1 0 0 0 0,0 0-1 0 0,1-1 1 0 0,-1 0 0 0 0,0-1 0 0 0,0 1 0 0 0,0-1 0 0 0,0 0 0 0 0,0 0 0 0 0,0-1 0 0 0,-1 0-1 0 0,1 0 1 0 0,-1 0 0 0 0,9-7 0 0 0,-12 8-16 0 0,8-9-37 0 0,-10 10 74 0 0,1 0 0 0 0,0-1 0 0 0,-1 1-1 0 0,1 0 1 0 0,0 0 0 0 0,-1 0-1 0 0,0-1 1 0 0,1 1 0 0 0,-1 0-1 0 0,0-1 1 0 0,0 1 0 0 0,1 0 0 0 0,-1 0-1 0 0,0-1 1 0 0,0 1 0 0 0,-1 0-1 0 0,1-1 1 0 0,0 1 0 0 0,0 0-1 0 0,-1-1 1 0 0,0-1 0 0 0,0 0 49 0 0,0 1 0 0 0,0-1 1 0 0,-1 1-1 0 0,1-1 0 0 0,-1 1 0 0 0,0 0 1 0 0,0 0-1 0 0,-3-3 0 0 0,-32-21 642 0 0,34 23-674 0 0,2 3-40 0 0,1 0 0 0 0,0-1 0 0 0,-1 1 0 0 0,1 0 0 0 0,0-1 0 0 0,-1 1 0 0 0,1 0 0 0 0,-1 0 0 0 0,1-1 0 0 0,0 1 0 0 0,-1 0 0 0 0,1 0 0 0 0,-1 0-1 0 0,1-1 1 0 0,-1 1 0 0 0,1 0 0 0 0,-1 0 0 0 0,1 0 0 0 0,-1 0 0 0 0,1 0 0 0 0,-1 0 0 0 0,1 0 0 0 0,-1 0 0 0 0,1 0 0 0 0,-1 0 0 0 0,1 0 0 0 0,-1 1 0 0 0,1-1 0 0 0,-1 0 0 0 0,0 0 0 0 0,0 1 1 0 0,0-1-48 0 0,0 0 0 0 0,0 0 0 0 0,0 0 1 0 0,0 1-1 0 0,0-1 0 0 0,0 0 0 0 0,0 0 0 0 0,0 1 0 0 0,0-1 0 0 0,1 1 0 0 0,-1-1 0 0 0,0 1 0 0 0,0-1 0 0 0,0 1 1 0 0,1-1-1 0 0,-1 1 0 0 0,0 0 0 0 0,0 0 0 0 0,0 0 0 0 0,-1 2-306 0 0</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11.179"/>
    </inkml:context>
    <inkml:brush xml:id="br0">
      <inkml:brushProperty name="width" value="0.1" units="cm"/>
      <inkml:brushProperty name="height" value="0.1" units="cm"/>
      <inkml:brushProperty name="color" value="#004F8B"/>
    </inkml:brush>
  </inkml:definitions>
  <inkml:trace contextRef="#ctx0" brushRef="#br0">53 88 5927 0 0,'0'0'8056'0'0,"-7"-6"-6108"0"0,-6-2-1432 0 0,6 5-501 0 0,0 4 60 0 0,5-1 14 0 0,2 1-30 0 0,-4 5-55 0 0,-3 9 2 0 0,1-1-18 0 0,6-14 9 0 0,0 1 0 0 0,1-1 1 0 0,-1 1-1 0 0,0-1 0 0 0,0 1 0 0 0,0-1 0 0 0,0 1 0 0 0,1-1 0 0 0,-1 1 0 0 0,0-1 0 0 0,0 1 0 0 0,1-1 0 0 0,-1 1 0 0 0,0-1 1 0 0,1 0-1 0 0,-1 1 0 0 0,1-1 0 0 0,-1 0 0 0 0,1 1 0 0 0,0 0 1 0 0,6 5 2 0 0,2-3 0 0 0,-3-3 36 0 0,0 0-1 0 0,0 0 1 0 0,0 0-1 0 0,0-1 1 0 0,0 0-1 0 0,0 0 1 0 0,0 0-1 0 0,0-1 1 0 0,0 1-1 0 0,0-2 1 0 0,-1 1 0 0 0,1-1-1 0 0,4-2 1 0 0,-9 4 26 0 0,1 0 0 0 0,-1 0 0 0 0,0 0 1 0 0,0-1-1 0 0,0 1 0 0 0,0 0 0 0 0,0 0 1 0 0,0-1-1 0 0,0 1 0 0 0,0 0 0 0 0,-1-1 1 0 0,1 1-1 0 0,0-1 0 0 0,-1 1 0 0 0,1-1 1 0 0,-1 1-1 0 0,1-1 0 0 0,-1 1 0 0 0,0-1 1 0 0,0 1-1 0 0,0-1 0 0 0,0 1 0 0 0,0-1 1 0 0,0 0-1 0 0,0 1 0 0 0,0-1 0 0 0,-1 1 1 0 0,1-1-1 0 0,-1 1 0 0 0,1-1 1 0 0,-1 1-1 0 0,0-1 0 0 0,1 1 0 0 0,-1-1 1 0 0,0 1-1 0 0,0 0 0 0 0,0 0 0 0 0,0-1 1 0 0,-1 0-1 0 0,0-1 59 0 0,-1 1 1 0 0,1-1 0 0 0,-1 1-1 0 0,1-1 1 0 0,-1 1-1 0 0,0 0 1 0 0,0 0 0 0 0,0 0-1 0 0,0 0 1 0 0,0 1-1 0 0,0-1 1 0 0,-1 1-1 0 0,1 0 1 0 0,0 0 0 0 0,-1 0-1 0 0,-4 0 1 0 0,5 1-12 0 0,0 0 0 0 0,1 1 0 0 0,-1-1 0 0 0,0 1 1 0 0,0 0-1 0 0,1 0 0 0 0,-5 2 0 0 0,6-2-111 0 0,0-1 0 0 0,-1 1 1 0 0,1-1-1 0 0,0 1 0 0 0,1-1 0 0 0,-1 1 0 0 0,0 0 0 0 0,0 0 1 0 0,0-1-1 0 0,0 1 0 0 0,0 0 0 0 0,1 0 0 0 0,-1 0 1 0 0,0 0-1 0 0,1 0 0 0 0,-1 0 0 0 0,1 0 0 0 0,-1 0 0 0 0,1 0 1 0 0,-1 0-1 0 0,1 0 0 0 0,0 0 0 0 0,0 0 0 0 0,-1 3 0 0 0,1 0-18 0 0,-2 2-2 0 0,0 0 0 0 0,1 0 0 0 0,0 0 1 0 0,1 1-1 0 0,-1-1 0 0 0,1 0 0 0 0,1 0 0 0 0,-1 1 0 0 0,1-1 0 0 0,0 0 0 0 0,2 8 0 0 0,-1-12 15 0 0,-1 1 0 0 0,1-1-1 0 0,0 0 1 0 0,0 1 0 0 0,0-1-1 0 0,0 0 1 0 0,0 0 0 0 0,1-1-1 0 0,-1 1 1 0 0,5 2 0 0 0,-3-2-18 0 0,7 4-24 0 0,13-4 215 0 0,-23-1-165 0 0,1-1 0 0 0,-1 0 0 0 0,1 0 0 0 0,-1 0 0 0 0,1 1-1 0 0,-1-1 1 0 0,1-1 0 0 0,-1 1 0 0 0,0 0 0 0 0,1 0 0 0 0,-1 0 0 0 0,1-1 0 0 0,-1 1 0 0 0,1-1 0 0 0,-1 1 0 0 0,0-1 0 0 0,1 0 0 0 0,-1 1 0 0 0,0-1 0 0 0,0 0 0 0 0,0 0 0 0 0,1 0 0 0 0,-1 0 0 0 0,0 0-1 0 0,1-1 1 0 0,4-4-44 0 0,-3 4 82 0 0,0 0 0 0 0,0 0 0 0 0,0 0 0 0 0,-1-1 1 0 0,1 1-1 0 0,-1-1 0 0 0,0 1 0 0 0,0-1 0 0 0,0 0 0 0 0,0 0 0 0 0,0 0 0 0 0,0 0 1 0 0,-1 0-1 0 0,0 0 0 0 0,1 0 0 0 0,-1 0 0 0 0,0-1 0 0 0,-1 1 0 0 0,1 0 1 0 0,-1-1-1 0 0,1 1 0 0 0,-1-1 0 0 0,0 1 0 0 0,0-1 0 0 0,0 1 0 0 0,-1 0 1 0 0,1-1-1 0 0,-1 1 0 0 0,0-1 0 0 0,0 1 0 0 0,0 0 0 0 0,-1 0 0 0 0,1 0 1 0 0,-1-1-1 0 0,1 1 0 0 0,-1 1 0 0 0,-4-7 0 0 0,3 6 106 0 0,1 0 0 0 0,-1 0 0 0 0,0 0 0 0 0,0 0 0 0 0,0 0 0 0 0,0 0 0 0 0,-1 1 0 0 0,1-1 0 0 0,-7-2 0 0 0,8 4-132 0 0,1 1-1 0 0,-1-1 0 0 0,1 1 1 0 0,-1 0-1 0 0,1 0 0 0 0,-1 0 1 0 0,1 0-1 0 0,-1 0 0 0 0,1 0 1 0 0,-1 0-1 0 0,1 0 0 0 0,-1 0 1 0 0,1 1-1 0 0,0-1 0 0 0,-1 1 1 0 0,1-1-1 0 0,-1 1 0 0 0,1 0 1 0 0,0-1-1 0 0,-1 1 0 0 0,1 0 1 0 0,0 0-1 0 0,0 0 0 0 0,0 0 0 0 0,-1 0 1 0 0,1 0-1 0 0,0 0 0 0 0,1 0 1 0 0,-1 0-1 0 0,-2 3 0 0 0,1-1-20 0 0,0 1 0 0 0,0-1 0 0 0,0 1 0 0 0,0-1 0 0 0,0 1 0 0 0,1 0-1 0 0,-1 0 1 0 0,0 5 0 0 0,2-7-230 0 0,-1 0 0 0 0,1 0 0 0 0,0 1-1 0 0,0-1 1 0 0,0 0 0 0 0,0 0 0 0 0,1 0 0 0 0,-1 0-1 0 0,0 0 1 0 0,1 0 0 0 0,0 3 0 0 0</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57.852"/>
    </inkml:context>
    <inkml:brush xml:id="br0">
      <inkml:brushProperty name="width" value="0.1" units="cm"/>
      <inkml:brushProperty name="height" value="0.1" units="cm"/>
      <inkml:brushProperty name="color" value="#FF0000"/>
    </inkml:brush>
  </inkml:definitions>
  <inkml:trace contextRef="#ctx0" brushRef="#br0">120 27 1375 0 0,'0'0'13810'0'0,"-17"2"-11788"0"0,2 1-1578 0 0,13-3-272 0 0,-8 6 274 0 0,9-5-408 0 0,-2-1-29 0 0,-5 10 308 0 0,7-9-306 0 0,0 0-7 0 0,1-1-1 0 0,-1 0 0 0 0,1 1 1 0 0,-1-1-1 0 0,1 1 0 0 0,0-1 0 0 0,-1 1 1 0 0,1-1-1 0 0,-1 1 0 0 0,1 0 1 0 0,0-1-1 0 0,0 1 0 0 0,-1-1 1 0 0,1 1-1 0 0,0 0 0 0 0,0-1 1 0 0,0 1-1 0 0,0-1 0 0 0,0 1 1 0 0,0 1-1 0 0,-2 0 11 0 0,1 15-15 0 0,4-3 1 0 0,2-11 0 0 0,-4-3 0 0 0,1 1 10 0 0,-1 0 1 0 0,0 0-1 0 0,1 0 0 0 0,-1 0 0 0 0,0 0 0 0 0,1-1 0 0 0,-1 1 1 0 0,1-1-1 0 0,-1 1 0 0 0,1-1 0 0 0,0 1 0 0 0,-1-1 0 0 0,1 0 1 0 0,-1 0-1 0 0,1 0 0 0 0,0 0 0 0 0,-1 0 0 0 0,1 0 0 0 0,0 0 1 0 0,-1 0-1 0 0,1-1 0 0 0,1 0 0 0 0,5 0 80 0 0,-6 1-35 0 0,0-1-1 0 0,0 1 1 0 0,0 0-1 0 0,-1-1 1 0 0,1 0-1 0 0,0 1 1 0 0,0-1-1 0 0,-1 0 0 0 0,4-1 1 0 0,0-1 115 0 0,-3 2 50 0 0,6-9 489 0 0,-8 9-657 0 0,1 0-1 0 0,0 0 0 0 0,-1 0 1 0 0,1 1-1 0 0,-1-1 0 0 0,1 0 1 0 0,-1 0-1 0 0,1 0 1 0 0,-1 0-1 0 0,0 0 0 0 0,0 0 1 0 0,1 0-1 0 0,-1 0 0 0 0,0 0 1 0 0,0 0-1 0 0,0 0 1 0 0,0 0-1 0 0,0 0 0 0 0,0 0 1 0 0,0 0-1 0 0,0 0 0 0 0,0 0 1 0 0,-1 1-1 0 0,1-1 1 0 0,0 0-1 0 0,-1 0 0 0 0,1 0 1 0 0,0 0-1 0 0,-1 0 0 0 0,1 0 1 0 0,-1 0-1 0 0,0-1 1 0 0,-1 0 16 0 0,0-1 1 0 0,-1 1-1 0 0,1 0 1 0 0,0-1-1 0 0,-1 1 1 0 0,1 0-1 0 0,-1 0 1 0 0,-5-3-1 0 0,6 5-55 0 0,1-1 0 0 0,0 1 1 0 0,-1-1-1 0 0,1 1 0 0 0,0 0 0 0 0,-1 0 0 0 0,1 0 0 0 0,0 0 0 0 0,-1 0 0 0 0,1 0 1 0 0,0 0-1 0 0,-1 0 0 0 0,1 0 0 0 0,0 1 0 0 0,-1-1 0 0 0,1 0 0 0 0,0 1 1 0 0,-1-1-1 0 0,0 2 0 0 0,-6-1 13 0 0,5 0-24 0 0,1-1 1 0 0,0 1-1 0 0,0 0 0 0 0,-1-1 0 0 0,1 1 1 0 0,0 0-1 0 0,0 0 0 0 0,0 0 1 0 0,0 1-1 0 0,0-1 0 0 0,0 0 1 0 0,0 1-1 0 0,0-1 0 0 0,1 1 1 0 0,-1 0-1 0 0,-1 2 0 0 0,0-2-9 0 0,1 1 0 0 0,1-1 1 0 0,-1 1-1 0 0,0 0 0 0 0,1 0 0 0 0,-1 0 0 0 0,1 0 0 0 0,0 0 0 0 0,0 0 1 0 0,0 0-1 0 0,0 0 0 0 0,1 0 0 0 0,-1 0 0 0 0,1 1 0 0 0,0-1 0 0 0,0 0 1 0 0,0 0-1 0 0,0 1 0 0 0,0-1 0 0 0,1 0 0 0 0,0 0 0 0 0,-1 0 0 0 0,1 0 1 0 0,0 0-1 0 0,1 0 0 0 0,-1 0 0 0 0,0 0 0 0 0,1 0 0 0 0,0 0 0 0 0,0 0 1 0 0,0-1-1 0 0,0 1 0 0 0,0-1 0 0 0,4 4 0 0 0,10 6 7 0 0,-14-10 2 0 0,0-1-1 0 0,0 0 0 0 0,1 1 1 0 0,-1-1-1 0 0,1 0 1 0 0,-1 0-1 0 0,1-1 0 0 0,0 1 1 0 0,-1 0-1 0 0,1-1 0 0 0,-1 0 1 0 0,1 1-1 0 0,0-1 1 0 0,0 0-1 0 0,3-1 0 0 0,5 0 19 0 0,0-1 0 0 0,15-5 0 0 0,-16 4-3 0 0,-7 2 16 0 0,-1 0 0 0 0,1 0 0 0 0,-1 0 1 0 0,1 0-1 0 0,-1-1 0 0 0,0 1 0 0 0,1-1 0 0 0,-1 1 0 0 0,0-1 1 0 0,0 0-1 0 0,0 0 0 0 0,0 0 0 0 0,0 0 0 0 0,-1 0 0 0 0,1 0 1 0 0,-1-1-1 0 0,1 1 0 0 0,-1-1 0 0 0,0 1 0 0 0,0-1 0 0 0,0 1 1 0 0,0-1-1 0 0,0 0 0 0 0,0-4 0 0 0,0 3 27 0 0,-1 1 1 0 0,0-1-1 0 0,0 1 0 0 0,0-1 0 0 0,0 0 0 0 0,0 1 1 0 0,-1-1-1 0 0,1 0 0 0 0,-1 1 0 0 0,0-1 0 0 0,0 1 1 0 0,-1 0-1 0 0,1-1 0 0 0,-1 1 0 0 0,1 0 0 0 0,-1 0 1 0 0,0 0-1 0 0,-3-4 0 0 0,1 4-44 0 0,1-1 0 0 0,-1 1 0 0 0,0 0 0 0 0,0 0 0 0 0,0 0 0 0 0,-1 0 1 0 0,1 1-1 0 0,-1-1 0 0 0,0 1 0 0 0,1 0 0 0 0,-1 1 0 0 0,0-1 0 0 0,0 1 0 0 0,0 0 0 0 0,0 0 0 0 0,0 1 0 0 0,0-1 0 0 0,0 1 0 0 0,0 0 0 0 0,-1 1 0 0 0,1-1 0 0 0,0 1 1 0 0,0 0-1 0 0,0 0 0 0 0,0 1 0 0 0,1-1 0 0 0,-1 1 0 0 0,0 0 0 0 0,1 0 0 0 0,-1 1 0 0 0,1 0 0 0 0,-1-1 0 0 0,1 1 0 0 0,0 1 0 0 0,1-1 0 0 0,-1 1 0 0 0,0-1 0 0 0,1 1 0 0 0,0 0 1 0 0,0 0-1 0 0,0 0 0 0 0,0 1 0 0 0,-2 4 0 0 0,4-6-27 0 0,0 1 0 0 0,0-1 1 0 0,1 1-1 0 0,-1-1 0 0 0,1 1 0 0 0,-1 0 1 0 0,1-1-1 0 0,0 1 0 0 0,1 0 0 0 0,-1-1 1 0 0,1 1-1 0 0,-1-1 0 0 0,1 1 0 0 0,0-1 1 0 0,0 1-1 0 0,1-1 0 0 0,-1 0 0 0 0,1 1 1 0 0,-1-1-1 0 0,1 0 0 0 0,0 0 0 0 0,0 0 1 0 0,1 0-1 0 0,-1 0 0 0 0,1-1 1 0 0,-1 1-1 0 0,1-1 0 0 0,0 0 0 0 0,0 0 1 0 0,0 0-1 0 0,0 0 0 0 0,0 0 0 0 0,0 0 1 0 0,0-1-1 0 0,6 2 0 0 0,-2-1 8 0 0,1 0-1 0 0,-1 0 1 0 0,1-1 0 0 0,-1-1-1 0 0,1 1 1 0 0,-1-1-1 0 0,1 0 1 0 0,-1-1 0 0 0,1 0-1 0 0,-1 0 1 0 0,1 0-1 0 0,-1-1 1 0 0,0 0 0 0 0,1-1-1 0 0,-1 1 1 0 0,0-2-1 0 0,-1 1 1 0 0,1-1 0 0 0,11-8-1 0 0,-13 8 19 0 0,0 0-1 0 0,-1 0 1 0 0,1 0 0 0 0,-1-1-1 0 0,0 0 1 0 0,5-7-1 0 0,-8 10 7 0 0,0-1-1 0 0,0 1 0 0 0,0 0 0 0 0,-1-1 0 0 0,1 1 0 0 0,-1-1 1 0 0,1 1-1 0 0,-1-1 0 0 0,0 1 0 0 0,0-1 0 0 0,0 1 0 0 0,0-1 0 0 0,0 1 1 0 0,0-1-1 0 0,-1 1 0 0 0,1-1 0 0 0,-1 1 0 0 0,-2-5 0 0 0,1 2 64 0 0,0 0 0 0 0,0-1 0 0 0,-1 1 0 0 0,1 1 0 0 0,-1-1 0 0 0,-1 0 0 0 0,1 1-1 0 0,-7-8 1 0 0,7 10-41 0 0,1 0-1 0 0,-1 0 1 0 0,0 1-1 0 0,1-1 1 0 0,-1 1-1 0 0,0-1 0 0 0,0 1 1 0 0,0 0-1 0 0,0 0 1 0 0,0 0-1 0 0,0 0 1 0 0,0 1-1 0 0,-1-1 0 0 0,1 1 1 0 0,0 0-1 0 0,0 0 1 0 0,-4 1-1 0 0,2-1-33 0 0,0 1 1 0 0,0 0-1 0 0,0 0 0 0 0,0 0 1 0 0,1 0-1 0 0,-1 1 0 0 0,0 0 1 0 0,1 0-1 0 0,-1 0 0 0 0,1 1 1 0 0,0 0-1 0 0,0 0 0 0 0,0 0 1 0 0,0 0-1 0 0,0 0 0 0 0,1 1 1 0 0,-1-1-1 0 0,-4 8 0 0 0,2-2-413 0 0,3 1-1337 0 0</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59.014"/>
    </inkml:context>
    <inkml:brush xml:id="br0">
      <inkml:brushProperty name="width" value="0.1" units="cm"/>
      <inkml:brushProperty name="height" value="0.1" units="cm"/>
      <inkml:brushProperty name="color" value="#004F8B"/>
    </inkml:brush>
  </inkml:definitions>
  <inkml:trace contextRef="#ctx0" brushRef="#br0">156 73 4607 0 0,'0'0'11927'0'0,"-17"-5"-9000"0"0,-9-4-1398 0 0,1 1-208 0 0,24 8-1293 0 0,0 0 0 0 0,0-1 0 0 0,0 1 0 0 0,0 0 0 0 0,0 0 1 0 0,0 0-1 0 0,0 0 0 0 0,0-1 0 0 0,0 2 0 0 0,0-1 0 0 0,-1 0 0 0 0,1 0 0 0 0,0 0 0 0 0,0 0 0 0 0,0 1 0 0 0,0-1 0 0 0,0 0 0 0 0,0 1 0 0 0,0-1 0 0 0,0 1 0 0 0,0-1 1 0 0,0 1-1 0 0,0 0 0 0 0,0-1 0 0 0,1 1 0 0 0,-1 0 0 0 0,0 0 0 0 0,0-1 0 0 0,1 1 0 0 0,-1 0 0 0 0,-1 2 0 0 0,-1 2 113 0 0,0-1-1 0 0,1 1 0 0 0,-1 0 1 0 0,-3 11-1 0 0,6-14-148 0 0,-1 0 0 0 0,0 0 0 0 0,1 0 0 0 0,-1 0 0 0 0,1 0 0 0 0,0 1 0 0 0,0-1 0 0 0,0 0 0 0 0,0 0 0 0 0,0 0 0 0 0,0 0 0 0 0,0 0 0 0 0,1 1 1 0 0,-1-1-1 0 0,1 0 0 0 0,-1 0 0 0 0,1 0 0 0 0,0 0 0 0 0,1 2 0 0 0,-1-2 4 0 0,1 0-8 0 0,-1 1-1 0 0,1-1 0 0 0,0 0 0 0 0,0 1 0 0 0,0-1 1 0 0,0 0-1 0 0,1 0 0 0 0,-1 0 0 0 0,5 2 0 0 0,-6-3 14 0 0,0 0-1 0 0,1 0 1 0 0,-1 0-1 0 0,0 0 0 0 0,0-1 1 0 0,1 1-1 0 0,-1 0 0 0 0,0-1 1 0 0,1 1-1 0 0,-1-1 0 0 0,1 0 1 0 0,-1 1-1 0 0,1-1 0 0 0,-1 0 1 0 0,1 0-1 0 0,-1 0 0 0 0,1 0 1 0 0,-1 0-1 0 0,3-1 1 0 0,1 0 2 0 0,1 1-1 0 0,-1 0 3 0 0,-1-1 1 0 0,1 1-1 0 0,-1-1 0 0 0,1 0 0 0 0,-1 0 0 0 0,1 0 0 0 0,-1-1 1 0 0,0 1-1 0 0,0-1 0 0 0,1 0 0 0 0,4-4 0 0 0,-7 5 45 0 0,0 0-1 0 0,0-1 0 0 0,-1 1 1 0 0,1-1-1 0 0,0 0 1 0 0,-1 1-1 0 0,1-1 1 0 0,-1 0-1 0 0,1 0 1 0 0,-1 0-1 0 0,0 0 1 0 0,0 0-1 0 0,0-1 0 0 0,0 1 1 0 0,0 0-1 0 0,0 0 1 0 0,-1-1-1 0 0,1 1 1 0 0,-1 0-1 0 0,1-1 1 0 0,-1 1-1 0 0,0-1 0 0 0,0 1 1 0 0,0 0-1 0 0,0-1 1 0 0,-1 1-1 0 0,1 0 1 0 0,-1-1-1 0 0,1 1 1 0 0,-1 0-1 0 0,0-1 0 0 0,0 1 1 0 0,0 0-1 0 0,-2-3 1 0 0,1 2 25 0 0,0 0 0 0 0,0-1 0 0 0,-1 1 1 0 0,0 0-1 0 0,0 0 0 0 0,0 1 0 0 0,0-1 0 0 0,0 1 1 0 0,0-1-1 0 0,-1 1 0 0 0,1 0 0 0 0,-1 0 0 0 0,1 0 1 0 0,-8-1-1 0 0,5 0-47 0 0,0 0 1 0 0,-1 1-1 0 0,1 0 1 0 0,-1 1-1 0 0,-11-2 0 0 0,15 3-22 0 0,1 0-1 0 0,-1 0 0 0 0,1 0 1 0 0,-1 0-1 0 0,1 1 0 0 0,0-1 1 0 0,-1 1-1 0 0,1-1 0 0 0,-1 1 1 0 0,1 0-1 0 0,0 0 0 0 0,0 0 1 0 0,-1 0-1 0 0,1 1 0 0 0,0-1 1 0 0,0 1-1 0 0,0-1 0 0 0,0 1 1 0 0,-2 2-1 0 0,0 1-16 0 0,1-1-1 0 0,-1 0 1 0 0,1 1 0 0 0,0 0-1 0 0,0 0 1 0 0,1 0-1 0 0,-1 0 1 0 0,1 0 0 0 0,0 0-1 0 0,-1 7 1 0 0,2-8 4 0 0,1-1 0 0 0,0 0 0 0 0,0 0-1 0 0,0 0 1 0 0,0 0 0 0 0,0 1 0 0 0,0-1 0 0 0,1 0 0 0 0,0 0 0 0 0,0 0 0 0 0,-1 0 0 0 0,2 0 0 0 0,-1 0 0 0 0,0 0 0 0 0,1 0 0 0 0,-1 0 0 0 0,1-1 0 0 0,0 1 0 0 0,3 3-1 0 0,-2-3 3 0 0,1 1-1 0 0,-1-1 1 0 0,1-1 0 0 0,0 1-1 0 0,-1 0 1 0 0,1-1-1 0 0,1 0 1 0 0,-1 0-1 0 0,0 0 1 0 0,0 0-1 0 0,1-1 1 0 0,-1 0-1 0 0,1 0 1 0 0,-1 0-1 0 0,1 0 1 0 0,-1-1-1 0 0,8 1 1 0 0,-5-2-3 0 0,1 1 1 0 0,-1-1-1 0 0,1 0 1 0 0,-1 0-1 0 0,1-1 1 0 0,-1 0-1 0 0,0-1 1 0 0,0 1-1 0 0,0-1 1 0 0,7-4-1 0 0,-11 5 27 0 0,0 0-1 0 0,-1-1 0 0 0,1 1 1 0 0,-1 0-1 0 0,1-1 1 0 0,-1 1-1 0 0,0-1 0 0 0,0 0 1 0 0,0 1-1 0 0,0-1 1 0 0,0 0-1 0 0,-1 0 1 0 0,1 0-1 0 0,0-5 0 0 0,-1 6-2 0 0,0 0 0 0 0,-1-1 0 0 0,1 1-1 0 0,-1-1 1 0 0,1 1 0 0 0,-1-1 0 0 0,0 1-1 0 0,0-1 1 0 0,0 1 0 0 0,-1-1-1 0 0,1 1 1 0 0,0-1 0 0 0,-1 1 0 0 0,0-1-1 0 0,1 1 1 0 0,-1 0 0 0 0,0-1 0 0 0,-1 1-1 0 0,1 0 1 0 0,-2-3 0 0 0,-13-17 228 0 0,6 8 54 0 0,-17-18 1 0 0,24 30-258 0 0,1 0-1 0 0,-1 0 1 0 0,0 1 0 0 0,0-1-1 0 0,0 1 1 0 0,0 0 0 0 0,0 0-1 0 0,0 0 1 0 0,0 0 0 0 0,-1 1-1 0 0,-3-1 1 0 0,5 1-27 0 0,0 0 1 0 0,0 0-1 0 0,0 0 0 0 0,0 0 0 0 0,-1 0 1 0 0,1 1-1 0 0,0-1 0 0 0,0 1 0 0 0,0 0 1 0 0,0-1-1 0 0,0 1 0 0 0,1 0 0 0 0,-1 0 1 0 0,0 0-1 0 0,0 0 0 0 0,0 1 1 0 0,1-1-1 0 0,-1 0 0 0 0,1 1 0 0 0,-1-1 1 0 0,1 1-1 0 0,-2 2 0 0 0,1 5-29 0 0,0 1-54 0 0,2-9 32 0 0,0 0 0 0 0,0 0 0 0 0,-1 0 0 0 0,1 0 0 0 0,0 0 0 0 0,0 0 0 0 0,0 0 0 0 0,1 0 0 0 0,-1 1 0 0 0,0-1 0 0 0,0 0 0 0 0,0 0 0 0 0,1 0 0 0 0,-1 0 0 0 0,1 0-1 0 0,-1 0 1 0 0,1 0 0 0 0,-1 0 0 0 0,1 0 0 0 0,0 0 0 0 0,-1-1 0 0 0,1 1 0 0 0,1 2 0 0 0,-1-3-17 0 0</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8:59.967"/>
    </inkml:context>
    <inkml:brush xml:id="br0">
      <inkml:brushProperty name="width" value="0.1" units="cm"/>
      <inkml:brushProperty name="height" value="0.1" units="cm"/>
      <inkml:brushProperty name="color" value="#004F8B"/>
    </inkml:brush>
  </inkml:definitions>
  <inkml:trace contextRef="#ctx0" brushRef="#br0">273 82 8287 0 0,'0'0'7619'0'0,"-19"-13"-2438"0"0,14 12-5072 0 0,0 0 0 0 0,0 1-1 0 0,0 0 1 0 0,0-1 0 0 0,0 1-1 0 0,1 1 1 0 0,-1-1-1 0 0,0 1 1 0 0,0 0 0 0 0,0 0-1 0 0,1 0 1 0 0,-1 1 0 0 0,0 0-1 0 0,1-1 1 0 0,0 2 0 0 0,-1-1-1 0 0,1 0 1 0 0,0 1 0 0 0,-6 5-1 0 0,4-4-102 0 0,0 2 0 0 0,2 4-22 0 0,4-9-53 0 0,1 1-116 0 0,5 6 163 0 0,3-1-20 0 0,-4-4 40 0 0,-1-1 1 0 0,1-1-1 0 0,0 1 0 0 0,0-1 1 0 0,0 0-1 0 0,0 0 1 0 0,0 0-1 0 0,0 0 0 0 0,0-1 1 0 0,6 0-1 0 0,-8-1 6 0 0,0 1 1 0 0,0 0-1 0 0,0-1 0 0 0,0 0 0 0 0,0 0 0 0 0,0 0 0 0 0,0 0 1 0 0,0 0-1 0 0,0-1 0 0 0,0 1 0 0 0,-1-1 0 0 0,1 0 0 0 0,0 1 1 0 0,-1-1-1 0 0,0-1 0 0 0,1 1 0 0 0,1-2 0 0 0,-3 2 81 0 0,0 1-41 0 0,0-1-1 0 0,0 1 0 0 0,0-1 1 0 0,0 1-1 0 0,-1-1 0 0 0,1 1 1 0 0,0-1-1 0 0,-1 1 0 0 0,1-1 1 0 0,-1 0-1 0 0,0 1 0 0 0,1-1 1 0 0,-1-3-1 0 0,0 3 33 0 0,-1-1 0 0 0,1 1 0 0 0,-1 0 0 0 0,1-1 0 0 0,-1 1 0 0 0,0 0 0 0 0,0 0 0 0 0,0-1 0 0 0,0 1 0 0 0,0 0 0 0 0,-1 0 0 0 0,1 0-1 0 0,-1 0 1 0 0,1 0 0 0 0,-1 1 0 0 0,0-1 0 0 0,1 0 0 0 0,-1 1 0 0 0,0-1 0 0 0,-4-1 0 0 0,3 1-38 0 0,1 0 1 0 0,-1 1-1 0 0,0-1 0 0 0,0 1 1 0 0,0 0-1 0 0,0 0 0 0 0,0 0 1 0 0,0 1-1 0 0,-1-1 0 0 0,1 0 1 0 0,0 1-1 0 0,0 0 0 0 0,0 0 0 0 0,-1 0 1 0 0,-3 1-1 0 0,3 0-42 0 0,1 0 0 0 0,-1 0 0 0 0,0 1 0 0 0,1-1 0 0 0,-1 1 0 0 0,1 0 0 0 0,0 0 0 0 0,0 0 0 0 0,-1 0 0 0 0,1 1 0 0 0,1-1 0 0 0,-1 1 0 0 0,0 0 0 0 0,-3 4 0 0 0,3-3-6 0 0,0 1 0 0 0,0 0-1 0 0,1 0 1 0 0,-1 1 0 0 0,1-1 0 0 0,0 1 0 0 0,0-1-1 0 0,-1 12 1 0 0,3-15 11 0 0,0 0 0 0 0,0 0 1 0 0,0 0-1 0 0,0 0 0 0 0,0-1 0 0 0,1 1 0 0 0,-1 0 0 0 0,1 0 1 0 0,-1 0-1 0 0,1 0 0 0 0,0 0 0 0 0,0-1 0 0 0,0 1 0 0 0,0 0 1 0 0,1 1-1 0 0,1 2 6 0 0,1-1 0 0 0,-1 0 0 0 0,1-1-1 0 0,6 6 1 0 0,-8-7-6 0 0,0 0 0 0 0,0-1-1 0 0,0 1 1 0 0,0-1 0 0 0,0 1-1 0 0,0-1 1 0 0,1 0 0 0 0,-1 0-1 0 0,0 0 1 0 0,1 0 0 0 0,-1 0-1 0 0,1-1 1 0 0,-1 1 0 0 0,1-1-1 0 0,0 0 1 0 0,3 1 0 0 0,0-1-2 0 0,-2 0 11 0 0,-1 0 0 0 0,0 0 0 0 0,0 0 0 0 0,0 0 0 0 0,1 0-1 0 0,-1-1 1 0 0,0 1 0 0 0,0-1 0 0 0,0 0 0 0 0,0 0 0 0 0,0 0 0 0 0,0 0 0 0 0,0-1-1 0 0,-1 1 1 0 0,1-1 0 0 0,0 0 0 0 0,-1 0 0 0 0,1 0 0 0 0,-1 0 0 0 0,0 0 0 0 0,1 0-1 0 0,-1-1 1 0 0,0 1 0 0 0,0-1 0 0 0,-1 1 0 0 0,1-1 0 0 0,0 0 0 0 0,-1 0 0 0 0,0 0-1 0 0,0 0 1 0 0,0 0 0 0 0,0 0 0 0 0,0 0 0 0 0,0 0 0 0 0,-1 0 0 0 0,0 0 0 0 0,1 0-1 0 0,-1-1 1 0 0,0 1 0 0 0,-1 0 0 0 0,1 0 0 0 0,0 0 0 0 0,-2-5 0 0 0,-1 1 119 0 0,1 0-1 0 0,-2 1 1 0 0,1-1 0 0 0,-1 1 0 0 0,0-1 0 0 0,0 1 0 0 0,0 0-1 0 0,-1 0 1 0 0,0 1 0 0 0,0 0 0 0 0,-1-1 0 0 0,0 2-1 0 0,1-1 1 0 0,-14-7 0 0 0,16 10-162 0 0,-1 0 0 0 0,1 1-1 0 0,-1-1 1 0 0,0 1 0 0 0,0-1 0 0 0,0 1-1 0 0,0 0 1 0 0,0 1 0 0 0,0-1 0 0 0,0 1-1 0 0,0-1 1 0 0,0 1 0 0 0,0 0 0 0 0,0 1-1 0 0,0-1 1 0 0,0 1 0 0 0,0 0 0 0 0,0 0-1 0 0,0 0 1 0 0,0 0 0 0 0,1 1 0 0 0,-1 0-1 0 0,0-1 1 0 0,1 1 0 0 0,-1 1 0 0 0,1-1-1 0 0,0 0 1 0 0,-5 5 0 0 0,-32 35-2477 0 0,4 5-5147 0 0,24-28 4461 0 0</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01.031"/>
    </inkml:context>
    <inkml:brush xml:id="br0">
      <inkml:brushProperty name="width" value="0.1" units="cm"/>
      <inkml:brushProperty name="height" value="0.1" units="cm"/>
      <inkml:brushProperty name="color" value="#004F8B"/>
    </inkml:brush>
  </inkml:definitions>
  <inkml:trace contextRef="#ctx0" brushRef="#br0">156 53 5927 0 0,'4'-20'16832'0'0,"-8"18"-16595"0"0,1 0 0 0 0,-1 1 0 0 0,0-1 0 0 0,0 1 0 0 0,0 0-1 0 0,0 0 1 0 0,0 0 0 0 0,-6 0 0 0 0,7 1-199 0 0,0 0 0 0 0,0 1 0 0 0,0-1 0 0 0,0 1-1 0 0,0 0 1 0 0,0 0 0 0 0,0 0 0 0 0,0 0 0 0 0,0 0 0 0 0,0 1-1 0 0,1-1 1 0 0,-4 3 0 0 0,-5 3 14 0 0,5-4-19 0 0,0 1 1 0 0,0 1 0 0 0,-10 8-1 0 0,14-11-39 0 0,0 0 1 0 0,0 1-1 0 0,1-1 0 0 0,-1 1 0 0 0,0 0 0 0 0,1-1 0 0 0,-1 1 0 0 0,1 0 0 0 0,0 0 1 0 0,0 0-1 0 0,0 0 0 0 0,0 0 0 0 0,0 5 0 0 0,1-6-10 0 0,1 1 1 0 0,-1 0-1 0 0,1 0 0 0 0,0 0 1 0 0,-1 0-1 0 0,1 0 0 0 0,0-1 1 0 0,1 1-1 0 0,-1 0 0 0 0,0-1 1 0 0,1 1-1 0 0,0-1 0 0 0,-1 0 0 0 0,1 1 1 0 0,0-1-1 0 0,3 2 0 0 0,8 8-64 0 0,-8-11 67 0 0,-2-1 0 0 0,2 2 15 0 0,1-1-1 0 0,-1 0 1 0 0,0 0 0 0 0,0-1 0 0 0,1 0 0 0 0,-1 1 0 0 0,1-2 0 0 0,-1 1-1 0 0,0-1 1 0 0,1 0 0 0 0,-1 0 0 0 0,0 0 0 0 0,0-1 0 0 0,0 1-1 0 0,0-1 1 0 0,0 0 0 0 0,0-1 0 0 0,-1 0 0 0 0,1 1 0 0 0,-1-1-1 0 0,1-1 1 0 0,-1 1 0 0 0,0-1 0 0 0,0 1 0 0 0,-1-1 0 0 0,1 0-1 0 0,-1 0 1 0 0,5-7 0 0 0,-7 8 34 0 0,0 0-1 0 0,0 0 0 0 0,0 0 1 0 0,0 0-1 0 0,-1 0 1 0 0,1 0-1 0 0,-1 0 0 0 0,1 0 1 0 0,-1 0-1 0 0,0 0 1 0 0,0 0-1 0 0,-1 0 0 0 0,1 0 1 0 0,-1 0-1 0 0,1 0 1 0 0,-1 0-1 0 0,0 0 0 0 0,0 0 1 0 0,0 1-1 0 0,0-1 1 0 0,-1 0-1 0 0,1 1 1 0 0,-1-1-1 0 0,0 0 0 0 0,-2-2 1 0 0,1 2 17 0 0,0 0 0 0 0,0 0 0 0 0,0 0 0 0 0,0 0 1 0 0,-1 1-1 0 0,1-1 0 0 0,-1 1 0 0 0,0 0 0 0 0,1 0 0 0 0,-1 0 0 0 0,0 0 1 0 0,0 1-1 0 0,0 0 0 0 0,0 0 0 0 0,0 0 0 0 0,-1 0 0 0 0,-5 0 0 0 0,6 1-43 0 0,0 0 0 0 0,0 0 0 0 0,0 0-1 0 0,0 1 1 0 0,0 0 0 0 0,0-1 0 0 0,0 1-1 0 0,0 1 1 0 0,0-1 0 0 0,0 1 0 0 0,1-1-1 0 0,-1 1 1 0 0,1 0 0 0 0,-1 0-1 0 0,1 0 1 0 0,0 1 0 0 0,0-1 0 0 0,0 1-1 0 0,-4 4 1 0 0,4-4-23 0 0,-1 1-1 0 0,1 0 1 0 0,-1 0-1 0 0,1 0 1 0 0,0 0-1 0 0,1 1 1 0 0,-1-1-1 0 0,1 1 1 0 0,0-1-1 0 0,0 1 1 0 0,0 0-1 0 0,1 0 1 0 0,-1 0-1 0 0,1 0 1 0 0,0 7-1 0 0,1-8-1 0 0,-1 0 0 0 0,1-1 0 0 0,1 1 0 0 0,-1 0 0 0 0,1 0 0 0 0,-1 0 0 0 0,1 0 0 0 0,0-1 0 0 0,1 1 0 0 0,-1 0 0 0 0,1-1 0 0 0,-1 1 0 0 0,1-1 0 0 0,0 1 0 0 0,0-1 0 0 0,1 0 0 0 0,-1 0 0 0 0,1 0 0 0 0,4 5 0 0 0,-3-5-5 0 0,0-1 0 0 0,0 1-1 0 0,0 0 1 0 0,1-1 0 0 0,-1 0 0 0 0,0 0-1 0 0,1 0 1 0 0,-1-1 0 0 0,1 0 0 0 0,0 1-1 0 0,0-2 1 0 0,-1 1 0 0 0,1 0 0 0 0,0-1-1 0 0,7 0 1 0 0,-3-1 25 0 0,-1 0-1 0 0,0 0 1 0 0,0 0 0 0 0,0-1 0 0 0,0-1-1 0 0,0 1 1 0 0,12-7 0 0 0,-18 8 8 0 0,0 0 1 0 0,0 0-1 0 0,0-1 1 0 0,0 1-1 0 0,0 0 1 0 0,0-1-1 0 0,0 0 1 0 0,0 1-1 0 0,-1-1 1 0 0,1 0-1 0 0,-1 0 1 0 0,1 0-1 0 0,-1 0 1 0 0,0 0-1 0 0,0 0 1 0 0,0 0-1 0 0,0 0 1 0 0,0-1-1 0 0,0 1 1 0 0,0 0-1 0 0,-1-1 1 0 0,0 1-1 0 0,1 0 1 0 0,-1-1-1 0 0,0 1 1 0 0,0 0-1 0 0,0-1 1 0 0,0 1-1 0 0,0-1 1 0 0,-2-4-1 0 0,1 3 39 0 0,0-1 13 0 0,0 0 1 0 0,0 0-1 0 0,-1 0 0 0 0,0 0 0 0 0,0 0 0 0 0,0 0 1 0 0,0 1-1 0 0,-1-1 0 0 0,-5-7 0 0 0,6 11-15 0 0,0-1 1 0 0,0 1-1 0 0,0 0 0 0 0,0-1 1 0 0,0 1-1 0 0,-5-1 0 0 0,2-1 5 0 0,2 2-45 0 0,1 1 0 0 0,0-1 0 0 0,-1 0 0 0 0,1 1 0 0 0,-1-1 0 0 0,1 1 0 0 0,-1-1 0 0 0,0 1 0 0 0,1 0 0 0 0,-1 0 0 0 0,1 1 0 0 0,-1-1-1 0 0,1 0 1 0 0,-1 1 0 0 0,1 0 0 0 0,-5 1 0 0 0,3-1 1 0 0,1 1 0 0 0,0-1 0 0 0,-1 1 0 0 0,1 0 0 0 0,0 0 0 0 0,0 1 0 0 0,0-1-1 0 0,1 0 1 0 0,-1 1 0 0 0,-4 5 0 0 0,3-4-17 0 0,3-3 1 0 0,0 1 1 0 0,-1-1-1 0 0,1 0 0 0 0,0 1 0 0 0,1-1 1 0 0,-1 1-1 0 0,0-1 0 0 0,0 1 0 0 0,1-1 1 0 0,-1 1-1 0 0,0 0 0 0 0,1-1 0 0 0,0 1 0 0 0,-1 2 1 0 0,-2 41-138 0 0,3-44 134 0 0,0 0-1 0 0,0 0 1 0 0,0 0-1 0 0,0 0 1 0 0,1 0-1 0 0,-1 0 1 0 0,1 0-1 0 0,-1-1 0 0 0,0 1 1 0 0,1 0-1 0 0,-1 0 1 0 0,1 0-1 0 0,0-1 1 0 0,-1 1-1 0 0,1 0 1 0 0,-1-1-1 0 0,1 1 0 0 0,1 0 1 0 0,11 9-339 0 0,7-2-1396 0 0,-10-6-50 0 0</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02.115"/>
    </inkml:context>
    <inkml:brush xml:id="br0">
      <inkml:brushProperty name="width" value="0.1" units="cm"/>
      <inkml:brushProperty name="height" value="0.1" units="cm"/>
      <inkml:brushProperty name="color" value="#004F8B"/>
    </inkml:brush>
  </inkml:definitions>
  <inkml:trace contextRef="#ctx0" brushRef="#br0">142 76 7079 0 0,'0'0'7864'0'0,"-15"-14"-4168"0"0,9 12-3379 0 0,3 1-111 0 0,-1-1 0 0 0,0 1 0 0 0,0 0 0 0 0,1 0 0 0 0,-1 1 0 0 0,0-1 0 0 0,0 1 0 0 0,0 0 0 0 0,-5 0 1 0 0,-3 1 22 0 0,10-1-192 0 0,-1 0 0 0 0,1 0 0 0 0,0 0 0 0 0,0 0 0 0 0,0 1 0 0 0,0-1 0 0 0,0 1 0 0 0,0-1 0 0 0,0 1 0 0 0,0 0 0 0 0,0 0 0 0 0,0 0 0 0 0,0 0 0 0 0,0 0-1 0 0,0 0 1 0 0,0 0 0 0 0,1 1 0 0 0,-1-1 0 0 0,1 1 0 0 0,-1-1 0 0 0,1 1 0 0 0,-1-1 0 0 0,1 1 0 0 0,-2 3 0 0 0,2-3-49 0 0,0-1 1 0 0,0 1-1 0 0,1 0 1 0 0,-1-1-1 0 0,1 1 1 0 0,-1 0-1 0 0,1-1 1 0 0,-1 1-1 0 0,1 0 1 0 0,0 0-1 0 0,0-1 1 0 0,0 1-1 0 0,0 3 0 0 0,1-4-81 0 0,0 1 29 0 0,-1 0 55 0 0,2 1 7 0 0,11 6-52 0 0,-9-7 57 0 0,0 0 1 0 0,-1 0 0 0 0,1-1-1 0 0,0 1 1 0 0,0-1 0 0 0,1 0-1 0 0,-1 0 1 0 0,0-1 0 0 0,0 1-1 0 0,0-1 1 0 0,0 0 0 0 0,1 0-1 0 0,-1 0 1 0 0,0 0-1 0 0,0-1 1 0 0,0 0 0 0 0,1 0-1 0 0,-1 0 1 0 0,0 0 0 0 0,0-1-1 0 0,-1 1 1 0 0,1-1 0 0 0,0 0-1 0 0,0 0 1 0 0,3-3 0 0 0,7-5-87 0 0,-11 8 150 0 0,1-1 0 0 0,0 0 0 0 0,-1 1 1 0 0,0-1-1 0 0,7-7 0 0 0,-10 9-28 0 0,1-1 0 0 0,0 1 1 0 0,0 0-1 0 0,-1-1 0 0 0,1 1 0 0 0,-1-1 0 0 0,1 1 1 0 0,-1-1-1 0 0,0 1 0 0 0,1-1 0 0 0,-1 1 1 0 0,0-1-1 0 0,0 1 0 0 0,0-1 0 0 0,0 1 1 0 0,0-1-1 0 0,-1 1 0 0 0,1-1 0 0 0,0 1 0 0 0,-1-1 1 0 0,1 1-1 0 0,-1-2 0 0 0,0 0 29 0 0,0 1 0 0 0,-1-1 0 0 0,1 1 0 0 0,0-1 0 0 0,-1 1 1 0 0,1 0-1 0 0,-1-1 0 0 0,0 1 0 0 0,0 0 0 0 0,0 0 0 0 0,0 0 0 0 0,0 1 0 0 0,0-1 0 0 0,0 0 0 0 0,-1 1 0 0 0,1-1 0 0 0,-1 1 0 0 0,-3-2 0 0 0,2 2-35 0 0,0 0 0 0 0,0 0 0 0 0,0 1 0 0 0,-1-1 0 0 0,1 1 0 0 0,0 0-1 0 0,0 0 1 0 0,0 0 0 0 0,0 1 0 0 0,0-1 0 0 0,-8 3 0 0 0,7-1-36 0 0,-1 0 0 0 0,1 0 0 0 0,-1 0 0 0 0,1 1 0 0 0,0 0 0 0 0,0 0 0 0 0,0 0 0 0 0,-6 5 0 0 0,8-5 5 0 0,0 0 0 0 0,1-1 0 0 0,-1 1 0 0 0,1 0 1 0 0,-1 0-1 0 0,1 1 0 0 0,0-1 0 0 0,0 0 1 0 0,0 1-1 0 0,1-1 0 0 0,-1 1 0 0 0,-1 5 0 0 0,3-5-12 0 0,-1-1 0 0 0,1 0-1 0 0,0 1 1 0 0,0-1-1 0 0,0 1 1 0 0,0-1 0 0 0,0 1-1 0 0,1-1 1 0 0,-1 0 0 0 0,1 1-1 0 0,0-1 1 0 0,0 0-1 0 0,1 0 1 0 0,-1 0 0 0 0,1 0-1 0 0,-1 0 1 0 0,1 0-1 0 0,0 0 1 0 0,0 0 0 0 0,0 0-1 0 0,0-1 1 0 0,1 1-1 0 0,-1-1 1 0 0,1 0 0 0 0,-1 0-1 0 0,1 0 1 0 0,0 0-1 0 0,0 0 1 0 0,0 0 0 0 0,0-1-1 0 0,0 0 1 0 0,0 1-1 0 0,1-1 1 0 0,-1 0 0 0 0,0 0-1 0 0,1-1 1 0 0,-1 1-1 0 0,0-1 1 0 0,1 0 0 0 0,-1 0-1 0 0,1 0 1 0 0,-1 0 0 0 0,5-1-1 0 0,-1 0 22 0 0,0-1 1 0 0,0 0-1 0 0,0-1 0 0 0,0 1 0 0 0,-1-1 0 0 0,1 0 0 0 0,10-8 1 0 0,-15 10 22 0 0,0 0 1 0 0,0-1-1 0 0,0 1 1 0 0,0-1 0 0 0,-1 0-1 0 0,1 1 1 0 0,0-1 0 0 0,-1 0-1 0 0,0 0 1 0 0,1 0-1 0 0,-1 0 1 0 0,0 0 0 0 0,0 0-1 0 0,0-1 1 0 0,0 1-1 0 0,0 0 1 0 0,-1-1 0 0 0,1 1-1 0 0,-1 0 1 0 0,0-1-1 0 0,1 1 1 0 0,-1 0 0 0 0,0-1-1 0 0,0 1 1 0 0,-1-1 0 0 0,0-4-1 0 0,-1 1 138 0 0,0 0-1 0 0,0-1 1 0 0,-1 1-1 0 0,1 0 1 0 0,-1 1 0 0 0,-1-1-1 0 0,-7-10 1 0 0,9 13-121 0 0,-1 0 0 0 0,1 1 0 0 0,-1-1 0 0 0,0 0 1 0 0,0 1-1 0 0,0 0 0 0 0,0-1 0 0 0,0 1 0 0 0,-1 1 0 0 0,1-1 1 0 0,-1 0-1 0 0,1 1 0 0 0,-1 0 0 0 0,-6-2 0 0 0,8 3-63 0 0,1 0-1 0 0,-1-1 1 0 0,1 1 0 0 0,0 1-1 0 0,-1-1 1 0 0,1 0 0 0 0,-1 0-1 0 0,1 0 1 0 0,0 1 0 0 0,-1-1 0 0 0,1 1-1 0 0,0-1 1 0 0,-1 1 0 0 0,1-1-1 0 0,0 1 1 0 0,0 0 0 0 0,0 0-1 0 0,-2 1 1 0 0,1 0 97 0 0,0 0 1 0 0,0 0-1 0 0,0 1 1 0 0,0-1-1 0 0,1 0 0 0 0,-1 1 1 0 0,1-1-1 0 0,0 1 1 0 0,-1 2-1 0 0,0 0-343 0 0,1 0 0 0 0,0-1 0 0 0,0 1-1 0 0,0 0 1 0 0,0 4 0 0 0,1-6-569 0 0,0-1 0 0 0,0 1 0 0 0,0 0-1 0 0,1-1 1 0 0,-1 1 0 0 0,1 0 0 0 0,-1-1 0 0 0,2 4 0 0 0</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03.342"/>
    </inkml:context>
    <inkml:brush xml:id="br0">
      <inkml:brushProperty name="width" value="0.1" units="cm"/>
      <inkml:brushProperty name="height" value="0.1" units="cm"/>
      <inkml:brushProperty name="color" value="#004F8B"/>
    </inkml:brush>
  </inkml:definitions>
  <inkml:trace contextRef="#ctx0" brushRef="#br0">61 109 11863 0 0,'0'0'7560'0'0,"1"-9"-5673"0"0,-1 9-1828 0 0,0-1-1 0 0,0 0 1 0 0,0 0 0 0 0,0 1 0 0 0,0-1 0 0 0,0 0 0 0 0,-1 1-1 0 0,1-1 1 0 0,0 0 0 0 0,-1 1 0 0 0,1-1 0 0 0,0 0-1 0 0,-1 1 1 0 0,1-1 0 0 0,-1 0 0 0 0,1 1 0 0 0,-1-1 0 0 0,1 1-1 0 0,-1-1 1 0 0,1 1 0 0 0,-1 0 0 0 0,0-1 0 0 0,1 1-1 0 0,-1-1 1 0 0,0 1 0 0 0,1 0 0 0 0,-1 0 0 0 0,0-1-1 0 0,1 1 1 0 0,-1 0 0 0 0,0 0 0 0 0,1 0 0 0 0,-1 0 0 0 0,0 0-1 0 0,0 0 1 0 0,1 0 0 0 0,-1 0 0 0 0,0 0 0 0 0,0 0-1 0 0,1 0 1 0 0,-1 0 0 0 0,0 1 0 0 0,1-1 0 0 0,-1 0 0 0 0,0 0-1 0 0,1 1 1 0 0,-1-1 0 0 0,0 0 0 0 0,1 1 0 0 0,-1-1-1 0 0,1 1 1 0 0,-1-1 0 0 0,0 1 0 0 0,-2 2-52 0 0,0 0 0 0 0,0 0 1 0 0,0 0-1 0 0,0 0 0 0 0,1 0 0 0 0,0 0 1 0 0,-1 1-1 0 0,1-1 0 0 0,0 1 1 0 0,1 0-1 0 0,-1 0 0 0 0,-1 4 0 0 0,3-7-9 0 0,0-1 0 0 0,0 0 0 0 0,0 1-1 0 0,0-1 1 0 0,0 1 0 0 0,-1-1 0 0 0,1 1-1 0 0,0-1 1 0 0,0 1 0 0 0,0-1 0 0 0,0 1-1 0 0,1-1 1 0 0,-1 1 0 0 0,0-1 0 0 0,0 0-1 0 0,0 1 1 0 0,0-1 0 0 0,0 1 0 0 0,1-1-1 0 0,-1 1 1 0 0,0-1 0 0 0,0 0 0 0 0,0 1-1 0 0,1-1 1 0 0,-1 1 0 0 0,0-1 0 0 0,1 1-1 0 0,4 6-51 0 0,-3-3 0 0 0,-2-3 53 0 0,1-1-1 0 0,-1 1 1 0 0,1-1 0 0 0,-1 1 0 0 0,1 0-1 0 0,-1-1 1 0 0,1 1 0 0 0,-1-1-1 0 0,1 0 1 0 0,-1 1 0 0 0,1-1-1 0 0,0 1 1 0 0,-1-1 0 0 0,1 0-1 0 0,0 0 1 0 0,-1 1 0 0 0,2-1-1 0 0,7 5-37 0 0,-5-3 40 0 0,0-1-1 0 0,0 1 1 0 0,1-1 0 0 0,-1 0-1 0 0,0 0 1 0 0,0 0 0 0 0,1-1 0 0 0,-1 0-1 0 0,1 1 1 0 0,-1-1 0 0 0,0-1-1 0 0,1 1 1 0 0,-1-1 0 0 0,0 0 0 0 0,0 0-1 0 0,1 0 1 0 0,4-2 0 0 0,5-3-7 0 0,0 0 0 0 0,-1-1 0 0 0,22-15 0 0 0,-33 21 46 0 0,0-1-1 0 0,1 1 1 0 0,-1-1 0 0 0,0 0-1 0 0,0 0 1 0 0,0 0 0 0 0,0 0-1 0 0,0 0 1 0 0,0-1 0 0 0,-1 1-1 0 0,1-1 1 0 0,-1 1-1 0 0,1-1 1 0 0,-1 1 0 0 0,0-1-1 0 0,0 0 1 0 0,0 1 0 0 0,-1-1-1 0 0,1 0 1 0 0,-1 0 0 0 0,1 0-1 0 0,-1 0 1 0 0,0 1 0 0 0,0-1-1 0 0,0 0 1 0 0,0 0-1 0 0,-1 0 1 0 0,1 0 0 0 0,-1 0-1 0 0,0 1 1 0 0,0-1 0 0 0,0 0-1 0 0,0 1 1 0 0,0-1 0 0 0,0 0-1 0 0,-1 1 1 0 0,1 0 0 0 0,-1-1-1 0 0,0 1 1 0 0,0 0-1 0 0,0 0 1 0 0,0 0 0 0 0,0 0-1 0 0,-3-2 1 0 0,1 1-4 0 0,0 0 1 0 0,-1 1-1 0 0,1-1 0 0 0,-1 1 0 0 0,1 0 0 0 0,-1 0 1 0 0,0 1-1 0 0,1-1 0 0 0,-1 1 0 0 0,0 0 0 0 0,0 1 1 0 0,0-1-1 0 0,0 1 0 0 0,0 0 0 0 0,0 0 1 0 0,0 0-1 0 0,0 1 0 0 0,0 0 0 0 0,0 0 0 0 0,1 0 1 0 0,-1 0-1 0 0,0 1 0 0 0,0 0 0 0 0,1 0 0 0 0,-1 0 1 0 0,1 1-1 0 0,0-1 0 0 0,0 1 0 0 0,0 0 1 0 0,-6 5-1 0 0,6-3-83 0 0,1 0 0 0 0,-1 0 0 0 0,1 0 0 0 0,0 1 0 0 0,0-1 0 0 0,0 1 0 0 0,1-1 0 0 0,-2 7 0 0 0,3-9 42 0 0,0 0-1 0 0,1 0 1 0 0,-1 0 0 0 0,1 0-1 0 0,-1 0 1 0 0,1 0-1 0 0,0 0 1 0 0,0 0 0 0 0,0-1-1 0 0,1 1 1 0 0,-1 0-1 0 0,1 0 1 0 0,-1 0 0 0 0,1 0-1 0 0,0 0 1 0 0,0-1-1 0 0,0 1 1 0 0,3 4-1 0 0,10 11-71 0 0,-10-14 44 0 0,-3-2 27 0 0,0-1 1 0 0,0 0-1 0 0,0 1 0 0 0,1-1 1 0 0,-1 0-1 0 0,1 0 1 0 0,-1 0-1 0 0,1 0 1 0 0,-1 0-1 0 0,1 0 1 0 0,-1 0-1 0 0,1-1 0 0 0,0 1 1 0 0,-1-1-1 0 0,1 1 1 0 0,2 0-1 0 0,0 0 2 0 0,0 0 0 0 0,1 0 0 0 0,-1 0 0 0 0,0-1 0 0 0,1 0 0 0 0,-1 0 0 0 0,1 0 0 0 0,-1 0 0 0 0,0 0 0 0 0,1-1 0 0 0,4-1 0 0 0,-2 0 1 0 0,1-1 1 0 0,-1 1-1 0 0,0-1 0 0 0,-1 0 1 0 0,13-8-1 0 0,-17 10 9 0 0,-1 0 1 0 0,1-1-1 0 0,0 1 0 0 0,0-1 0 0 0,-1 1 1 0 0,1-1-1 0 0,-1 0 0 0 0,0 1 1 0 0,1-1-1 0 0,-1 0 0 0 0,0 0 0 0 0,0 0 1 0 0,0 0-1 0 0,0 0 0 0 0,0 0 0 0 0,-1 0 1 0 0,1-1-1 0 0,0-1 0 0 0,-1 1 14 0 0,0 0 1 0 0,0 0-1 0 0,0 0 0 0 0,0 0 1 0 0,-1 0-1 0 0,1 0 0 0 0,-1 0 0 0 0,0 0 1 0 0,0 0-1 0 0,0 0 0 0 0,0 0 1 0 0,-2-2-1 0 0,1 0 6 0 0,-1 0 1 0 0,-1 0 0 0 0,1 1-1 0 0,0-1 1 0 0,-1 1-1 0 0,0 0 1 0 0,0 0-1 0 0,0 1 1 0 0,-1-1 0 0 0,1 1-1 0 0,-1 0 1 0 0,0 0-1 0 0,1 0 1 0 0,-7-1-1 0 0,8 3-34 0 0,0 0-1 0 0,0 0 0 0 0,0 0 1 0 0,-1 1-1 0 0,1 0 0 0 0,0 0 0 0 0,0 0 1 0 0,-1 0-1 0 0,1 0 0 0 0,0 0 1 0 0,0 1-1 0 0,-1 0 0 0 0,1 0 0 0 0,0 0 1 0 0,0 0-1 0 0,0 0 0 0 0,0 0 0 0 0,0 1 1 0 0,0-1-1 0 0,0 1 0 0 0,1 0 1 0 0,-1 0-1 0 0,1 0 0 0 0,-1 0 0 0 0,1 1 1 0 0,0-1-1 0 0,0 1 0 0 0,0-1 1 0 0,0 1-1 0 0,0 0 0 0 0,0-1 0 0 0,1 1 1 0 0,-1 0-1 0 0,1 0 0 0 0,0 0 0 0 0,-1 5 1 0 0,0-1-16 0 0,0 0 0 0 0,1 0 0 0 0,-1 0 0 0 0,1 12 0 0 0,1-16 13 0 0,0 0 1 0 0,1 0-1 0 0,-1 0 1 0 0,1-1-1 0 0,0 1 1 0 0,0 0-1 0 0,0 0 1 0 0,0-1-1 0 0,0 1 1 0 0,1-1-1 0 0,-1 1 1 0 0,1-1-1 0 0,0 0 1 0 0,3 4-1 0 0,4 1-42 0 0,-5-6 39 0 0,0 0 0 0 0,0 0 0 0 0,0 0 1 0 0,0-1-1 0 0,0 0 0 0 0,0 0 0 0 0,0 0 0 0 0,0 0 0 0 0,5-1 0 0 0,-7 1 18 0 0,-1 0 0 0 0,1-1-1 0 0,-1 1 1 0 0,1 0 0 0 0,-1 0-1 0 0,1-1 1 0 0,-1 1-1 0 0,1-1 1 0 0,-1 1 0 0 0,0-1-1 0 0,1 0 1 0 0,-1 1-1 0 0,0-1 1 0 0,1 0 0 0 0,-1 0-1 0 0,0 0 1 0 0,0 0 0 0 0,2-2-1 0 0,1-2 27 0 0,0 2-20 0 0,0 0-1 0 0,0 0 1 0 0,0 0-1 0 0,0-1 0 0 0,4-5 1 0 0,-7 7 0 0 0,0 1 1 0 0,-1-1-1 0 0,1 1 1 0 0,0-1-1 0 0,-1 0 1 0 0,1 1-1 0 0,-1-1 1 0 0,1 0-1 0 0,-1 1 1 0 0,0-1-1 0 0,1 0 1 0 0,-1 0-1 0 0,0 0 1 0 0,0 1-1 0 0,-1-1 1 0 0,1 0-1 0 0,0 0 1 0 0,-2-3-1 0 0,2 2 32 0 0,-1 0-1 0 0,1 0 1 0 0,-1 0-1 0 0,0 0 1 0 0,-1 0-1 0 0,1 1 1 0 0,0-1-1 0 0,-1 0 1 0 0,0 0 0 0 0,1 1-1 0 0,-1-1 1 0 0,0 1-1 0 0,0 0 1 0 0,-1-1-1 0 0,1 1 1 0 0,0 0-1 0 0,-1 0 1 0 0,-3-2-1 0 0,4 3-33 0 0,0-1-1 0 0,-1 1 1 0 0,1 0-1 0 0,0 0 1 0 0,-1 0-1 0 0,1 0 0 0 0,-1 0 1 0 0,1 0-1 0 0,-1 1 1 0 0,1-1-1 0 0,-1 1 1 0 0,1 0-1 0 0,-1 0 0 0 0,1 0 1 0 0,-1 0-1 0 0,0 0 1 0 0,1 0-1 0 0,-1 1 1 0 0,1-1-1 0 0,-1 1 1 0 0,1 0-1 0 0,-1 0 0 0 0,1 0 1 0 0,-1 0-1 0 0,1 0 1 0 0,0 0-1 0 0,0 0 1 0 0,0 1-1 0 0,0 0 0 0 0,0-1 1 0 0,0 1-1 0 0,-3 3 1 0 0,2-2-220 0 0,0 0 1 0 0,0 1 0 0 0,0-1-1 0 0,0 1 1 0 0,1 0-1 0 0,-1 0 1 0 0,1 0 0 0 0,0 0-1 0 0,0 1 1 0 0,1-1 0 0 0,-1 0-1 0 0,-1 7 1 0 0,1 4-812 0 0</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04.618"/>
    </inkml:context>
    <inkml:brush xml:id="br0">
      <inkml:brushProperty name="width" value="0.1" units="cm"/>
      <inkml:brushProperty name="height" value="0.1" units="cm"/>
      <inkml:brushProperty name="color" value="#004F8B"/>
    </inkml:brush>
  </inkml:definitions>
  <inkml:trace contextRef="#ctx0" brushRef="#br0">176 21 1839 0 0,'-3'-4'10179'0'0,"0"1"-9743"0"0,0 2-1 0 0,-1-1 1 0 0,1 0 0 0 0,0 0 0 0 0,-1 1-1 0 0,1 0 1 0 0,-1 0 0 0 0,1 0-1 0 0,-1 0 1 0 0,0 1 0 0 0,-6-1 0 0 0,6 1-286 0 0,0 0 1 0 0,0 0-1 0 0,-1 0 1 0 0,1 1 0 0 0,0 0-1 0 0,0-1 1 0 0,0 2 0 0 0,0-1-1 0 0,0 0 1 0 0,0 1-1 0 0,0 0 1 0 0,1 0 0 0 0,-1 0-1 0 0,1 0 1 0 0,-1 1 0 0 0,-4 3-1 0 0,6-4-135 0 0,1-1-1 0 0,-1 1 0 0 0,1-1 1 0 0,-1 1-1 0 0,1-1 0 0 0,0 1 1 0 0,-1 0-1 0 0,1 0 0 0 0,0 0 1 0 0,0 0-1 0 0,-1 3 0 0 0,-1 1 1 0 0,1-3-4 0 0,1-2-8 0 0,1 0-1 0 0,-1 0 1 0 0,1 0 0 0 0,0 0-1 0 0,-1 0 1 0 0,1 0 0 0 0,0 0-1 0 0,-1 0 1 0 0,1 0-1 0 0,0 0 1 0 0,0 1 0 0 0,0-1-1 0 0,0 0 1 0 0,0 0 0 0 0,0 2-1 0 0,-1 3-12 0 0,0 7-14 0 0,2-11 11 0 0,-1-1 0 0 0,1 1-1 0 0,0 0 1 0 0,0-1-1 0 0,0 1 1 0 0,0 0 0 0 0,0-1-1 0 0,0 1 1 0 0,1-1-1 0 0,1 2 1 0 0,1 0 16 0 0,-1 0 0 0 0,1 0-1 0 0,0 0 1 0 0,0-1 0 0 0,0 0 0 0 0,0 0 0 0 0,1 0 0 0 0,-1 0 0 0 0,1-1-1 0 0,-1 0 1 0 0,1 0 0 0 0,-1 0 0 0 0,1 0 0 0 0,0-1 0 0 0,-1 0 0 0 0,1 0 0 0 0,0 0-1 0 0,-1 0 1 0 0,1-1 0 0 0,0 1 0 0 0,-1-1 0 0 0,1-1 0 0 0,-1 1 0 0 0,1-1-1 0 0,-1 1 1 0 0,6-4 0 0 0,-6 3 87 0 0,0 0 0 0 0,0-1-1 0 0,0 1 1 0 0,-1-1 0 0 0,1 0 0 0 0,-1 0-1 0 0,1 0 1 0 0,-1 0 0 0 0,4-6 0 0 0,-6 8-34 0 0,0-1 0 0 0,-1 0 0 0 0,1 1-1 0 0,0-1 1 0 0,-1 0 0 0 0,0 0 0 0 0,1 0 0 0 0,-1 0 0 0 0,0 0 0 0 0,0 1 0 0 0,0-1 0 0 0,0 0 0 0 0,0 0 0 0 0,0 0 0 0 0,-1 0 0 0 0,1 0 0 0 0,0 1 0 0 0,-1-1 0 0 0,0 0 0 0 0,1 0-1 0 0,-1 1 1 0 0,0-1 0 0 0,0 0 0 0 0,0 1 0 0 0,-1-3 0 0 0,-1 2 34 0 0,1-1 0 0 0,0 0-1 0 0,-1 1 1 0 0,1-1 0 0 0,-1 1-1 0 0,0 0 1 0 0,0 0 0 0 0,1 0-1 0 0,-1 0 1 0 0,-1 1 0 0 0,1-1-1 0 0,0 1 1 0 0,0 0 0 0 0,-1-1-1 0 0,-3 1 1 0 0,0-1 20 0 0,0 1-1 0 0,0 0 1 0 0,0 0 0 0 0,0 1-1 0 0,0 0 1 0 0,-11 1 0 0 0,12 0-106 0 0,1-1 0 0 0,-1 2 0 0 0,1-1 0 0 0,-1 1 1 0 0,1-1-1 0 0,0 1 0 0 0,0 1 0 0 0,-6 2 0 0 0,8-3-9 0 0,1 0 1 0 0,-1 0-1 0 0,1 0 0 0 0,0 0 0 0 0,0 0 0 0 0,0 1 0 0 0,0-1 0 0 0,0 1 0 0 0,1-1 1 0 0,-1 1-1 0 0,1 0 0 0 0,-1-1 0 0 0,1 1 0 0 0,0 0 0 0 0,0 0 0 0 0,-1 5 0 0 0,-1 17-59 0 0,3-7 11 0 0,3-13 55 0 0,-1-2-4 0 0,1 5 2 0 0,1-1 0 0 0,0 0 0 0 0,10 13 0 0 0,-13-18 0 0 0,0 1 0 0 0,1-1 0 0 0,-1 0 0 0 0,1 0 0 0 0,-1-1 0 0 0,1 1 0 0 0,0 0 0 0 0,0 0 0 0 0,0-1 0 0 0,0 1 0 0 0,0-1 0 0 0,4 2 0 0 0,1 1 0 0 0,-2-2 0 0 0,-1 1 0 0 0,1-1 0 0 0,-1 0 0 0 0,1-1 0 0 0,-1 1 0 0 0,1-1 0 0 0,0 1 0 0 0,0-1 0 0 0,0-1 0 0 0,0 1 0 0 0,0-1 0 0 0,0 0 0 0 0,0 0 0 0 0,8-1 0 0 0,-10 0 5 0 0,1 0 0 0 0,-1 0 1 0 0,0 0-1 0 0,1 0 0 0 0,-1 0 0 0 0,0-1 0 0 0,0 1 0 0 0,1-1 0 0 0,2-2 1 0 0,4-2 6 0 0,-7 3-23 0 0,1 0 1 0 0,0 1-1 0 0,-1-1 0 0 0,4-4 1 0 0,-6 4 40 0 0,1-1-1 0 0,-1 1 1 0 0,0 0 0 0 0,0 0 0 0 0,0-1-1 0 0,-1 1 1 0 0,1 0 0 0 0,-1-1 0 0 0,0 1 0 0 0,0 0-1 0 0,0-1 1 0 0,0 1 0 0 0,0-1 0 0 0,-1 1-1 0 0,0 0 1 0 0,1-1 0 0 0,-3-4 0 0 0,1 4 31 0 0,0-1 0 0 0,0 0 0 0 0,0 1 0 0 0,-1 0 0 0 0,0 0 0 0 0,0-1 1 0 0,0 2-1 0 0,0-1 0 0 0,0 0 0 0 0,-1 1 0 0 0,-4-4 0 0 0,5 4-37 0 0,-1 1 1 0 0,-1 0-1 0 0,1 0 0 0 0,0 0 0 0 0,0 0 1 0 0,-1 1-1 0 0,1 0 0 0 0,-1 0 1 0 0,1 0-1 0 0,-1 0 0 0 0,-6 0 0 0 0,8 1-25 0 0,0 0-1 0 0,0 0 0 0 0,0 0 1 0 0,-1 1-1 0 0,1-1 0 0 0,0 1 1 0 0,0 0-1 0 0,0-1 0 0 0,0 2 1 0 0,0-1-1 0 0,0 0 0 0 0,0 0 1 0 0,0 1-1 0 0,0 0 0 0 0,0-1 0 0 0,-2 4 1 0 0,3-2-22 0 0,0-1 0 0 0,0 1 1 0 0,1 0-1 0 0,-1 0 1 0 0,1 1-1 0 0,0-1 0 0 0,0 0 1 0 0,0 0-1 0 0,0 1 0 0 0,0 6 1 0 0,0-7 4 0 0,0 7-41 0 0,1-9 54 0 0,0 0-1 0 0,-1 0 0 0 0,1 0 0 0 0,0 0 0 0 0,0 0 1 0 0,0 0-1 0 0,0 0 0 0 0,0 0 0 0 0,0 0 0 0 0,1 0 1 0 0,-1 0-1 0 0,0 0 0 0 0,0 0 0 0 0,1 0 0 0 0,-1 0 1 0 0,1-1-1 0 0,0 3 0 0 0,1 0-8 0 0,-1-1 8 0 0,0 1 0 0 0,0-1 1 0 0,0 1-1 0 0,1-1 0 0 0,-1 1 0 0 0,1-1 0 0 0,0 0 1 0 0,0 0-1 0 0,0 0 0 0 0,0 0 0 0 0,0 0 1 0 0,0 0-1 0 0,0 0 0 0 0,0-1 0 0 0,1 1 1 0 0,-1-1-1 0 0,1 0 0 0 0,4 2 0 0 0,-4-2 0 0 0,0 1 0 0 0,1-1 0 0 0,-1-1 0 0 0,1 1-1 0 0,-1 0 1 0 0,1-1 0 0 0,0 0 0 0 0,-1 0-1 0 0,1 0 1 0 0,-1 0 0 0 0,1-1 0 0 0,-1 1 0 0 0,1-1-1 0 0,5-2 1 0 0,57-24-111 0 0,-64 27 118 0 0,0-1 1 0 0,0 0 0 0 0,-1 0-1 0 0,1 0 1 0 0,0 0-1 0 0,-1 0 1 0 0,1-1 0 0 0,-1 1-1 0 0,3-3 1 0 0,0-8 34 0 0,-4 11-35 0 0,0-1 11 0 0,1 0-1 0 0,-1 0 1 0 0,0-1-1 0 0,-1 1 1 0 0,1 0-1 0 0,0 0 1 0 0,-1 0 0 0 0,1 0-1 0 0,-1 0 1 0 0,0 0-1 0 0,1 0 1 0 0,-1 0-1 0 0,0 0 1 0 0,0 0-1 0 0,0 0 1 0 0,-1 1-1 0 0,1-1 1 0 0,0 0 0 0 0,-1 1-1 0 0,-1-3 1 0 0,0 1 9 0 0,-1-1 1 0 0,-1 1 1 0 0,1-1-1 0 0,-1 1 0 0 0,0 0 0 0 0,0 0 1 0 0,-1 0-1 0 0,1 1 0 0 0,0 0 1 0 0,-1 0-1 0 0,1 0 0 0 0,-1 1 0 0 0,0 0 1 0 0,0 0-1 0 0,1 0 0 0 0,-1 1 1 0 0,-7 0-1 0 0,11 0-33 0 0,1 0 0 0 0,-1 1-1 0 0,1-1 1 0 0,-1 1 0 0 0,1-1 0 0 0,0 1 0 0 0,-1 0 0 0 0,1 0 0 0 0,0 0-1 0 0,0-1 1 0 0,-1 1 0 0 0,1 0 0 0 0,0 1 0 0 0,0-1 0 0 0,0 0 0 0 0,0 0 0 0 0,-1 2-1 0 0,1-1 7 0 0,-7 10-77 0 0,9-7 66 0 0,-1-3-3 0 0,0 4-5 0 0,0-1 1 0 0,0 1-1 0 0,1 0 0 0 0,0-1 0 0 0,0 1 0 0 0,0 0 1 0 0,1-1-1 0 0,-1 1 0 0 0,1-1 0 0 0,5 8 1 0 0,0 0-1342 0 0,1 0 0 0 0,16 20 0 0 0</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05.954"/>
    </inkml:context>
    <inkml:brush xml:id="br0">
      <inkml:brushProperty name="width" value="0.1" units="cm"/>
      <inkml:brushProperty name="height" value="0.1" units="cm"/>
      <inkml:brushProperty name="color" value="#004F8B"/>
    </inkml:brush>
  </inkml:definitions>
  <inkml:trace contextRef="#ctx0" brushRef="#br0">76 0 5695 0 0,'0'0'1359'0'0,"-15"15"3621"0"0,13-15-4778 0 0,1 1 11 0 0,0-1 0 0 0,0 0 1 0 0,0 1-1 0 0,0-1 0 0 0,0 1 0 0 0,0-1 0 0 0,0 1 0 0 0,0-1 0 0 0,0 1 0 0 0,0 0 0 0 0,0 0 0 0 0,0-1 0 0 0,-5 10 3826 0 0,5-9-3962 0 0,-1 1 0 0 0,0-1 0 0 0,0 0 1 0 0,0 0-1 0 0,1 0 0 0 0,-1-1 0 0 0,0 1 0 0 0,0 0 1 0 0,0-1-1 0 0,0 1 0 0 0,-1-1 0 0 0,1 0 1 0 0,0 1-1 0 0,-3-1 0 0 0,4 0-18 0 0,-3-2-4 0 0,4 2-45 0 0,0 0-1 0 0,0 0 0 0 0,0 0 0 0 0,0 0 0 0 0,0 0 1 0 0,0 0-1 0 0,-1 0 0 0 0,1 0 0 0 0,0 0 0 0 0,0 0 0 0 0,0 0 1 0 0,0 0-1 0 0,0 0 0 0 0,0 0 0 0 0,0 0 0 0 0,0 0 0 0 0,0 0 1 0 0,0 0-1 0 0,0 0 0 0 0,0 0 0 0 0,0 0 0 0 0,0 0 1 0 0,0 0-1 0 0,0 0 0 0 0,-1 0 0 0 0,1 0 0 0 0,0 0 0 0 0,0 0 1 0 0,0 0-1 0 0,0 0 0 0 0,0 0 0 0 0,0 0 0 0 0,0 0 1 0 0,0 0-1 0 0,0 0 0 0 0,0 0 0 0 0,0 0 0 0 0,0 0 0 0 0,0 0 1 0 0,0 0-1 0 0,0 0 0 0 0,0 0 0 0 0,0 0 0 0 0,0 0 1 0 0,-1 0-1 0 0,1 0 0 0 0,0 0 0 0 0,0 0 0 0 0,0 1 0 0 0,0-1 1 0 0,0 0-1 0 0,0 0 0 0 0,0 0 0 0 0,0 0 0 0 0,0 0 0 0 0,0 0 1 0 0,0 0-1 0 0,0 0 0 0 0,0 0 0 0 0,0 0 0 0 0,0 0 1 0 0,0 0-1 0 0,0 0 0 0 0,0 0 0 0 0,0 0 0 0 0,0 1 1 0 0,5 8 0 0 0,1 8-57 0 0,0-7 30 0 0,0-4 17 0 0,7 9 11 0 0,-11-14 32 0 0,7 1-33 0 0,3 0-29 0 0,-9-2 3 0 0,12 0-2 0 0,-13 0 293 0 0,0 0-275 0 0,4 0-100 0 0,-5 0-484 0 0,8 0-1123 0 0</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14.232"/>
    </inkml:context>
    <inkml:brush xml:id="br0">
      <inkml:brushProperty name="width" value="0.1" units="cm"/>
      <inkml:brushProperty name="height" value="0.1" units="cm"/>
      <inkml:brushProperty name="color" value="#004F8B"/>
    </inkml:brush>
  </inkml:definitions>
  <inkml:trace contextRef="#ctx0" brushRef="#br0">89 5 7599 0 0,'0'0'7792'0'0,"0"0"-7773"0"0,0-1-1 0 0,0 1 1 0 0,0 0-1 0 0,-1 0 1 0 0,1-1-1 0 0,0 1 0 0 0,0 0 1 0 0,0 0-1 0 0,-1-1 1 0 0,1 1-1 0 0,0 0 1 0 0,0 0-1 0 0,-1 0 1 0 0,1 0-1 0 0,0-1 1 0 0,0 1-1 0 0,-1 0 1 0 0,1 0-1 0 0,0 0 0 0 0,-1 0 1 0 0,1 0-1 0 0,0 0 1 0 0,-1 0-1 0 0,1 0 1 0 0,-1 0-1 0 0,-6 3 74 0 0,-1 1 64 0 0,0-1 0 0 0,-15 5 0 0 0,21-7-139 0 0,1 0 0 0 0,0 0 0 0 0,0 0 0 0 0,0 0 0 0 0,-1 0 0 0 0,1 0 0 0 0,0 0 0 0 0,0 0 0 0 0,-1 2 0 0 0,0 0 8 0 0,0 0-12 0 0,0-1 11 0 0,-3 14-8 0 0,3-13-16 0 0,-4 14 0 0 0,5-11-1 0 0,0 0 1 0 0,0-1-1 0 0,1 1 0 0 0,0 0 0 0 0,0 1 1 0 0,0-1-1 0 0,0 0 0 0 0,1-1 0 0 0,0 1 0 0 0,0 0 1 0 0,3 6-1 0 0,-2-6-10 0 0,-3-6 10 0 0,1 1 1 0 0,0-1 0 0 0,0 1 0 0 0,1-1 0 0 0,-1 1 0 0 0,0-1 0 0 0,0 1-1 0 0,0-1 1 0 0,0 1 0 0 0,0-1 0 0 0,0 1 0 0 0,1-1 0 0 0,-1 0 0 0 0,0 1-1 0 0,0-1 1 0 0,1 1 0 0 0,-1-1 0 0 0,0 0 0 0 0,1 1 0 0 0,-1-1-1 0 0,0 1 1 0 0,1-1 0 0 0,-1 0 0 0 0,1 1 0 0 0,10 6-64 0 0,-9-6 97 0 0,-1 0 1 0 0,1 0-1 0 0,0 0 0 0 0,0-1 0 0 0,0 1 0 0 0,0 0 0 0 0,0-1 1 0 0,0 1-1 0 0,0-1 0 0 0,0 0 0 0 0,1 0 0 0 0,-1 0 0 0 0,0 0 1 0 0,0 0-1 0 0,0 0 0 0 0,0 0 0 0 0,0-1 0 0 0,0 1 0 0 0,2-2 1 0 0,3 1 126 0 0,-5 1-64 0 0,16-8 192 0 0,-10 3-173 0 0,-5 3-86 0 0,0 0 0 0 0,1 0 0 0 0,-1-1 0 0 0,0 1 0 0 0,0-1 0 0 0,4-5 0 0 0,-2 3 49 0 0,-1 0 285 0 0,0 0-1 0 0,0-1 0 0 0,4-8 1 0 0,-7 13-63 0 0,0-7 2 0 0,0-8 63 0 0,0 13-270 0 0,-1-1 0 0 0,0 0 0 0 0,0 0 0 0 0,0 0 0 0 0,-1-5 0 0 0,1 8 98 0 0,-1-1-101 0 0,-3-11 90 0 0,4 10-137 0 0,-1-1 1 0 0,0 1-1 0 0,0-1 1 0 0,-1 1 0 0 0,1 0-1 0 0,-1 0 1 0 0,0 0-1 0 0,1-1 1 0 0,-4-2-1 0 0,4 5-93 0 0,-18-1 87 0 0,-6 3-39 0 0,17 1 0 0 0,-1 2 0 0 0,-4 2-21 0 0,11-5 6 0 0,0-1 1 0 0,0 1-1 0 0,0 0 1 0 0,0 0-1 0 0,0 0 1 0 0,1 0-1 0 0,-1 0 1 0 0,0 1-1 0 0,0-1 0 0 0,-1 2 1 0 0,-1 4 3 0 0,3-6 7 0 0,0 1-1 0 0,0-1 1 0 0,0 1 0 0 0,0-1-1 0 0,0 1 1 0 0,0-1-1 0 0,1 1 1 0 0,-1 0-1 0 0,1-1 1 0 0,0 1 0 0 0,-1 0-1 0 0,1 3 1 0 0,0-1-13 0 0,-1-1 11 0 0,1 0 0 0 0,0 0 0 0 0,0 0 0 0 0,0 0 0 0 0,0-1 0 0 0,0 1 0 0 0,1 0 0 0 0,0 4 1 0 0,1 2-6 0 0,-2-6-9 0 0,0 1 1 0 0,1-1 0 0 0,-1 0-1 0 0,1 1 1 0 0,0-1 0 0 0,0 0-1 0 0,0 1 1 0 0,0-1 0 0 0,3 6-1 0 0,25 32-32 0 0,-26-38 52 0 0,-2-1 0 0 0,0-1 0 0 0,1 1 0 0 0,-1-1 0 0 0,0 0 0 0 0,1 1 0 0 0,-1-1 0 0 0,1 0 0 0 0,0 0 0 0 0,-1 0 0 0 0,1 0 0 0 0,2 1 0 0 0,1 0-4 0 0,4 2 19 0 0,20-3-15 0 0,-25-1 7 0 0,1 0 0 0 0,0 0 0 0 0,-1 0 0 0 0,1-1 0 0 0,0 0 0 0 0,-1 0 0 0 0,1 0 0 0 0,6-3 0 0 0,-8 3-17 0 0,3-2 21 0 0,-4 2 42 0 0,1-3 15 0 0,-2 3 12 0 0,-1-6 8 0 0,0-1-1 0 0,-1 1 1 0 0,0-1 0 0 0,0 1-1 0 0,0 0 1 0 0,-1 0 0 0 0,0-1-1 0 0,-1 1 1 0 0,0 0 0 0 0,-5-9-1 0 0,7 15-23 0 0,-13-13 137 0 0,4 2 38 0 0,9 11-111 0 0,-6-4 0 0 0,-16-2-57 0 0,-3 10 122 0 0,7-4-199 0 0,16 1 2 0 0,0-1 1 0 0,-1 1-1 0 0,1 0 1 0 0,-1 0-1 0 0,1 0 1 0 0,-1 0-1 0 0,-5 2 0 0 0,7-1-4 0 0,0 0 0 0 0,0 0 0 0 0,0 1 0 0 0,1-1-1 0 0,-1 0 1 0 0,0 1 0 0 0,1-1 0 0 0,-1 1-1 0 0,0-1 1 0 0,1 1 0 0 0,0 0 0 0 0,-1 0-1 0 0,1-1 1 0 0,0 1 0 0 0,0 0 0 0 0,0 0-1 0 0,0 0 1 0 0,1 0 0 0 0,-1 1 0 0 0,0-1-1 0 0,1 2 1 0 0,-1-1 9 0 0,0 21-141 0 0,1-21-99 0 0,0-1-1 0 0,1 1 0 0 0,0 0 0 0 0,0-1 0 0 0,0 1 1 0 0,0 0-1 0 0,0-1 0 0 0,0 1 0 0 0,1-1 0 0 0,-1 0 1 0 0,1 1-1 0 0,0-1 0 0 0,2 3 0 0 0,2 0-1856 0 0</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16.214"/>
    </inkml:context>
    <inkml:brush xml:id="br0">
      <inkml:brushProperty name="width" value="0.1" units="cm"/>
      <inkml:brushProperty name="height" value="0.1" units="cm"/>
      <inkml:brushProperty name="color" value="#004F8B"/>
    </inkml:brush>
  </inkml:definitions>
  <inkml:trace contextRef="#ctx0" brushRef="#br0">125 1 8639 0 0,'-3'7'66'0'0,"2"-6"-31"0"0,1 1 1 0 0,-1-1-1 0 0,0 1 0 0 0,1-1 1 0 0,-1 0-1 0 0,1 1 0 0 0,-1-1 0 0 0,1 1 1 0 0,0 2 522 0 0,-1-4-386 0 0,0-1 0 0 0,0 0 0 0 0,0 0 0 0 0,1 0 0 0 0,-1 1 0 0 0,0-1 0 0 0,0 1 0 0 0,0-1 0 0 0,0 0 0 0 0,0 1 0 0 0,0 0 0 0 0,0-1 0 0 0,-1 1 0 0 0,1 0 0 0 0,0-1 0 0 0,0 1 0 0 0,0 0 0 0 0,0 0 0 0 0,0 0 0 0 0,0 0 0 0 0,-1 0 0 0 0,0 0 0 0 0,0 1 1 0 0,-17 7 532 0 0,-22 6 311 0 0,39-13-990 0 0,1 0-1 0 0,0 0 1 0 0,0 1 0 0 0,0-1-1 0 0,1 1 1 0 0,-1-1-1 0 0,0 0 1 0 0,1 1 0 0 0,-2 2-1 0 0,0 2 31 0 0,-13 22 50 0 0,13-6-124 0 0,2-13 26 0 0,-1 3-8 0 0,3-6 0 0 0,1 3 0 0 0,0-1-13 0 0,-3-8 11 0 0,0 1-1 0 0,0-1 1 0 0,0 0-1 0 0,0 0 1 0 0,0 1-1 0 0,0-1 1 0 0,0 0 0 0 0,1 0-1 0 0,-1 1 1 0 0,0-1-1 0 0,0 0 1 0 0,0 0-1 0 0,0 0 1 0 0,0 1 0 0 0,1-1-1 0 0,-1 0 1 0 0,0 0-1 0 0,0 0 1 0 0,0 1-1 0 0,1-1 1 0 0,-1 0 0 0 0,0 0-1 0 0,0 0 1 0 0,0 0-1 0 0,1 0 1 0 0,-1 0 0 0 0,0 1-1 0 0,0-1 1 0 0,1 0-1 0 0,15 6 73 0 0,-10-2 2 0 0,0-1 0 0 0,0 0 0 0 0,0-1 0 0 0,12 4 0 0 0,-16-6-36 0 0,-1 1 0 0 0,1-1 0 0 0,0 0 0 0 0,0 0 0 0 0,-1 1 0 0 0,1-1 0 0 0,0-1 0 0 0,0 1 0 0 0,0 0 0 0 0,-1 0 0 0 0,1-1 0 0 0,0 1 0 0 0,0-1 0 0 0,-1 1 0 0 0,1-1 0 0 0,-1 0 0 0 0,1 0 0 0 0,0 0 0 0 0,-1 0 0 0 0,1 0 0 0 0,1-2 0 0 0,-2 2 156 0 0,14-7 392 0 0,1-12 598 0 0,-15 16-998 0 0,1-1 1 0 0,-1 1-1 0 0,0-1 1 0 0,0 1-1 0 0,0-1 1 0 0,-1 0-1 0 0,1 1 1 0 0,-1-1-1 0 0,0 0 1 0 0,-1 1-1 0 0,1-1 1 0 0,-2-4-1 0 0,2 7 20 0 0,-2 1-166 0 0,1 0-1 0 0,0-1 1 0 0,0 1-1 0 0,-1-1 1 0 0,1 1-1 0 0,0-1 1 0 0,1 1-1 0 0,-3-4 1 0 0,1 0 128 0 0,-4-4-36 0 0,5 8-106 0 0,1-1-1 0 0,-1 1 0 0 0,0 0 1 0 0,0 0-1 0 0,1 0 0 0 0,-1 0 1 0 0,0 0-1 0 0,0 0 0 0 0,0 0 1 0 0,0 0-1 0 0,0 0 0 0 0,0 0 1 0 0,-2-1-1 0 0,1 2-29 0 0,1 0-1 0 0,-1 0 1 0 0,1 0 0 0 0,-1 0-1 0 0,1 0 1 0 0,-1 1 0 0 0,1-1-1 0 0,-1 0 1 0 0,1 1 0 0 0,-1-1-1 0 0,1 1 1 0 0,-1 0 0 0 0,1-1-1 0 0,0 1 1 0 0,-1 0 0 0 0,0 1 0 0 0,2-2 5 0 0,-2 0 0 0 0,1 1 0 0 0,-1 0 0 0 0,1 0 0 0 0,0 0 0 0 0,-1 0 0 0 0,1 0 0 0 0,0 0 0 0 0,0 0 0 0 0,-2 2 0 0 0,2 0-8 0 0,-1 0-1 0 0,1 0 1 0 0,0 0 0 0 0,0 0-1 0 0,0 0 1 0 0,0 0 0 0 0,0 4-1 0 0,-1-4 11 0 0,2-3 1 0 0,0 1 1 0 0,-1 0-1 0 0,1 0 0 0 0,-1-1 1 0 0,1 1-1 0 0,0 0 0 0 0,0 0 1 0 0,-1 0-1 0 0,1-1 0 0 0,0 1 1 0 0,0 0-1 0 0,0 0 0 0 0,0 0 1 0 0,0 0-1 0 0,0 0 0 0 0,0-1 1 0 0,0 1-1 0 0,1 1 0 0 0,3 23-127 0 0,-3-21 69 0 0,-1-3 56 0 0,0 1-1 0 0,1-1 1 0 0,-1 0-1 0 0,0 0 1 0 0,1 0-1 0 0,-1 0 1 0 0,1 0 0 0 0,-1 0-1 0 0,1-1 1 0 0,0 1-1 0 0,0 0 1 0 0,-1 0-1 0 0,1 0 1 0 0,0-1-1 0 0,0 1 1 0 0,1 1-1 0 0,6 4 1 0 0,-4-4 0 0 0,-1-1 0 0 0,0 0 0 0 0,1 0 0 0 0,-1 0 0 0 0,1-1 0 0 0,-1 1 0 0 0,1-1 0 0 0,-1 0 0 0 0,1 0 0 0 0,6-1 0 0 0,-8 1 0 0 0,1 0 0 0 0,-1 0 0 0 0,1 0 0 0 0,-1-1 0 0 0,1 1 0 0 0,-1-1 0 0 0,0 1 0 0 0,1-1 0 0 0,3-2 0 0 0,0 1 0 0 0,-4 2 0 0 0,-1-1 0 0 0,1 1 0 0 0,0 0 0 0 0,-1-1 0 0 0,1 1 0 0 0,0-1 0 0 0,-1 1 0 0 0,1-1 0 0 0,-1 0 0 0 0,1 1 0 0 0,-1-1 0 0 0,1 0 0 0 0,-1 0 0 0 0,0 0 0 0 0,1 0 0 0 0,1-3 0 0 0,3-3 0 0 0,-5 6 3 0 0,0 0 0 0 0,0 0 0 0 0,0 0 0 0 0,0 0 0 0 0,-1 0 0 0 0,1 0-1 0 0,0 0 1 0 0,-1 0 0 0 0,1-1 0 0 0,-1 1 0 0 0,0 0 0 0 0,1 0 0 0 0,-1-1 0 0 0,0 1 0 0 0,0 0 0 0 0,0-1-1 0 0,1 1 1 0 0,-1 0 0 0 0,-1 0 0 0 0,1-1 0 0 0,0 1 0 0 0,0 0 0 0 0,0-1 0 0 0,-1 1 0 0 0,1 0-1 0 0,-1 0 1 0 0,1-1 0 0 0,-2-1 0 0 0,1 0 27 0 0,0 0-1 0 0,-1 0 1 0 0,0 0-1 0 0,0 0 1 0 0,0 1-1 0 0,0-1 1 0 0,0 0-1 0 0,-1 1 1 0 0,1-1-1 0 0,-1 1 1 0 0,-4-3-1 0 0,3 2 17 0 0,1-1-1 0 0,-1 1 0 0 0,1 0 0 0 0,-6-8 0 0 0,7 7-10 0 0,2 4-29 0 0,-1-1 1 0 0,1 0 0 0 0,-1 0-1 0 0,1 0 1 0 0,-1 0 0 0 0,0 1-1 0 0,1-1 1 0 0,-1 0 0 0 0,0 1-1 0 0,1-1 1 0 0,-1 0 0 0 0,0 1-1 0 0,0-1 1 0 0,0 1 0 0 0,0-1-1 0 0,1 1 1 0 0,-1-1 0 0 0,0 1-1 0 0,0 0 1 0 0,0-1 0 0 0,-2 1-1 0 0,2-1 0 0 0,-1-1 0 0 0,-11 1-20 0 0,11 1 7 0 0,1 0 1 0 0,0 0-1 0 0,-1 0 1 0 0,1 0-1 0 0,-1 1 1 0 0,1-1-1 0 0,0 0 1 0 0,-1 1-1 0 0,1-1 1 0 0,0 1-1 0 0,0 0 1 0 0,-1-1-1 0 0,1 1 1 0 0,0 0-1 0 0,0 0 1 0 0,0 0-1 0 0,0 0 1 0 0,0 0-1 0 0,0 0 1 0 0,0 0-1 0 0,0 0 1 0 0,0 0-1 0 0,1 0 1 0 0,-1 0-1 0 0,0 1 1 0 0,0 0-1 0 0,-1 3-12 0 0,1 0 0 0 0,-1 0-1 0 0,1 0 1 0 0,0 0-1 0 0,1 0 1 0 0,-1 0 0 0 0,1 8-1 0 0,0-9 15 0 0,1-1 0 0 0,-1 1 0 0 0,1 0 0 0 0,-1-1 1 0 0,4 7-1 0 0,0 3-30 0 0,-4-11 22 0 0,1 1-1 0 0,-1-1 0 0 0,1 0 1 0 0,0 0-1 0 0,0 0 1 0 0,0 0-1 0 0,0 0 1 0 0,0 0-1 0 0,0 0 0 0 0,2 2 1 0 0,0 0-30 0 0,-2-3-21 0 0,15 12-300 0 0,-12-11 226 0 0,-2-1 104 0 0,0 0 0 0 0,0 0 0 0 0,1 0-1 0 0,-1 0 1 0 0,0 0 0 0 0,1-1 0 0 0,-1 1 0 0 0,0-1 0 0 0,1 1-1 0 0,-1-1 1 0 0,1 0 0 0 0,-1 0 0 0 0,1 0 0 0 0,-1 0-1 0 0,1-1 1 0 0,-1 1 0 0 0,0-1 0 0 0,1 1 0 0 0,-1-1-1 0 0,0 0 1 0 0,1 0 0 0 0,-1 0 0 0 0,4-2 0 0 0,-5 2 81 0 0,0 0 0 0 0,0 0 0 0 0,0 0 0 0 0,0-1 0 0 0,0 1 0 0 0,0 0 1 0 0,-1 0-1 0 0,1 0 0 0 0,0-1 0 0 0,-1 1 0 0 0,1 0 0 0 0,-1-1 1 0 0,0 1-1 0 0,1 0 0 0 0,-1-3 0 0 0,1-20 790 0 0,-1 18-714 0 0,0 5-103 0 0,-1 0-1 0 0,1-1 1 0 0,-1 1-1 0 0,1 0 1 0 0,-1 0 0 0 0,1-1-1 0 0,-1 1 1 0 0,0 0-1 0 0,0 0 1 0 0,1 0-1 0 0,-1 0 1 0 0,0 0 0 0 0,-1-1-1 0 0,-4-5 30 0 0,5 4-39 0 0,-7-9 46 0 0,5 9-57 0 0,1 0 0 0 0,0 1-1 0 0,-1 0 1 0 0,0 0-1 0 0,1 0 1 0 0,-1 0-1 0 0,0 0 1 0 0,-4-2-1 0 0,6 4 2 0 0,0-1 0 0 0,1 0 0 0 0,-1 1 0 0 0,0-1 0 0 0,0 1 0 0 0,0 0 0 0 0,0-1 0 0 0,0 1 0 0 0,0 0 0 0 0,0-1 0 0 0,-1 1 0 0 0,1 0 0 0 0,0 0 0 0 0,0 0 0 0 0,0 0 0 0 0,0 0 0 0 0,0 0 0 0 0,-2 1 0 0 0,-2-1 0 0 0,4 0-128 0 0,-1 0 0 0 0,1 0 0 0 0,0 0 0 0 0,0 1 0 0 0,-1-1 0 0 0,1 0 0 0 0,0 1 0 0 0,0-1 0 0 0,0 1 0 0 0,0-1 0 0 0,-1 1 0 0 0,1-1 0 0 0,0 1 0 0 0,0 0 0 0 0,0-1 0 0 0,0 1 0 0 0,0 0 0 0 0,0 0 0 0 0,1 0 0 0 0,-1 0 0 0 0,0 0 0 0 0,0 0 0 0 0,1 0 0 0 0,-1 0 0 0 0,0 0 0 0 0,1 0 0 0 0,-1 0 0 0 0,0 3 0 0 0</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53"/>
    </inkml:context>
    <inkml:brush xml:id="br0">
      <inkml:brushProperty name="width" value="0.1" units="cm"/>
      <inkml:brushProperty name="height" value="0.1" units="cm"/>
      <inkml:brushProperty name="color" value="#5D4753"/>
    </inkml:brush>
  </inkml:definitions>
  <inkml:trace contextRef="#ctx0" brushRef="#br0">2656 125 1375 0 0,'0'0'14036'0'0,"4"-16"-12404"0"0,-6 10-1425 0 0,0 1-1 0 0,0-1 0 0 0,0 0 1 0 0,-1 1-1 0 0,0-1 0 0 0,0 1 1 0 0,-4-6-1 0 0,4 9-114 0 0,0-1 1 0 0,0 1-1 0 0,0 0 0 0 0,0 0 1 0 0,0 1-1 0 0,0-1 1 0 0,-1 0-1 0 0,1 1 0 0 0,-6-2 1 0 0,3 1 48 0 0,-13-5 124 0 0,1 0 0 0 0,-1 2 0 0 0,0 0 0 0 0,-1 1 0 0 0,1 1 0 0 0,-1 0 0 0 0,-19 1 0 0 0,23 2-180 0 0,8-1-44 0 0,0 1 0 0 0,0 1-1 0 0,-13 1 1 0 0,12-1 18 0 0,0 0-1 0 0,0 0 1 0 0,0-1 0 0 0,-12-1-1 0 0,9 0-26 0 0,0 1 0 0 0,-13 1-1 0 0,-62 11 157 0 0,77-10-189 0 0,5-2 3 0 0,0 1 1 0 0,0 1-1 0 0,0-1 0 0 0,-7 4 1 0 0,-23 8 55 0 0,29-11-59 0 0,-1 0 0 0 0,1 0 1 0 0,-1 1-1 0 0,1 0 0 0 0,-8 6 0 0 0,-119 88 65 0 0,75-59-50 0 0,44-31-7 0 0,1 1 1 0 0,1 0 0 0 0,-1 1 0 0 0,2 0-1 0 0,-15 15 1 0 0,-5 10-7 0 0,-60 72-62 0 0,69-81 61 0 0,15-17 0 0 0,1 0 0 0 0,0 0 0 0 0,-9 14 0 0 0,5-6 0 0 0,-1 0 0 0 0,0-1 0 0 0,-1 0 0 0 0,-18 16 0 0 0,16-17 0 0 0,1 0 0 0 0,1 1 0 0 0,0 0 0 0 0,-11 20 0 0 0,16-23 0 0 0,-2 0 0 0 0,1-1 0 0 0,-21 20 0 0 0,2-1 0 0 0,-1-1 0 0 0,-2 0 0 0 0,-58 42 0 0 0,84-68 0 0 0,-48 35 106 0 0,-59 32 0 0 0,42-33 77 0 0,-27 15-250 0 0,47-26 67 0 0,-27 20 0 0 0,29-20 0 0 0,25-15 0 0 0,16-8 0 0 0,-1 0 0 0 0,1-1 0 0 0,-11 3 0 0 0,11-3 0 0 0,0-1 0 0 0,0 1 0 0 0,0 1 0 0 0,0-1 0 0 0,-6 5 0 0 0,-29 16-7 0 0,26-15-2 0 0,0 0 0 0 0,0 1 0 0 0,1 1 1 0 0,1 0-1 0 0,-17 17 0 0 0,9-6 9 0 0,-1 0 0 0 0,-35 25 0 0 0,46-36 40 0 0,1-1 1 0 0,-13 16-1 0 0,-8 8-110 0 0,2-5 41 0 0,0 3 0 0 0,-43 59 0 0 0,54-61 29 0 0,1 0 0 0 0,-22 53 0 0 0,33-66-27 0 0,1 0 0 0 0,-3 21 0 0 0,-5 15-28 0 0,4-15 55 0 0,7-27 0 0 0,0-1 0 0 0,-5 13 0 0 0,-1 3 0 0 0,1 1 0 0 0,1 1 0 0 0,2-1 0 0 0,0 1 0 0 0,2 0 0 0 0,1 42 0 0 0,4 25 47 0 0,5-1-1 0 0,23 109 1 0 0,23 68 232 0 0,-37-209-188 0 0,-5-23-65 0 0,22 67 157 0 0,-11-36-53 0 0,-7-20-42 0 0,-5-19-22 0 0,5 31 0 0 0,-11-42 10 0 0,1 1-1 0 0,1-1 0 0 0,1 0 0 0 0,19 34 0 0 0,-17-37-19 0 0,1 0-1 0 0,1-1 0 0 0,0 0 0 0 0,0 0 0 0 0,29 23 0 0 0,-12-12-42 0 0,-14-11 4 0 0,1 0 0 0 0,29 18 0 0 0,-5-3 35 0 0,-29-21-31 0 0,0 0 0 0 0,1-1 0 0 0,15 8 0 0 0,46 17 142 0 0,78 22 0 0 0,-105-39-137 0 0,-24-9 7 0 0,26 4-1 0 0,19 5 42 0 0,78 25 92 0 0,-116-35-128 0 0,0-1 0 0 0,0-1-1 0 0,34 0 1 0 0,111-9 189 0 0,-141 4-188 0 0,-1 1 0 0 0,59 6 0 0 0,-61-4-39 0 0,1 0 0 0 0,46-4 0 0 0,-70 1 0 0 0,51-2 36 0 0,62-13 0 0 0,17-2 28 0 0,-81 10-64 0 0,58-16 0 0 0,-82 14 45 0 0,-1-2 1 0 0,-1-1-1 0 0,0-2 0 0 0,28-18 1 0 0,-26 12 4 0 0,40-35 0 0 0,-35 26-33 0 0,-15 12-17 0 0,31-23 0 0 0,-23 20 16 0 0,-16 10 0 0 0,0 2 0 0 0,22-12 0 0 0,66-32-16 0 0,-81 39 0 0 0,0-1 0 0 0,32-31 0 0 0,-44 39 0 0 0,35-35 0 0 0,41-33 0 0 0,28-4 0 0 0,50-26 0 0 0,10 10 0 0 0,-147 82 0 0 0,92-34 0 0 0,-37 17 0 0 0,-34 12 0 0 0,0 2 0 0 0,2 3 0 0 0,60-10 0 0 0,-68 19 4 0 0,0 2-1 0 0,78 5 1 0 0,-96-1 2 0 0,-1 1 0 0 0,1 1 0 0 0,39 12 0 0 0,62 32 15 0 0,-12-5-13 0 0,-9-10-8 0 0,142 26 0 0 0,-199-50 0 0 0,53 10 0 0 0,125 6 0 0 0,-150-23 0 0 0,73 5 0 0 0,-103-4 9 0 0,1-3-1 0 0,-1-1 1 0 0,51-9-1 0 0,-8 1 11 0 0,-20 4 32 0 0,65-6 57 0 0,-108 8-75 0 0,1-2-1 0 0,-1-1 0 0 0,30-10 0 0 0,-13 1 20 0 0,-12 4 24 0 0,43-20-1 0 0,-19 4-38 0 0,68-25 1 0 0,42-16 68 0 0,-151 62-102 0 0,-1 0 0 0 0,0-1 0 0 0,-1 0 0 0 0,15-12 0 0 0,33-38 52 0 0,-38 37-46 0 0,-3 1 11 0 0,0-2 1 0 0,-1 0 0 0 0,-2-1-1 0 0,23-44 1 0 0,-16 29-13 0 0,-1 1-3 0 0,-5 12 6 0 0,-1-1-1 0 0,-1-1 1 0 0,-2 0-1 0 0,9-29 1 0 0,-12 27-9 0 0,1-1 9 0 0,-1-1 0 0 0,-2 0 1 0 0,-1 0-1 0 0,2-42 0 0 0,-9 32 49 0 0,-1 0-1 0 0,-15-66 0 0 0,-11 3-49 0 0,20 68 37 0 0,-2 0 0 0 0,-1 0-1 0 0,-30-57 1 0 0,39 85-47 0 0,-14-29 19 0 0,-25-50 77 0 0,24 56 1 0 0,-1 0 0 0 0,-26-28 0 0 0,-17-16 120 0 0,49 60-164 0 0,0 0 0 0 0,-1 1-1 0 0,0 1 1 0 0,-25-16 0 0 0,16 10 15 0 0,-17-8 9 0 0,0 1 0 0 0,-2 2 1 0 0,-63-25-1 0 0,46 25-78 0 0,22 7 22 0 0,-55-17 1 0 0,18 8-4 0 0,-63-20-19 0 0,80 29 0 0 0,21 6 0 0 0,-53-8 0 0 0,-49-19 0 0 0,102 29 0 0 0,0 2 0 0 0,-43-3 0 0 0,54 6 0 0 0,9 2 0 0 0,-26-1 0 0 0,29 2 0 0 0,0-1 0 0 0,-24-4 0 0 0,-10-1 0 0 0,-59-9 0 0 0,10 2 0 0 0,3 2 0 0 0,46 5 0 0 0,-50 0 0 0 0,-29 0 0 0 0,53 1 0 0 0,-38-9 0 0 0,-1 7 0 0 0,-21-4 0 0 0,101 7 0 0 0,0-2 0 0 0,-35-11 0 0 0,-126-44 0 0 0,156 49 0 0 0,-104-31 0 0 0,107 33 0 0 0,19 5 0 0 0,-29-5 0 0 0,20 6 0 0 0,-27-9 0 0 0,-5-1 0 0 0,32 7 0 0 0,-44-18 0 0 0,40 14 0 0 0,-9-7 0 0 0,28 12 0 0 0,-1 1 0 0 0,-12-4 0 0 0,13 5 0 0 0,0 0-1 0 0,1 0 1 0 0,-14-10 0 0 0,11 6-10 0 0,-24-19-44 0 0,13 8 55 0 0,12 12-1 0 0,-17-15 0 0 0,6 3 0 0 0,-21-19 0 0 0,26 25 0 0 0,0-1 0 0 0,1 0 0 0 0,0-2 0 0 0,-16-21 0 0 0,8 4 0 0 0,20 26 0 0 0,2 5 0 0 0,0 0 0 0 0,0 0 0 0 0,-1 0 0 0 0,1 1 0 0 0,-1-1 0 0 0,1 0 0 0 0,-1 1 0 0 0,0-1 0 0 0,-3-2 0 0 0,-5-4-4 0 0,0 0 1 0 0,-15-9-1 0 0,14 12-51 0 0,-8 2 57 0 0,-14-7-2 0 0,32 9 0 0 0,-2 1 0 0 0,0-1 0 0 0,1 1 0 0 0,-1-1 0 0 0,0 0 0 0 0,1 0 0 0 0,-1 0 0 0 0,1-1 0 0 0,-1 1 0 0 0,1-1 0 0 0,-3-2 0 0 0,-3-1 0 0 0,0 1 0 0 0,6 3-6 0 0,0 0 1 0 0,1 0-1 0 0,-1 1 0 0 0,0-1 1 0 0,0 0-1 0 0,0 1 0 0 0,-1-1 0 0 0,1 1 1 0 0,0-1-1 0 0,-3 1 0 0 0,-18-2 5 0 0,20 0 1 0 0,2 2 0 0 0,0 0 0 0 0,1-1 0 0 0,-1 1 0 0 0,0 0 0 0 0,0 0 0 0 0,1-1 0 0 0,-1 1 0 0 0,0 0 0 0 0,0 0 0 0 0,0 0 0 0 0,1 0 0 0 0,-1 0 0 0 0,0 0 0 0 0,0 0 0 0 0,0 0 0 0 0,1 0 0 0 0,-1 0 0 0 0,-1 1 0 0 0,-16 1-8 0 0,-22 4-48 0 0,37-5 56 0 0,-37 2 0 0 0,32-4 0 0 0,1 0 0 0 0,-2 0 0 0 0,-1 3 0 0 0,-15-1-3104 0 0</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54"/>
    </inkml:context>
    <inkml:brush xml:id="br0">
      <inkml:brushProperty name="width" value="0.1" units="cm"/>
      <inkml:brushProperty name="height" value="0.1" units="cm"/>
      <inkml:brushProperty name="color" value="#FF0000"/>
    </inkml:brush>
  </inkml:definitions>
  <inkml:trace contextRef="#ctx0" brushRef="#br0">175 72 9791 0 0,'-1'-1'1991'0'0,"-26"-14"1225"0"0,22 12-2707 0 0,0 0 0 0 0,0 0 0 0 0,0 0 0 0 0,0 1-1 0 0,-9-4 1 0 0,14 6-496 0 0,-1 0 0 0 0,1 0 0 0 0,0 0 1 0 0,0 0-1 0 0,-1 0 0 0 0,1 0 0 0 0,0 0 0 0 0,0 0 0 0 0,-1 0 0 0 0,1 0 0 0 0,0 0 0 0 0,0 0 0 0 0,-1 0 0 0 0,1 0 1 0 0,0 0-1 0 0,0 0 0 0 0,0 0 0 0 0,-1 0 0 0 0,1 0 0 0 0,0 0 0 0 0,0 0 0 0 0,-1 1 0 0 0,1-1 0 0 0,0 0 0 0 0,0 0 1 0 0,0 0-1 0 0,-1 1 0 0 0,1-1-1 0 0,0 0 1 0 0,-1 0 0 0 0,1 0-1 0 0,0 1 1 0 0,0-1 0 0 0,-1 0 0 0 0,1 0-1 0 0,0 0 1 0 0,0 0 0 0 0,-1 0-1 0 0,1 1 1 0 0,0-1 0 0 0,-1 0-1 0 0,1 0 1 0 0,0 0 0 0 0,-1 0 0 0 0,1 0-1 0 0,0 0 1 0 0,-1 0 0 0 0,1 0-1 0 0,0 0 1 0 0,-1 0 0 0 0,1 0 0 0 0,-1-1-1 0 0,-1 1 12 0 0,0 0 1 0 0,-1 0-1 0 0,1 1 0 0 0,0-1 0 0 0,0 0 0 0 0,-1 1 0 0 0,1-1 0 0 0,0 1 1 0 0,0 0-1 0 0,0 0 0 0 0,0 0 0 0 0,0 0 0 0 0,0 0 0 0 0,-3 2 0 0 0,1-1 29 0 0,0 1-1 0 0,0-1 1 0 0,0 0-1 0 0,-6 1 0 0 0,8-2-39 0 0,1-1 0 0 0,-1 0 1 0 0,1 1-1 0 0,0-1 0 0 0,-1 1 0 0 0,1 0 0 0 0,0-1 0 0 0,-1 1 0 0 0,1 0 1 0 0,0 0-1 0 0,0-1 0 0 0,-2 3 0 0 0,2-1-11 0 0,-1 0 0 0 0,1 1 0 0 0,0-1 0 0 0,0 1 0 0 0,0 0 0 0 0,0-1-1 0 0,0 1 1 0 0,0 0 0 0 0,1-1 0 0 0,-1 4 0 0 0,0-3-3 0 0,1-1 0 0 0,0 1 0 0 0,-1 0-1 0 0,1-1 1 0 0,1 1 0 0 0,-1-1 0 0 0,0 1 0 0 0,0 0-1 0 0,1-1 1 0 0,1 4 0 0 0,4 8-67 0 0,-2-12 73 0 0,-2-1-9 0 0,7 4 4 0 0,-6-4 0 0 0,1 0 0 0 0,-1-1 0 0 0,1 0 0 0 0,-1 0 0 0 0,6-1 0 0 0,12 1 0 0 0,-15 1 52 0 0,0 0-1 0 0,-1 0 1 0 0,1-1 0 0 0,0 0-1 0 0,-1-1 1 0 0,1 1 0 0 0,0-1-1 0 0,-1 0 1 0 0,1 0-1 0 0,-1-1 1 0 0,6-2 0 0 0,-8 3 47 0 0,0 0 0 0 0,0-1 1 0 0,0 0-1 0 0,-1 0 1 0 0,1 0-1 0 0,-1 0 0 0 0,0 0 1 0 0,1 0-1 0 0,-1-1 1 0 0,0 1-1 0 0,0-1 0 0 0,-1 1 1 0 0,1-1-1 0 0,0 0 0 0 0,-1 0 1 0 0,0 1-1 0 0,1-1 1 0 0,-1 0-1 0 0,0 0 0 0 0,0-6 1 0 0,0 8 377 0 0,-7-17 66 0 0,4 14-439 0 0,0-4 7 0 0,-2 1 0 0 0,1-1 0 0 0,-1 1 0 0 0,0 0 1 0 0,0 0-1 0 0,-1 0 0 0 0,-7-8 0 0 0,11 14-95 0 0,0 1 0 0 0,0-1-1 0 0,-1 0 1 0 0,1 1 0 0 0,0-1-1 0 0,0 1 1 0 0,0-1 0 0 0,0 1-1 0 0,-1-1 1 0 0,1 1 0 0 0,0 0-1 0 0,-1 0 1 0 0,1-1 0 0 0,0 1-1 0 0,0 0 1 0 0,-1 0 0 0 0,1 1 0 0 0,0-1-1 0 0,-1 0 1 0 0,1 0 0 0 0,0 0-1 0 0,0 1 1 0 0,-2 0 0 0 0,-1 0-2 0 0,0 1 1 0 0,1-1 0 0 0,-1 1 0 0 0,1 0 0 0 0,-1 0-1 0 0,-3 4 1 0 0,4-4-28 0 0,0 1-1 0 0,0-1 1 0 0,1 1-1 0 0,-1 0 1 0 0,1 0-1 0 0,0 0 1 0 0,0 0-1 0 0,0 0 1 0 0,0 0-1 0 0,0 1 1 0 0,1-1 0 0 0,0 1-1 0 0,-1-1 1 0 0,1 1-1 0 0,1-1 1 0 0,-1 1-1 0 0,0 0 1 0 0,1-1-1 0 0,0 1 1 0 0,0 0-1 0 0,0 0 1 0 0,0-1-1 0 0,0 1 1 0 0,1 0-1 0 0,0-1 1 0 0,0 1 0 0 0,0 0-1 0 0,0-1 1 0 0,0 1-1 0 0,1-1 1 0 0,0 0-1 0 0,-1 1 1 0 0,1-1-1 0 0,0 0 1 0 0,1 0-1 0 0,-1 0 1 0 0,0 0-1 0 0,1-1 1 0 0,5 5-1 0 0,4-1-28 0 0,-9-5 37 0 0,0-1 0 0 0,0 0 0 0 0,1 0 0 0 0,-1 0 0 0 0,0 0 0 0 0,0 0 0 0 0,0-1 0 0 0,0 1 0 0 0,1-1 1 0 0,-1 0-1 0 0,0 0 0 0 0,0 0 0 0 0,0-1 0 0 0,-1 1 0 0 0,1-1 0 0 0,0 1 0 0 0,0-1 0 0 0,-1 0 0 0 0,1 0 0 0 0,-1 0 0 0 0,0 0 0 0 0,4-5 0 0 0,8-7 316 0 0,-13 13 17 0 0,-6-10-200 0 0,-4 0-13 0 0,9 11-150 0 0,0 0 0 0 0,0 0-1 0 0,0 0 1 0 0,0-1 0 0 0,-1 1 0 0 0,1 0 0 0 0,0 0-1 0 0,0 0 1 0 0,0 0 0 0 0,0 0 0 0 0,-1 0-1 0 0,1 0 1 0 0,0 0 0 0 0,0 0 0 0 0,0 0 0 0 0,-1 0-1 0 0,1 0 1 0 0,0 0 0 0 0,0 0 0 0 0,0 1-1 0 0,0-1 1 0 0,-1 0 0 0 0,1 0 0 0 0,0 0-1 0 0,0 0 1 0 0,0 0 0 0 0,0 0 0 0 0,-1 0 0 0 0,1 0-1 0 0,0 1 1 0 0,0-1 0 0 0,0 0 0 0 0,0 0-1 0 0,0 0 1 0 0,0 0 0 0 0,-1 1 0 0 0,0 1-406 0 0,0 1 0 0 0,0 0 0 0 0,0-1 1 0 0,1 1-1 0 0,-1 0 0 0 0,1 0 0 0 0,-1 4 1 0 0,0 10-1254 0 0</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55"/>
    </inkml:context>
    <inkml:brush xml:id="br0">
      <inkml:brushProperty name="width" value="0.1" units="cm"/>
      <inkml:brushProperty name="height" value="0.1" units="cm"/>
      <inkml:brushProperty name="color" value="#004F8B"/>
    </inkml:brush>
  </inkml:definitions>
  <inkml:trace contextRef="#ctx0" brushRef="#br0">73 1 5063 0 0,'0'0'10788'0'0,"-1"0"-10624"0"0,-2 0-105 0 0,0 0-21 0 0,0 0 1 0 0,0 0-1 0 0,1 0 1 0 0,-1 1-1 0 0,0-1 1 0 0,1 1-1 0 0,-1-1 1 0 0,0 1-1 0 0,1 0 1 0 0,-1 0 0 0 0,1 0-1 0 0,-1 1 1 0 0,1-1-1 0 0,0 0 1 0 0,-1 1-1 0 0,1 0 1 0 0,0-1-1 0 0,-2 4 1 0 0,-3 2 26 0 0,6-7-59 0 0,0 1-1 0 0,1-1 1 0 0,-1 1-1 0 0,1-1 0 0 0,-1 1 1 0 0,0-1-1 0 0,1 1 1 0 0,-1 0-1 0 0,1-1 1 0 0,-1 1-1 0 0,1 0 1 0 0,0-1-1 0 0,-1 1 0 0 0,1 0 1 0 0,0 0-1 0 0,0 0 1 0 0,-1-1-1 0 0,1 2 1 0 0,0 1 8 0 0,-1-1-22 0 0,1 0 0 0 0,0 1 0 0 0,0-1 1 0 0,0 1-1 0 0,0-1 0 0 0,0 1 1 0 0,0-1-1 0 0,1 0 0 0 0,-1 1 0 0 0,1-1 1 0 0,0 0-1 0 0,-1 1 0 0 0,1-1 1 0 0,0 0-1 0 0,1 0 0 0 0,-1 0 0 0 0,2 4 1 0 0,-2-6 4 0 0,8 11-62 0 0,-5-10 69 0 0,-2 0-7 0 0,-2-1 2 0 0,2 1 10 0 0,1 1 0 0 0,-1-1 0 0 0,0 0 1 0 0,1 0-1 0 0,0 0 0 0 0,-1 0 0 0 0,1 0 0 0 0,-1 0 0 0 0,1-1 0 0 0,3 1 0 0 0,5-2 5 0 0,0 0-1 0 0,23-6 0 0 0,-34 7-8 0 0,1 0 0 0 0,-1 0 0 0 0,1 0 1 0 0,0 0-1 0 0,-1 0 0 0 0,1 0 0 0 0,-1 0 0 0 0,1-1 0 0 0,0 1 1 0 0,-1 0-1 0 0,1 0 0 0 0,-1 0 0 0 0,1-1 0 0 0,-1 1 0 0 0,1 0 1 0 0,-1-1-1 0 0,1 1 0 0 0,-1 0 0 0 0,1-1 0 0 0,-1 1 1 0 0,1-1-1 0 0,0 0 18 0 0,0 0 45 0 0,3-8 364 0 0,-4 7-380 0 0,0-1-1 0 0,0 1 1 0 0,0-1 0 0 0,0 1-1 0 0,0 0 1 0 0,-1-1 0 0 0,1 1-1 0 0,-1-1 1 0 0,0 1-1 0 0,0 0 1 0 0,0-1 0 0 0,0 1-1 0 0,0 0 1 0 0,0 0-1 0 0,0 0 1 0 0,-1 0 0 0 0,1 0-1 0 0,-3-3 1 0 0,1 3 33 0 0,1-1 0 0 0,-1 1 0 0 0,0-1 0 0 0,0 1 0 0 0,0 0 0 0 0,0 0 0 0 0,0 0 0 0 0,0 0 1 0 0,0 0-1 0 0,-1 1 0 0 0,1 0 0 0 0,-4-2 0 0 0,5 4-58 0 0,-1-1 0 0 0,1 0 0 0 0,0 1 0 0 0,0 0 0 0 0,-1-1 0 0 0,1 1 0 0 0,0 0 0 0 0,0 0 0 0 0,0 0 0 0 0,-4 3 0 0 0,4-3-36 0 0,-1 1 0 0 0,1 0 0 0 0,0-1-1 0 0,-1 1 1 0 0,1 0 0 0 0,0 0 0 0 0,0 0-1 0 0,0 1 1 0 0,0-1 0 0 0,1 0 0 0 0,-1 1-1 0 0,-1 2 1 0 0,0 2-23 0 0,3-7 30 0 0,-2 7-62 0 0,3 10 66 0 0,-1-14-9 0 0,0 0 0 0 0,0-1 0 0 0,1 1 0 0 0,-1 0 0 0 0,1-1 0 0 0,0 1-1 0 0,0 0 1 0 0,0-1 0 0 0,0 1 0 0 0,0-1 0 0 0,0 1 0 0 0,1-1 0 0 0,-1 0 0 0 0,1 1 0 0 0,-1-1-1 0 0,1 0 1 0 0,4 3 0 0 0,-4-3-3 0 0,0 0 1 0 0,0 0-1 0 0,1-1 0 0 0,-1 1 0 0 0,0-1 0 0 0,1 0 0 0 0,-1 0 0 0 0,1 0 1 0 0,-1 0-1 0 0,1 0 0 0 0,0 0 0 0 0,3 0 0 0 0,-1 0 10 0 0,1 0 0 0 0,-1-1 0 0 0,1 1 0 0 0,0-1 0 0 0,7-1 0 0 0,1 0 11 0 0,-8 0-3 0 0,0 1 0 0 0,0-1 0 0 0,0 0 0 0 0,0-1 0 0 0,0 1 0 0 0,0-1 0 0 0,7-4 0 0 0,-12 5 5 0 0,0 1-1 0 0,0-1 1 0 0,0 1 0 0 0,0-1 0 0 0,-1 0 0 0 0,1 0 0 0 0,0 0-1 0 0,0 1 1 0 0,-1-1 0 0 0,1 0 0 0 0,-1 0 0 0 0,1 0-1 0 0,-1 0 1 0 0,1 0 0 0 0,-1 0 0 0 0,1 0 0 0 0,-1 0-1 0 0,0 0 1 0 0,0 0 0 0 0,1-2 0 0 0,-1-24 616 0 0,-1 17-162 0 0,1 9-436 0 0,-1-1-1 0 0,1 1 0 0 0,0 0 1 0 0,-1 0-1 0 0,1 0 1 0 0,-1 0-1 0 0,0 0 0 0 0,1 0 1 0 0,-1 0-1 0 0,0 0 1 0 0,1 0-1 0 0,-1 0 0 0 0,0 1 1 0 0,0-1-1 0 0,0 0 1 0 0,-1 0-1 0 0,-16-11 368 0 0,8 9-329 0 0,1 1 0 0 0,0 0 0 0 0,0 0-1 0 0,-1 1 1 0 0,-18-1 0 0 0,20 3-69 0 0,0 4 0 0 0,8-5-5 0 0,-2 1 0 0 0,0 0 0 0 0,1 1 0 0 0,-1-1 0 0 0,0 1 0 0 0,1-1 0 0 0,-1 1 0 0 0,1-1 0 0 0,-1 1 0 0 0,1 0 0 0 0,0 0 0 0 0,-1 0 0 0 0,1 0 0 0 0,0 0 0 0 0,-1 3 0 0 0,2-3-9 0 0,-1 0-1 0 0,0 0 1 0 0,1 0-1 0 0,-1-1 0 0 0,1 1 1 0 0,-1 0-1 0 0,1 0 1 0 0,0 1-1 0 0,0-1 1 0 0,0 0-1 0 0,0 0 1 0 0,0 0-1 0 0,0 0 1 0 0,1 0-1 0 0,-1 0 1 0 0,1 0-1 0 0,-1 0 0 0 0,3 3 1 0 0,0 4-94 0 0,6 17-180 0 0,-9-25 290 0 0,1 1 1 0 0,0-1-1 0 0,-1 1 0 0 0,1-1 0 0 0,0 0 1 0 0,0 1-1 0 0,0-1 0 0 0,0 0 0 0 0,0 1 1 0 0,0-1-1 0 0,1 0 0 0 0,-1 0 0 0 0,0 0 0 0 0,0 0 1 0 0,1 0-1 0 0,-1 0 0 0 0,1-1 0 0 0,-1 1 1 0 0,1 0-1 0 0,-1-1 0 0 0,1 1 0 0 0,-1-1 1 0 0,1 1-1 0 0,0-1 0 0 0,2 0 0 0 0,1 1-17 0 0,-2 1 27 0 0,-2-2-9 0 0,0 0 0 0 0,0 1 0 0 0,0-1 0 0 0,1 0 0 0 0,-1 0 0 0 0,0 0 0 0 0,0 0 0 0 0,0 0 0 0 0,1 0-1 0 0,-1 0 1 0 0,0 0 0 0 0,0 0 0 0 0,2-1 0 0 0,18-1-13 0 0,-20 2 19 0 0,1 0 0 0 0,-1 0 0 0 0,0 0 1 0 0,0-1-1 0 0,1 1 0 0 0,-1 0 1 0 0,0-1-1 0 0,0 1 0 0 0,0-1 0 0 0,1 1 1 0 0,-1-1-1 0 0,0 0 0 0 0,0 1 1 0 0,0-1-1 0 0,0 0 0 0 0,0 0 0 0 0,0 0 1 0 0,0 0-1 0 0,-1 0 0 0 0,1 0 1 0 0,0 0-1 0 0,0 0 0 0 0,-1 0 0 0 0,1 0 1 0 0,0-3-1 0 0,0 3 8 0 0,-1 1-10 0 0,0-1 0 0 0,1 1-1 0 0,-1 0 1 0 0,0-1 0 0 0,0 1-1 0 0,0 0 1 0 0,0-1 0 0 0,1 1-1 0 0,-1 0 1 0 0,0-1 0 0 0,0 1 0 0 0,0 0-1 0 0,0-1 1 0 0,0 1 0 0 0,0 0-1 0 0,0-1 1 0 0,0 1 0 0 0,0-1-1 0 0,0 1 1 0 0,0 0 0 0 0,0-1 0 0 0,-1-12 128 0 0,1 9-127 0 0,0 0-1 0 0,-1 0 1 0 0,1 0 0 0 0,-1 1 0 0 0,0-1-1 0 0,0 0 1 0 0,0 1 0 0 0,0-1 0 0 0,0 1 0 0 0,-1-1-1 0 0,0 1 1 0 0,0-1 0 0 0,0 1 0 0 0,0 0-1 0 0,0 0 1 0 0,0 0 0 0 0,-1 0 0 0 0,0 1-1 0 0,1-1 1 0 0,-1 0 0 0 0,0 1 0 0 0,0 0 0 0 0,-1 0-1 0 0,1 0 1 0 0,0 0 0 0 0,-1 1 0 0 0,1-1-1 0 0,-1 1 1 0 0,1 0 0 0 0,-1-1 0 0 0,0 2 0 0 0,1-1-1 0 0,-1 0 1 0 0,-6 1 0 0 0,7 0 5 0 0,1-1-8 0 0,1 1 1 0 0,-1 0-1 0 0,0 0 1 0 0,0 0-1 0 0,0 0 1 0 0,0 0-1 0 0,0 1 0 0 0,-2 0 1 0 0,1 0-14 0 0,0 0 0 0 0,0 1-1 0 0,0-1 1 0 0,1 1 0 0 0,-1-1 0 0 0,1 1-1 0 0,-1 0 1 0 0,1 0 0 0 0,-3 3 0 0 0,3-3 1 0 0,1 0 0 0 0,0-1 1 0 0,-1 1-1 0 0,1 0 0 0 0,0 0 1 0 0,0 0-1 0 0,0 0 0 0 0,0 0 1 0 0,0 0-1 0 0,0 0 1 0 0,0 1-1 0 0,1-1 0 0 0,-1 0 1 0 0,1 0-1 0 0,0 1 0 0 0,0-1 1 0 0,0 0-1 0 0,0 1 0 0 0,0-1 1 0 0,0 0-1 0 0,0 0 0 0 0,2 4 0 0 0,-1-3-35 0 0,0-1 41 0 0,0-1 1 0 0,0 0-1 0 0,0 0 1 0 0,0 1-1 0 0,0-1 1 0 0,0 0-1 0 0,1 0 0 0 0,-1 0 1 0 0,0-1-1 0 0,0 1 1 0 0,1 0-1 0 0,-1 0 1 0 0,1-1-1 0 0,-1 1 1 0 0,1-1-1 0 0,-1 1 0 0 0,3 0 1 0 0,2 0-1 0 0,18 6 1 0 0,-22-6 0 0 0,-1-1 0 0 0,0 0 0 0 0,0 1 0 0 0,0-1 0 0 0,0 0 0 0 0,0 0 0 0 0,0 1 0 0 0,0-1 0 0 0,0 0 0 0 0,0 0 0 0 0,1 0 0 0 0,-1 0 0 0 0,0-1 0 0 0,0 1 0 0 0,0 0 0 0 0,0 0 0 0 0,0-1 0 0 0,0 1 0 0 0,0-1 0 0 0,0 1 0 0 0,0-1 0 0 0,1 0 0 0 0,3-2 0 0 0,-4 3 17 0 0,0 0-1 0 0,0 0 1 0 0,0-1-1 0 0,0 1 1 0 0,0 0-1 0 0,0-1 1 0 0,0 1-1 0 0,0-1 1 0 0,-1 1-1 0 0,1-1 1 0 0,0 0-1 0 0,0 1 1 0 0,0-1-1 0 0,-1 0 1 0 0,1 0-1 0 0,1-1 1 0 0,-2 2-11 0 0,0-1 0 0 0,0 1 0 0 0,0-1 1 0 0,0 1-1 0 0,0-1 0 0 0,1 0 0 0 0,-1 1 1 0 0,0-1-1 0 0,0 1 0 0 0,0-1 0 0 0,-1 1 1 0 0,1-1-1 0 0,0 0 0 0 0,0 1 0 0 0,0-1 1 0 0,0 1-1 0 0,0-1 0 0 0,-1 1 0 0 0,1-1 1 0 0,-1 0-1 0 0,0-1 39 0 0,-1-1 0 0 0,0 1 0 0 0,0 0 1 0 0,0 0-1 0 0,0 0 0 0 0,-5-4 0 0 0,5 5-26 0 0,-1-1 1 0 0,1 1-1 0 0,-1-1 0 0 0,1 1 1 0 0,-1 0-1 0 0,1 0 0 0 0,-1 0 0 0 0,0 0 1 0 0,1 1-1 0 0,-1-1 0 0 0,0 1 1 0 0,0 0-1 0 0,0-1 0 0 0,0 1 1 0 0,1 1-1 0 0,-1-1 0 0 0,0 0 0 0 0,0 1 1 0 0,0-1-1 0 0,-4 2 0 0 0,4-1-400 0 0,0 1 0 0 0,0-1-1 0 0,0 1 1 0 0,1-1 0 0 0,-1 1-1 0 0,-4 4 1 0 0,-3 2-1044 0 0,1 0-14 0 0</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56"/>
    </inkml:context>
    <inkml:brush xml:id="br0">
      <inkml:brushProperty name="width" value="0.1" units="cm"/>
      <inkml:brushProperty name="height" value="0.1" units="cm"/>
      <inkml:brushProperty name="color" value="#004F8B"/>
    </inkml:brush>
  </inkml:definitions>
  <inkml:trace contextRef="#ctx0" brushRef="#br0">137 31 7367 0 0,'0'0'550'0'0,"-4"-2"-369"0"0,-17-7 3648 0 0,-3 1-1961 0 0,3 8-896 0 0,20 0-824 0 0,-9 7 336 0 0,-7 12-153 0 0,16-17-208 0 0,0-1-33 0 0,-5 16 102 0 0,6-16 32 0 0,-1 1-160 0 0,-2 1-34 0 0,2-1-33 0 0,0-1 1 0 0,0 1-1 0 0,0-1 1 0 0,0 1-1 0 0,0-1 0 0 0,1 1 1 0 0,-1 0-1 0 0,1-1 1 0 0,-1 1-1 0 0,1 0 0 0 0,0 0 1 0 0,-1-1-1 0 0,1 1 1 0 0,0 2-1 0 0,-1 0-9 0 0,1-2 12 0 0,-1 0-1 0 0,1 0 0 0 0,0 0 0 0 0,0 0 0 0 0,0 0 0 0 0,0 0 0 0 0,0 0 0 0 0,0 0 0 0 0,1-1 0 0 0,-1 1 0 0 0,1 0 0 0 0,-1 0 0 0 0,1 0 1 0 0,1 3-1 0 0,-1-4-53 0 0,1 3-11 0 0,-2-3 62 0 0,0 0 0 0 0,1-1 0 0 0,-1 1-1 0 0,0 0 1 0 0,0 0 0 0 0,1-1 0 0 0,-1 1 0 0 0,0 0 0 0 0,1 0 0 0 0,-1-1-1 0 0,1 1 1 0 0,-1-1 0 0 0,1 1 0 0 0,-1 0 0 0 0,1-1 0 0 0,-1 1 0 0 0,1-1 0 0 0,-1 1-1 0 0,2 0 1 0 0,-1 0 3 0 0,-1 0 1 0 0,1 0-1 0 0,0-1 0 0 0,0 1 0 0 0,0 0 0 0 0,0 0 0 0 0,0 0 1 0 0,0 0-1 0 0,0-1 0 0 0,0 1 0 0 0,0-1 0 0 0,0 1 1 0 0,0-1-1 0 0,0 1 0 0 0,1-1 0 0 0,-1 1 0 0 0,0-1 0 0 0,0 0 1 0 0,1 0-1 0 0,-1 0 0 0 0,2 0 0 0 0,1 1-4 0 0,0-1 2 0 0,-2 1 7 0 0,-1 0 1 0 0,1-1-1 0 0,-1 0 1 0 0,1 1-1 0 0,-1-1 1 0 0,1 0-1 0 0,-1 0 1 0 0,1 0-1 0 0,-1 0 1 0 0,1 0-1 0 0,-1 0 1 0 0,1 0-1 0 0,-1 0 0 0 0,1-1 1 0 0,-1 1-1 0 0,1-1 1 0 0,-1 1-1 0 0,1-1 1 0 0,-1 1-1 0 0,1-1 1 0 0,-1 0-1 0 0,0 0 1 0 0,1 0-1 0 0,-1 1 1 0 0,2-3-1 0 0,6-3 93 0 0,-5 3 38 0 0,0 1-1 0 0,0 0 1 0 0,0-1-1 0 0,-1 0 0 0 0,0 0 1 0 0,1 0-1 0 0,-1 0 1 0 0,0-1-1 0 0,0 1 1 0 0,4-8-1 0 0,-6 7-1 0 0,0 0 0 0 0,0 0-1 0 0,0 0 1 0 0,-1 0-1 0 0,1-1 1 0 0,-1 1 0 0 0,0 0-1 0 0,-1 0 1 0 0,1 0 0 0 0,-1-1-1 0 0,1 1 1 0 0,-1 0 0 0 0,0 0-1 0 0,-1 0 1 0 0,1 0 0 0 0,-4-6-1 0 0,4 9 187 0 0,-25-13 416 0 0,12 8-328 0 0,11 5-386 0 0,1 0 0 0 0,0 0 0 0 0,-1 0 0 0 0,1 0 0 0 0,-1 0 1 0 0,1 0-1 0 0,-1 1 0 0 0,1-1 0 0 0,-1 1 0 0 0,0 0 0 0 0,1 0 0 0 0,-1 0 0 0 0,-3 0 1 0 0,4 0-34 0 0,0 1 1 0 0,1-1 0 0 0,-1 0 0 0 0,0 1-1 0 0,0-1 1 0 0,1 1 0 0 0,-1 0 0 0 0,0-1-1 0 0,1 1 1 0 0,-1 0 0 0 0,0 0 0 0 0,1 0-1 0 0,-1 0 1 0 0,1 0 0 0 0,0 0 0 0 0,-1 1-1 0 0,1-1 1 0 0,-2 3 0 0 0,2-3 7 0 0,0 0 0 0 0,0 0-1 0 0,0 0 1 0 0,0 1 0 0 0,0-1 0 0 0,1 0 0 0 0,-1 0-1 0 0,0 1 1 0 0,1-1 0 0 0,-1 1 0 0 0,0-1 0 0 0,1 0 0 0 0,0 1-1 0 0,-1-1 1 0 0,1 1 0 0 0,0-1 0 0 0,0 1 0 0 0,0-1 0 0 0,0 1-1 0 0,0-1 1 0 0,0 1 0 0 0,1 1 0 0 0,0 3-10 0 0,-2 12-87 0 0,1-17 96 0 0,0-1 0 0 0,0 1 0 0 0,0 0 0 0 0,0 0 0 0 0,0 0 1 0 0,0 0-1 0 0,1 0 0 0 0,-1-1 0 0 0,0 1 0 0 0,0 0 0 0 0,1 0 0 0 0,-1 0 0 0 0,0-1 0 0 0,1 1 1 0 0,-1 0-1 0 0,1 0 0 0 0,0 0 0 0 0,0 1-2 0 0,0 0 12 0 0,1 0 0 0 0,-1 1 0 0 0,1-1 0 0 0,-1 0 0 0 0,1 0 0 0 0,0 0 0 0 0,4 3 1 0 0,-5-4-61 0 0,1 0-10 0 0,-2 0 48 0 0,1 0 4 0 0,0 0 0 0 0,1 0 1 0 0,-1 0-1 0 0,0 0 0 0 0,0 0 0 0 0,1 0 0 0 0,-1-1 0 0 0,1 1 0 0 0,-1 0 0 0 0,0-1 0 0 0,1 1 0 0 0,1-1 1 0 0,5-1 43 0 0,2-3-22 0 0,-9 3-2 0 0,1 1 0 0 0,0-1 0 0 0,-1 0 0 0 0,1 0 0 0 0,0 0 0 0 0,-1 0 0 0 0,1 0 0 0 0,-1 0 0 0 0,0 0-1 0 0,1 0 1 0 0,-1-1 0 0 0,0 1 0 0 0,0 0 0 0 0,0-1 0 0 0,0 1 0 0 0,0-1 0 0 0,0 0 0 0 0,0 1 0 0 0,0-1 0 0 0,-1 0 0 0 0,1 1 0 0 0,-1-1-1 0 0,1 0 1 0 0,0-2 0 0 0,-1 1 20 0 0,-1 0 0 0 0,1 0 0 0 0,0 0 1 0 0,-1 0-1 0 0,0 0 0 0 0,1 0 0 0 0,-1 0 0 0 0,-1 0 0 0 0,1 1 0 0 0,-2-4 0 0 0,3 5-27 0 0,0 1 0 0 0,0-1 0 0 0,0 1 0 0 0,0-1 0 0 0,-1 0 0 0 0,1 1 0 0 0,0-1 0 0 0,-1 1 0 0 0,1-1 0 0 0,0 0 0 0 0,-1 1 1 0 0,1-1-1 0 0,-1 1 0 0 0,1-1 0 0 0,-1 1 0 0 0,1 0 0 0 0,-2-1 0 0 0,-9-8 72 0 0,9 8-61 0 0,0 0 0 0 0,0-1 0 0 0,0 1 0 0 0,0 0 1 0 0,-1 0-1 0 0,1 1 0 0 0,0-1 0 0 0,-1 0 0 0 0,1 1 0 0 0,-1-1 0 0 0,1 1 1 0 0,0 0-1 0 0,-4 0 0 0 0,-25 2 11 0 0,22 2-37 0 0,4 3-56 0 0,-1 3-8 0 0,0 4 22 0 0,8-9 54 0 0,-1-3-10 0 0,0 3-99 0 0,0 0-1 0 0,0 0 0 0 0,1 0 1 0 0,4 8-1 0 0,-5-11-278 0 0,1 1 0 0 0,-1-1 1 0 0,1 0-1 0 0,0 0 0 0 0,-1 0 1 0 0,1 0-1 0 0,0-1 0 0 0,0 1 1 0 0,0 0-1 0 0,0-1 0 0 0,3 2 1 0 0,5 2-1369 0 0</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57"/>
    </inkml:context>
    <inkml:brush xml:id="br0">
      <inkml:brushProperty name="width" value="0.1" units="cm"/>
      <inkml:brushProperty name="height" value="0.1" units="cm"/>
      <inkml:brushProperty name="color" value="#004F8B"/>
    </inkml:brush>
  </inkml:definitions>
  <inkml:trace contextRef="#ctx0" brushRef="#br0">108 41 6967 0 0,'-5'-10'10671'0'0,"3"9"-10574"0"0,-1 0 0 0 0,0-1 0 0 0,0 1 1 0 0,1 0-1 0 0,-1 0 0 0 0,0 1 0 0 0,0-1 0 0 0,-6 0 1 0 0,8 1 396 0 0,-1 0-238 0 0,-52 35 296 0 0,53-34-549 0 0,0 0-1 0 0,0 1 1 0 0,0-1-1 0 0,0 0 1 0 0,0 1-1 0 0,0-1 1 0 0,1 0-1 0 0,-1 1 1 0 0,1-1 0 0 0,-1 1-1 0 0,1-1 1 0 0,-1 1-1 0 0,1-1 1 0 0,0 1-1 0 0,0-1 1 0 0,0 1-1 0 0,0-1 1 0 0,0 3-1 0 0,-1 8 25 0 0,-2-1 20 0 0,3-7-39 0 0,5 11-98 0 0,-5-13 85 0 0,1 0 0 0 0,-1 0 0 0 0,1-1 0 0 0,-1 1 0 0 0,1 0 0 0 0,0 0 0 0 0,0-1 0 0 0,2 4 0 0 0,4-1-17 0 0,-5-3 15 0 0,2 1 3 0 0,0 0 0 0 0,0-1 0 0 0,0 1 0 0 0,0-1 1 0 0,0 0-1 0 0,0 0 0 0 0,0 0 0 0 0,0-1 1 0 0,0 1-1 0 0,0-1 0 0 0,0 0 0 0 0,8-1 1 0 0,3 1-2 0 0,-12 0 0 0 0,6-1 16 0 0,10-10-81 0 0,-15 10 49 0 0,-1 0-1 0 0,16-15 91 0 0,-18 15 26 0 0,1 0 1 0 0,0-1-1 0 0,0 1 1 0 0,0-1-1 0 0,-1 0 1 0 0,1 0-1 0 0,-1 1 1 0 0,1-1-1 0 0,-1 0 1 0 0,0 0-1 0 0,0 0 1 0 0,0 0-1 0 0,0-1 1 0 0,0 1-1 0 0,0 0 1 0 0,-1 0-1 0 0,1-1 1 0 0,-1 1-1 0 0,1 0 1 0 0,-1-1-1 0 0,0 1 1 0 0,0 0-1 0 0,0-1 1 0 0,0 1-1 0 0,-1 0 1 0 0,0-4-1 0 0,0-8 191 0 0,0 12-230 0 0,1-1 0 0 0,0 0 1 0 0,-1 1-1 0 0,1-1 0 0 0,-1 0 0 0 0,-1-3 0 0 0,1 5 13 0 0,-11-17 70 0 0,6 11-86 0 0,5 6-45 0 0,0-1 1 0 0,0 1-1 0 0,0 1 0 0 0,0-1 0 0 0,0 0 0 0 0,0 0 1 0 0,0 0-1 0 0,0 0 0 0 0,-1 1 0 0 0,1-1 1 0 0,0 1-1 0 0,0-1 0 0 0,-1 1 0 0 0,1-1 0 0 0,0 1 1 0 0,-1 0-1 0 0,1-1 0 0 0,0 1 0 0 0,-1 0 0 0 0,1 0 1 0 0,-1 0-1 0 0,-1 0 0 0 0,-1 1 14 0 0,0 0 0 0 0,-1 0 0 0 0,1 1-1 0 0,0-1 1 0 0,-4 3 0 0 0,8-4-22 0 0,-2 0-2 0 0,1 1 1 0 0,0 0-1 0 0,0-1 0 0 0,1 1 1 0 0,-1 0-1 0 0,0 0 0 0 0,0 0 1 0 0,0 0-1 0 0,0 0 0 0 0,0 1 1 0 0,-6 6-54 0 0,4-8 45 0 0,2 0 10 0 0,0 0 0 0 0,1 0-1 0 0,-1 0 1 0 0,1 0 0 0 0,-1 0 0 0 0,0 1 0 0 0,1-1-1 0 0,-1 0 1 0 0,1 0 0 0 0,-1 1 0 0 0,1-1 0 0 0,-1 0 0 0 0,1 0-1 0 0,-1 1 1 0 0,1-1 0 0 0,-1 0 0 0 0,1 1 0 0 0,0-1-1 0 0,-1 1 1 0 0,1-1 0 0 0,-1 1 0 0 0,1-1 0 0 0,0 1 0 0 0,-1-1-1 0 0,1 2 1 0 0,-2 0-5 0 0,0 0 0 0 0,1-1 0 0 0,0 1 0 0 0,0-1 0 0 0,0 1 0 0 0,0 0 1 0 0,0 0-1 0 0,1 0 0 0 0,-1-1 0 0 0,1 1 0 0 0,-1 0 0 0 0,0 2 0 0 0,1 2-11 0 0,0-1 0 0 0,0 1 0 0 0,0-1 0 0 0,0 0 0 0 0,1 1 0 0 0,0-1 0 0 0,0 0 0 0 0,1 0 0 0 0,-1 1 0 0 0,1-1 0 0 0,5 9 0 0 0,-7-12 16 0 0,1-1 0 0 0,0 1 0 0 0,0-1 0 0 0,0 1 0 0 0,0-1 0 0 0,1 1 0 0 0,-1-1 0 0 0,0 0 0 0 0,0 1 0 0 0,1-1 0 0 0,-1 0 0 0 0,1 0 0 0 0,-1 0 0 0 0,1 0 0 0 0,1 1 0 0 0,4 1 0 0 0,-5-1 0 0 0,0-1 0 0 0,0 1 0 0 0,0-1 0 0 0,0 0 0 0 0,0 1 0 0 0,1-1 0 0 0,-1 0 0 0 0,0 0 0 0 0,1 0 0 0 0,-1-1 0 0 0,1 1 0 0 0,-1-1 0 0 0,4 1 0 0 0,3 0 0 0 0,-3 0 0 0 0,-5 0 0 0 0,1-1 0 0 0,0 1 0 0 0,-1-1 0 0 0,1 0 0 0 0,0 0 0 0 0,-1 0 0 0 0,1 0 0 0 0,0 0 0 0 0,0 0 0 0 0,-1 0 0 0 0,1-1 0 0 0,-1 1 0 0 0,1 0 0 0 0,0-1 0 0 0,-1 0 0 0 0,1 1 0 0 0,1-2 0 0 0,24-9-64 0 0,-25 10 73 0 0,-1 1-1 0 0,1-1 1 0 0,0 0-1 0 0,0 0 1 0 0,-1-1-1 0 0,1 1 1 0 0,0 0-1 0 0,-1 0 1 0 0,0-1 0 0 0,1 1-1 0 0,-1-1 1 0 0,0 1-1 0 0,1-1 1 0 0,-1 0-1 0 0,0 1 1 0 0,0-1-1 0 0,0 0 1 0 0,-1 0-1 0 0,1 0 1 0 0,0 0 0 0 0,-1 0-1 0 0,1 0 1 0 0,-1 0-1 0 0,0 0 1 0 0,0 0-1 0 0,1 0 1 0 0,-1 0-1 0 0,0 0 1 0 0,-1 0-1 0 0,1 0 1 0 0,-1-3-1 0 0,0 1 53 0 0,0 0 0 0 0,0 0-1 0 0,-1 0 1 0 0,1 0 0 0 0,-1 0-1 0 0,0 0 1 0 0,0 0-1 0 0,0 1 1 0 0,-1-1 0 0 0,1 1-1 0 0,-1-1 1 0 0,0 1 0 0 0,0 0-1 0 0,0 0 1 0 0,0 1 0 0 0,-4-4-1 0 0,4 5-40 0 0,0-1 1 0 0,-1 1-1 0 0,1 0 0 0 0,0 0 0 0 0,0 0 0 0 0,-1 0 1 0 0,1 1-1 0 0,0-1 0 0 0,-1 1 0 0 0,1 0 0 0 0,-1 0 1 0 0,1 0-1 0 0,0 0 0 0 0,-1 1 0 0 0,1-1 0 0 0,0 1 1 0 0,-1 0-1 0 0,-3 2 0 0 0,4-2-26 0 0,-1 1 0 0 0,0 0 1 0 0,1 0-1 0 0,0 0 0 0 0,-1 0 0 0 0,1 1 0 0 0,0-1 0 0 0,0 1 0 0 0,0 0 0 0 0,-2 3 1 0 0,-2 1-10 0 0,6-4-8 0 0,0-1 0 0 0,0 1 0 0 0,1-1 0 0 0,-1 1 0 0 0,1 0 0 0 0,-1-1 0 0 0,1 1 0 0 0,0 0 0 0 0,0 0 0 0 0,0-1 0 0 0,0 4 0 0 0,1-3 13 0 0,-1 0-1 0 0,1 0 0 0 0,0 0 0 0 0,0 0 1 0 0,0-1-1 0 0,0 1 0 0 0,0 0 0 0 0,1 0 1 0 0,-1-1-1 0 0,1 1 0 0 0,0-1 0 0 0,2 3 0 0 0,0 1-19 0 0,-2-3 21 0 0,-1-2 4 0 0,-1 1 0 0 0,1-1 0 0 0,0 0 0 0 0,0 0 0 0 0,0 0 0 0 0,0 0-1 0 0,0 0 1 0 0,0 0 0 0 0,0-1 0 0 0,1 1 0 0 0,-1 0 0 0 0,2 0 0 0 0,3 4-20 0 0,-2-2 10 0 0,-1 0-1 0 0,0-1 0 0 0,1 0 0 0 0,0 0 0 0 0,5 2 0 0 0,-4-2 26 0 0,1-1-1 0 0,0 0 0 0 0,0 0 1 0 0,0 0-1 0 0,10-1 0 0 0,-10-1-9 0 0,0 1 0 0 0,-1-1 0 0 0,1 0 0 0 0,-1-1 0 0 0,0 1 0 0 0,10-6 0 0 0,5 0 0 0 0,-18 7 3 0 0,-1 0 0 0 0,-1 0 1 0 0,1-1-1 0 0,0 1 0 0 0,-1 0 0 0 0,1 0 0 0 0,0-1 1 0 0,-1 1-1 0 0,1 0 0 0 0,-1-1 0 0 0,1 1 0 0 0,-1 0 1 0 0,1-1-1 0 0,-1 1 0 0 0,1-1 0 0 0,-1 1 1 0 0,1-1-1 0 0,-1 1 0 0 0,1-2 0 0 0,0 2 65 0 0,-1-2 12 0 0,1 0-67 0 0,0 0 0 0 0,0 1-1 0 0,-1-1 1 0 0,1 0 0 0 0,-1 0 0 0 0,0 0 0 0 0,1 0-1 0 0,-1 0 1 0 0,0 0 0 0 0,0 0 0 0 0,0 0-1 0 0,-1 0 1 0 0,1 0 0 0 0,0 0 0 0 0,-1 0 0 0 0,1 0-1 0 0,-1 0 1 0 0,-1-3 0 0 0,-1 1-5 0 0,0 0 0 0 0,0 0 0 0 0,0 1 0 0 0,0-1 0 0 0,-1 1 1 0 0,1 0-1 0 0,-1 0 0 0 0,0 0 0 0 0,-7-4 0 0 0,-2-4-8 0 0,12 9 3 0 0,-1 0 0 0 0,1 1 0 0 0,-1-1 0 0 0,1 1 0 0 0,-1-1 0 0 0,0 1 0 0 0,0 0 0 0 0,0 0 0 0 0,0-1 0 0 0,0 1 0 0 0,0 1 0 0 0,0-1 0 0 0,0 0 0 0 0,0 0 0 0 0,0 1 0 0 0,-1-1 0 0 0,1 1 0 0 0,0 0 0 0 0,0 0 0 0 0,0 0 0 0 0,-1 0 0 0 0,1 0 0 0 0,-4 1 0 0 0,-2 0-3 0 0,1 1 0 0 0,2 4-11 0 0,3-3-42 0 0,1-2-51 0 0,0 1 0 0 0,0-1 0 0 0,0 1-1 0 0,1-1 1 0 0,-1 1 0 0 0,0 0 0 0 0,1-1 0 0 0,-1 1 0 0 0,1 0-1 0 0,0-1 1 0 0,0 1 0 0 0,-1 0 0 0 0,1 0 0 0 0,0-1 0 0 0,0 1-1 0 0,0 0 1 0 0,1 0 0 0 0,-1-1 0 0 0,0 1 0 0 0,1 0 0 0 0,-1 0-1 0 0,1-1 1 0 0,0 1 0 0 0,-1-1 0 0 0,1 1 0 0 0,0 0 0 0 0,1 1-1 0 0,1 2-435 0 0,4 8-579 0 0</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58"/>
    </inkml:context>
    <inkml:brush xml:id="br0">
      <inkml:brushProperty name="width" value="0.1" units="cm"/>
      <inkml:brushProperty name="height" value="0.1" units="cm"/>
      <inkml:brushProperty name="color" value="#004F8B"/>
    </inkml:brush>
  </inkml:definitions>
  <inkml:trace contextRef="#ctx0" brushRef="#br0">122 62 7255 0 0,'0'0'1618'0'0,"-1"-11"2875"0"0,1 10-4276 0 0,-1 0 0 0 0,1 0 0 0 0,-1 0-1 0 0,0-1 1 0 0,0 1 0 0 0,1 0 0 0 0,-1 0 0 0 0,0 0 0 0 0,0 0 0 0 0,0 0 0 0 0,0 0-1 0 0,0 1 1 0 0,0-1 0 0 0,0 0 0 0 0,0 0 0 0 0,0 1 0 0 0,-1-1 0 0 0,1 1 0 0 0,-2-2-1 0 0,-2 2-50 0 0,1-1 0 0 0,0 0-1 0 0,-1 1 1 0 0,-6 0 0 0 0,9 0-27 0 0,-1 0-52 0 0,1 1-1 0 0,-1-1 1 0 0,1 1 0 0 0,-1 0-1 0 0,1 0 1 0 0,-1 0 0 0 0,1 0-1 0 0,-4 2 1 0 0,-5 3 45 0 0,9-5-121 0 0,1 0-1 0 0,-1 0 1 0 0,0 0 0 0 0,1 1-1 0 0,-1-1 1 0 0,1 0-1 0 0,-1 1 1 0 0,1 0 0 0 0,0-1-1 0 0,-1 1 1 0 0,1 0 0 0 0,0-1-1 0 0,0 1 1 0 0,0 0-1 0 0,1 0 1 0 0,-2 3 0 0 0,0 1 20 0 0,0 1 1 0 0,0-1-1 0 0,0 12 1 0 0,1-17-33 0 0,1 0 1 0 0,0-1 0 0 0,0 1-1 0 0,0 0 1 0 0,0-1 0 0 0,0 1-1 0 0,0 0 1 0 0,0-1-1 0 0,0 1 1 0 0,0 0 0 0 0,0-1-1 0 0,0 1 1 0 0,0 0-1 0 0,0-1 1 0 0,0 1 0 0 0,1 0-1 0 0,-1-1 1 0 0,0 1 0 0 0,0-1-1 0 0,1 1 1 0 0,-1 0-1 0 0,1-1 1 0 0,-1 1 0 0 0,0-1-1 0 0,1 1 1 0 0,-1-1-1 0 0,2 1 1 0 0,-1 1-9 0 0,1 1-1 0 0,1 1 0 0 0,-1-1 0 0 0,0 0 0 0 0,1 0 0 0 0,0 1 0 0 0,0-2 0 0 0,0 1 0 0 0,0 0 0 0 0,0-1 0 0 0,0 1 0 0 0,1-1 0 0 0,-1 0 0 0 0,1 0 0 0 0,0-1-1 0 0,-1 1 1 0 0,1-1 0 0 0,0 1 0 0 0,0-1 0 0 0,0 0 0 0 0,0-1 0 0 0,0 1 0 0 0,0-1 0 0 0,0 0 0 0 0,0 0 0 0 0,0 0 0 0 0,5-1 0 0 0,-2 0 17 0 0,0 0-1 0 0,-1 0 1 0 0,1-1-1 0 0,-1 0 1 0 0,7-3-1 0 0,-1 1 42 0 0,-10 3 5 0 0,1 0 0 0 0,-1 0 1 0 0,0 0-1 0 0,1 0 0 0 0,-1 0 1 0 0,0 0-1 0 0,0 0 0 0 0,1-1 0 0 0,-1 1 1 0 0,0-1-1 0 0,-1 1 0 0 0,1-1 0 0 0,0 0 1 0 0,0 0-1 0 0,-1 0 0 0 0,1 0 1 0 0,-1 0-1 0 0,1 0 0 0 0,-1 0 0 0 0,0 0 1 0 0,0-1-1 0 0,0 1 0 0 0,1-5 1 0 0,-1 3 85 0 0,-1 0 0 0 0,1-1 1 0 0,-1 1-1 0 0,0 0 0 0 0,0-1 1 0 0,0 1-1 0 0,0 0 0 0 0,-1-1 0 0 0,0 1 1 0 0,0 0-1 0 0,0-1 0 0 0,0 1 1 0 0,-1 0-1 0 0,1 0 0 0 0,-1 0 1 0 0,0 0-1 0 0,-1 0 0 0 0,1 1 1 0 0,-5-7-1 0 0,5 9-96 0 0,0-1 1 0 0,1 1-1 0 0,-1-1 0 0 0,0 1 1 0 0,0 0-1 0 0,0 0 1 0 0,0 0-1 0 0,0 0 0 0 0,-3-1 1 0 0,-1-1-19 0 0,-9-1 14 0 0,5 2-25 0 0,8 1-14 0 0,0 0 0 0 0,-1 0 0 0 0,1 0 0 0 0,0 0 0 0 0,-1 1 0 0 0,1-1 0 0 0,-1 1 0 0 0,0-1 0 0 0,1 1 0 0 0,-1 0 0 0 0,1 0 0 0 0,-1 0 0 0 0,1 1 0 0 0,-1-1 0 0 0,1 0 0 0 0,-1 1 0 0 0,1 0 0 0 0,-1 0 0 0 0,1-1 0 0 0,0 1 0 0 0,-1 1 0 0 0,1-1 0 0 0,0 0 0 0 0,0 0 0 0 0,0 1 0 0 0,0 0 0 0 0,0-1 0 0 0,0 1 0 0 0,-2 2 0 0 0,-10 14-105 0 0,14-18 99 0 0,-1 1 1 0 0,0 0-1 0 0,1-1 0 0 0,-1 1 1 0 0,1 0-1 0 0,-1-1 1 0 0,1 1-1 0 0,0 0 0 0 0,-1 0 1 0 0,1 0-1 0 0,0-1 1 0 0,-1 1-1 0 0,1 0 0 0 0,0 0 1 0 0,0 0-1 0 0,0 0 1 0 0,0 0-1 0 0,0-1 1 0 0,0 1-1 0 0,0 1 0 0 0,0 1-8 0 0,-1 3-4 0 0,1 0 1 0 0,-1 1 0 0 0,1-1-1 0 0,0 0 1 0 0,0 0 0 0 0,1 0-1 0 0,0 0 1 0 0,0 0 0 0 0,3 9-1 0 0,-3-12 10 0 0,0 0 0 0 0,0 0 0 0 0,1 0-1 0 0,0 0 1 0 0,-1 0 0 0 0,1 0 0 0 0,0-1-1 0 0,0 1 1 0 0,1-1 0 0 0,-1 1-1 0 0,0-1 1 0 0,1 0 0 0 0,0 0 0 0 0,-1 0-1 0 0,1 0 1 0 0,0-1 0 0 0,0 1-1 0 0,6 2 1 0 0,-5-3 6 0 0,1 1 0 0 0,0 0 0 0 0,0-1 0 0 0,0 0 0 0 0,0 0 0 0 0,0-1-1 0 0,0 1 1 0 0,0-1 0 0 0,0 0 0 0 0,1-1 0 0 0,-1 1 0 0 0,0-1 0 0 0,0 0 0 0 0,0 0 0 0 0,0-1 0 0 0,-1 1 0 0 0,1-1-1 0 0,0 0 1 0 0,-1 0 0 0 0,9-6 0 0 0,-10 7 15 0 0,0-1 0 0 0,-1 0 0 0 0,1-1 0 0 0,-1 1 0 0 0,1 0 0 0 0,-1-1 0 0 0,0 1 0 0 0,0-1 0 0 0,0 0 0 0 0,0 0 0 0 0,0 1 0 0 0,-1-1 0 0 0,1 0 0 0 0,-1-1 0 0 0,0 1 0 0 0,0 0 0 0 0,0 0 0 0 0,0 0 0 0 0,0-7 0 0 0,-1 6 31 0 0,-1-1 0 0 0,0 1-1 0 0,0 0 1 0 0,0 0 0 0 0,-1 0-1 0 0,1 0 1 0 0,-1 0 0 0 0,-4-6-1 0 0,4 7-16 0 0,0 0-1 0 0,0 1 0 0 0,-1-1 1 0 0,0 1-1 0 0,1 0 0 0 0,-1-1 0 0 0,0 1 1 0 0,0 1-1 0 0,0-1 0 0 0,0 0 1 0 0,-1 1-1 0 0,1-1 0 0 0,0 1 0 0 0,-1 0 1 0 0,1 0-1 0 0,-1 0 0 0 0,1 1 0 0 0,-1-1 1 0 0,1 1-1 0 0,-1 0 0 0 0,1 0 1 0 0,-1 0-1 0 0,-5 1 0 0 0,4 0-39 0 0,1 0-1 0 0,-1 0 0 0 0,1 1 1 0 0,-1 0-1 0 0,1-1 1 0 0,0 2-1 0 0,0-1 0 0 0,0 0 1 0 0,0 1-1 0 0,0 0 1 0 0,1-1-1 0 0,-1 1 0 0 0,1 1 1 0 0,0-1-1 0 0,0 1 1 0 0,0-1-1 0 0,0 1 0 0 0,0 0 1 0 0,1 0-1 0 0,0 0 1 0 0,0 0-1 0 0,0 0 0 0 0,0 1 1 0 0,0-1-1 0 0,1 1 1 0 0,0-1-1 0 0,0 1 0 0 0,0-1 1 0 0,1 8-1 0 0,-1-8-3 0 0,1 1-1 0 0,1-1 1 0 0,-1 1 0 0 0,1-1-1 0 0,0 1 1 0 0,0-1 0 0 0,2 7-1 0 0,-2-10 12 0 0,-1 1 0 0 0,0-1 0 0 0,1 1 0 0 0,-1-1 0 0 0,1 0 0 0 0,0 1 0 0 0,-1-1-1 0 0,1 0 1 0 0,0 0 0 0 0,0 1 0 0 0,0-1 0 0 0,0 0 0 0 0,0 0 0 0 0,0 0 0 0 0,0 0-1 0 0,0 0 1 0 0,0 0 0 0 0,2 1 0 0 0,1 0-6 0 0,-3-1 10 0 0,1 0-1 0 0,-1 0 0 0 0,0 0 0 0 0,0 0 1 0 0,1 0-1 0 0,-1 0 0 0 0,1 0 0 0 0,-1-1 1 0 0,0 1-1 0 0,1-1 0 0 0,-1 1 0 0 0,1-1 0 0 0,0 1 1 0 0,-1-1-1 0 0,1 0 0 0 0,-1 0 0 0 0,4 0 1 0 0,0 0-2 0 0,1 1-9 0 0,-1-1 1 0 0,0 0-1 0 0,1 0 0 0 0,-1-1 0 0 0,1 1 0 0 0,-1-1 1 0 0,0 0-1 0 0,1-1 0 0 0,8-3 0 0 0,-3 3 11 0 0,-9 2 3 0 0,0-1 0 0 0,1 1 0 0 0,-1-1 0 0 0,0 0 0 0 0,0 0 0 0 0,1 1 0 0 0,-1-2 0 0 0,0 1 0 0 0,0 0 0 0 0,0 0 0 0 0,0-1 0 0 0,0 1 0 0 0,0-1 0 0 0,-1 1 0 0 0,1-1 0 0 0,3-3 0 0 0,-4 2 22 0 0,0 1 1 0 0,1 0-1 0 0,-1 0 0 0 0,0-1 1 0 0,0 1-1 0 0,0-1 1 0 0,-1 1-1 0 0,1-1 0 0 0,-1 1 1 0 0,1-1-1 0 0,-1 0 1 0 0,0 1-1 0 0,0-1 0 0 0,0 1 1 0 0,0-1-1 0 0,0 0 0 0 0,0 1 1 0 0,-1-1-1 0 0,0 1 1 0 0,1-1-1 0 0,-1 1 0 0 0,0-1 1 0 0,-2-2-1 0 0,1 0 43 0 0,0 1-1 0 0,0-1 0 0 0,-1 1 1 0 0,1 0-1 0 0,-1 0 0 0 0,0 0 0 0 0,0 0 1 0 0,-1 0-1 0 0,1 1 0 0 0,-1-1 1 0 0,-6-4-1 0 0,-17-5 63 0 0,21 11-128 0 0,5 2 0 0 0,1 0 0 0 0,-1 0 0 0 0,0 0 0 0 0,1 0 0 0 0,-1 0 0 0 0,1 1 0 0 0,-1-1 0 0 0,1 0 0 0 0,-1 0 0 0 0,0 0 0 0 0,1 0 0 0 0,-1 1 0 0 0,1-1 0 0 0,-1 0 0 0 0,1 1 0 0 0,0-1 0 0 0,-1 0 0 0 0,1 1 0 0 0,-1-1 0 0 0,1 0 0 0 0,-1 1 0 0 0,1-1 0 0 0,0 1 0 0 0,-1-1 0 0 0,1 2 0 0 0,-1-1 0 0 0,-1 1-358 0 0,0 0 0 0 0,1 0-1 0 0,-1 0 1 0 0,1 0 0 0 0,-1 1 0 0 0,1-1-1 0 0,0 0 1 0 0,0 1 0 0 0,0-1 0 0 0,0 1 0 0 0,1-1-1 0 0,-1 1 1 0 0,1-1 0 0 0,-1 1 0 0 0,1 0-1 0 0,0-1 1 0 0,0 1 0 0 0,0 0 0 0 0,0-1-1 0 0,1 4 1 0 0,0 0-903 0 0,1 0 0 0 0,0 0 0 0 0,0 0 0 0 0,0 0 0 0 0,1-1 0 0 0,-1 1-1 0 0,7 8 1 0 0,0-1-3879 0 0</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59"/>
    </inkml:context>
    <inkml:brush xml:id="br0">
      <inkml:brushProperty name="width" value="0.1" units="cm"/>
      <inkml:brushProperty name="height" value="0.1" units="cm"/>
      <inkml:brushProperty name="color" value="#FF0000"/>
    </inkml:brush>
  </inkml:definitions>
  <inkml:trace contextRef="#ctx0" brushRef="#br0">188 43 455 0 0,'0'0'7210'0'0,"0"0"-7152"0"0,0 0 0 0 0,0 0 0 0 0,0 0 1 0 0,0 0-1 0 0,-1-1 0 0 0,1 1 0 0 0,0 0 1 0 0,0 0-1 0 0,0 0 0 0 0,0-1 0 0 0,0 1 1 0 0,0 0-1 0 0,0 0 0 0 0,0-1 0 0 0,0 1 1 0 0,0 0-1 0 0,0 0 0 0 0,0 0 0 0 0,0-1 1 0 0,0 1-1 0 0,0 0 0 0 0,0 0 0 0 0,0 0 1 0 0,0-1-1 0 0,0 1 0 0 0,1 0 0 0 0,-1 0 1 0 0,0 0-1 0 0,0-1 0 0 0,0 1 0 0 0,0 0 1 0 0,2-1 97 0 0,-1 0-1 0 0,1 0 1 0 0,-1 0 0 0 0,1 0 0 0 0,0 0 0 0 0,-1 1 0 0 0,1-1 0 0 0,0 1-1 0 0,2-1 1 0 0,13-6 5956 0 0,-20 5-5597 0 0,1 0-1 0 0,0 0 0 0 0,0 0 1 0 0,-1 0-1 0 0,1 0 0 0 0,-1 1 1 0 0,0-1-1 0 0,-3 0 1 0 0,3 1-391 0 0,-1 0 1 0 0,0 0 0 0 0,0 1 0 0 0,1-1 0 0 0,-1 1 0 0 0,0 0-1 0 0,0 0 1 0 0,0 0 0 0 0,0 1 0 0 0,1-1 0 0 0,-1 1 0 0 0,0 0-1 0 0,-3 1 1 0 0,-4 2 23 0 0,0 0-1 0 0,0 0 0 0 0,-10 7 1 0 0,12-6-135 0 0,0 1 1 0 0,0-1 0 0 0,1 1-1 0 0,0 1 1 0 0,-9 8-1 0 0,14-12-9 0 0,0 1-1 0 0,1 0 1 0 0,-1 0-1 0 0,1-1 0 0 0,0 1 1 0 0,0 1-1 0 0,0-1 1 0 0,0 0-1 0 0,0 0 1 0 0,1 1-1 0 0,0-1 0 0 0,0 1 1 0 0,0 8-1 0 0,0-10-4 0 0,1-1-1 0 0,1 0 1 0 0,-1 1 0 0 0,0-1-1 0 0,0 1 1 0 0,1-1-1 0 0,0 1 1 0 0,-1-1 0 0 0,1 0-1 0 0,0 1 1 0 0,0-1-1 0 0,0 0 1 0 0,0 0 0 0 0,1 0-1 0 0,-1 0 1 0 0,3 3-1 0 0,-1-2-3 0 0,0 0-1 0 0,1 0 0 0 0,-1 0 0 0 0,1 0 0 0 0,0-1 1 0 0,-1 1-1 0 0,1-1 0 0 0,7 3 0 0 0,-4-3 0 0 0,-1 0 0 0 0,0 0 1 0 0,0 0-1 0 0,1-1 0 0 0,-1 0 0 0 0,0 0 0 0 0,1-1 0 0 0,-1 0 1 0 0,1 0-1 0 0,-1 0 0 0 0,1-1 0 0 0,11-2 0 0 0,-13 1 36 0 0,0 0-1 0 0,0 0 1 0 0,0 0-1 0 0,-1 0 0 0 0,1-1 1 0 0,-1 0-1 0 0,1 0 1 0 0,-1 0-1 0 0,0-1 1 0 0,0 0-1 0 0,6-7 1 0 0,-8 9 19 0 0,-1 0 1 0 0,1-1 0 0 0,-1 0-1 0 0,0 1 1 0 0,1-1-1 0 0,-1 0 1 0 0,0 1 0 0 0,-1-1-1 0 0,1 0 1 0 0,0 0-1 0 0,-1 0 1 0 0,0 0 0 0 0,0 0-1 0 0,0 0 1 0 0,0 0 0 0 0,0 0-1 0 0,0 0 1 0 0,-1 1-1 0 0,1-1 1 0 0,-1 0 0 0 0,0 0-1 0 0,-2-5 1 0 0,0 2 89 0 0,0-1 0 0 0,-1 0 0 0 0,0 1 0 0 0,0 0 0 0 0,-1 0 0 0 0,1 0-1 0 0,-10-9 1 0 0,10 12-94 0 0,1 0-1 0 0,-1 0 1 0 0,0 0-1 0 0,0 1 0 0 0,0-1 1 0 0,0 1-1 0 0,0 0 1 0 0,0 0-1 0 0,-1 1 0 0 0,1-1 1 0 0,-1 1-1 0 0,1 0 1 0 0,-7-1-1 0 0,7 2-26 0 0,0 0 0 0 0,1 0 0 0 0,-1 1 0 0 0,1-1 0 0 0,-1 1 0 0 0,1 0 0 0 0,-1 0 0 0 0,1 0 0 0 0,-1 0 0 0 0,1 1 0 0 0,0 0 1 0 0,0-1-1 0 0,0 1 0 0 0,0 0 0 0 0,0 1 0 0 0,0-1 0 0 0,0 0 0 0 0,-4 6 0 0 0,4-5-27 0 0,0 0 0 0 0,1 1 0 0 0,-1 0-1 0 0,1 0 1 0 0,-1 0 0 0 0,1 0 0 0 0,0 0 0 0 0,1 0 0 0 0,-1 0 0 0 0,1 0 0 0 0,0 1 0 0 0,0-1 0 0 0,0 1 0 0 0,0 5 0 0 0,1-2-7 0 0,0 0-1 0 0,1 0 1 0 0,0 0 0 0 0,0-1 0 0 0,1 1 0 0 0,0 0 0 0 0,0-1 0 0 0,1 0 0 0 0,6 13-1 0 0,-8-17 11 0 0,1 0 0 0 0,0 0 0 0 0,1 0 0 0 0,-1 0 0 0 0,0-1 0 0 0,1 1 0 0 0,-1-1 0 0 0,1 0 0 0 0,0 1 0 0 0,0-1 0 0 0,0 0 0 0 0,0-1 0 0 0,0 1 0 0 0,1 0 0 0 0,-1-1 0 0 0,0 0-1 0 0,1 0 1 0 0,-1 0 0 0 0,1 0 0 0 0,-1 0 0 0 0,1-1 0 0 0,-1 0 0 0 0,6 1 0 0 0,-3-2 12 0 0,0 1 0 0 0,1-1 0 0 0,-1 0 0 0 0,0 0 0 0 0,0-1 0 0 0,0 1 0 0 0,0-1 0 0 0,0-1 0 0 0,0 1 0 0 0,-1-1 0 0 0,11-7 0 0 0,-13 8-1 0 0,0 0-1 0 0,0-1 1 0 0,0 1-1 0 0,0-1 1 0 0,0 0-1 0 0,-1 0 1 0 0,1 0-1 0 0,-1 0 1 0 0,0-1-1 0 0,0 1 1 0 0,0-1-1 0 0,0 1 1 0 0,-1-1-1 0 0,0 1 1 0 0,1-1-1 0 0,-1 0 1 0 0,-1 0-1 0 0,1 1 1 0 0,0-1-1 0 0,-1-5 1 0 0,0 5 5 0 0,0 0 1 0 0,-1 0-1 0 0,1 0 1 0 0,-1 0-1 0 0,0 0 1 0 0,0 1-1 0 0,0-1 1 0 0,-1 0-1 0 0,0 0 1 0 0,1 1-1 0 0,-1-1 0 0 0,0 1 1 0 0,-1 0-1 0 0,1-1 1 0 0,-6-4-1 0 0,6 6-3 0 0,0 0-1 0 0,0 0 0 0 0,0 0 1 0 0,-1 0-1 0 0,1 1 0 0 0,-1-1 1 0 0,0 1-1 0 0,1 0 0 0 0,-1 0 1 0 0,0 0-1 0 0,0 0 0 0 0,0 0 1 0 0,1 1-1 0 0,-1-1 0 0 0,0 1 1 0 0,0-1-1 0 0,0 1 0 0 0,0 0 1 0 0,0 0-1 0 0,0 1 0 0 0,0-1 1 0 0,-3 1-1 0 0,-5 3-6 0 0,-3 2-12 0 0,12-1-14 0 0,1-2 11 0 0,-2 1-3 0 0,1 1 1 0 0,0-1 0 0 0,0 1 0 0 0,0 0-1 0 0,1 0 1 0 0,-1-1 0 0 0,1 1 0 0 0,-1 6-1 0 0,2-8 8 0 0,0-1-1 0 0,0 1 1 0 0,0-1-1 0 0,0 0 1 0 0,1 1-1 0 0,-1-1 1 0 0,1 0-1 0 0,-1 1 1 0 0,1-1-1 0 0,0 0 1 0 0,0 0-1 0 0,0 1 1 0 0,0-1-1 0 0,0 0 1 0 0,0 0-1 0 0,1 0 1 0 0,-1 0-1 0 0,1 0 1 0 0,2 2-1 0 0,0-1 1 0 0,-1-1-1 0 0,1 0 0 0 0,0 1 1 0 0,-1-1-1 0 0,1-1 1 0 0,0 1-1 0 0,0-1 0 0 0,0 1 1 0 0,0-1-1 0 0,0 0 0 0 0,0 0 1 0 0,1-1-1 0 0,-1 0 0 0 0,0 1 1 0 0,0-1-1 0 0,0-1 0 0 0,1 1 1 0 0,-1 0-1 0 0,0-1 0 0 0,6-2 1 0 0,-6 2 26 0 0,0 0 0 0 0,-1 0-1 0 0,0 0 1 0 0,1-1 0 0 0,-1 1 0 0 0,0-1 0 0 0,0 0 0 0 0,1 0 0 0 0,-1 0 0 0 0,-1 0-1 0 0,1-1 1 0 0,0 1 0 0 0,-1-1 0 0 0,1 0 0 0 0,-1 0 0 0 0,0 0 0 0 0,0 0 0 0 0,0 0-1 0 0,0 0 1 0 0,0 0 0 0 0,-1-1 0 0 0,0 1 0 0 0,2-7 0 0 0,-2 5 21 0 0,-1 0 0 0 0,1 0 0 0 0,-1 0 0 0 0,-1-1 0 0 0,1 1 0 0 0,-1 0 0 0 0,0 0 0 0 0,0 0 0 0 0,0-1 0 0 0,-1 1 0 0 0,0 1 0 0 0,-3-9 0 0 0,3 9 17 0 0,-1 0 1 0 0,1 1-1 0 0,0-1 0 0 0,-1 1 0 0 0,1-1 1 0 0,-1 1-1 0 0,0 0 0 0 0,0 0 0 0 0,-1 0 1 0 0,1 0-1 0 0,-1 1 0 0 0,1-1 0 0 0,-1 1 1 0 0,0 0-1 0 0,-6-3 0 0 0,7 4-39 0 0,0 1 1 0 0,-1-1-1 0 0,1 1 0 0 0,-1-1 0 0 0,1 1 1 0 0,-1 0-1 0 0,1 0 0 0 0,-1 1 0 0 0,1-1 1 0 0,0 1-1 0 0,-1-1 0 0 0,1 1 0 0 0,0 0 1 0 0,-1 1-1 0 0,1-1 0 0 0,0 0 0 0 0,-5 4 0 0 0,6-4-79 0 0,0 0 0 0 0,0 0 1 0 0,1 1-1 0 0,-1-1 0 0 0,1 1 0 0 0,-1-1 0 0 0,1 1 0 0 0,-1-1 0 0 0,1 1 0 0 0,0 0 0 0 0,0-1 0 0 0,0 1 0 0 0,0 0 0 0 0,0 0 0 0 0,0 0 0 0 0,0 0 0 0 0,1 0 0 0 0,-1 0 0 0 0,1 0 0 0 0,-1 0 0 0 0,1 0 0 0 0,0 0 0 0 0,0 1 0 0 0,0-1 0 0 0,0 0 0 0 0,0 0 0 0 0,0 0 0 0 0,1 0 0 0 0,0 3 0 0 0,5 9-1627 0 0,2 0-77 0 0</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60"/>
    </inkml:context>
    <inkml:brush xml:id="br0">
      <inkml:brushProperty name="width" value="0.1" units="cm"/>
      <inkml:brushProperty name="height" value="0.1" units="cm"/>
      <inkml:brushProperty name="color" value="#FF0000"/>
    </inkml:brush>
  </inkml:definitions>
  <inkml:trace contextRef="#ctx0" brushRef="#br0">103 84 10823 0 0,'0'0'1086'0'0,"2"-1"-990"0"0,15-11 6894 0 0,-18 3-4606 0 0,-7-4-725 0 0,6 11-1589 0 0,1 0 0 0 0,-1 0 1 0 0,0 0-1 0 0,0 0 0 0 0,-1 1 1 0 0,1-1-1 0 0,0 0 0 0 0,0 1 0 0 0,-1 0 1 0 0,1 0-1 0 0,-1 0 0 0 0,1 0 1 0 0,-1 0-1 0 0,0 0 0 0 0,1 0 0 0 0,-1 1 1 0 0,0 0-1 0 0,1-1 0 0 0,-1 1 1 0 0,0 0-1 0 0,0 0 0 0 0,1 0 1 0 0,-1 1-1 0 0,0-1 0 0 0,1 1 0 0 0,-1-1 1 0 0,0 1-1 0 0,1 0 0 0 0,-1 0 1 0 0,1 0-1 0 0,-5 3 0 0 0,3-2-75 0 0,4-2 5 0 0,-1 1 0 0 0,1-1 1 0 0,-1 0-1 0 0,1 0 0 0 0,-1 0 1 0 0,1 0-1 0 0,0 1 0 0 0,-1-1 1 0 0,1 0-1 0 0,0 0 0 0 0,-1 1 0 0 0,1-1 1 0 0,-1 0-1 0 0,1 1 0 0 0,0-1 1 0 0,0 0-1 0 0,-1 1 0 0 0,1-1 0 0 0,0 0 1 0 0,0 1-1 0 0,-1 0 0 0 0,-4 10-85 0 0,-6 11 17 0 0,10-11 68 0 0,1-9-7 0 0,0 0 0 0 0,1 0 0 0 0,-1-1 0 0 0,1 1 0 0 0,-1 0-1 0 0,1 0 1 0 0,0 0 0 0 0,-1-1 0 0 0,1 1 0 0 0,0 0 0 0 0,0-1 0 0 0,1 1 0 0 0,-1-1 0 0 0,0 1-1 0 0,0-1 1 0 0,1 0 0 0 0,1 2 0 0 0,0-1-6 0 0,1 1 1 0 0,0-1-1 0 0,-1 0 0 0 0,1 0 0 0 0,0-1 0 0 0,0 1 1 0 0,0-1-1 0 0,1 0 0 0 0,6 1 0 0 0,-6-2 24 0 0,1 0 0 0 0,0 0 0 0 0,0 0 0 0 0,0-1 0 0 0,9-2 0 0 0,-5 1-24 0 0,-6 1-29 0 0,-2-1 51 0 0,0 1 0 0 0,0 0 0 0 0,0 0 0 0 0,0-1 0 0 0,0 1 0 0 0,0-1 0 0 0,-1 1 0 0 0,1-1 0 0 0,0 0 0 0 0,-1 0 0 0 0,0 0 0 0 0,1 0 0 0 0,-1 0 0 0 0,0 0 0 0 0,0 0 0 0 0,0 0 0 0 0,0 0 0 0 0,0-1 0 0 0,0 1 0 0 0,-1 0 0 0 0,1-1 0 0 0,-1 1 1 0 0,0 0-1 0 0,0-1 0 0 0,0 1 0 0 0,0 0 0 0 0,0-1 0 0 0,0 1 0 0 0,-1-3 0 0 0,0 0 6 0 0,-1 0 0 0 0,0 0 0 0 0,0 0 0 0 0,0 1 0 0 0,-1-1 0 0 0,1 1 1 0 0,-1-1-1 0 0,0 1 0 0 0,-1 0 0 0 0,-4-5 0 0 0,6 8 49 0 0,-36-10 192 0 0,35 11-251 0 0,0 0 1 0 0,1 0-1 0 0,-1 0 0 0 0,0 0 1 0 0,1 1-1 0 0,-1-1 0 0 0,0 1 1 0 0,1-1-1 0 0,-1 1 0 0 0,1 0 0 0 0,-1 0 1 0 0,1 0-1 0 0,-4 2 0 0 0,5-2-8 0 0,-1 1-1 0 0,0-1 1 0 0,1 0-1 0 0,0 1 1 0 0,-1-1-1 0 0,1 1 1 0 0,0 0-1 0 0,0 0 1 0 0,0-1-1 0 0,0 1 1 0 0,0 0-1 0 0,0 0 0 0 0,0 0 1 0 0,1 0-1 0 0,-1 0 1 0 0,1 0-1 0 0,-1 3 1 0 0,-1 12-43 0 0,1 0-1 0 0,1 32 1 0 0,2-32 20 0 0,2-13 10 0 0,-1-1 5 0 0,-1 1 8 0 0,0-1 0 0 0,0 1 0 0 0,0-1 1 0 0,1 0-1 0 0,0 0 0 0 0,0 0 0 0 0,-1 0 1 0 0,2 0-1 0 0,-1 0 0 0 0,0-1 0 0 0,0 0 1 0 0,1 0-1 0 0,0 0 0 0 0,-1 0 0 0 0,1 0 1 0 0,0-1-1 0 0,0 1 0 0 0,0-1 0 0 0,0 0 0 0 0,0 0 1 0 0,0-1-1 0 0,0 1 0 0 0,0-1 0 0 0,0 0 1 0 0,0 0-1 0 0,6-1 0 0 0,-8 1 3 0 0,0 0 0 0 0,0-1 0 0 0,1 1 0 0 0,-1 0 0 0 0,0-1 0 0 0,1 0 0 0 0,-1 1 0 0 0,0-1 0 0 0,0 0 0 0 0,0 0 0 0 0,0-1 0 0 0,0 1 0 0 0,0 0 0 0 0,0 0 0 0 0,0-1 0 0 0,-1 0 0 0 0,1 1 0 0 0,0-1 0 0 0,-1 0 0 0 0,3-3 0 0 0,-3 4 12 0 0,1-1-1 0 0,-1 1 0 0 0,0-1 1 0 0,0 0-1 0 0,0 0 1 0 0,0 1-1 0 0,0-1 0 0 0,0 0 1 0 0,0 0-1 0 0,0 0 1 0 0,-1 0-1 0 0,1 0 1 0 0,-1 0-1 0 0,1 0 0 0 0,-1 0 1 0 0,0-1-1 0 0,0 1 1 0 0,0 0-1 0 0,0 0 0 0 0,0 0 1 0 0,-1-3-1 0 0,0 4-6 0 0,1-4 10 0 0,-1 0 1 0 0,-1 0-1 0 0,1 0 1 0 0,-1 0-1 0 0,0 0 0 0 0,0 0 1 0 0,0 0-1 0 0,-1 0 0 0 0,-5-7 1 0 0,6 10-17 0 0,1 0 0 0 0,-1 1 1 0 0,1-1-1 0 0,-1 1 1 0 0,0-1-1 0 0,0 1 1 0 0,1 0-1 0 0,-1 0 1 0 0,0-1-1 0 0,0 1 1 0 0,0 0-1 0 0,0 1 0 0 0,0-1 1 0 0,-1 0-1 0 0,1 1 1 0 0,0-1-1 0 0,0 1 1 0 0,0 0-1 0 0,-1-1 1 0 0,1 1-1 0 0,0 0 1 0 0,0 0-1 0 0,-1 1 0 0 0,1-1 1 0 0,0 0-1 0 0,-3 2 1 0 0,-2-1 7 0 0,5 0-6 0 0,0-1 0 0 0,0 0 1 0 0,0 1-1 0 0,-1-1 0 0 0,1 1 1 0 0,0 0-1 0 0,0-1 0 0 0,0 1 1 0 0,0 0-1 0 0,0 0 0 0 0,1 1 1 0 0,-1-1-1 0 0,0 0 0 0 0,0 0 1 0 0,1 1-1 0 0,-1-1 0 0 0,1 1 1 0 0,-1 0-1 0 0,1-1 0 0 0,0 1 1 0 0,-1 0-1 0 0,1 0 0 0 0,0 0 1 0 0,0 0-1 0 0,1 0 0 0 0,-1 0 0 0 0,0 0 1 0 0,1 0-1 0 0,-1 0 0 0 0,1 0 1 0 0,-1 1-1 0 0,1-1 0 0 0,0 0 1 0 0,0 2-1 0 0,0 37-161 0 0,0-40 159 0 0,0 0-1 0 0,0 1 1 0 0,0-1-1 0 0,0 0 1 0 0,0 1-1 0 0,0-1 1 0 0,1 0-1 0 0,-1 1 0 0 0,0-1 1 0 0,1 0-1 0 0,-1 0 1 0 0,1 1-1 0 0,-1-1 1 0 0,1 0-1 0 0,0 0 1 0 0,-1 0-1 0 0,1 0 1 0 0,0 0-1 0 0,2 2 1 0 0,1 1 20 0 0,-4-3-19 0 0,1 0 0 0 0,-1-1 0 0 0,1 1 0 0 0,-1 0 0 0 0,1-1 0 0 0,-1 1 0 0 0,1 0 0 0 0,0-1 0 0 0,-1 1 0 0 0,1-1 0 0 0,0 1 0 0 0,0-1 0 0 0,0 1-1 0 0,-1-1 1 0 0,1 1 0 0 0,0-1 0 0 0,0 0 0 0 0,0 0 0 0 0,0 1 0 0 0,-1-1 0 0 0,1 0 0 0 0,0 0 0 0 0,0 0 0 0 0,0 0 0 0 0,0 0 0 0 0,0 0 0 0 0,0 0 0 0 0,0 0-1 0 0,0-1 1 0 0,1 1-11 0 0,0-1-1 0 0,0 0 0 0 0,0 0 0 0 0,0 0 1 0 0,0 0-1 0 0,-1-1 0 0 0,4-1 0 0 0,-3 1-9 0 0,18-9-1465 0 0,-7 5-549 0 0,-4 2 788 0 0</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61"/>
    </inkml:context>
    <inkml:brush xml:id="br0">
      <inkml:brushProperty name="width" value="0.1" units="cm"/>
      <inkml:brushProperty name="height" value="0.1" units="cm"/>
      <inkml:brushProperty name="color" value="#FF0000"/>
    </inkml:brush>
  </inkml:definitions>
  <inkml:trace contextRef="#ctx0" brushRef="#br0">155 71 8519 0 0,'0'0'638'0'0,"2"-6"-388"0"0,8-21 6597 0 0,-19 11-4926 0 0,7 14-1729 0 0,0 1 0 0 0,0-1 0 0 0,-1 1 0 0 0,1 0 0 0 0,0 0 0 0 0,-1 0 0 0 0,1 0 0 0 0,-1 0-1 0 0,1 1 1 0 0,-1-1 0 0 0,1 1 0 0 0,-1-1 0 0 0,0 1 0 0 0,1 0 0 0 0,-4 0 0 0 0,3 1-155 0 0,-1-1 1 0 0,1 0 0 0 0,0 1-1 0 0,-1-1 1 0 0,1 1 0 0 0,0 0-1 0 0,0 0 1 0 0,0 0-1 0 0,-1 1 1 0 0,1-1 0 0 0,0 1-1 0 0,1 0 1 0 0,-1-1 0 0 0,0 1-1 0 0,0 1 1 0 0,1-1-1 0 0,0 0 1 0 0,-1 1 0 0 0,1-1-1 0 0,0 1 1 0 0,0-1 0 0 0,-2 4-1 0 0,2-3-29 0 0,1-1 1 0 0,-1 1-1 0 0,1-1 0 0 0,-1 1 1 0 0,1-1-1 0 0,0 1 1 0 0,-1 3-1 0 0,0 31 47 0 0,2-35-71 0 0,0 0 1 0 0,1 0 0 0 0,-1 0 0 0 0,1 0 0 0 0,0 0 0 0 0,0 0 0 0 0,-1 0 0 0 0,3 3 0 0 0,-1-2 2 0 0,3 5-15 0 0,-3-7 87 0 0,12 0 62 0 0,-11-1-125 0 0,1 0 0 0 0,-1 0 0 0 0,1 0 0 0 0,-1 0 0 0 0,1-1 0 0 0,-1 1 0 0 0,1-1 0 0 0,-1 0 0 0 0,1 0 0 0 0,-1 0 0 0 0,0 0 0 0 0,0-1 0 0 0,0 1 0 0 0,1-1-1 0 0,-1 0 1 0 0,-1 0 0 0 0,1 0 0 0 0,5-5 0 0 0,30-25 156 0 0,-37 31-118 0 0,-1 0 0 0 0,1-1 0 0 0,0 1 0 0 0,-1 0 0 0 0,1 0 0 0 0,0-1-1 0 0,-1 1 1 0 0,0 0 0 0 0,1 0 0 0 0,-1-1 0 0 0,0 1 0 0 0,0-1 0 0 0,1 1 0 0 0,-1 0 0 0 0,0-1-1 0 0,-1 1 1 0 0,1 0 0 0 0,0-1 0 0 0,0 1 0 0 0,0 0 0 0 0,-1-1 0 0 0,1 1 0 0 0,-2-2 0 0 0,1-1 58 0 0,-1 0 0 0 0,1 0 0 0 0,-1 1 0 0 0,0-1 0 0 0,-1 1-1 0 0,-2-5 1 0 0,3 6-63 0 0,0-1 0 0 0,0 2-1 0 0,0-1 1 0 0,0 0 0 0 0,-1 0-1 0 0,1 1 1 0 0,0-1 0 0 0,-1 1-1 0 0,1 0 1 0 0,-1-1 0 0 0,1 1-1 0 0,-1 0 1 0 0,0 1 0 0 0,1-1-1 0 0,-1 0 1 0 0,0 1 0 0 0,1-1-1 0 0,-1 1 1 0 0,0 0 0 0 0,0 0-1 0 0,-4 1 1 0 0,3 0 12 0 0,0 0 0 0 0,0 0 1 0 0,-1 0-1 0 0,1 1 0 0 0,0-1 0 0 0,0 1 1 0 0,0 0-1 0 0,1 1 0 0 0,-1-1 0 0 0,0 1 1 0 0,1-1-1 0 0,-6 7 0 0 0,4-5-54 0 0,1 1 1 0 0,1 0-1 0 0,-1 0 0 0 0,0 0 1 0 0,1 1-1 0 0,0-1 0 0 0,1 1 0 0 0,-1-1 1 0 0,1 1-1 0 0,0 0 0 0 0,0 0 1 0 0,1 0-1 0 0,0 0 0 0 0,0 1 1 0 0,0-1-1 0 0,1 9 0 0 0,1-10-1 0 0,-1-1 0 0 0,1 1-1 0 0,1-1 1 0 0,-1 1 0 0 0,1-1 0 0 0,-1 1 0 0 0,1-1-1 0 0,4 6 1 0 0,2 3 12 0 0,-4-11 4 0 0,0-1 9 0 0,5 6 31 0 0,4 0-58 0 0,-7-8-7 0 0,-4 0 9 0 0,10 1 27 0 0,0-1-1 0 0,0-1 1 0 0,0 0-1 0 0,-1-1 1 0 0,1 0 0 0 0,18-9-1 0 0,-28 11 3 0 0,0 1 0 0 0,0-2-1 0 0,0 1 1 0 0,0 0 0 0 0,0 0 0 0 0,0 0-1 0 0,-1-1 1 0 0,1 1 0 0 0,-1-1 0 0 0,1 0-1 0 0,-1 1 1 0 0,1-1 0 0 0,-1 0 0 0 0,0 0-1 0 0,0 0 1 0 0,0 0 0 0 0,0 0 0 0 0,0 0 0 0 0,0 0-1 0 0,-1 0 1 0 0,1 0 0 0 0,-1 0 0 0 0,1-1-1 0 0,-1 1 1 0 0,0 0 0 0 0,0 0 0 0 0,0 0-1 0 0,0-5 1 0 0,0 4 41 0 0,0 0 0 0 0,0 0 0 0 0,-1 0 0 0 0,1 0 1 0 0,-1 0-1 0 0,0 0 0 0 0,1 0 0 0 0,-1 0 0 0 0,-1 0 0 0 0,1 1 0 0 0,0-1 0 0 0,-1 0 0 0 0,-2-3 0 0 0,2 4-16 0 0,1 0-1 0 0,-1 1 0 0 0,1-1 1 0 0,-1 1-1 0 0,0-1 0 0 0,0 1 1 0 0,0 0-1 0 0,0 0 0 0 0,0 0 1 0 0,0 0-1 0 0,0 0 0 0 0,0 0 1 0 0,-1 1-1 0 0,1-1 0 0 0,0 1 1 0 0,0-1-1 0 0,0 1 0 0 0,-1 0 1 0 0,-2 0-1 0 0,2 0-28 0 0,-1 0 0 0 0,1 0 0 0 0,-1 0 0 0 0,1 1 0 0 0,-1-1 0 0 0,1 1 0 0 0,-1 0 1 0 0,1 0-1 0 0,0 1 0 0 0,-1-1 0 0 0,-2 2 0 0 0,3-1-20 0 0,0 1-1 0 0,0-1 1 0 0,0 1 0 0 0,0 0 0 0 0,1 0 0 0 0,0 0 0 0 0,-1 0-1 0 0,1 0 1 0 0,0 0 0 0 0,0 1 0 0 0,1-1 0 0 0,-3 7-1 0 0,2-6-41 0 0,1 12 1 0 0,2-13 34 0 0,-1-2 7 0 0,0 1-1 0 0,1 0 1 0 0,-1 0-1 0 0,1-1 1 0 0,0 1-1 0 0,-1 0 1 0 0,1-1-1 0 0,0 1 1 0 0,0 0-1 0 0,0-1 1 0 0,0 1-1 0 0,0-1 1 0 0,1 0-1 0 0,-1 1 1 0 0,0-1-1 0 0,1 0 1 0 0,-1 0-1 0 0,0 0 1 0 0,1 0-1 0 0,0 0 1 0 0,-1 0 0 0 0,1 0-1 0 0,0 0 1 0 0,-1-1-1 0 0,1 1 1 0 0,2 0-1 0 0,0 0 2 0 0,1 0 0 0 0,-1 0 1 0 0,1-1-1 0 0,0 0 0 0 0,-1 0 0 0 0,1 0 0 0 0,6-1 0 0 0,-10 1 7 0 0,1 0 1 0 0,1 0-1 0 0,-1-1 1 0 0,1 1-1 0 0,-1 0 1 0 0,0-1 0 0 0,1 1-1 0 0,-1-1 1 0 0,4-2-1 0 0,-5 2 3 0 0,0 0-1 0 0,0 0 1 0 0,0 0-1 0 0,0 0 0 0 0,0-1 1 0 0,0 1-1 0 0,0 0 0 0 0,0-1 1 0 0,0 1-1 0 0,0-3 1 0 0,0 2 1 0 0,-1 1 9 0 0,0 0 1 0 0,1 0 0 0 0,-1-1-1 0 0,0 1 1 0 0,0 0 0 0 0,0 0-1 0 0,-1-1 1 0 0,1 1 0 0 0,0 0-1 0 0,0 0 1 0 0,-1-1 0 0 0,0-1-1 0 0,0-2 25 0 0,-1-3 2 0 0,-1 0 0 0 0,1 1 1 0 0,-2-1-1 0 0,1 1 0 0 0,-9-14 0 0 0,10 17-37 0 0,0 0-1 0 0,-1 0 1 0 0,0 1-1 0 0,0-1 1 0 0,0 1 0 0 0,0 0-1 0 0,-1-1 1 0 0,1 2 0 0 0,-1-1-1 0 0,0 0 1 0 0,0 1-1 0 0,-4-3 1 0 0,6 5-7 0 0,0-1 0 0 0,1 1 0 0 0,-1 0-1 0 0,0 0 1 0 0,0 0 0 0 0,1 0 0 0 0,-1 0 0 0 0,0 0-1 0 0,0 1 1 0 0,1-1 0 0 0,-1 0 0 0 0,0 1 0 0 0,1 0 0 0 0,-1-1-1 0 0,1 1 1 0 0,-3 1 0 0 0,0 2-59 0 0,0-1 1 0 0,0 1-1 0 0,0 1 0 0 0,0-1 1 0 0,1 1-1 0 0,-1-1 0 0 0,1 1 0 0 0,1 0 1 0 0,-4 7-1 0 0,-2 7-1572 0 0,-6 24 0 0 0,14-43 1617 0 0</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62"/>
    </inkml:context>
    <inkml:brush xml:id="br0">
      <inkml:brushProperty name="width" value="0.1" units="cm"/>
      <inkml:brushProperty name="height" value="0.1" units="cm"/>
      <inkml:brushProperty name="color" value="#FF0000"/>
    </inkml:brush>
  </inkml:definitions>
  <inkml:trace contextRef="#ctx0" brushRef="#br0">125 56 919 0 0,'-1'-2'13383'0'0,"-4"-1"-12264"0"0,3 0-673 0 0,-1 1-1 0 0,-1-1 0 0 0,1 1 0 0 0,0 0 0 0 0,0 0 1 0 0,-1 0-1 0 0,-5-2 0 0 0,7 4-171 0 0,-17 1 156 0 0,19-1-424 0 0,-1 0 0 0 0,0 0 0 0 0,0 0 0 0 0,0 0 0 0 0,1 1 0 0 0,-1-1 0 0 0,0 0 0 0 0,0 0-1 0 0,1 1 1 0 0,-1-1 0 0 0,0 1 0 0 0,1-1 0 0 0,-1 1 0 0 0,0-1 0 0 0,0 1 0 0 0,-10 15 67 0 0,2 0-57 0 0,4-9-16 0 0,4-6 0 0 0,-1 1 0 0 0,1-1 0 0 0,0 1 0 0 0,0-1 0 0 0,1 1 0 0 0,-1-1 0 0 0,0 1 0 0 0,0 0 0 0 0,1-1 0 0 0,-1 1 0 0 0,1 0 0 0 0,0 0 0 0 0,-1-1 0 0 0,1 1 0 0 0,0 0 0 0 0,0 0 0 0 0,1 3 0 0 0,0 10-11 0 0,2-11-14 0 0,-1-2 8 0 0,0 0 12 0 0,-1 0 0 0 0,1 0 0 0 0,0 0 1 0 0,0 0-1 0 0,0 0 0 0 0,0 0 0 0 0,1-1 0 0 0,-1 1 0 0 0,0-1 1 0 0,1 1-1 0 0,-1-1 0 0 0,1 0 0 0 0,-1 0 0 0 0,1 0 1 0 0,0 0-1 0 0,-1 0 0 0 0,1-1 0 0 0,0 1 0 0 0,0-1 0 0 0,-1 0 1 0 0,1 0-1 0 0,5 0 0 0 0,-3 0 19 0 0,0-1-1 0 0,0 1 1 0 0,-1-1 0 0 0,1 0 0 0 0,0 0 0 0 0,-1 0-1 0 0,1-1 1 0 0,-1 0 0 0 0,1 0 0 0 0,-1 0-1 0 0,0 0 1 0 0,7-5 0 0 0,-9 5 77 0 0,0 0 0 0 0,0 0 0 0 0,-1-1 0 0 0,1 1-1 0 0,-1-1 1 0 0,1 1 0 0 0,-1-1 0 0 0,0 1 0 0 0,0-1 0 0 0,0 0 0 0 0,0 0 0 0 0,0 1 0 0 0,-1-1 0 0 0,1 0 0 0 0,-1 0 0 0 0,0 0-1 0 0,0 0 1 0 0,0 1 0 0 0,0-1 0 0 0,-1-6 0 0 0,0 3 110 0 0,-1 1 1 0 0,1-1-1 0 0,-1 0 0 0 0,0 0 1 0 0,0 1-1 0 0,0-1 0 0 0,-1 1 1 0 0,-6-10-1 0 0,7 14-151 0 0,1 0-1 0 0,0 0 1 0 0,0 0-1 0 0,-1-1 1 0 0,1 2-1 0 0,-1-1 1 0 0,1 0-1 0 0,-1 0 1 0 0,1 0-1 0 0,-1 1 1 0 0,1-1-1 0 0,-1 1 1 0 0,0-1-1 0 0,1 1 1 0 0,-1-1-1 0 0,0 1 1 0 0,1 0-1 0 0,-1 0 1 0 0,-3 0-1 0 0,2 0-5 0 0,-1 1 0 0 0,1-1 0 0 0,-1 1-1 0 0,1 0 1 0 0,-1 0 0 0 0,1 0 0 0 0,-1 0-1 0 0,-2 2 1 0 0,-1 0-19 0 0,1 0-1 0 0,1 1 1 0 0,-1 0 0 0 0,0 0 0 0 0,1 0-1 0 0,0 1 1 0 0,0 0 0 0 0,-8 8-1 0 0,11-8-36 0 0,-1 0 0 0 0,1-1-1 0 0,-1 1 1 0 0,1 0 0 0 0,1 0-1 0 0,-1 1 1 0 0,1-1 0 0 0,0 0-1 0 0,0 0 1 0 0,0 1 0 0 0,1-1-1 0 0,0 1 1 0 0,0-1 0 0 0,1 7-1 0 0,-2-11 7 0 0,1 1 0 0 0,0-1-1 0 0,0 1 1 0 0,0 0-1 0 0,0-1 1 0 0,1 1 0 0 0,-1-1-1 0 0,0 1 1 0 0,1-1-1 0 0,-1 1 1 0 0,1-1 0 0 0,0 1-1 0 0,-1-1 1 0 0,1 1-1 0 0,0-1 1 0 0,0 0 0 0 0,1 2-1 0 0,1 1-6 0 0,4 4-38 0 0,-4-6 49 0 0,11 8 2 0 0,-9-9-4 0 0,-1-1-3 0 0,12 5-53 0 0,-13-4 49 0 0,-1 0 0 0 0,1 0 0 0 0,0 0 1 0 0,-1 0-1 0 0,1 0 0 0 0,0-1 0 0 0,0 1 0 0 0,0-1 0 0 0,-1 0 0 0 0,1 0 1 0 0,0 0-1 0 0,0 0 0 0 0,0-1 0 0 0,0 1 0 0 0,-1-1 0 0 0,1 1 0 0 0,4-3 0 0 0,15-6-65 0 0,-18 8 91 0 0,-1 0 0 0 0,1-1 1 0 0,0 1-1 0 0,-1-1 1 0 0,0 0-1 0 0,1 0 0 0 0,-1 0 1 0 0,0 0-1 0 0,0-1 1 0 0,0 1-1 0 0,3-5 0 0 0,-5 6 8 0 0,-1 0 0 0 0,1 0 0 0 0,-1 0 0 0 0,1 0-1 0 0,-1 0 1 0 0,0-1 0 0 0,1 1 0 0 0,-1 0-1 0 0,0 0 1 0 0,0 0 0 0 0,0 0 0 0 0,0-1 0 0 0,0 1-1 0 0,0 0 1 0 0,0 0 0 0 0,0 0 0 0 0,-1-1-1 0 0,1 1 1 0 0,0 0 0 0 0,-1-1 0 0 0,-11-23 745 0 0,8 19-520 0 0,3 3-160 0 0,-1 0-1 0 0,-1 0 1 0 0,1 0 0 0 0,0 0 0 0 0,-1 0-1 0 0,0 0 1 0 0,1 1 0 0 0,-1-1-1 0 0,0 1 1 0 0,0 0 0 0 0,-1 0-1 0 0,1 0 1 0 0,0 0 0 0 0,-1 0-1 0 0,1 1 1 0 0,-7-3 0 0 0,-4 1-9 0 0,12 3-78 0 0,1-1 0 0 0,0 1 1 0 0,0 0-1 0 0,-1-1 0 0 0,1 1 0 0 0,0 0 0 0 0,-1 0 1 0 0,1 0-1 0 0,0 0 0 0 0,-1 0 0 0 0,1 0 0 0 0,0 0 1 0 0,-1 0-1 0 0,1 0 0 0 0,0 1 0 0 0,-1-1 1 0 0,1 0-1 0 0,0 1 0 0 0,0-1 0 0 0,-1 1 0 0 0,1 0 1 0 0,0-1-1 0 0,0 1 0 0 0,0 0 0 0 0,0 0 0 0 0,-2 1 1 0 0,-6 7-107 0 0,-10 10-489 0 0,12-15-1174 0 0</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63"/>
    </inkml:context>
    <inkml:brush xml:id="br0">
      <inkml:brushProperty name="width" value="0.1" units="cm"/>
      <inkml:brushProperty name="height" value="0.1" units="cm"/>
      <inkml:brushProperty name="color" value="#004F8B"/>
    </inkml:brush>
  </inkml:definitions>
  <inkml:trace contextRef="#ctx0" brushRef="#br0">95 64 9327 0 0,'0'0'706'0'0,"-1"-15"-444"0"0,1 14-148 0 0,0 0-1 0 0,0 0 1 0 0,0 0 0 0 0,0 0-1 0 0,0 0 1 0 0,0 0-1 0 0,-1 1 1 0 0,1-1 0 0 0,0 0-1 0 0,-1 0 1 0 0,1 0-1 0 0,0 0 1 0 0,-1 0-1 0 0,1 0 1 0 0,-1 1 0 0 0,0-1-1 0 0,1 0 1 0 0,-1 0-1 0 0,0 1 1 0 0,1-1-1 0 0,-2 0 1 0 0,1 0 42 0 0,0 1 1 0 0,-1 0-1 0 0,1 0 1 0 0,0 0-1 0 0,0 0 0 0 0,-1 0 1 0 0,1 0-1 0 0,0 0 0 0 0,0 0 1 0 0,-1 1-1 0 0,1-1 1 0 0,0 0-1 0 0,0 1 0 0 0,0-1 1 0 0,0 1-1 0 0,-3 0 1 0 0,0 2-62 0 0,0-1 0 0 0,0 1 1 0 0,-1 0-1 0 0,2 0 0 0 0,-8 7 1 0 0,-6 5-104 0 0,16-13-7 0 0,-1 1 1 0 0,1-1 0 0 0,-1 1 0 0 0,1 0 0 0 0,0-1-1 0 0,0 1 1 0 0,0 0 0 0 0,-1 5 0 0 0,2-8 12 0 0,-1 14 2 0 0,2-11 0 0 0,0-1 0 0 0,4 5 0 0 0,-1-5 0 0 0,-1 0 0 0 0,1 0 0 0 0,0-1 0 0 0,0 1 0 0 0,3 0 0 0 0,3-1 0 0 0,-5-1 28 0 0,0 0-1 0 0,1 0 1 0 0,-1-1-1 0 0,1 0 1 0 0,-1 0-1 0 0,0 0 0 0 0,0-1 1 0 0,1 1-1 0 0,-1-1 1 0 0,0 0-1 0 0,8-6 1 0 0,0 1 217 0 0,-11 6-220 0 0,-1 0 1 0 0,1 0-1 0 0,-1 0 1 0 0,1 0-1 0 0,-1 0 1 0 0,0 0-1 0 0,0 0 0 0 0,1 0 1 0 0,-1-1-1 0 0,0 1 1 0 0,1-3-1 0 0,-1 3 93 0 0,0-1-53 0 0,-1 1 0 0 0,1-1-1 0 0,-1 1 1 0 0,1 0 0 0 0,-1-1 0 0 0,0 1 0 0 0,0-1 0 0 0,0 1 0 0 0,1-1 0 0 0,-1-1 0 0 0,-1 1-17 0 0,1 0-1 0 0,0 0 0 0 0,0 0 0 0 0,-1 0 1 0 0,1 0-1 0 0,-1 0 0 0 0,1 1 1 0 0,-1-1-1 0 0,0 0 0 0 0,0 0 1 0 0,0 0-1 0 0,0 1 0 0 0,0-1 1 0 0,0 1-1 0 0,0-1 0 0 0,-1 1 0 0 0,1-1 1 0 0,-1 1-1 0 0,-2-3 0 0 0,2 3 31 0 0,-1-1 0 0 0,0 1 0 0 0,1-1 0 0 0,-1 1 0 0 0,0 0 0 0 0,1 0 0 0 0,-1 0-1 0 0,0 0 1 0 0,0 1 0 0 0,0-1 0 0 0,0 1 0 0 0,-3-1 0 0 0,5 2-70 0 0,0-1-1 0 0,0 0 1 0 0,0 0 0 0 0,0 1 0 0 0,0-1-1 0 0,0 1 1 0 0,0-1 0 0 0,0 1 0 0 0,0-1-1 0 0,0 1 1 0 0,0-1 0 0 0,0 1 0 0 0,1 0-1 0 0,-1 0 1 0 0,-1 0 0 0 0,1 1-3 0 0,-1-1-6 0 0,0 0-1 0 0,1 0 1 0 0,0 1-1 0 0,-1-1 1 0 0,1 0-1 0 0,0 1 1 0 0,-1-1-1 0 0,1 1 1 0 0,0-1-1 0 0,0 1 1 0 0,0 0-1 0 0,0-1 1 0 0,1 1-1 0 0,-1 0 1 0 0,0 0-1 0 0,1 0 1 0 0,-1-1-1 0 0,1 1 1 0 0,0 0-1 0 0,0 0 1 0 0,-1 0 0 0 0,1 0-1 0 0,1 3 1 0 0,-1 1-260 0 0,1-3 253 0 0,0 1 0 0 0,0-1 0 0 0,0 1-1 0 0,0-1 1 0 0,1 1 0 0 0,3 5 0 0 0,-2-4 41 0 0,-3-4-30 0 0,0-1 1 0 0,1 0-1 0 0,-1 1 0 0 0,0-1 0 0 0,0 1 1 0 0,1-1-1 0 0,-1 0 0 0 0,0 1 1 0 0,1-1-1 0 0,-1 0 0 0 0,1 1 0 0 0,-1-1 1 0 0,0 0-1 0 0,1 0 0 0 0,-1 1 0 0 0,1-1 1 0 0,-1 0-1 0 0,1 0 0 0 0,0 0 0 0 0,1 1 7 0 0,7 2 43 0 0,3-4-14 0 0,-8 0-11 0 0,-1 1 1 0 0,1-1-1 0 0,0 0 1 0 0,-1 0-1 0 0,1 0 1 0 0,-1-1-1 0 0,1 1 1 0 0,-1-1-1 0 0,0 0 1 0 0,1 0-1 0 0,-1 0 0 0 0,0 0 1 0 0,0 0-1 0 0,-1-1 1 0 0,1 1-1 0 0,0-1 1 0 0,-1 0-1 0 0,1 0 1 0 0,3-6-1 0 0,-6 7 30 0 0,0 0 0 0 0,0 0-1 0 0,0 0 1 0 0,0 0 0 0 0,0 0 0 0 0,0 0-1 0 0,0 0 1 0 0,-1 0 0 0 0,1 1 0 0 0,-1-1-1 0 0,1 0 1 0 0,-1 0 0 0 0,0 0 0 0 0,0 0-1 0 0,1 1 1 0 0,-1-1 0 0 0,-2-2-1 0 0,2 2 82 0 0,-2-3 58 0 0,1 1 1 0 0,-1-1-1 0 0,0 1 1 0 0,0 0-1 0 0,-1 0 1 0 0,1 0 0 0 0,-1 0-1 0 0,-6-4 1 0 0,9 7-165 0 0,-1 0 1 0 0,1 0-1 0 0,-1 0 0 0 0,1 1 1 0 0,-1-1-1 0 0,0 0 1 0 0,1 1-1 0 0,-1-1 0 0 0,0 1 1 0 0,1 0-1 0 0,-1-1 0 0 0,0 1 1 0 0,0 0-1 0 0,1 0 1 0 0,-1 0-1 0 0,0 0 0 0 0,0 1 1 0 0,1-1-1 0 0,-1 0 1 0 0,0 1-1 0 0,1-1 0 0 0,-1 1 1 0 0,0 0-1 0 0,1-1 1 0 0,-1 1-1 0 0,1 0 0 0 0,-1 0 1 0 0,-1 1-1 0 0,-1 1-27 0 0,0 1-1 0 0,0-1 0 0 0,0 1 1 0 0,0 0-1 0 0,1 0 1 0 0,0 0-1 0 0,-1 0 1 0 0,1 0-1 0 0,-2 6 1 0 0,2-5-672 0 0,1 1 1 0 0,0-1 0 0 0,0 0-1 0 0,-2 12 1 0 0</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64"/>
    </inkml:context>
    <inkml:brush xml:id="br0">
      <inkml:brushProperty name="width" value="0.1" units="cm"/>
      <inkml:brushProperty name="height" value="0.1" units="cm"/>
      <inkml:brushProperty name="color" value="#004F8B"/>
    </inkml:brush>
  </inkml:definitions>
  <inkml:trace contextRef="#ctx0" brushRef="#br0">74 84 7831 0 0,'0'0'706'0'0,"0"-1"-434"0"0,1-1 20 0 0,0 0 0 0 0,-1 0 0 0 0,1 0 0 0 0,-1 0 0 0 0,1 0 0 0 0,-1 0 0 0 0,0-1 0 0 0,0 1 0 0 0,0 0 0 0 0,0 0 0 0 0,0 0 0 0 0,-1 0 0 0 0,1 0 0 0 0,-1 0 1 0 0,1 0-1 0 0,-1 0 0 0 0,0 0 0 0 0,1 0 0 0 0,-1 0 0 0 0,0 0 0 0 0,0 0 0 0 0,-4-3 529 0 0,3 4-604 0 0,-1-1 0 0 0,0 1-1 0 0,1 1 1 0 0,-1-1 0 0 0,0 0 0 0 0,-5 0-1 0 0,7 1-125 0 0,0 0 325 0 0,-1 0-218 0 0,-5 1-13 0 0,5-1-8 0 0,-5 6 146 0 0,4-5-302 0 0,-4 5 41 0 0,6-4-59 0 0,0-1-3 0 0,1-1 0 0 0,0 0 0 0 0,-1 1 1 0 0,1-1-1 0 0,0 0 0 0 0,0 1 0 0 0,-1-1 0 0 0,1 0 1 0 0,0 1-1 0 0,0-1 0 0 0,-1 1 0 0 0,1-1 1 0 0,0 1-1 0 0,0-1 0 0 0,0 1 0 0 0,0-1 0 0 0,0 0 1 0 0,0 1-1 0 0,0-1 0 0 0,0 1 0 0 0,0-1 1 0 0,0 1-1 0 0,0-1 0 0 0,0 1 0 0 0,0-1 0 0 0,0 1 1 0 0,0 0-1 0 0,2 6-9 0 0,-1-6-45 0 0,48 0 44 0 0,-47-1 14 0 0,0 0 1 0 0,-1 0 0 0 0,1 0-1 0 0,0-1 1 0 0,-1 1 0 0 0,1-1-1 0 0,0 1 1 0 0,-1-1 0 0 0,1 0-1 0 0,-1 1 1 0 0,1-1 0 0 0,-1 0 0 0 0,1 0-1 0 0,-1 0 1 0 0,2-2 0 0 0,3-1 5 0 0,-6 3 7 0 0,0 0-1 0 0,1 0 1 0 0,-1 0 0 0 0,0-1-1 0 0,1 1 1 0 0,-1 0 0 0 0,0 0 0 0 0,0-1-1 0 0,0 1 1 0 0,0 0 0 0 0,0 0-1 0 0,-1-1 1 0 0,1 1 0 0 0,-1-1 0 0 0,1 0 43 0 0,-1-1 1 0 0,0 2-1 0 0,0-1 1 0 0,0 0-1 0 0,0 0 1 0 0,-1 0 0 0 0,1 0-1 0 0,0 1 1 0 0,-1-1-1 0 0,1 0 1 0 0,-1 1 0 0 0,0 0-1 0 0,-2-2 1 0 0,3 2-37 0 0,-1 1 0 0 0,0-1 0 0 0,1 1 0 0 0,-1-1 0 0 0,0 1 0 0 0,0 0 0 0 0,1 0 0 0 0,-1-1 0 0 0,0 1 0 0 0,0 1 0 0 0,1-1 0 0 0,-1 0 0 0 0,0 0 0 0 0,0 1 0 0 0,1-1 0 0 0,-1 1 0 0 0,0-1 0 0 0,1 1 0 0 0,-1 0 0 0 0,1 0 0 0 0,-1-1 0 0 0,1 1 0 0 0,-1 0 0 0 0,1 0 0 0 0,-2 2 0 0 0,0-1-23 0 0,1 0 1 0 0,-1 1-1 0 0,0-1 1 0 0,1 1-1 0 0,0-1 1 0 0,-4 7-1 0 0,5-9-3 0 0,1 1 1 0 0,-1-1-1 0 0,1 1 0 0 0,-1 0 0 0 0,1-1 0 0 0,-1 1 0 0 0,1-1 1 0 0,0 1-1 0 0,-1 0 0 0 0,1 0 0 0 0,0-1 0 0 0,0 1 1 0 0,-1 0-1 0 0,1 0 0 0 0,0-1 0 0 0,0 1 0 0 0,0 0 0 0 0,0 0 1 0 0,0 0-1 0 0,0-1 0 0 0,0 1 0 0 0,0 0 0 0 0,1 1 1 0 0,-1 1-22 0 0,-1 34-103 0 0,1-35 117 0 0,0-1 0 0 0,0 1 0 0 0,0 0 0 0 0,0 0 0 0 0,0-1 0 0 0,0 1 0 0 0,0 0 0 0 0,1 0 0 0 0,-1-1 0 0 0,1 1 0 0 0,0 0 0 0 0,-1-1 0 0 0,1 1 0 0 0,0-1 0 0 0,0 1 0 0 0,0-1 0 0 0,0 1 0 0 0,0-1 0 0 0,0 1 0 0 0,0-1 0 0 0,1 0 0 0 0,-1 0 0 0 0,0 0 0 0 0,1 0 0 0 0,2 2 0 0 0,-2-1-7 0 0,0-1 11 0 0,0 1 1 0 0,0-1 0 0 0,1 0 0 0 0,-1 0-1 0 0,0 1 1 0 0,1-1 0 0 0,-1-1-1 0 0,0 1 1 0 0,1 0 0 0 0,-1-1 0 0 0,1 1-1 0 0,-1-1 1 0 0,1 0 0 0 0,-1 1 0 0 0,1-1-1 0 0,0-1 1 0 0,-1 1 0 0 0,5-1 0 0 0,-2 0 21 0 0,0 0 7 0 0,0 0 1 0 0,0-1-1 0 0,-1 1 1 0 0,1-1-1 0 0,0 0 1 0 0,-1 0-1 0 0,0-1 1 0 0,0 1-1 0 0,0-1 1 0 0,0 0-1 0 0,0 0 1 0 0,0-1-1 0 0,3-3 1 0 0,-5 5 30 0 0,0 0 1 0 0,-1 0 0 0 0,1 0 0 0 0,0 0 0 0 0,-1 0 0 0 0,0 0-1 0 0,0 0 1 0 0,0-1 0 0 0,0 1 0 0 0,0-1 0 0 0,0 1 0 0 0,0 0 0 0 0,-1-1-1 0 0,1 1 1 0 0,-1-1 0 0 0,0 1 0 0 0,0-1 0 0 0,0 1 0 0 0,0-1-1 0 0,0 0 1 0 0,0 1 0 0 0,-1-1 0 0 0,1 1 0 0 0,-1 0 0 0 0,0-1-1 0 0,0 1 1 0 0,-1-4 0 0 0,-9-6 688 0 0,10 10-360 0 0,-1 1-31 0 0,0 0-318 0 0,0-1-1 0 0,0 1 0 0 0,0-1 0 0 0,0 1 1 0 0,0 0-1 0 0,0 0 0 0 0,-1 0 0 0 0,1 0 0 0 0,0 0 1 0 0,-1 1-1 0 0,1-1 0 0 0,0 0 0 0 0,-1 1 1 0 0,1 0-1 0 0,-1 0 0 0 0,1 0 0 0 0,-1 0 0 0 0,1 0 1 0 0,0 0-1 0 0,-4 1 0 0 0,4 0-115 0 0,0 0 1 0 0,0-1-1 0 0,1 1 0 0 0,-1 0 1 0 0,0 0-1 0 0,1 0 0 0 0,-1 0 1 0 0,1 0-1 0 0,-1 0 0 0 0,1 1 1 0 0,-1-1-1 0 0,1 1 0 0 0,0-1 1 0 0,0 0-1 0 0,0 1 0 0 0,0 0 1 0 0,0-1-1 0 0,0 1 0 0 0,0 0 1 0 0,1-1-1 0 0,-1 1 0 0 0,0 0 1 0 0,0 2-1 0 0,-2 8-591 0 0</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65"/>
    </inkml:context>
    <inkml:brush xml:id="br0">
      <inkml:brushProperty name="width" value="0.1" units="cm"/>
      <inkml:brushProperty name="height" value="0.1" units="cm"/>
      <inkml:brushProperty name="color" value="#004F8B"/>
    </inkml:brush>
  </inkml:definitions>
  <inkml:trace contextRef="#ctx0" brushRef="#br0">42 6 2415 0 0,'0'0'170'0'0,"18"2"4124"0"0,19-2 6501 0 0,-47-4-10519 0 0,8 3-224 0 0,0 1 0 0 0,0-1 1 0 0,0 1-1 0 0,0-1 0 0 0,0 1 0 0 0,0 0 1 0 0,0-1-1 0 0,0 1 0 0 0,-1 0 0 0 0,1 0 0 0 0,0 1 1 0 0,0-1-1 0 0,0 0 0 0 0,0 1 0 0 0,0-1 1 0 0,0 1-1 0 0,0 0 0 0 0,0 0 0 0 0,0 0 1 0 0,0 0-1 0 0,1 0 0 0 0,-4 2 0 0 0,-1 0 145 0 0,4-2-165 0 0,1-1 0 0 0,-1 1 0 0 0,1 0-1 0 0,-1 0 1 0 0,1 0 0 0 0,0 0-1 0 0,-1 0 1 0 0,1 0 0 0 0,0 0 0 0 0,0 0-1 0 0,0 0 1 0 0,0 0 0 0 0,0 1-1 0 0,0-1 1 0 0,0 0 0 0 0,1 1 0 0 0,-2 1-1 0 0,-1 4-28 0 0,3-6-29 0 0,-1 0 1 0 0,1 1-1 0 0,0-1 0 0 0,0 0 1 0 0,0 0-1 0 0,0 1 0 0 0,0-1 1 0 0,0 0-1 0 0,0 0 1 0 0,0 1-1 0 0,0-1 0 0 0,1 2 1 0 0,0 0 3 0 0,-1-1 16 0 0,0-1-1 0 0,0 1 1 0 0,1 0-1 0 0,-1-1 1 0 0,0 1 0 0 0,1 0-1 0 0,-1-1 1 0 0,1 1-1 0 0,-1-1 1 0 0,1 1-1 0 0,0-1 1 0 0,0 1-1 0 0,1 1 1 0 0,1 1 0 0 0,3 2 17 0 0,-4-5 15 0 0,-1 0 1 0 0,1 0 0 0 0,1-1-1 0 0,-1 1 1 0 0,0-1-1 0 0,0 0 1 0 0,0 1 0 0 0,0-1-1 0 0,0 0 1 0 0,4 0-1 0 0,2 0 5 0 0,-2 1-10 0 0,-1-1 1 0 0,1 1 0 0 0,-1-1 0 0 0,1 0 0 0 0,-1-1 0 0 0,1 1-1 0 0,4-2 1 0 0,-8 1 9 0 0,0 1-1 0 0,0-1 0 0 0,-1 1 1 0 0,1-1-1 0 0,0 0 0 0 0,-1 0 1 0 0,1 0-1 0 0,0 0 0 0 0,-1 0 1 0 0,0 0-1 0 0,1 0 0 0 0,-1 0 1 0 0,0-1-1 0 0,1 1 0 0 0,-1 0 1 0 0,0-1-1 0 0,0 1 0 0 0,0-1 1 0 0,0 0-1 0 0,0 1 0 0 0,-1-1 0 0 0,1 0 1 0 0,1-3-1 0 0,-2 4 120 0 0,0 1-130 0 0,0 0 0 0 0,1-1 0 0 0,-1 1 1 0 0,0 0-1 0 0,0-1 0 0 0,1 1 0 0 0,-1 0 1 0 0,0-1-1 0 0,0 1 0 0 0,0 0 0 0 0,0-1 1 0 0,0 1-1 0 0,0-1 0 0 0,1 1 1 0 0,-1 0-1 0 0,0-1 0 0 0,0 1 0 0 0,0-1 1 0 0,0 1-1 0 0,0 0 0 0 0,-1-1 0 0 0,1 1 1 0 0,0-1-1 0 0,0 1 0 0 0,0 0 1 0 0,0-1-1 0 0,0 1 0 0 0,0 0 0 0 0,-1-1 1 0 0,1 1-1 0 0,0 0 0 0 0,-1-1 0 0 0,-7-12 541 0 0,3 8-473 0 0,1 1-16 0 0,0 0 0 0 0,0 1 1 0 0,-1-1-1 0 0,1 1 0 0 0,-10-5 0 0 0,12 7-59 0 0,0 0 0 0 0,1 0-1 0 0,-1 0 1 0 0,0 1 0 0 0,0-1 0 0 0,0 0 0 0 0,0 1-1 0 0,0 0 1 0 0,0-1 0 0 0,-1 1 0 0 0,1 0-1 0 0,0 0 1 0 0,0 0 0 0 0,0 0 0 0 0,0 0-1 0 0,-3 1 1 0 0,1 1-14 0 0,1-1-1 0 0,0 0 1 0 0,0 1-1 0 0,0-1 1 0 0,0 1-1 0 0,0 0 1 0 0,1 0-1 0 0,-1 0 1 0 0,1 0-1 0 0,-1 1 1 0 0,1-1-1 0 0,0 1 1 0 0,-3 2-1 0 0,2-1-37 0 0,2-3 32 0 0,0 1 1 0 0,0-1-1 0 0,0 0 0 0 0,0 1 1 0 0,1-1-1 0 0,-1 1 1 0 0,0-1-1 0 0,1 1 0 0 0,-1 0 1 0 0,1-1-1 0 0,0 1 0 0 0,-1 0 1 0 0,1 1-1 0 0,-1 1-19 0 0,0-2 19 0 0,1 0 0 0 0,0 0 1 0 0,0 0-1 0 0,0 0 0 0 0,0 0 1 0 0,0-1-1 0 0,0 1 0 0 0,0 0 1 0 0,1 0-1 0 0,-1 0 0 0 0,1 2 0 0 0,-1-1 17 0 0,0 2 12 0 0,9 10-22 0 0,-7-12-25 0 0,1 1-1 0 0,-1-1 0 0 0,1-1 0 0 0,0 1 0 0 0,0 0 0 0 0,4 2 0 0 0,4-1 26 0 0,-5-3 5 0 0,0 0 0 0 0,0-1 0 0 0,1 0 0 0 0,-1 0 0 0 0,0 0-1 0 0,1-1 1 0 0,-1 0 0 0 0,0-1 0 0 0,0 1 0 0 0,0-1 0 0 0,0 0 0 0 0,0 0 0 0 0,0-1 0 0 0,-1 0-1 0 0,1 0 1 0 0,-1 0 0 0 0,9-7 0 0 0,-12 8-16 0 0,8-9-37 0 0,-10 10 74 0 0,1 0 0 0 0,0-1 0 0 0,-1 1-1 0 0,1 0 1 0 0,0 0 0 0 0,-1 0-1 0 0,0-1 1 0 0,1 1 0 0 0,-1 0-1 0 0,0-1 1 0 0,0 1 0 0 0,1 0 0 0 0,-1 0-1 0 0,0-1 1 0 0,0 1 0 0 0,-1 0-1 0 0,1-1 1 0 0,0 1 0 0 0,0 0-1 0 0,-1-1 1 0 0,0-1 0 0 0,0 0 49 0 0,0 1 0 0 0,0-1 1 0 0,-1 1-1 0 0,1-1 0 0 0,-1 1 0 0 0,0 0 1 0 0,0 0-1 0 0,-3-3 0 0 0,-32-21 642 0 0,34 23-674 0 0,2 3-40 0 0,1 0 0 0 0,0-1 0 0 0,-1 1 0 0 0,1 0 0 0 0,0-1 0 0 0,-1 1 0 0 0,1 0 0 0 0,-1 0 0 0 0,1-1 0 0 0,0 1 0 0 0,-1 0 0 0 0,1 0 0 0 0,-1 0-1 0 0,1-1 1 0 0,-1 1 0 0 0,1 0 0 0 0,-1 0 0 0 0,1 0 0 0 0,-1 0 0 0 0,1 0 0 0 0,-1 0 0 0 0,1 0 0 0 0,-1 0 0 0 0,1 0 0 0 0,-1 0 0 0 0,1 0 0 0 0,-1 1 0 0 0,1-1 0 0 0,-1 0 0 0 0,0 0 0 0 0,0 1 1 0 0,0-1-48 0 0,0 0 0 0 0,0 0 0 0 0,0 0 1 0 0,0 1-1 0 0,0-1 0 0 0,0 0 0 0 0,0 0 0 0 0,0 1 0 0 0,0-1 0 0 0,1 1 0 0 0,-1-1 0 0 0,0 1 0 0 0,0-1 0 0 0,0 1 1 0 0,1-1-1 0 0,-1 1 0 0 0,0 0 0 0 0,0 0 0 0 0,0 0 0 0 0,-1 2-306 0 0</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66"/>
    </inkml:context>
    <inkml:brush xml:id="br0">
      <inkml:brushProperty name="width" value="0.1" units="cm"/>
      <inkml:brushProperty name="height" value="0.1" units="cm"/>
      <inkml:brushProperty name="color" value="#004F8B"/>
    </inkml:brush>
  </inkml:definitions>
  <inkml:trace contextRef="#ctx0" brushRef="#br0">90 36 919 0 0,'0'0'12998'0'0,"-4"-15"-11118"0"0,3 13-1569 0 0,0 0 0 0 0,0 0 0 0 0,0 0 0 0 0,-1 0 0 0 0,1 0 1 0 0,-1 0-1 0 0,-2-2 0 0 0,4 3 50 0 0,-9 0 186 0 0,6 1-508 0 0,0 0 0 0 0,0 0 0 0 0,1 0-1 0 0,-1 1 1 0 0,0 0 0 0 0,1-1 0 0 0,-1 1 0 0 0,0 0 0 0 0,1 0 0 0 0,-1 0 0 0 0,1 0-1 0 0,-1 1 1 0 0,1-1 0 0 0,0 1 0 0 0,0-1 0 0 0,-1 1 0 0 0,1 0 0 0 0,-3 4 0 0 0,5-6-40 0 0,-8 9 11 0 0,7-5-7 0 0,0 10-89 0 0,0-9 60 0 0,0-2 7 0 0,1 0 0 0 0,0 0 0 0 0,-1 0 0 0 0,1 0 0 0 0,1 0 1 0 0,-1 0-1 0 0,0 0 0 0 0,2 6 0 0 0,0-6-45 0 0,4 5 0 0 0,-6-7 58 0 0,1 0 0 0 0,0 0-1 0 0,0 0 1 0 0,0 0 0 0 0,0 0-1 0 0,0 0 1 0 0,0 0 0 0 0,0 0 0 0 0,0 0-1 0 0,0-1 1 0 0,1 1 0 0 0,-1 0-1 0 0,0-1 1 0 0,1 1 0 0 0,-1-1-1 0 0,0 1 1 0 0,1-1 0 0 0,-1 0 0 0 0,3 1-1 0 0,0-1-5 0 0,-3 1 11 0 0,0-1 0 0 0,1 1 0 0 0,-1-1 0 0 0,0 0 0 0 0,0 0 1 0 0,0 1-1 0 0,0-1 0 0 0,1 0 0 0 0,-1 0 0 0 0,0 0 0 0 0,0-1 1 0 0,1 1-1 0 0,-1 0 0 0 0,0 0 0 0 0,0-1 0 0 0,0 1 0 0 0,0 0 1 0 0,0-1-1 0 0,1 1 0 0 0,1-2 0 0 0,1-1 19 0 0,-2 2-4 0 0,1 0 1 0 0,0 0-1 0 0,-1-1 1 0 0,1 1-1 0 0,-1-1 1 0 0,1 1-1 0 0,-1-1 1 0 0,0 0-1 0 0,0 0 1 0 0,0 0-1 0 0,0-1 1 0 0,0 1-1 0 0,0 0 1 0 0,2-4-1 0 0,-4 4 6 0 0,1 1 0 0 0,-1 0 0 0 0,1-1-1 0 0,-1 1 1 0 0,1 0 0 0 0,-1-1 0 0 0,0 1-1 0 0,1-1 1 0 0,-1 1 0 0 0,0-1 0 0 0,0 1 0 0 0,0 0-1 0 0,0-1 1 0 0,-1 1 0 0 0,1-1 0 0 0,0 1-1 0 0,-1-1 1 0 0,1 1 0 0 0,0 0 0 0 0,-1-1 0 0 0,0 1-1 0 0,1 0 1 0 0,-1-1 0 0 0,0 1 0 0 0,0 0-1 0 0,1 0 1 0 0,-1 0 0 0 0,0 0 0 0 0,0 0 0 0 0,0 0-1 0 0,-2-1 1 0 0,2 0 29 0 0,-1 1-1 0 0,0 0 1 0 0,1 0 0 0 0,-1 0-1 0 0,0 0 1 0 0,1 0 0 0 0,-1 0-1 0 0,0 0 1 0 0,0 1-1 0 0,0-1 1 0 0,0 1 0 0 0,0-1-1 0 0,0 1 1 0 0,0 0 0 0 0,0-1-1 0 0,0 1 1 0 0,0 0 0 0 0,0 1-1 0 0,0-1 1 0 0,0 0-1 0 0,0 0 1 0 0,1 1 0 0 0,-1-1-1 0 0,0 1 1 0 0,0 0 0 0 0,-3 1-1 0 0,3-1-40 0 0,0 1-1 0 0,-1-1 0 0 0,1 1 0 0 0,1 0 1 0 0,-1-1-1 0 0,0 1 0 0 0,0 0 1 0 0,1 0-1 0 0,-1 0 0 0 0,1 0 1 0 0,-1 0-1 0 0,1 0 0 0 0,0 1 1 0 0,0-1-1 0 0,0 0 0 0 0,0 1 1 0 0,0-1-1 0 0,1 0 0 0 0,-1 1 1 0 0,0 4-1 0 0,1-2-30 0 0,0 0 1 0 0,-1 0 0 0 0,2 0-1 0 0,-1 0 1 0 0,1 0-1 0 0,-1 0 1 0 0,1 0-1 0 0,1 0 1 0 0,-1 0-1 0 0,1 0 1 0 0,4 9 0 0 0,-5-11 17 0 0,1 0 1 0 0,0 0 0 0 0,0 1 0 0 0,0-1 0 0 0,1 0 0 0 0,-1-1 0 0 0,1 1 0 0 0,0 0 0 0 0,-1-1-1 0 0,1 0 1 0 0,0 1 0 0 0,4 1 0 0 0,-4-2-1 0 0,5 1 15 0 0,13-2-75 0 0,-2-4 53 0 0,-17 2 26 0 0,0 1 0 0 0,-1-1 0 0 0,1 1-1 0 0,0-1 1 0 0,-1 0 0 0 0,1 1 0 0 0,-1-1 0 0 0,1 0-1 0 0,-1 0 1 0 0,1 0 0 0 0,-1 0 0 0 0,1 0 0 0 0,-1-1-1 0 0,0 1 1 0 0,0 0 0 0 0,0-1 0 0 0,0 1 0 0 0,0 0-1 0 0,0-1 1 0 0,0 1 0 0 0,0-1 0 0 0,0 0 0 0 0,-1 1 0 0 0,1-1-1 0 0,0-2 1 0 0,-1 1 35 0 0,1-1-1 0 0,-1 0 1 0 0,0 1-1 0 0,0-1 1 0 0,0 0-1 0 0,0 1 1 0 0,-1-1 0 0 0,1 1-1 0 0,-1-1 1 0 0,0 0-1 0 0,0 1 1 0 0,-1 0-1 0 0,-2-7 1 0 0,3 9 31 0 0,0 1-122 0 0,-1 1 1 0 0,1-1-1 0 0,0 0 0 0 0,-1 1 1 0 0,1-1-1 0 0,-1 1 1 0 0,1-1-1 0 0,0 1 0 0 0,-1 0 1 0 0,1 0-1 0 0,0 0 1 0 0,0-1-1 0 0,0 1 0 0 0,0 0 1 0 0,-1 0-1 0 0,1 1 1 0 0,1-1-1 0 0,-1 0 0 0 0,0 0 1 0 0,0 0-1 0 0,0 1 1 0 0,0 0-1 0 0,-2 4-1766 0 0,0 0 0 0 0,1 0 0 0 0,-4 11 0 0 0,1 1-4346 0 0</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67"/>
    </inkml:context>
    <inkml:brush xml:id="br0">
      <inkml:brushProperty name="width" value="0.1" units="cm"/>
      <inkml:brushProperty name="height" value="0.1" units="cm"/>
      <inkml:brushProperty name="color" value="#004F8B"/>
    </inkml:brush>
  </inkml:definitions>
  <inkml:trace contextRef="#ctx0" brushRef="#br0">53 88 5927 0 0,'0'0'8056'0'0,"-7"-6"-6108"0"0,-6-2-1432 0 0,6 5-501 0 0,0 4 60 0 0,5-1 14 0 0,2 1-30 0 0,-4 5-55 0 0,-3 9 2 0 0,1-1-18 0 0,6-14 9 0 0,0 1 0 0 0,1-1 1 0 0,-1 1-1 0 0,0-1 0 0 0,0 1 0 0 0,0-1 0 0 0,0 1 0 0 0,1-1 0 0 0,-1 1 0 0 0,0-1 0 0 0,0 1 0 0 0,1-1 0 0 0,-1 1 0 0 0,0-1 1 0 0,1 0-1 0 0,-1 1 0 0 0,1-1 0 0 0,-1 0 0 0 0,1 1 0 0 0,0 0 1 0 0,6 5 2 0 0,2-3 0 0 0,-3-3 36 0 0,0 0-1 0 0,0 0 1 0 0,0 0-1 0 0,0-1 1 0 0,0 0-1 0 0,0 0 1 0 0,0 0-1 0 0,0-1 1 0 0,0 1-1 0 0,0-2 1 0 0,-1 1 0 0 0,1-1-1 0 0,4-2 1 0 0,-9 4 26 0 0,1 0 0 0 0,-1 0 0 0 0,0 0 1 0 0,0-1-1 0 0,0 1 0 0 0,0 0 0 0 0,0 0 1 0 0,0-1-1 0 0,0 1 0 0 0,0 0 0 0 0,-1-1 1 0 0,1 1-1 0 0,0-1 0 0 0,-1 1 0 0 0,1-1 1 0 0,-1 1-1 0 0,1-1 0 0 0,-1 1 0 0 0,0-1 1 0 0,0 1-1 0 0,0-1 0 0 0,0 1 0 0 0,0-1 1 0 0,0 0-1 0 0,0 1 0 0 0,0-1 0 0 0,-1 1 1 0 0,1-1-1 0 0,-1 1 0 0 0,1-1 1 0 0,-1 1-1 0 0,0-1 0 0 0,1 1 0 0 0,-1-1 1 0 0,0 1-1 0 0,0 0 0 0 0,0 0 0 0 0,0-1 1 0 0,-1 0-1 0 0,0-1 59 0 0,-1 1 1 0 0,1-1 0 0 0,-1 1-1 0 0,1-1 1 0 0,-1 1-1 0 0,0 0 1 0 0,0 0 0 0 0,0 0-1 0 0,0 0 1 0 0,0 1-1 0 0,0-1 1 0 0,-1 1-1 0 0,1 0 1 0 0,0 0 0 0 0,-1 0-1 0 0,-4 0 1 0 0,5 1-12 0 0,0 0 0 0 0,1 1 0 0 0,-1-1 0 0 0,0 1 1 0 0,0 0-1 0 0,1 0 0 0 0,-5 2 0 0 0,6-2-111 0 0,0-1 0 0 0,-1 1 1 0 0,1-1-1 0 0,0 1 0 0 0,1-1 0 0 0,-1 1 0 0 0,0 0 0 0 0,0 0 1 0 0,0-1-1 0 0,0 1 0 0 0,0 0 0 0 0,1 0 0 0 0,-1 0 1 0 0,0 0-1 0 0,1 0 0 0 0,-1 0 0 0 0,1 0 0 0 0,-1 0 0 0 0,1 0 1 0 0,-1 0-1 0 0,1 0 0 0 0,0 0 0 0 0,0 0 0 0 0,-1 3 0 0 0,1 0-18 0 0,-2 2-2 0 0,0 0 0 0 0,1 0 0 0 0,0 0 1 0 0,1 1-1 0 0,-1-1 0 0 0,1 0 0 0 0,1 0 0 0 0,-1 1 0 0 0,1-1 0 0 0,0 0 0 0 0,2 8 0 0 0,-1-12 15 0 0,-1 1 0 0 0,1-1-1 0 0,0 0 1 0 0,0 1 0 0 0,0-1-1 0 0,0 0 1 0 0,0 0 0 0 0,1-1-1 0 0,-1 1 1 0 0,5 2 0 0 0,-3-2-18 0 0,7 4-24 0 0,13-4 215 0 0,-23-1-165 0 0,1-1 0 0 0,-1 0 0 0 0,1 0 0 0 0,-1 0 0 0 0,1 1-1 0 0,-1-1 1 0 0,1-1 0 0 0,-1 1 0 0 0,0 0 0 0 0,1 0 0 0 0,-1 0 0 0 0,1-1 0 0 0,-1 1 0 0 0,1-1 0 0 0,-1 1 0 0 0,0-1 0 0 0,1 0 0 0 0,-1 1 0 0 0,0-1 0 0 0,0 0 0 0 0,0 0 0 0 0,1 0 0 0 0,-1 0 0 0 0,0 0-1 0 0,1-1 1 0 0,4-4-44 0 0,-3 4 82 0 0,0 0 0 0 0,0 0 0 0 0,0 0 0 0 0,-1-1 1 0 0,1 1-1 0 0,-1-1 0 0 0,0 1 0 0 0,0-1 0 0 0,0 0 0 0 0,0 0 0 0 0,0 0 0 0 0,0 0 1 0 0,-1 0-1 0 0,0 0 0 0 0,1 0 0 0 0,-1 0 0 0 0,0-1 0 0 0,-1 1 0 0 0,1 0 1 0 0,-1-1-1 0 0,1 1 0 0 0,-1-1 0 0 0,0 1 0 0 0,0-1 0 0 0,0 1 0 0 0,-1 0 1 0 0,1-1-1 0 0,-1 1 0 0 0,0-1 0 0 0,0 1 0 0 0,0 0 0 0 0,-1 0 0 0 0,1 0 1 0 0,-1-1-1 0 0,1 1 0 0 0,-1 1 0 0 0,-4-7 0 0 0,3 6 106 0 0,1 0 0 0 0,-1 0 0 0 0,0 0 0 0 0,0 0 0 0 0,0 0 0 0 0,0 0 0 0 0,-1 1 0 0 0,1-1 0 0 0,-7-2 0 0 0,8 4-132 0 0,1 1-1 0 0,-1-1 0 0 0,1 1 1 0 0,-1 0-1 0 0,1 0 0 0 0,-1 0 1 0 0,1 0-1 0 0,-1 0 0 0 0,1 0 1 0 0,-1 0-1 0 0,1 0 0 0 0,-1 0 1 0 0,1 1-1 0 0,0-1 0 0 0,-1 1 1 0 0,1-1-1 0 0,-1 1 0 0 0,1 0 1 0 0,0-1-1 0 0,-1 1 0 0 0,1 0 1 0 0,0 0-1 0 0,0 0 0 0 0,0 0 0 0 0,-1 0 1 0 0,1 0-1 0 0,0 0 0 0 0,1 0 1 0 0,-1 0-1 0 0,-2 3 0 0 0,1-1-20 0 0,0 1 0 0 0,0-1 0 0 0,0 1 0 0 0,0-1 0 0 0,0 1 0 0 0,1 0-1 0 0,-1 0 1 0 0,0 5 0 0 0,2-7-230 0 0,-1 0 0 0 0,1 0 0 0 0,0 1-1 0 0,0-1 1 0 0,0 0 0 0 0,0 0 0 0 0,1 0 0 0 0,-1 0-1 0 0,0 0 1 0 0,1 0 0 0 0,0 3 0 0 0</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68"/>
    </inkml:context>
    <inkml:brush xml:id="br0">
      <inkml:brushProperty name="width" value="0.1" units="cm"/>
      <inkml:brushProperty name="height" value="0.1" units="cm"/>
      <inkml:brushProperty name="color" value="#004F8B"/>
    </inkml:brush>
  </inkml:definitions>
  <inkml:trace contextRef="#ctx0" brushRef="#br0">120 27 1375 0 0,'0'0'13810'0'0,"-17"2"-11788"0"0,2 1-1578 0 0,13-3-272 0 0,-8 6 274 0 0,9-5-408 0 0,-2-1-29 0 0,-5 10 308 0 0,7-9-306 0 0,0 0-7 0 0,1-1-1 0 0,-1 0 0 0 0,1 1 1 0 0,-1-1-1 0 0,1 1 0 0 0,0-1 0 0 0,-1 1 1 0 0,1-1-1 0 0,-1 1 0 0 0,1 0 1 0 0,0-1-1 0 0,0 1 0 0 0,-1-1 1 0 0,1 1-1 0 0,0 0 0 0 0,0-1 1 0 0,0 1-1 0 0,0-1 0 0 0,0 1 1 0 0,0 1-1 0 0,-2 0 11 0 0,1 15-15 0 0,4-3 1 0 0,2-11 0 0 0,-4-3 0 0 0,1 1 10 0 0,-1 0 1 0 0,0 0-1 0 0,1 0 0 0 0,-1 0 0 0 0,0 0 0 0 0,1-1 0 0 0,-1 1 1 0 0,1-1-1 0 0,-1 1 0 0 0,1-1 0 0 0,0 1 0 0 0,-1-1 0 0 0,1 0 1 0 0,-1 0-1 0 0,1 0 0 0 0,0 0 0 0 0,-1 0 0 0 0,1 0 0 0 0,0 0 1 0 0,-1 0-1 0 0,1-1 0 0 0,1 0 0 0 0,5 0 80 0 0,-6 1-35 0 0,0-1-1 0 0,0 1 1 0 0,0 0-1 0 0,-1-1 1 0 0,1 0-1 0 0,0 1 1 0 0,0-1-1 0 0,-1 0 0 0 0,4-1 1 0 0,0-1 115 0 0,-3 2 50 0 0,6-9 489 0 0,-8 9-657 0 0,1 0-1 0 0,0 0 0 0 0,-1 0 1 0 0,1 1-1 0 0,-1-1 0 0 0,1 0 1 0 0,-1 0-1 0 0,1 0 1 0 0,-1 0-1 0 0,0 0 0 0 0,0 0 1 0 0,1 0-1 0 0,-1 0 0 0 0,0 0 1 0 0,0 0-1 0 0,0 0 1 0 0,0 0-1 0 0,0 0 0 0 0,0 0 1 0 0,0 0-1 0 0,0 0 0 0 0,0 0 1 0 0,-1 1-1 0 0,1-1 1 0 0,0 0-1 0 0,-1 0 0 0 0,1 0 1 0 0,0 0-1 0 0,-1 0 0 0 0,1 0 1 0 0,-1 0-1 0 0,0-1 1 0 0,-1 0 16 0 0,0-1 1 0 0,-1 1-1 0 0,1 0 1 0 0,0-1-1 0 0,-1 1 1 0 0,1 0-1 0 0,-1 0 1 0 0,-5-3-1 0 0,6 5-55 0 0,1-1 0 0 0,0 1 1 0 0,-1-1-1 0 0,1 1 0 0 0,0 0 0 0 0,-1 0 0 0 0,1 0 0 0 0,0 0 0 0 0,-1 0 0 0 0,1 0 1 0 0,0 0-1 0 0,-1 0 0 0 0,1 0 0 0 0,0 1 0 0 0,-1-1 0 0 0,1 0 0 0 0,0 1 1 0 0,-1-1-1 0 0,0 2 0 0 0,-6-1 13 0 0,5 0-24 0 0,1-1 1 0 0,0 1-1 0 0,0 0 0 0 0,-1-1 0 0 0,1 1 1 0 0,0 0-1 0 0,0 0 0 0 0,0 0 1 0 0,0 1-1 0 0,0-1 0 0 0,0 0 1 0 0,0 1-1 0 0,0-1 0 0 0,1 1 1 0 0,-1 0-1 0 0,-1 2 0 0 0,0-2-9 0 0,1 1 0 0 0,1-1 1 0 0,-1 1-1 0 0,0 0 0 0 0,1 0 0 0 0,-1 0 0 0 0,1 0 0 0 0,0 0 0 0 0,0 0 1 0 0,0 0-1 0 0,0 0 0 0 0,1 0 0 0 0,-1 0 0 0 0,1 1 0 0 0,0-1 0 0 0,0 0 1 0 0,0 0-1 0 0,0 1 0 0 0,0-1 0 0 0,1 0 0 0 0,0 0 0 0 0,-1 0 0 0 0,1 0 1 0 0,0 0-1 0 0,1 0 0 0 0,-1 0 0 0 0,0 0 0 0 0,1 0 0 0 0,0 0 0 0 0,0 0 1 0 0,0-1-1 0 0,0 1 0 0 0,0-1 0 0 0,4 4 0 0 0,10 6 7 0 0,-14-10 2 0 0,0-1-1 0 0,0 0 0 0 0,1 1 1 0 0,-1-1-1 0 0,1 0 1 0 0,-1 0-1 0 0,1-1 0 0 0,0 1 1 0 0,-1 0-1 0 0,1-1 0 0 0,-1 0 1 0 0,1 1-1 0 0,0-1 1 0 0,0 0-1 0 0,3-1 0 0 0,5 0 19 0 0,0-1 0 0 0,15-5 0 0 0,-16 4-3 0 0,-7 2 16 0 0,-1 0 0 0 0,1 0 0 0 0,-1 0 1 0 0,1 0-1 0 0,-1-1 0 0 0,0 1 0 0 0,1-1 0 0 0,-1 1 0 0 0,0-1 1 0 0,0 0-1 0 0,0 0 0 0 0,0 0 0 0 0,0 0 0 0 0,-1 0 0 0 0,1 0 1 0 0,-1-1-1 0 0,1 1 0 0 0,-1-1 0 0 0,0 1 0 0 0,0-1 0 0 0,0 1 1 0 0,0-1-1 0 0,0 0 0 0 0,0-4 0 0 0,0 3 27 0 0,-1 1 1 0 0,0-1-1 0 0,0 1 0 0 0,0-1 0 0 0,0 0 0 0 0,0 1 1 0 0,-1-1-1 0 0,1 0 0 0 0,-1 1 0 0 0,0-1 0 0 0,0 1 1 0 0,-1 0-1 0 0,1-1 0 0 0,-1 1 0 0 0,1 0 0 0 0,-1 0 1 0 0,0 0-1 0 0,-3-4 0 0 0,1 4-44 0 0,1-1 0 0 0,-1 1 0 0 0,0 0 0 0 0,0 0 0 0 0,0 0 0 0 0,-1 0 1 0 0,1 1-1 0 0,-1-1 0 0 0,0 1 0 0 0,1 0 0 0 0,-1 1 0 0 0,0-1 0 0 0,0 1 0 0 0,0 0 0 0 0,0 0 0 0 0,0 1 0 0 0,0-1 0 0 0,0 1 0 0 0,0 0 0 0 0,-1 1 0 0 0,1-1 0 0 0,0 1 1 0 0,0 0-1 0 0,0 0 0 0 0,0 1 0 0 0,1-1 0 0 0,-1 1 0 0 0,0 0 0 0 0,1 0 0 0 0,-1 1 0 0 0,1 0 0 0 0,-1-1 0 0 0,1 1 0 0 0,0 1 0 0 0,1-1 0 0 0,-1 1 0 0 0,0-1 0 0 0,1 1 0 0 0,0 0 1 0 0,0 0-1 0 0,0 0 0 0 0,0 1 0 0 0,-2 4 0 0 0,4-6-27 0 0,0 1 0 0 0,0-1 1 0 0,1 1-1 0 0,-1-1 0 0 0,1 1 0 0 0,-1 0 1 0 0,1-1-1 0 0,0 1 0 0 0,1 0 0 0 0,-1-1 1 0 0,1 1-1 0 0,-1-1 0 0 0,1 1 0 0 0,0-1 1 0 0,0 1-1 0 0,1-1 0 0 0,-1 0 0 0 0,1 1 1 0 0,-1-1-1 0 0,1 0 0 0 0,0 0 0 0 0,0 0 1 0 0,1 0-1 0 0,-1 0 0 0 0,1-1 1 0 0,-1 1-1 0 0,1-1 0 0 0,0 0 0 0 0,0 0 1 0 0,0 0-1 0 0,0 0 0 0 0,0 0 0 0 0,0 0 1 0 0,0-1-1 0 0,6 2 0 0 0,-2-1 8 0 0,1 0-1 0 0,-1 0 1 0 0,1-1 0 0 0,-1-1-1 0 0,1 1 1 0 0,-1-1-1 0 0,1 0 1 0 0,-1-1 0 0 0,1 0-1 0 0,-1 0 1 0 0,1 0-1 0 0,-1-1 1 0 0,0 0 0 0 0,1-1-1 0 0,-1 1 1 0 0,0-2-1 0 0,-1 1 1 0 0,1-1 0 0 0,11-8-1 0 0,-13 8 19 0 0,0 0-1 0 0,-1 0 1 0 0,1 0 0 0 0,-1-1-1 0 0,0 0 1 0 0,5-7-1 0 0,-8 10 7 0 0,0-1-1 0 0,0 1 0 0 0,0 0 0 0 0,-1-1 0 0 0,1 1 0 0 0,-1-1 1 0 0,1 1-1 0 0,-1-1 0 0 0,0 1 0 0 0,0-1 0 0 0,0 1 0 0 0,0-1 0 0 0,0 1 1 0 0,0-1-1 0 0,-1 1 0 0 0,1-1 0 0 0,-1 1 0 0 0,-2-5 0 0 0,1 2 64 0 0,0 0 0 0 0,0-1 0 0 0,-1 1 0 0 0,1 1 0 0 0,-1-1 0 0 0,-1 0 0 0 0,1 1-1 0 0,-7-8 1 0 0,7 10-41 0 0,1 0-1 0 0,-1 0 1 0 0,0 1-1 0 0,1-1 1 0 0,-1 1-1 0 0,0-1 0 0 0,0 1 1 0 0,0 0-1 0 0,0 0 1 0 0,0 0-1 0 0,0 0 1 0 0,0 1-1 0 0,-1-1 0 0 0,1 1 1 0 0,0 0-1 0 0,0 0 1 0 0,-4 1-1 0 0,2-1-33 0 0,0 1 1 0 0,0 0-1 0 0,0 0 0 0 0,0 0 1 0 0,1 0-1 0 0,-1 1 0 0 0,0 0 1 0 0,1 0-1 0 0,-1 0 0 0 0,1 1 1 0 0,0 0-1 0 0,0 0 0 0 0,0 0 1 0 0,0 0-1 0 0,0 0 0 0 0,1 1 1 0 0,-1-1-1 0 0,-4 8 0 0 0,2-2-413 0 0,3 1-1337 0 0</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69"/>
    </inkml:context>
    <inkml:brush xml:id="br0">
      <inkml:brushProperty name="width" value="0.1" units="cm"/>
      <inkml:brushProperty name="height" value="0.1" units="cm"/>
      <inkml:brushProperty name="color" value="#004F8B"/>
    </inkml:brush>
  </inkml:definitions>
  <inkml:trace contextRef="#ctx0" brushRef="#br0">156 73 4607 0 0,'0'0'11927'0'0,"-17"-5"-9000"0"0,-9-4-1398 0 0,1 1-208 0 0,24 8-1293 0 0,0 0 0 0 0,0-1 0 0 0,0 1 0 0 0,0 0 0 0 0,0 0 1 0 0,0 0-1 0 0,0 0 0 0 0,0-1 0 0 0,0 2 0 0 0,0-1 0 0 0,-1 0 0 0 0,1 0 0 0 0,0 0 0 0 0,0 0 0 0 0,0 1 0 0 0,0-1 0 0 0,0 0 0 0 0,0 1 0 0 0,0-1 0 0 0,0 1 0 0 0,0-1 1 0 0,0 1-1 0 0,0 0 0 0 0,0-1 0 0 0,1 1 0 0 0,-1 0 0 0 0,0 0 0 0 0,0-1 0 0 0,1 1 0 0 0,-1 0 0 0 0,-1 2 0 0 0,-1 2 113 0 0,0-1-1 0 0,1 1 0 0 0,-1 0 1 0 0,-3 11-1 0 0,6-14-148 0 0,-1 0 0 0 0,0 0 0 0 0,1 0 0 0 0,-1 0 0 0 0,1 0 0 0 0,0 1 0 0 0,0-1 0 0 0,0 0 0 0 0,0 0 0 0 0,0 0 0 0 0,0 0 0 0 0,0 0 0 0 0,1 1 1 0 0,-1-1-1 0 0,1 0 0 0 0,-1 0 0 0 0,1 0 0 0 0,0 0 0 0 0,1 2 0 0 0,-1-2 4 0 0,1 0-8 0 0,-1 1-1 0 0,1-1 0 0 0,0 0 0 0 0,0 1 0 0 0,0-1 1 0 0,0 0-1 0 0,1 0 0 0 0,-1 0 0 0 0,5 2 0 0 0,-6-3 14 0 0,0 0-1 0 0,1 0 1 0 0,-1 0-1 0 0,0 0 0 0 0,0-1 1 0 0,1 1-1 0 0,-1 0 0 0 0,0-1 1 0 0,1 1-1 0 0,-1-1 0 0 0,1 0 1 0 0,-1 1-1 0 0,1-1 0 0 0,-1 0 1 0 0,1 0-1 0 0,-1 0 0 0 0,1 0 1 0 0,-1 0-1 0 0,3-1 1 0 0,1 0 2 0 0,1 1-1 0 0,-1 0 3 0 0,-1-1 1 0 0,1 1-1 0 0,-1-1 0 0 0,1 0 0 0 0,-1 0 0 0 0,1 0 0 0 0,-1-1 1 0 0,0 1-1 0 0,0-1 0 0 0,1 0 0 0 0,4-4 0 0 0,-7 5 45 0 0,0 0-1 0 0,0-1 0 0 0,-1 1 1 0 0,1-1-1 0 0,0 0 1 0 0,-1 1-1 0 0,1-1 1 0 0,-1 0-1 0 0,1 0 1 0 0,-1 0-1 0 0,0 0 1 0 0,0 0-1 0 0,0-1 0 0 0,0 1 1 0 0,0 0-1 0 0,0 0 1 0 0,-1-1-1 0 0,1 1 1 0 0,-1 0-1 0 0,1-1 1 0 0,-1 1-1 0 0,0-1 0 0 0,0 1 1 0 0,0 0-1 0 0,0-1 1 0 0,-1 1-1 0 0,1 0 1 0 0,-1-1-1 0 0,1 1 1 0 0,-1 0-1 0 0,0-1 0 0 0,0 1 1 0 0,0 0-1 0 0,-2-3 1 0 0,1 2 25 0 0,0 0 0 0 0,0-1 0 0 0,-1 1 1 0 0,0 0-1 0 0,0 0 0 0 0,0 1 0 0 0,0-1 0 0 0,0 1 1 0 0,0-1-1 0 0,-1 1 0 0 0,1 0 0 0 0,-1 0 0 0 0,1 0 1 0 0,-8-1-1 0 0,5 0-47 0 0,0 0 1 0 0,-1 1-1 0 0,1 0 1 0 0,-1 1-1 0 0,-11-2 0 0 0,15 3-22 0 0,1 0-1 0 0,-1 0 0 0 0,1 0 1 0 0,-1 0-1 0 0,1 1 0 0 0,0-1 1 0 0,-1 1-1 0 0,1-1 0 0 0,-1 1 1 0 0,1 0-1 0 0,0 0 0 0 0,0 0 1 0 0,-1 0-1 0 0,1 1 0 0 0,0-1 1 0 0,0 1-1 0 0,0-1 0 0 0,0 1 1 0 0,-2 2-1 0 0,0 1-16 0 0,1-1-1 0 0,-1 0 1 0 0,1 1 0 0 0,0 0-1 0 0,0 0 1 0 0,1 0-1 0 0,-1 0 1 0 0,1 0 0 0 0,0 0-1 0 0,-1 7 1 0 0,2-8 4 0 0,1-1 0 0 0,0 0 0 0 0,0 0-1 0 0,0 0 1 0 0,0 0 0 0 0,0 1 0 0 0,0-1 0 0 0,1 0 0 0 0,0 0 0 0 0,0 0 0 0 0,-1 0 0 0 0,2 0 0 0 0,-1 0 0 0 0,0 0 0 0 0,1 0 0 0 0,-1 0 0 0 0,1-1 0 0 0,0 1 0 0 0,3 3-1 0 0,-2-3 3 0 0,1 1-1 0 0,-1-1 1 0 0,1-1 0 0 0,0 1-1 0 0,-1 0 1 0 0,1-1-1 0 0,1 0 1 0 0,-1 0-1 0 0,0 0 1 0 0,0 0-1 0 0,1-1 1 0 0,-1 0-1 0 0,1 0 1 0 0,-1 0-1 0 0,1 0 1 0 0,-1-1-1 0 0,8 1 1 0 0,-5-2-3 0 0,1 1 1 0 0,-1-1-1 0 0,1 0 1 0 0,-1 0-1 0 0,1-1 1 0 0,-1 0-1 0 0,0-1 1 0 0,0 1-1 0 0,0-1 1 0 0,7-4-1 0 0,-11 5 27 0 0,0 0-1 0 0,-1-1 0 0 0,1 1 1 0 0,-1 0-1 0 0,1-1 1 0 0,-1 1-1 0 0,0-1 0 0 0,0 0 1 0 0,0 1-1 0 0,0-1 1 0 0,0 0-1 0 0,-1 0 1 0 0,1 0-1 0 0,0-5 0 0 0,-1 6-2 0 0,0 0 0 0 0,-1-1 0 0 0,1 1-1 0 0,-1-1 1 0 0,1 1 0 0 0,-1-1 0 0 0,0 1-1 0 0,0-1 1 0 0,0 1 0 0 0,-1-1-1 0 0,1 1 1 0 0,0-1 0 0 0,-1 1 0 0 0,0-1-1 0 0,1 1 1 0 0,-1 0 0 0 0,0-1 0 0 0,-1 1-1 0 0,1 0 1 0 0,-2-3 0 0 0,-13-17 228 0 0,6 8 54 0 0,-17-18 1 0 0,24 30-258 0 0,1 0-1 0 0,-1 0 1 0 0,0 1 0 0 0,0-1-1 0 0,0 1 1 0 0,0 0 0 0 0,0 0-1 0 0,0 0 1 0 0,0 0 0 0 0,-1 1-1 0 0,-3-1 1 0 0,5 1-27 0 0,0 0 1 0 0,0 0-1 0 0,0 0 0 0 0,0 0 0 0 0,-1 0 1 0 0,1 1-1 0 0,0-1 0 0 0,0 1 0 0 0,0 0 1 0 0,0-1-1 0 0,0 1 0 0 0,1 0 0 0 0,-1 0 1 0 0,0 0-1 0 0,0 0 0 0 0,0 1 1 0 0,1-1-1 0 0,-1 0 0 0 0,1 1 0 0 0,-1-1 1 0 0,1 1-1 0 0,-2 2 0 0 0,1 5-29 0 0,0 1-54 0 0,2-9 32 0 0,0 0 0 0 0,0 0 0 0 0,-1 0 0 0 0,1 0 0 0 0,0 0 0 0 0,0 0 0 0 0,0 0 0 0 0,1 0 0 0 0,-1 1 0 0 0,0-1 0 0 0,0 0 0 0 0,0 0 0 0 0,1 0 0 0 0,-1 0 0 0 0,1 0-1 0 0,-1 0 1 0 0,1 0 0 0 0,-1 0 0 0 0,1 0 0 0 0,0 0 0 0 0,-1-1 0 0 0,1 1 0 0 0,1 2 0 0 0,-1-3-17 0 0</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70"/>
    </inkml:context>
    <inkml:brush xml:id="br0">
      <inkml:brushProperty name="width" value="0.1" units="cm"/>
      <inkml:brushProperty name="height" value="0.1" units="cm"/>
      <inkml:brushProperty name="color" value="#004F8B"/>
    </inkml:brush>
  </inkml:definitions>
  <inkml:trace contextRef="#ctx0" brushRef="#br0">273 82 8287 0 0,'0'0'7619'0'0,"-19"-13"-2438"0"0,14 12-5072 0 0,0 0 0 0 0,0 1-1 0 0,0 0 1 0 0,0-1 0 0 0,0 1-1 0 0,1 1 1 0 0,-1-1-1 0 0,0 1 1 0 0,0 0 0 0 0,0 0-1 0 0,1 0 1 0 0,-1 1 0 0 0,0 0-1 0 0,1-1 1 0 0,0 2 0 0 0,-1-1-1 0 0,1 0 1 0 0,0 1 0 0 0,-6 5-1 0 0,4-4-102 0 0,0 2 0 0 0,2 4-22 0 0,4-9-53 0 0,1 1-116 0 0,5 6 163 0 0,3-1-20 0 0,-4-4 40 0 0,-1-1 1 0 0,1-1-1 0 0,0 1 0 0 0,0-1 1 0 0,0 0-1 0 0,0 0 1 0 0,0 0-1 0 0,0 0 0 0 0,0-1 1 0 0,6 0-1 0 0,-8-1 6 0 0,0 1 1 0 0,0 0-1 0 0,0-1 0 0 0,0 0 0 0 0,0 0 0 0 0,0 0 0 0 0,0 0 1 0 0,0 0-1 0 0,0-1 0 0 0,0 1 0 0 0,-1-1 0 0 0,1 0 0 0 0,0 1 1 0 0,-1-1-1 0 0,0-1 0 0 0,1 1 0 0 0,1-2 0 0 0,-3 2 81 0 0,0 1-41 0 0,0-1-1 0 0,0 1 0 0 0,0-1 1 0 0,0 1-1 0 0,-1-1 0 0 0,1 1 1 0 0,0-1-1 0 0,-1 1 0 0 0,1-1 1 0 0,-1 0-1 0 0,0 1 0 0 0,1-1 1 0 0,-1-3-1 0 0,0 3 33 0 0,-1-1 0 0 0,1 1 0 0 0,-1 0 0 0 0,1-1 0 0 0,-1 1 0 0 0,0 0 0 0 0,0 0 0 0 0,0-1 0 0 0,0 1 0 0 0,0 0 0 0 0,-1 0 0 0 0,1 0-1 0 0,-1 0 1 0 0,1 0 0 0 0,-1 1 0 0 0,0-1 0 0 0,1 0 0 0 0,-1 1 0 0 0,0-1 0 0 0,-4-1 0 0 0,3 1-38 0 0,1 0 1 0 0,-1 1-1 0 0,0-1 0 0 0,0 1 1 0 0,0 0-1 0 0,0 0 0 0 0,0 0 1 0 0,0 1-1 0 0,-1-1 0 0 0,1 0 1 0 0,0 1-1 0 0,0 0 0 0 0,0 0 0 0 0,-1 0 1 0 0,-3 1-1 0 0,3 0-42 0 0,1 0 0 0 0,-1 0 0 0 0,0 1 0 0 0,1-1 0 0 0,-1 1 0 0 0,1 0 0 0 0,0 0 0 0 0,0 0 0 0 0,-1 0 0 0 0,1 1 0 0 0,1-1 0 0 0,-1 1 0 0 0,0 0 0 0 0,-3 4 0 0 0,3-3-6 0 0,0 1 0 0 0,0 0-1 0 0,1 0 1 0 0,-1 1 0 0 0,1-1 0 0 0,0 1 0 0 0,0-1-1 0 0,-1 12 1 0 0,3-15 11 0 0,0 0 0 0 0,0 0 1 0 0,0 0-1 0 0,0 0 0 0 0,0-1 0 0 0,1 1 0 0 0,-1 0 0 0 0,1 0 1 0 0,-1 0-1 0 0,1 0 0 0 0,0 0 0 0 0,0-1 0 0 0,0 1 0 0 0,0 0 1 0 0,1 1-1 0 0,1 2 6 0 0,1-1 0 0 0,-1 0 0 0 0,1-1-1 0 0,6 6 1 0 0,-8-7-6 0 0,0 0 0 0 0,0-1-1 0 0,0 1 1 0 0,0-1 0 0 0,0 1-1 0 0,0-1 1 0 0,1 0 0 0 0,-1 0-1 0 0,0 0 1 0 0,1 0 0 0 0,-1 0-1 0 0,1-1 1 0 0,-1 1 0 0 0,1-1-1 0 0,0 0 1 0 0,3 1 0 0 0,0-1-2 0 0,-2 0 11 0 0,-1 0 0 0 0,0 0 0 0 0,0 0 0 0 0,0 0 0 0 0,1 0-1 0 0,-1-1 1 0 0,0 1 0 0 0,0-1 0 0 0,0 0 0 0 0,0 0 0 0 0,0 0 0 0 0,0 0 0 0 0,0-1-1 0 0,-1 1 1 0 0,1-1 0 0 0,0 0 0 0 0,-1 0 0 0 0,1 0 0 0 0,-1 0 0 0 0,0 0 0 0 0,1 0-1 0 0,-1-1 1 0 0,0 1 0 0 0,0-1 0 0 0,-1 1 0 0 0,1-1 0 0 0,0 0 0 0 0,-1 0 0 0 0,0 0-1 0 0,0 0 1 0 0,0 0 0 0 0,0 0 0 0 0,0 0 0 0 0,0 0 0 0 0,-1 0 0 0 0,0 0 0 0 0,1 0-1 0 0,-1-1 1 0 0,0 1 0 0 0,-1 0 0 0 0,1 0 0 0 0,0 0 0 0 0,-2-5 0 0 0,-1 1 119 0 0,1 0-1 0 0,-2 1 1 0 0,1-1 0 0 0,-1 1 0 0 0,0-1 0 0 0,0 1 0 0 0,0 0-1 0 0,-1 0 1 0 0,0 1 0 0 0,0 0 0 0 0,-1-1 0 0 0,0 2-1 0 0,1-1 1 0 0,-14-7 0 0 0,16 10-162 0 0,-1 0 0 0 0,1 1-1 0 0,-1-1 1 0 0,0 1 0 0 0,0-1 0 0 0,0 1-1 0 0,0 0 1 0 0,0 1 0 0 0,0-1 0 0 0,0 1-1 0 0,0-1 1 0 0,0 1 0 0 0,0 0 0 0 0,0 1-1 0 0,0-1 1 0 0,0 1 0 0 0,0 0 0 0 0,0 0-1 0 0,0 0 1 0 0,0 0 0 0 0,1 1 0 0 0,-1 0-1 0 0,0-1 1 0 0,1 1 0 0 0,-1 1 0 0 0,1-1-1 0 0,0 0 1 0 0,-5 5 0 0 0,-32 35-2477 0 0,4 5-5147 0 0,24-28 4461 0 0</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71"/>
    </inkml:context>
    <inkml:brush xml:id="br0">
      <inkml:brushProperty name="width" value="0.1" units="cm"/>
      <inkml:brushProperty name="height" value="0.1" units="cm"/>
      <inkml:brushProperty name="color" value="#004F8B"/>
    </inkml:brush>
  </inkml:definitions>
  <inkml:trace contextRef="#ctx0" brushRef="#br0">156 53 5927 0 0,'4'-20'16832'0'0,"-8"18"-16595"0"0,1 0 0 0 0,-1 1 0 0 0,0-1 0 0 0,0 1 0 0 0,0 0-1 0 0,0 0 1 0 0,0 0 0 0 0,-6 0 0 0 0,7 1-199 0 0,0 0 0 0 0,0 1 0 0 0,0-1 0 0 0,0 1-1 0 0,0 0 1 0 0,0 0 0 0 0,0 0 0 0 0,0 0 0 0 0,0 0 0 0 0,0 1-1 0 0,1-1 1 0 0,-4 3 0 0 0,-5 3 14 0 0,5-4-19 0 0,0 1 1 0 0,0 1 0 0 0,-10 8-1 0 0,14-11-39 0 0,0 0 1 0 0,0 1-1 0 0,1-1 0 0 0,-1 1 0 0 0,0 0 0 0 0,1-1 0 0 0,-1 1 0 0 0,1 0 0 0 0,0 0 1 0 0,0 0-1 0 0,0 0 0 0 0,0 0 0 0 0,0 5 0 0 0,1-6-10 0 0,1 1 1 0 0,-1 0-1 0 0,1 0 0 0 0,0 0 1 0 0,-1 0-1 0 0,1 0 0 0 0,0-1 1 0 0,1 1-1 0 0,-1 0 0 0 0,0-1 1 0 0,1 1-1 0 0,0-1 0 0 0,-1 0 0 0 0,1 1 1 0 0,0-1-1 0 0,3 2 0 0 0,8 8-64 0 0,-8-11 67 0 0,-2-1 0 0 0,2 2 15 0 0,1-1-1 0 0,-1 0 1 0 0,0 0 0 0 0,0-1 0 0 0,1 0 0 0 0,-1 1 0 0 0,1-2 0 0 0,-1 1-1 0 0,0-1 1 0 0,1 0 0 0 0,-1 0 0 0 0,0 0 0 0 0,0-1 0 0 0,0 1-1 0 0,0-1 1 0 0,0 0 0 0 0,0-1 0 0 0,-1 0 0 0 0,1 1 0 0 0,-1-1-1 0 0,1-1 1 0 0,-1 1 0 0 0,0-1 0 0 0,0 1 0 0 0,-1-1 0 0 0,1 0-1 0 0,-1 0 1 0 0,5-7 0 0 0,-7 8 34 0 0,0 0-1 0 0,0 0 0 0 0,0 0 1 0 0,0 0-1 0 0,-1 0 1 0 0,1 0-1 0 0,-1 0 0 0 0,1 0 1 0 0,-1 0-1 0 0,0 0 1 0 0,0 0-1 0 0,-1 0 0 0 0,1 0 1 0 0,-1 0-1 0 0,1 0 1 0 0,-1 0-1 0 0,0 0 0 0 0,0 0 1 0 0,0 1-1 0 0,0-1 1 0 0,-1 0-1 0 0,1 1 1 0 0,-1-1-1 0 0,0 0 0 0 0,-2-2 1 0 0,1 2 17 0 0,0 0 0 0 0,0 0 0 0 0,0 0 0 0 0,0 0 1 0 0,-1 1-1 0 0,1-1 0 0 0,-1 1 0 0 0,0 0 0 0 0,1 0 0 0 0,-1 0 0 0 0,0 0 1 0 0,0 1-1 0 0,0 0 0 0 0,0 0 0 0 0,0 0 0 0 0,-1 0 0 0 0,-5 0 0 0 0,6 1-43 0 0,0 0 0 0 0,0 0 0 0 0,0 0-1 0 0,0 1 1 0 0,0 0 0 0 0,0-1 0 0 0,0 1-1 0 0,0 1 1 0 0,0-1 0 0 0,0 1 0 0 0,1-1-1 0 0,-1 1 1 0 0,1 0 0 0 0,-1 0-1 0 0,1 0 1 0 0,0 1 0 0 0,0-1 0 0 0,0 1-1 0 0,-4 4 1 0 0,4-4-23 0 0,-1 1-1 0 0,1 0 1 0 0,-1 0-1 0 0,1 0 1 0 0,0 0-1 0 0,1 1 1 0 0,-1-1-1 0 0,1 1 1 0 0,0-1-1 0 0,0 1 1 0 0,0 0-1 0 0,1 0 1 0 0,-1 0-1 0 0,1 0 1 0 0,0 7-1 0 0,1-8-1 0 0,-1 0 0 0 0,1-1 0 0 0,1 1 0 0 0,-1 0 0 0 0,1 0 0 0 0,-1 0 0 0 0,1 0 0 0 0,0-1 0 0 0,1 1 0 0 0,-1 0 0 0 0,1-1 0 0 0,-1 1 0 0 0,1-1 0 0 0,0 1 0 0 0,0-1 0 0 0,1 0 0 0 0,-1 0 0 0 0,1 0 0 0 0,4 5 0 0 0,-3-5-5 0 0,0-1 0 0 0,0 1-1 0 0,0 0 1 0 0,1-1 0 0 0,-1 0 0 0 0,0 0-1 0 0,1 0 1 0 0,-1-1 0 0 0,1 0 0 0 0,0 1-1 0 0,0-2 1 0 0,-1 1 0 0 0,1 0 0 0 0,0-1-1 0 0,7 0 1 0 0,-3-1 25 0 0,-1 0-1 0 0,0 0 1 0 0,0 0 0 0 0,0-1 0 0 0,0-1-1 0 0,0 1 1 0 0,12-7 0 0 0,-18 8 8 0 0,0 0 1 0 0,0 0-1 0 0,0-1 1 0 0,0 1-1 0 0,0 0 1 0 0,0-1-1 0 0,0 0 1 0 0,0 1-1 0 0,-1-1 1 0 0,1 0-1 0 0,-1 0 1 0 0,1 0-1 0 0,-1 0 1 0 0,0 0-1 0 0,0 0 1 0 0,0 0-1 0 0,0 0 1 0 0,0-1-1 0 0,0 1 1 0 0,0 0-1 0 0,-1-1 1 0 0,0 1-1 0 0,1 0 1 0 0,-1-1-1 0 0,0 1 1 0 0,0 0-1 0 0,0-1 1 0 0,0 1-1 0 0,0-1 1 0 0,-2-4-1 0 0,1 3 39 0 0,0-1 13 0 0,0 0 1 0 0,0 0-1 0 0,-1 0 0 0 0,0 0 0 0 0,0 0 0 0 0,0 0 1 0 0,0 1-1 0 0,-1-1 0 0 0,-5-7 0 0 0,6 11-15 0 0,0-1 1 0 0,0 1-1 0 0,0 0 0 0 0,0-1 1 0 0,0 1-1 0 0,-5-1 0 0 0,2-1 5 0 0,2 2-45 0 0,1 1 0 0 0,0-1 0 0 0,-1 0 0 0 0,1 1 0 0 0,-1-1 0 0 0,1 1 0 0 0,-1-1 0 0 0,0 1 0 0 0,1 0 0 0 0,-1 0 0 0 0,1 1 0 0 0,-1-1-1 0 0,1 0 1 0 0,-1 1 0 0 0,1 0 0 0 0,-5 1 0 0 0,3-1 1 0 0,1 1 0 0 0,0-1 0 0 0,-1 1 0 0 0,1 0 0 0 0,0 0 0 0 0,0 1 0 0 0,0-1-1 0 0,1 0 1 0 0,-1 1 0 0 0,-4 5 0 0 0,3-4-17 0 0,3-3 1 0 0,0 1 1 0 0,-1-1-1 0 0,1 0 0 0 0,0 1 0 0 0,1-1 1 0 0,-1 1-1 0 0,0-1 0 0 0,0 1 0 0 0,1-1 1 0 0,-1 1-1 0 0,0 0 0 0 0,1-1 0 0 0,0 1 0 0 0,-1 2 1 0 0,-2 41-138 0 0,3-44 134 0 0,0 0-1 0 0,0 0 1 0 0,0 0-1 0 0,0 0 1 0 0,1 0-1 0 0,-1 0 1 0 0,1 0-1 0 0,-1-1 0 0 0,0 1 1 0 0,1 0-1 0 0,-1 0 1 0 0,1 0-1 0 0,0-1 1 0 0,-1 1-1 0 0,1 0 1 0 0,-1-1-1 0 0,1 1 0 0 0,1 0 1 0 0,11 9-339 0 0,7-2-1396 0 0,-10-6-50 0 0</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72"/>
    </inkml:context>
    <inkml:brush xml:id="br0">
      <inkml:brushProperty name="width" value="0.1" units="cm"/>
      <inkml:brushProperty name="height" value="0.1" units="cm"/>
      <inkml:brushProperty name="color" value="#004F8B"/>
    </inkml:brush>
  </inkml:definitions>
  <inkml:trace contextRef="#ctx0" brushRef="#br0">142 76 7079 0 0,'0'0'7864'0'0,"-15"-14"-4168"0"0,9 12-3379 0 0,3 1-111 0 0,-1-1 0 0 0,0 1 0 0 0,0 0 0 0 0,1 0 0 0 0,-1 1 0 0 0,0-1 0 0 0,0 1 0 0 0,0 0 0 0 0,-5 0 1 0 0,-3 1 22 0 0,10-1-192 0 0,-1 0 0 0 0,1 0 0 0 0,0 0 0 0 0,0 0 0 0 0,0 1 0 0 0,0-1 0 0 0,0 1 0 0 0,0-1 0 0 0,0 1 0 0 0,0 0 0 0 0,0 0 0 0 0,0 0 0 0 0,0 0 0 0 0,0 0-1 0 0,0 0 1 0 0,0 0 0 0 0,1 1 0 0 0,-1-1 0 0 0,1 1 0 0 0,-1-1 0 0 0,1 1 0 0 0,-1-1 0 0 0,1 1 0 0 0,-2 3 0 0 0,2-3-49 0 0,0-1 1 0 0,0 1-1 0 0,1 0 1 0 0,-1-1-1 0 0,1 1 1 0 0,-1 0-1 0 0,1-1 1 0 0,-1 1-1 0 0,1 0 1 0 0,0 0-1 0 0,0-1 1 0 0,0 1-1 0 0,0 3 0 0 0,1-4-81 0 0,0 1 29 0 0,-1 0 55 0 0,2 1 7 0 0,11 6-52 0 0,-9-7 57 0 0,0 0 1 0 0,-1 0 0 0 0,1-1-1 0 0,0 1 1 0 0,0-1 0 0 0,1 0-1 0 0,-1 0 1 0 0,0-1 0 0 0,0 1-1 0 0,0-1 1 0 0,0 0 0 0 0,1 0-1 0 0,-1 0 1 0 0,0 0-1 0 0,0-1 1 0 0,0 0 0 0 0,1 0-1 0 0,-1 0 1 0 0,0 0 0 0 0,0-1-1 0 0,-1 1 1 0 0,1-1 0 0 0,0 0-1 0 0,0 0 1 0 0,3-3 0 0 0,7-5-87 0 0,-11 8 150 0 0,1-1 0 0 0,0 0 0 0 0,-1 1 1 0 0,0-1-1 0 0,7-7 0 0 0,-10 9-28 0 0,1-1 0 0 0,0 1 1 0 0,0 0-1 0 0,-1-1 0 0 0,1 1 0 0 0,-1-1 0 0 0,1 1 1 0 0,-1-1-1 0 0,0 1 0 0 0,1-1 0 0 0,-1 1 1 0 0,0-1-1 0 0,0 1 0 0 0,0-1 0 0 0,0 1 1 0 0,0-1-1 0 0,-1 1 0 0 0,1-1 0 0 0,0 1 0 0 0,-1-1 1 0 0,1 1-1 0 0,-1-2 0 0 0,0 0 29 0 0,0 1 0 0 0,-1-1 0 0 0,1 1 0 0 0,0-1 0 0 0,-1 1 1 0 0,1 0-1 0 0,-1-1 0 0 0,0 1 0 0 0,0 0 0 0 0,0 0 0 0 0,0 0 0 0 0,0 1 0 0 0,0-1 0 0 0,0 0 0 0 0,-1 1 0 0 0,1-1 0 0 0,-1 1 0 0 0,-3-2 0 0 0,2 2-35 0 0,0 0 0 0 0,0 0 0 0 0,0 1 0 0 0,-1-1 0 0 0,1 1 0 0 0,0 0-1 0 0,0 0 1 0 0,0 0 0 0 0,0 1 0 0 0,0-1 0 0 0,-8 3 0 0 0,7-1-36 0 0,-1 0 0 0 0,1 0 0 0 0,-1 0 0 0 0,1 1 0 0 0,0 0 0 0 0,0 0 0 0 0,0 0 0 0 0,-6 5 0 0 0,8-5 5 0 0,0 0 0 0 0,1-1 0 0 0,-1 1 0 0 0,1 0 1 0 0,-1 0-1 0 0,1 1 0 0 0,0-1 0 0 0,0 0 1 0 0,0 1-1 0 0,1-1 0 0 0,-1 1 0 0 0,-1 5 0 0 0,3-5-12 0 0,-1-1 0 0 0,1 0-1 0 0,0 1 1 0 0,0-1-1 0 0,0 1 1 0 0,0-1 0 0 0,0 1-1 0 0,1-1 1 0 0,-1 0 0 0 0,1 1-1 0 0,0-1 1 0 0,0 0-1 0 0,1 0 1 0 0,-1 0 0 0 0,1 0-1 0 0,-1 0 1 0 0,1 0-1 0 0,0 0 1 0 0,0 0 0 0 0,0 0-1 0 0,0-1 1 0 0,1 1-1 0 0,-1-1 1 0 0,1 0 0 0 0,-1 0-1 0 0,1 0 1 0 0,0 0-1 0 0,0 0 1 0 0,0 0 0 0 0,0-1-1 0 0,0 0 1 0 0,0 1-1 0 0,1-1 1 0 0,-1 0 0 0 0,0 0-1 0 0,1-1 1 0 0,-1 1-1 0 0,0-1 1 0 0,1 0 0 0 0,-1 0-1 0 0,1 0 1 0 0,-1 0 0 0 0,5-1-1 0 0,-1 0 22 0 0,0-1 1 0 0,0 0-1 0 0,0-1 0 0 0,0 1 0 0 0,-1-1 0 0 0,1 0 0 0 0,10-8 1 0 0,-15 10 22 0 0,0 0 1 0 0,0-1-1 0 0,0 1 1 0 0,0-1 0 0 0,-1 0-1 0 0,1 1 1 0 0,0-1 0 0 0,-1 0-1 0 0,0 0 1 0 0,1 0-1 0 0,-1 0 1 0 0,0 0 0 0 0,0 0-1 0 0,0-1 1 0 0,0 1-1 0 0,0 0 1 0 0,-1-1 0 0 0,1 1-1 0 0,-1 0 1 0 0,0-1-1 0 0,1 1 1 0 0,-1 0 0 0 0,0-1-1 0 0,0 1 1 0 0,-1-1 0 0 0,0-4-1 0 0,-1 1 138 0 0,0 0-1 0 0,0-1 1 0 0,-1 1-1 0 0,1 0 1 0 0,-1 1 0 0 0,-1-1-1 0 0,-7-10 1 0 0,9 13-121 0 0,-1 0 0 0 0,1 1 0 0 0,-1-1 0 0 0,0 0 1 0 0,0 1-1 0 0,0 0 0 0 0,0-1 0 0 0,0 1 0 0 0,-1 1 0 0 0,1-1 1 0 0,-1 0-1 0 0,1 1 0 0 0,-1 0 0 0 0,-6-2 0 0 0,8 3-63 0 0,1 0-1 0 0,-1-1 1 0 0,1 1 0 0 0,0 1-1 0 0,-1-1 1 0 0,1 0 0 0 0,-1 0-1 0 0,1 0 1 0 0,0 1 0 0 0,-1-1 0 0 0,1 1-1 0 0,0-1 1 0 0,-1 1 0 0 0,1-1-1 0 0,0 1 1 0 0,0 0 0 0 0,0 0-1 0 0,-2 1 1 0 0,1 0 97 0 0,0 0 1 0 0,0 0-1 0 0,0 1 1 0 0,0-1-1 0 0,1 0 0 0 0,-1 1 1 0 0,1-1-1 0 0,0 1 1 0 0,-1 2-1 0 0,0 0-343 0 0,1 0 0 0 0,0-1 0 0 0,0 1-1 0 0,0 0 1 0 0,0 4 0 0 0,1-6-569 0 0,0-1 0 0 0,0 1 0 0 0,0 0-1 0 0,1-1 1 0 0,-1 1 0 0 0,1 0 0 0 0,-1-1 0 0 0,2 4 0 0 0</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73"/>
    </inkml:context>
    <inkml:brush xml:id="br0">
      <inkml:brushProperty name="width" value="0.1" units="cm"/>
      <inkml:brushProperty name="height" value="0.1" units="cm"/>
      <inkml:brushProperty name="color" value="#004F8B"/>
    </inkml:brush>
  </inkml:definitions>
  <inkml:trace contextRef="#ctx0" brushRef="#br0">61 109 11863 0 0,'0'0'7560'0'0,"1"-9"-5673"0"0,-1 9-1828 0 0,0-1-1 0 0,0 0 1 0 0,0 0 0 0 0,0 1 0 0 0,0-1 0 0 0,0 0 0 0 0,-1 1-1 0 0,1-1 1 0 0,0 0 0 0 0,-1 1 0 0 0,1-1 0 0 0,0 0-1 0 0,-1 1 1 0 0,1-1 0 0 0,-1 0 0 0 0,1 1 0 0 0,-1-1 0 0 0,1 1-1 0 0,-1-1 1 0 0,1 1 0 0 0,-1 0 0 0 0,0-1 0 0 0,1 1-1 0 0,-1-1 1 0 0,0 1 0 0 0,1 0 0 0 0,-1 0 0 0 0,0-1-1 0 0,1 1 1 0 0,-1 0 0 0 0,0 0 0 0 0,1 0 0 0 0,-1 0 0 0 0,0 0-1 0 0,0 0 1 0 0,1 0 0 0 0,-1 0 0 0 0,0 0 0 0 0,0 0-1 0 0,1 0 1 0 0,-1 0 0 0 0,0 1 0 0 0,1-1 0 0 0,-1 0 0 0 0,0 0-1 0 0,1 1 1 0 0,-1-1 0 0 0,0 0 0 0 0,1 1 0 0 0,-1-1-1 0 0,1 1 1 0 0,-1-1 0 0 0,0 1 0 0 0,-2 2-52 0 0,0 0 0 0 0,0 0 1 0 0,0 0-1 0 0,0 0 0 0 0,1 0 0 0 0,0 0 1 0 0,-1 1-1 0 0,1-1 0 0 0,0 1 1 0 0,1 0-1 0 0,-1 0 0 0 0,-1 4 0 0 0,3-7-9 0 0,0-1 0 0 0,0 0 0 0 0,0 1-1 0 0,0-1 1 0 0,0 1 0 0 0,-1-1 0 0 0,1 1-1 0 0,0-1 1 0 0,0 1 0 0 0,0-1 0 0 0,0 1-1 0 0,1-1 1 0 0,-1 1 0 0 0,0-1 0 0 0,0 0-1 0 0,0 1 1 0 0,0-1 0 0 0,0 1 0 0 0,1-1-1 0 0,-1 1 1 0 0,0-1 0 0 0,0 0 0 0 0,0 1-1 0 0,1-1 1 0 0,-1 1 0 0 0,0-1 0 0 0,1 1-1 0 0,4 6-51 0 0,-3-3 0 0 0,-2-3 53 0 0,1-1-1 0 0,-1 1 1 0 0,1-1 0 0 0,-1 1 0 0 0,1 0-1 0 0,-1-1 1 0 0,1 1 0 0 0,-1-1-1 0 0,1 0 1 0 0,-1 1 0 0 0,1-1-1 0 0,0 1 1 0 0,-1-1 0 0 0,1 0-1 0 0,0 0 1 0 0,-1 1 0 0 0,2-1-1 0 0,7 5-37 0 0,-5-3 40 0 0,0-1-1 0 0,0 1 1 0 0,1-1 0 0 0,-1 0-1 0 0,0 0 1 0 0,0 0 0 0 0,1-1 0 0 0,-1 0-1 0 0,1 1 1 0 0,-1-1 0 0 0,0-1-1 0 0,1 1 1 0 0,-1-1 0 0 0,0 0 0 0 0,0 0-1 0 0,1 0 1 0 0,4-2 0 0 0,5-3-7 0 0,0 0 0 0 0,-1-1 0 0 0,22-15 0 0 0,-33 21 46 0 0,0-1-1 0 0,1 1 1 0 0,-1-1 0 0 0,0 0-1 0 0,0 0 1 0 0,0 0 0 0 0,0 0-1 0 0,0 0 1 0 0,0-1 0 0 0,-1 1-1 0 0,1-1 1 0 0,-1 1-1 0 0,1-1 1 0 0,-1 1 0 0 0,0-1-1 0 0,0 0 1 0 0,0 1 0 0 0,-1-1-1 0 0,1 0 1 0 0,-1 0 0 0 0,1 0-1 0 0,-1 0 1 0 0,0 1 0 0 0,0-1-1 0 0,0 0 1 0 0,0 0-1 0 0,-1 0 1 0 0,1 0 0 0 0,-1 0-1 0 0,0 1 1 0 0,0-1 0 0 0,0 0-1 0 0,0 1 1 0 0,0-1 0 0 0,0 0-1 0 0,-1 1 1 0 0,1 0 0 0 0,-1-1-1 0 0,0 1 1 0 0,0 0-1 0 0,0 0 1 0 0,0 0 0 0 0,0 0-1 0 0,-3-2 1 0 0,1 1-4 0 0,0 0 1 0 0,-1 1-1 0 0,1-1 0 0 0,-1 1 0 0 0,1 0 0 0 0,-1 0 1 0 0,0 1-1 0 0,1-1 0 0 0,-1 1 0 0 0,0 0 0 0 0,0 1 1 0 0,0-1-1 0 0,0 1 0 0 0,0 0 0 0 0,0 0 1 0 0,0 0-1 0 0,0 1 0 0 0,0 0 0 0 0,0 0 0 0 0,1 0 1 0 0,-1 0-1 0 0,0 1 0 0 0,0 0 0 0 0,1 0 0 0 0,-1 0 1 0 0,1 1-1 0 0,0-1 0 0 0,0 1 0 0 0,0 0 1 0 0,-6 5-1 0 0,6-3-83 0 0,1 0 0 0 0,-1 0 0 0 0,1 0 0 0 0,0 1 0 0 0,0-1 0 0 0,0 1 0 0 0,1-1 0 0 0,-2 7 0 0 0,3-9 42 0 0,0 0-1 0 0,1 0 1 0 0,-1 0 0 0 0,1 0-1 0 0,-1 0 1 0 0,1 0-1 0 0,0 0 1 0 0,0 0 0 0 0,0-1-1 0 0,1 1 1 0 0,-1 0-1 0 0,1 0 1 0 0,-1 0 0 0 0,1 0-1 0 0,0 0 1 0 0,0-1-1 0 0,0 1 1 0 0,3 4-1 0 0,10 11-71 0 0,-10-14 44 0 0,-3-2 27 0 0,0-1 1 0 0,0 0-1 0 0,0 1 0 0 0,1-1 1 0 0,-1 0-1 0 0,1 0 1 0 0,-1 0-1 0 0,1 0 1 0 0,-1 0-1 0 0,1 0 1 0 0,-1 0-1 0 0,1-1 0 0 0,0 1 1 0 0,-1-1-1 0 0,1 1 1 0 0,2 0-1 0 0,0 0 2 0 0,0 0 0 0 0,1 0 0 0 0,-1 0 0 0 0,0-1 0 0 0,1 0 0 0 0,-1 0 0 0 0,1 0 0 0 0,-1 0 0 0 0,0 0 0 0 0,1-1 0 0 0,4-1 0 0 0,-2 0 1 0 0,1-1 1 0 0,-1 1-1 0 0,0-1 0 0 0,-1 0 1 0 0,13-8-1 0 0,-17 10 9 0 0,-1 0 1 0 0,1-1-1 0 0,0 1 0 0 0,0-1 0 0 0,-1 1 1 0 0,1-1-1 0 0,-1 0 0 0 0,0 1 1 0 0,1-1-1 0 0,-1 0 0 0 0,0 0 0 0 0,0 0 1 0 0,0 0-1 0 0,0 0 0 0 0,0 0 0 0 0,-1 0 1 0 0,1-1-1 0 0,0-1 0 0 0,-1 1 14 0 0,0 0 1 0 0,0 0-1 0 0,0 0 0 0 0,0 0 1 0 0,-1 0-1 0 0,1 0 0 0 0,-1 0 0 0 0,0 0 1 0 0,0 0-1 0 0,0 0 0 0 0,0 0 1 0 0,-2-2-1 0 0,1 0 6 0 0,-1 0 1 0 0,-1 0 0 0 0,1 1-1 0 0,0-1 1 0 0,-1 1-1 0 0,0 0 1 0 0,0 0-1 0 0,0 1 1 0 0,-1-1 0 0 0,1 1-1 0 0,-1 0 1 0 0,0 0-1 0 0,1 0 1 0 0,-7-1-1 0 0,8 3-34 0 0,0 0-1 0 0,0 0 0 0 0,0 0 1 0 0,-1 1-1 0 0,1 0 0 0 0,0 0 0 0 0,0 0 1 0 0,-1 0-1 0 0,1 0 0 0 0,0 0 1 0 0,0 1-1 0 0,-1 0 0 0 0,1 0 0 0 0,0 0 1 0 0,0 0-1 0 0,0 0 0 0 0,0 0 0 0 0,0 1 1 0 0,0-1-1 0 0,0 1 0 0 0,1 0 1 0 0,-1 0-1 0 0,1 0 0 0 0,-1 0 0 0 0,1 1 1 0 0,0-1-1 0 0,0 1 0 0 0,0-1 1 0 0,0 1-1 0 0,0 0 0 0 0,0-1 0 0 0,1 1 1 0 0,-1 0-1 0 0,1 0 0 0 0,0 0 0 0 0,-1 5 1 0 0,0-1-16 0 0,0 0 0 0 0,1 0 0 0 0,-1 0 0 0 0,1 12 0 0 0,1-16 13 0 0,0 0 1 0 0,1 0-1 0 0,-1 0 1 0 0,1-1-1 0 0,0 1 1 0 0,0 0-1 0 0,0 0 1 0 0,0-1-1 0 0,0 1 1 0 0,1-1-1 0 0,-1 1 1 0 0,1-1-1 0 0,0 0 1 0 0,3 4-1 0 0,4 1-42 0 0,-5-6 39 0 0,0 0 0 0 0,0 0 0 0 0,0 0 1 0 0,0-1-1 0 0,0 0 0 0 0,0 0 0 0 0,0 0 0 0 0,0 0 0 0 0,5-1 0 0 0,-7 1 18 0 0,-1 0 0 0 0,1-1-1 0 0,-1 1 1 0 0,1 0 0 0 0,-1 0-1 0 0,1-1 1 0 0,-1 1-1 0 0,1-1 1 0 0,-1 1 0 0 0,0-1-1 0 0,1 0 1 0 0,-1 1-1 0 0,0-1 1 0 0,1 0 0 0 0,-1 0-1 0 0,0 0 1 0 0,0 0 0 0 0,2-2-1 0 0,1-2 27 0 0,0 2-20 0 0,0 0-1 0 0,0 0 1 0 0,0 0-1 0 0,0-1 0 0 0,4-5 1 0 0,-7 7 0 0 0,0 1 1 0 0,-1-1-1 0 0,1 1 1 0 0,0-1-1 0 0,-1 0 1 0 0,1 1-1 0 0,-1-1 1 0 0,1 0-1 0 0,-1 1 1 0 0,0-1-1 0 0,1 0 1 0 0,-1 0-1 0 0,0 0 1 0 0,0 1-1 0 0,-1-1 1 0 0,1 0-1 0 0,0 0 1 0 0,-2-3-1 0 0,2 2 32 0 0,-1 0-1 0 0,1 0 1 0 0,-1 0-1 0 0,0 0 1 0 0,-1 0-1 0 0,1 1 1 0 0,0-1-1 0 0,-1 0 1 0 0,0 0 0 0 0,1 1-1 0 0,-1-1 1 0 0,0 1-1 0 0,0 0 1 0 0,-1-1-1 0 0,1 1 1 0 0,0 0-1 0 0,-1 0 1 0 0,-3-2-1 0 0,4 3-33 0 0,0-1-1 0 0,-1 1 1 0 0,1 0-1 0 0,0 0 1 0 0,-1 0-1 0 0,1 0 0 0 0,-1 0 1 0 0,1 0-1 0 0,-1 1 1 0 0,1-1-1 0 0,-1 1 1 0 0,1 0-1 0 0,-1 0 0 0 0,1 0 1 0 0,-1 0-1 0 0,0 0 1 0 0,1 0-1 0 0,-1 1 1 0 0,1-1-1 0 0,-1 1 1 0 0,1 0-1 0 0,-1 0 0 0 0,1 0 1 0 0,-1 0-1 0 0,1 0 1 0 0,0 0-1 0 0,0 0 1 0 0,0 1-1 0 0,0 0 0 0 0,0-1 1 0 0,0 1-1 0 0,-3 3 1 0 0,2-2-220 0 0,0 0 1 0 0,0 1 0 0 0,0-1-1 0 0,0 1 1 0 0,1 0-1 0 0,-1 0 1 0 0,1 0 0 0 0,0 0-1 0 0,0 1 1 0 0,1-1 0 0 0,-1 0-1 0 0,-1 7 1 0 0,1 4-812 0 0</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74"/>
    </inkml:context>
    <inkml:brush xml:id="br0">
      <inkml:brushProperty name="width" value="0.1" units="cm"/>
      <inkml:brushProperty name="height" value="0.1" units="cm"/>
      <inkml:brushProperty name="color" value="#004F8B"/>
    </inkml:brush>
  </inkml:definitions>
  <inkml:trace contextRef="#ctx0" brushRef="#br0">176 21 1839 0 0,'-3'-4'10179'0'0,"0"1"-9743"0"0,0 2-1 0 0,-1-1 1 0 0,1 0 0 0 0,0 0 0 0 0,-1 1-1 0 0,1 0 1 0 0,-1 0 0 0 0,1 0-1 0 0,-1 0 1 0 0,0 1 0 0 0,-6-1 0 0 0,6 1-286 0 0,0 0 1 0 0,0 0-1 0 0,-1 0 1 0 0,1 1 0 0 0,0 0-1 0 0,0-1 1 0 0,0 2 0 0 0,0-1-1 0 0,0 0 1 0 0,0 1-1 0 0,0 0 1 0 0,1 0 0 0 0,-1 0-1 0 0,1 0 1 0 0,-1 1 0 0 0,-4 3-1 0 0,6-4-135 0 0,1-1-1 0 0,-1 1 0 0 0,1-1 1 0 0,-1 1-1 0 0,1-1 0 0 0,0 1 1 0 0,-1 0-1 0 0,1 0 0 0 0,0 0 1 0 0,0 0-1 0 0,-1 3 0 0 0,-1 1 1 0 0,1-3-4 0 0,1-2-8 0 0,1 0-1 0 0,-1 0 1 0 0,1 0 0 0 0,0 0-1 0 0,-1 0 1 0 0,1 0 0 0 0,0 0-1 0 0,-1 0 1 0 0,1 0-1 0 0,0 0 1 0 0,0 1 0 0 0,0-1-1 0 0,0 0 1 0 0,0 0 0 0 0,0 2-1 0 0,-1 3-12 0 0,0 7-14 0 0,2-11 11 0 0,-1-1 0 0 0,1 1-1 0 0,0 0 1 0 0,0-1-1 0 0,0 1 1 0 0,0 0 0 0 0,0-1-1 0 0,0 1 1 0 0,1-1-1 0 0,1 2 1 0 0,1 0 16 0 0,-1 0 0 0 0,1 0-1 0 0,0 0 1 0 0,0-1 0 0 0,0 0 0 0 0,0 0 0 0 0,1 0 0 0 0,-1 0 0 0 0,1-1-1 0 0,-1 0 1 0 0,1 0 0 0 0,-1 0 0 0 0,1 0 0 0 0,0-1 0 0 0,-1 0 0 0 0,1 0 0 0 0,0 0-1 0 0,-1 0 1 0 0,1-1 0 0 0,0 1 0 0 0,-1-1 0 0 0,1-1 0 0 0,-1 1 0 0 0,1-1-1 0 0,-1 1 1 0 0,6-4 0 0 0,-6 3 87 0 0,0 0 0 0 0,0-1-1 0 0,0 1 1 0 0,-1-1 0 0 0,1 0 0 0 0,-1 0-1 0 0,1 0 1 0 0,-1 0 0 0 0,4-6 0 0 0,-6 8-34 0 0,0-1 0 0 0,-1 0 0 0 0,1 1-1 0 0,0-1 1 0 0,-1 0 0 0 0,0 0 0 0 0,1 0 0 0 0,-1 0 0 0 0,0 0 0 0 0,0 1 0 0 0,0-1 0 0 0,0 0 0 0 0,0 0 0 0 0,0 0 0 0 0,-1 0 0 0 0,1 0 0 0 0,0 1 0 0 0,-1-1 0 0 0,0 0 0 0 0,1 0-1 0 0,-1 1 1 0 0,0-1 0 0 0,0 0 0 0 0,0 1 0 0 0,-1-3 0 0 0,-1 2 34 0 0,1-1 0 0 0,0 0-1 0 0,-1 1 1 0 0,1-1 0 0 0,-1 1-1 0 0,0 0 1 0 0,0 0 0 0 0,1 0-1 0 0,-1 0 1 0 0,-1 1 0 0 0,1-1-1 0 0,0 1 1 0 0,0 0 0 0 0,-1-1-1 0 0,-3 1 1 0 0,0-1 20 0 0,0 1-1 0 0,0 0 1 0 0,0 0 0 0 0,0 1-1 0 0,0 0 1 0 0,-11 1 0 0 0,12 0-106 0 0,1-1 0 0 0,-1 2 0 0 0,1-1 0 0 0,-1 1 1 0 0,1-1-1 0 0,0 1 0 0 0,0 1 0 0 0,-6 2 0 0 0,8-3-9 0 0,1 0 1 0 0,-1 0-1 0 0,1 0 0 0 0,0 0 0 0 0,0 0 0 0 0,0 1 0 0 0,0-1 0 0 0,0 1 0 0 0,1-1 1 0 0,-1 1-1 0 0,1 0 0 0 0,-1-1 0 0 0,1 1 0 0 0,0 0 0 0 0,0 0 0 0 0,-1 5 0 0 0,-1 17-59 0 0,3-7 11 0 0,3-13 55 0 0,-1-2-4 0 0,1 5 2 0 0,1-1 0 0 0,0 0 0 0 0,10 13 0 0 0,-13-18 0 0 0,0 1 0 0 0,1-1 0 0 0,-1 0 0 0 0,1 0 0 0 0,-1-1 0 0 0,1 1 0 0 0,0 0 0 0 0,0 0 0 0 0,0-1 0 0 0,0 1 0 0 0,0-1 0 0 0,4 2 0 0 0,1 1 0 0 0,-2-2 0 0 0,-1 1 0 0 0,1-1 0 0 0,-1 0 0 0 0,1-1 0 0 0,-1 1 0 0 0,1-1 0 0 0,0 1 0 0 0,0-1 0 0 0,0-1 0 0 0,0 1 0 0 0,0-1 0 0 0,0 0 0 0 0,0 0 0 0 0,8-1 0 0 0,-10 0 5 0 0,1 0 0 0 0,-1 0 1 0 0,0 0-1 0 0,1 0 0 0 0,-1 0 0 0 0,0-1 0 0 0,0 1 0 0 0,1-1 0 0 0,2-2 1 0 0,4-2 6 0 0,-7 3-23 0 0,1 0 1 0 0,0 1-1 0 0,-1-1 0 0 0,4-4 1 0 0,-6 4 40 0 0,1-1-1 0 0,-1 1 1 0 0,0 0 0 0 0,0 0 0 0 0,0-1-1 0 0,-1 1 1 0 0,1 0 0 0 0,-1-1 0 0 0,0 1 0 0 0,0 0-1 0 0,0-1 1 0 0,0 1 0 0 0,0-1 0 0 0,-1 1-1 0 0,0 0 1 0 0,1-1 0 0 0,-3-4 0 0 0,1 4 31 0 0,0-1 0 0 0,0 0 0 0 0,0 1 0 0 0,-1 0 0 0 0,0 0 0 0 0,0-1 1 0 0,0 2-1 0 0,0-1 0 0 0,0 0 0 0 0,-1 1 0 0 0,-4-4 0 0 0,5 4-37 0 0,-1 1 1 0 0,-1 0-1 0 0,1 0 0 0 0,0 0 0 0 0,0 0 1 0 0,-1 1-1 0 0,1 0 0 0 0,-1 0 1 0 0,1 0-1 0 0,-1 0 0 0 0,-6 0 0 0 0,8 1-25 0 0,0 0-1 0 0,0 0 0 0 0,0 0 1 0 0,-1 1-1 0 0,1-1 0 0 0,0 1 1 0 0,0 0-1 0 0,0-1 0 0 0,0 2 1 0 0,0-1-1 0 0,0 0 0 0 0,0 0 1 0 0,0 1-1 0 0,0 0 0 0 0,0-1 0 0 0,-2 4 1 0 0,3-2-22 0 0,0-1 0 0 0,0 1 1 0 0,1 0-1 0 0,-1 0 1 0 0,1 1-1 0 0,0-1 0 0 0,0 0 1 0 0,0 0-1 0 0,0 1 0 0 0,0 6 1 0 0,0-7 4 0 0,0 7-41 0 0,1-9 54 0 0,0 0-1 0 0,-1 0 0 0 0,1 0 0 0 0,0 0 0 0 0,0 0 1 0 0,0 0-1 0 0,0 0 0 0 0,0 0 0 0 0,0 0 0 0 0,1 0 1 0 0,-1 0-1 0 0,0 0 0 0 0,0 0 0 0 0,1 0 0 0 0,-1 0 1 0 0,1-1-1 0 0,0 3 0 0 0,1 0-8 0 0,-1-1 8 0 0,0 1 0 0 0,0-1 1 0 0,0 1-1 0 0,1-1 0 0 0,-1 1 0 0 0,1-1 0 0 0,0 0 1 0 0,0 0-1 0 0,0 0 0 0 0,0 0 0 0 0,0 0 1 0 0,0 0-1 0 0,0 0 0 0 0,0-1 0 0 0,1 1 1 0 0,-1-1-1 0 0,1 0 0 0 0,4 2 0 0 0,-4-2 0 0 0,0 1 0 0 0,1-1 0 0 0,-1-1 0 0 0,1 1-1 0 0,-1 0 1 0 0,1-1 0 0 0,0 0 0 0 0,-1 0-1 0 0,1 0 1 0 0,-1 0 0 0 0,1-1 0 0 0,-1 1 0 0 0,1-1-1 0 0,5-2 1 0 0,57-24-111 0 0,-64 27 118 0 0,0-1 1 0 0,0 0 0 0 0,-1 0-1 0 0,1 0 1 0 0,0 0-1 0 0,-1 0 1 0 0,1-1 0 0 0,-1 1-1 0 0,3-3 1 0 0,0-8 34 0 0,-4 11-35 0 0,0-1 11 0 0,1 0-1 0 0,-1 0 1 0 0,0-1-1 0 0,-1 1 1 0 0,1 0-1 0 0,0 0 1 0 0,-1 0 0 0 0,1 0-1 0 0,-1 0 1 0 0,0 0-1 0 0,1 0 1 0 0,-1 0-1 0 0,0 0 1 0 0,0 0-1 0 0,0 0 1 0 0,-1 1-1 0 0,1-1 1 0 0,0 0 0 0 0,-1 1-1 0 0,-1-3 1 0 0,0 1 9 0 0,-1-1 1 0 0,-1 1 1 0 0,1-1-1 0 0,-1 1 0 0 0,0 0 0 0 0,0 0 1 0 0,-1 0-1 0 0,1 1 0 0 0,0 0 1 0 0,-1 0-1 0 0,1 0 0 0 0,-1 1 0 0 0,0 0 1 0 0,0 0-1 0 0,1 0 0 0 0,-1 1 1 0 0,-7 0-1 0 0,11 0-33 0 0,1 0 0 0 0,-1 1-1 0 0,1-1 1 0 0,-1 1 0 0 0,1-1 0 0 0,0 1 0 0 0,-1 0 0 0 0,1 0 0 0 0,0 0-1 0 0,0-1 1 0 0,-1 1 0 0 0,1 0 0 0 0,0 1 0 0 0,0-1 0 0 0,0 0 0 0 0,0 0 0 0 0,-1 2-1 0 0,1-1 7 0 0,-7 10-77 0 0,9-7 66 0 0,-1-3-3 0 0,0 4-5 0 0,0-1 1 0 0,0 1-1 0 0,1 0 0 0 0,0-1 0 0 0,0 1 0 0 0,0 0 1 0 0,1-1-1 0 0,-1 1 0 0 0,1-1 0 0 0,5 8 1 0 0,0 0-1342 0 0,1 0 0 0 0,16 20 0 0 0</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75"/>
    </inkml:context>
    <inkml:brush xml:id="br0">
      <inkml:brushProperty name="width" value="0.1" units="cm"/>
      <inkml:brushProperty name="height" value="0.1" units="cm"/>
      <inkml:brushProperty name="color" value="#004F8B"/>
    </inkml:brush>
  </inkml:definitions>
  <inkml:trace contextRef="#ctx0" brushRef="#br0">76 0 5695 0 0,'0'0'1359'0'0,"-15"15"3621"0"0,13-15-4778 0 0,1 1 11 0 0,0-1 0 0 0,0 0 1 0 0,0 1-1 0 0,0-1 0 0 0,0 1 0 0 0,0-1 0 0 0,0 1 0 0 0,0-1 0 0 0,0 1 0 0 0,0 0 0 0 0,0 0 0 0 0,0-1 0 0 0,-5 10 3826 0 0,5-9-3962 0 0,-1 1 0 0 0,0-1 0 0 0,0 0 1 0 0,0 0-1 0 0,1 0 0 0 0,-1-1 0 0 0,0 1 0 0 0,0 0 1 0 0,0-1-1 0 0,0 1 0 0 0,-1-1 0 0 0,1 0 1 0 0,0 1-1 0 0,-3-1 0 0 0,4 0-18 0 0,-3-2-4 0 0,4 2-45 0 0,0 0-1 0 0,0 0 0 0 0,0 0 0 0 0,0 0 0 0 0,0 0 1 0 0,0 0-1 0 0,-1 0 0 0 0,1 0 0 0 0,0 0 0 0 0,0 0 0 0 0,0 0 1 0 0,0 0-1 0 0,0 0 0 0 0,0 0 0 0 0,0 0 0 0 0,0 0 0 0 0,0 0 1 0 0,0 0-1 0 0,0 0 0 0 0,0 0 0 0 0,0 0 0 0 0,0 0 1 0 0,0 0-1 0 0,0 0 0 0 0,-1 0 0 0 0,1 0 0 0 0,0 0 0 0 0,0 0 1 0 0,0 0-1 0 0,0 0 0 0 0,0 0 0 0 0,0 0 0 0 0,0 0 1 0 0,0 0-1 0 0,0 0 0 0 0,0 0 0 0 0,0 0 0 0 0,0 0 0 0 0,0 0 1 0 0,0 0-1 0 0,0 0 0 0 0,0 0 0 0 0,0 0 0 0 0,0 0 1 0 0,-1 0-1 0 0,1 0 0 0 0,0 0 0 0 0,0 0 0 0 0,0 1 0 0 0,0-1 1 0 0,0 0-1 0 0,0 0 0 0 0,0 0 0 0 0,0 0 0 0 0,0 0 0 0 0,0 0 1 0 0,0 0-1 0 0,0 0 0 0 0,0 0 0 0 0,0 0 0 0 0,0 0 1 0 0,0 0-1 0 0,0 0 0 0 0,0 0 0 0 0,0 0 0 0 0,0 1 1 0 0,5 8 0 0 0,1 8-57 0 0,0-7 30 0 0,0-4 17 0 0,7 9 11 0 0,-11-14 32 0 0,7 1-33 0 0,3 0-29 0 0,-9-2 3 0 0,12 0-2 0 0,-13 0 293 0 0,0 0-275 0 0,4 0-100 0 0,-5 0-484 0 0,8 0-1123 0 0</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76"/>
    </inkml:context>
    <inkml:brush xml:id="br0">
      <inkml:brushProperty name="width" value="0.1" units="cm"/>
      <inkml:brushProperty name="height" value="0.1" units="cm"/>
      <inkml:brushProperty name="color" value="#004F8B"/>
    </inkml:brush>
  </inkml:definitions>
  <inkml:trace contextRef="#ctx0" brushRef="#br0">155 1 4143 0 0,'0'0'982'0'0,"-3"0"-376"0"0,-5 0 1124 0 0,1 0-1 0 0,-16 3 0 0 0,21-2-1409 0 0,-10-2 416 0 0,11 1-646 0 0,0-1 0 0 0,0 1 0 0 0,0 0 0 0 0,0 0-1 0 0,0 0 1 0 0,0 0 0 0 0,0 0 0 0 0,0 0 0 0 0,0 0-1 0 0,0 0 1 0 0,0 0 0 0 0,-2 1 0 0 0,-7 0 1572 0 0,-8-3 82 0 0,17 3-1676 0 0,-5 2 1 0 0,3 0-4 0 0,-17 22 63 0 0,6-7-53 0 0,12-16-63 0 0,1-2-10 0 0,1 1 1 0 0,-1 0 0 0 0,0 0-1 0 0,1 0 1 0 0,-1-1-1 0 0,1 1 1 0 0,-1 0 0 0 0,1 0-1 0 0,0 0 1 0 0,-1 0-1 0 0,1 0 1 0 0,0 0-1 0 0,0 0 1 0 0,0 0 0 0 0,-1 2-1 0 0,0-1-2 0 0,-1 15 0 0 0,2-13-2 0 0,5 17-49 0 0,-4-17 41 0 0,-1-2 10 0 0,1 0 0 0 0,-1 0 0 0 0,0 0 0 0 0,1-1 0 0 0,-1 1 0 0 0,1 0 0 0 0,0-1 0 0 0,-1 1 0 0 0,1 0-1 0 0,0-1 1 0 0,0 1 0 0 0,1 1 0 0 0,-1 0 0 0 0,0-2 0 0 0,-1-1 0 0 0,0 1 0 0 0,1 0 0 0 0,-1 0 0 0 0,0-1 0 0 0,1 1 0 0 0,-1 0 0 0 0,1 0 0 0 0,-1-1 0 0 0,1 1 0 0 0,0-1 0 0 0,-1 1 0 0 0,1 0 0 0 0,0-1 0 0 0,-1 1 0 0 0,1-1 0 0 0,0 0 0 0 0,0 1 0 0 0,0 0 0 0 0,1 1 0 0 0,15 5 0 0 0,-16-7 10 0 0,0 1 0 0 0,0-1 1 0 0,0 1-1 0 0,1-1 0 0 0,-1 0 0 0 0,0 0 0 0 0,0 1 0 0 0,0-1 0 0 0,0 0 0 0 0,0 0 1 0 0,0 0-1 0 0,0 0 0 0 0,0 0 0 0 0,1 0 0 0 0,-1 0 0 0 0,0-1 0 0 0,0 1 0 0 0,0 0 0 0 0,0-1 1 0 0,0 1-1 0 0,0-1 0 0 0,0 1 0 0 0,0-1 0 0 0,0 1 0 0 0,0-1 0 0 0,0 1 0 0 0,0-1 1 0 0,-1 0-1 0 0,1 0 0 0 0,0 0 0 0 0,0 1 0 0 0,-1-1 0 0 0,2-1 0 0 0,-1 0 150 0 0,0 2-148 0 0,-1-1 0 0 0,1 1 0 0 0,0 0 0 0 0,-1-1 0 0 0,1 1 0 0 0,0-1 0 0 0,-1 1 0 0 0,1-1 0 0 0,-1 1 0 0 0,1-1 0 0 0,-1 1 0 0 0,1-1 0 0 0,-1 0 0 0 0,1 1 0 0 0,-1-1 0 0 0,0 0 0 0 0,1 1 0 0 0,-1-1 0 0 0,0 0 0 0 0,1 0 0 0 0,-1 0 0 0 0,8-26 619 0 0,-8 26-604 0 0,1-1 0 0 0,-1 1 0 0 0,0-1 0 0 0,0 1 0 0 0,0-1 0 0 0,0 1 1 0 0,0-1-1 0 0,0 1 0 0 0,-1-1 0 0 0,1 1 0 0 0,0-1 0 0 0,-2-2 0 0 0,-1-7 156 0 0,2 9-205 0 0,1 1 31 0 0,-1 0 0 0 0,1 0 1 0 0,-1 0-1 0 0,0 0 0 0 0,1 0 0 0 0,-1 1 0 0 0,0-1 0 0 0,1 0 0 0 0,-1 0 0 0 0,0 1 0 0 0,0-1 1 0 0,0 0-1 0 0,-2 0 0 0 0,-10-8 21 0 0,13 8-24 0 0,0 1 1 0 0,-1-1 0 0 0,1 1 0 0 0,0 0 0 0 0,-1-1 0 0 0,1 1 0 0 0,0 0 0 0 0,-1 0 0 0 0,1-1 0 0 0,0 1 0 0 0,-1 0-1 0 0,1 0 1 0 0,-1 0 0 0 0,1 0 0 0 0,-1-1 0 0 0,1 1 0 0 0,-1 0 0 0 0,1 0 0 0 0,0 0 0 0 0,-1 0 0 0 0,0 0 0 0 0,-1 0-14 0 0,0 1 1 0 0,0-1 0 0 0,0 0 0 0 0,1 1 0 0 0,-1-1 0 0 0,0 1 0 0 0,0 0-1 0 0,1 0 1 0 0,-1 0 0 0 0,1-1 0 0 0,-1 1 0 0 0,0 1 0 0 0,1-1 0 0 0,0 0-1 0 0,-1 0 1 0 0,1 1 0 0 0,0-1 0 0 0,0 0 0 0 0,-1 1 0 0 0,1-1 0 0 0,0 1-1 0 0,-1 2 1 0 0,1-2 10 0 0,0 0-11 0 0,0 0 0 0 0,0 0 1 0 0,1-1-1 0 0,-1 1 0 0 0,0 0 1 0 0,1 0-1 0 0,-1 0 0 0 0,1 0 1 0 0,-1 1-1 0 0,1-1 1 0 0,0 0-1 0 0,0 0 0 0 0,0 0 1 0 0,0 0-1 0 0,1 0 0 0 0,-1 0 1 0 0,0 0-1 0 0,1 0 0 0 0,-1 0 1 0 0,2 2-1 0 0,-1 0-41 0 0,0-1-1 0 0,1 0 0 0 0,-1 0 1 0 0,1 0-1 0 0,0 0 0 0 0,0 0 1 0 0,0 0-1 0 0,0 0 0 0 0,0 0 1 0 0,0-1-1 0 0,6 5 0 0 0,-6-6 72 0 0,-1 0-1 0 0,0 1 0 0 0,1-1 1 0 0,0 0-1 0 0,-1-1 0 0 0,1 1 1 0 0,0 0-1 0 0,-1 0 0 0 0,1-1 1 0 0,0 1-1 0 0,0-1 0 0 0,-1 1 1 0 0,1-1-1 0 0,0 0 0 0 0,0 0 1 0 0,0 0-1 0 0,0 0 0 0 0,-1 0 1 0 0,1 0-1 0 0,3-1 0 0 0,6 0 117 0 0,-9 2-11 0 0,-1-1 0 0 0,8 0-21 0 0,-1 0-70 0 0,-7 0 562 0 0</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77"/>
    </inkml:context>
    <inkml:brush xml:id="br0">
      <inkml:brushProperty name="width" value="0.1" units="cm"/>
      <inkml:brushProperty name="height" value="0.1" units="cm"/>
      <inkml:brushProperty name="color" value="#004F8B"/>
    </inkml:brush>
  </inkml:definitions>
  <inkml:trace contextRef="#ctx0" brushRef="#br0">54 207 1375 0 0,'0'0'15152'0'0,"1"1"-15098"0"0,7 1-29 0 0,-8-1-21 0 0,0-1 0 0 0,0 0 0 0 0,1 0 0 0 0,-1 0-1 0 0,1 0 1 0 0,-1 0 0 0 0,0 0 0 0 0,1 0 0 0 0,-1 0 0 0 0,0 0 0 0 0,1 1 0 0 0,-1-1 0 0 0,0-1-1 0 0,1 1 1 0 0,-1 0 0 0 0,0 0 0 0 0,1 0 0 0 0,-1 0 0 0 0,1 0 0 0 0,-1 0 0 0 0,0 0 0 0 0,1 0 0 0 0,-1-1-1 0 0,1 1 1 0 0,8-3 191 0 0,-5 3-229 0 0,-2 1 135 0 0,0-1 0 0 0,0 0 0 0 0,0 0 1 0 0,0 0-1 0 0,0-1 0 0 0,0 1 1 0 0,0-1-1 0 0,0 1 0 0 0,0-1 1 0 0,0 1-1 0 0,3-3 0 0 0,11-9 1955 0 0,-14 11-2002 0 0,8-2-44 0 0,-1-1 1 0 0,-7 3 170 0 0,0 0-146 0 0,-1-1-1 0 0,1 1 0 0 0,-1-1 1 0 0,1 1-1 0 0,-1-1 0 0 0,0 1 1 0 0,1-1-1 0 0,1-3 1 0 0,3-7-47 0 0,-2-1-44 0 0,-2 4 114 0 0,0 4 5 0 0,-1-4 24 0 0,-6-15 135 0 0,-18-34-7 0 0,16 42-39 0 0,-23 9-111 0 0,20 2-1 0 0,9 4 0 0 0,0 1-10 0 0,-4 0-54 0 0,4 0-54 0 0,1 0-13 0 0,-1 0 65 0 0,1-1-1 0 0,-1 1 0 0 0,1-1 0 0 0,-1 1 0 0 0,1 0 1 0 0,-1-1-1 0 0,0 1 0 0 0,1 0 0 0 0,-1 0 1 0 0,1-1-1 0 0,-1 1 0 0 0,1 0 0 0 0,-1 0 0 0 0,0 0 1 0 0,1 0-1 0 0,-1 0 0 0 0,0 0 0 0 0,1 0 1 0 0,-1 0-1 0 0,1 0 0 0 0,-1 0 0 0 0,0 0 0 0 0,0 0 1 0 0,-18 4 7 0 0,0 7-5 0 0,14-9 0 0 0,3-2 0 0 0,1 1 0 0 0,0-1 0 0 0,0 1 0 0 0,0-1 0 0 0,0 1 0 0 0,-1 0 0 0 0,1-1 0 0 0,0 1 0 0 0,0 0 0 0 0,0 0 0 0 0,0 0 0 0 0,0 0 0 0 0,1-1 0 0 0,-1 2 0 0 0,0-1 0 0 0,0 0 0 0 0,1 0 0 0 0,-2 1 0 0 0,-10 21-10 0 0,10-19-18 0 0,-2 15-51 0 0,3-10 68 0 0,1-7 9 0 0,0 0 0 0 0,0 0 0 0 0,0 0 0 0 0,0 0-1 0 0,0 0 1 0 0,0 0 0 0 0,1 0 0 0 0,-1 0 0 0 0,1 0 0 0 0,0 0 0 0 0,1 4-1 0 0,1 1-24 0 0,-2-2 20 0 0,-1 0 4 0 0,9 10 2 0 0,-7-11 1 0 0,11 13 0 0 0,-4-10 0 0 0,2 3 44 0 0,-8-8-19 0 0,18 13 66 0 0,-18-12-91 0 0,11 6 0 0 0,-4-4-1 0 0,-6-6 2 0 0,1-1-54 0 0,0 3 48 0 0,-4-1 8 0 0,1 0 0 0 0,-1 0 0 0 0,1 0 0 0 0,-1 0 0 0 0,1 0 0 0 0,-1 0-1 0 0,1 0 1 0 0,-1 0 0 0 0,1-1 0 0 0,-1 1 0 0 0,1 0 0 0 0,-1-1 0 0 0,1 0 0 0 0,-1 1 0 0 0,0-1 0 0 0,1 0-1 0 0,-1 1 1 0 0,0-1 0 0 0,2-2 0 0 0,17-15 189 0 0,-18 16-138 0 0,2-2-54 0 0,-3 2 18 0 0,6-28 745 0 0,-3-5-571 0 0,-3 6-139 0 0,-1 25-54 0 0,-3-19 13 0 0,-1 18 51 0 0,4 4-59 0 0,-1 1 0 0 0,1-1 0 0 0,-1 1 1 0 0,1-1-1 0 0,-1 1 0 0 0,1-1 0 0 0,-1 1 0 0 0,1-1 0 0 0,-1 0 0 0 0,1 1 0 0 0,0-1 0 0 0,-1 0 0 0 0,1 1 0 0 0,0-1 0 0 0,-1-1 0 0 0,0 0 18 0 0,0 0 0 0 0,-1-1 0 0 0,0 1 1 0 0,1 0-1 0 0,-1 0 0 0 0,0 0 0 0 0,0 1 0 0 0,0-1 1 0 0,0 0-1 0 0,0 1 0 0 0,-4-2 0 0 0,4 1 21 0 0,0 1-6 0 0,-1-1-1 0 0,1 1 1 0 0,-1-1-1 0 0,0 1 1 0 0,0 0 0 0 0,-5-2-1 0 0,7 3-47 0 0,1 0-1 0 0,-1 0 1 0 0,0 0-1 0 0,1 0 1 0 0,-1 0-1 0 0,0 0 1 0 0,0 0-1 0 0,1 0 1 0 0,-1 0-1 0 0,0 0 1 0 0,1 0-1 0 0,-1 0 1 0 0,0 1-1 0 0,0-1 1 0 0,1 0-1 0 0,-1 0 1 0 0,1 1-1 0 0,-1-1 1 0 0,0 0-1 0 0,1 1 1 0 0,-1-1-1 0 0,1 1 1 0 0,-1-1-1 0 0,1 1 1 0 0,-1 0-1 0 0,-2 1-298 0 0,-5 2-1290 0 0,4-1 769 0 0</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78"/>
    </inkml:context>
    <inkml:brush xml:id="br0">
      <inkml:brushProperty name="width" value="0.1" units="cm"/>
      <inkml:brushProperty name="height" value="0.1" units="cm"/>
      <inkml:brushProperty name="color" value="#004F8B"/>
    </inkml:brush>
  </inkml:definitions>
  <inkml:trace contextRef="#ctx0" brushRef="#br0">89 5 7599 0 0,'0'0'7792'0'0,"0"0"-7773"0"0,0-1-1 0 0,0 1 1 0 0,0 0-1 0 0,-1 0 1 0 0,1-1-1 0 0,0 1 0 0 0,0 0 1 0 0,0 0-1 0 0,-1-1 1 0 0,1 1-1 0 0,0 0 1 0 0,0 0-1 0 0,-1 0 1 0 0,1 0-1 0 0,0-1 1 0 0,0 1-1 0 0,-1 0 1 0 0,1 0-1 0 0,0 0 0 0 0,-1 0 1 0 0,1 0-1 0 0,0 0 1 0 0,-1 0-1 0 0,1 0 1 0 0,-1 0-1 0 0,-6 3 74 0 0,-1 1 64 0 0,0-1 0 0 0,-15 5 0 0 0,21-7-139 0 0,1 0 0 0 0,0 0 0 0 0,0 0 0 0 0,0 0 0 0 0,-1 0 0 0 0,1 0 0 0 0,0 0 0 0 0,0 0 0 0 0,-1 2 0 0 0,0 0 8 0 0,0 0-12 0 0,0-1 11 0 0,-3 14-8 0 0,3-13-16 0 0,-4 14 0 0 0,5-11-1 0 0,0 0 1 0 0,0-1-1 0 0,1 1 0 0 0,0 0 0 0 0,0 1 1 0 0,0-1-1 0 0,0 0 0 0 0,1-1 0 0 0,0 1 0 0 0,0 0 1 0 0,3 6-1 0 0,-2-6-10 0 0,-3-6 10 0 0,1 1 1 0 0,0-1 0 0 0,0 1 0 0 0,1-1 0 0 0,-1 1 0 0 0,0-1 0 0 0,0 1-1 0 0,0-1 1 0 0,0 1 0 0 0,0-1 0 0 0,0 1 0 0 0,1-1 0 0 0,-1 0 0 0 0,0 1-1 0 0,0-1 1 0 0,1 1 0 0 0,-1-1 0 0 0,0 0 0 0 0,1 1 0 0 0,-1-1-1 0 0,0 1 1 0 0,1-1 0 0 0,-1 0 0 0 0,1 1 0 0 0,10 6-64 0 0,-9-6 97 0 0,-1 0 1 0 0,1 0-1 0 0,0 0 0 0 0,0-1 0 0 0,0 1 0 0 0,0 0 0 0 0,0-1 1 0 0,0 1-1 0 0,0-1 0 0 0,0 0 0 0 0,1 0 0 0 0,-1 0 0 0 0,0 0 1 0 0,0 0-1 0 0,0 0 0 0 0,0 0 0 0 0,0-1 0 0 0,0 1 0 0 0,2-2 1 0 0,3 1 126 0 0,-5 1-64 0 0,16-8 192 0 0,-10 3-173 0 0,-5 3-86 0 0,0 0 0 0 0,1 0 0 0 0,-1-1 0 0 0,0 1 0 0 0,0-1 0 0 0,4-5 0 0 0,-2 3 49 0 0,-1 0 285 0 0,0 0-1 0 0,0-1 0 0 0,4-8 1 0 0,-7 13-63 0 0,0-7 2 0 0,0-8 63 0 0,0 13-270 0 0,-1-1 0 0 0,0 0 0 0 0,0 0 0 0 0,0 0 0 0 0,-1-5 0 0 0,1 8 98 0 0,-1-1-101 0 0,-3-11 90 0 0,4 10-137 0 0,-1-1 1 0 0,0 1-1 0 0,0-1 1 0 0,-1 1 0 0 0,1 0-1 0 0,-1 0 1 0 0,0 0-1 0 0,1-1 1 0 0,-4-2-1 0 0,4 5-93 0 0,-18-1 87 0 0,-6 3-39 0 0,17 1 0 0 0,-1 2 0 0 0,-4 2-21 0 0,11-5 6 0 0,0-1 1 0 0,0 1-1 0 0,0 0 1 0 0,0 0-1 0 0,0 0 1 0 0,1 0-1 0 0,-1 0 1 0 0,0 1-1 0 0,0-1 0 0 0,-1 2 1 0 0,-1 4 3 0 0,3-6 7 0 0,0 1-1 0 0,0-1 1 0 0,0 1 0 0 0,0-1-1 0 0,0 1 1 0 0,0-1-1 0 0,1 1 1 0 0,-1 0-1 0 0,1-1 1 0 0,0 1 0 0 0,-1 0-1 0 0,1 3 1 0 0,0-1-13 0 0,-1-1 11 0 0,1 0 0 0 0,0 0 0 0 0,0 0 0 0 0,0 0 0 0 0,0-1 0 0 0,0 1 0 0 0,1 0 0 0 0,0 4 1 0 0,1 2-6 0 0,-2-6-9 0 0,0 1 1 0 0,1-1 0 0 0,-1 0-1 0 0,1 1 1 0 0,0-1 0 0 0,0 0-1 0 0,0 1 1 0 0,0-1 0 0 0,3 6-1 0 0,25 32-32 0 0,-26-38 52 0 0,-2-1 0 0 0,0-1 0 0 0,1 1 0 0 0,-1-1 0 0 0,0 0 0 0 0,1 1 0 0 0,-1-1 0 0 0,1 0 0 0 0,0 0 0 0 0,-1 0 0 0 0,1 0 0 0 0,2 1 0 0 0,1 0-4 0 0,4 2 19 0 0,20-3-15 0 0,-25-1 7 0 0,1 0 0 0 0,0 0 0 0 0,-1 0 0 0 0,1-1 0 0 0,0 0 0 0 0,-1 0 0 0 0,1 0 0 0 0,6-3 0 0 0,-8 3-17 0 0,3-2 21 0 0,-4 2 42 0 0,1-3 15 0 0,-2 3 12 0 0,-1-6 8 0 0,0-1-1 0 0,-1 1 1 0 0,0-1 0 0 0,0 1-1 0 0,0 0 1 0 0,-1 0 0 0 0,0-1-1 0 0,-1 1 1 0 0,0 0 0 0 0,-5-9-1 0 0,7 15-23 0 0,-13-13 137 0 0,4 2 38 0 0,9 11-111 0 0,-6-4 0 0 0,-16-2-57 0 0,-3 10 122 0 0,7-4-199 0 0,16 1 2 0 0,0-1 1 0 0,-1 1-1 0 0,1 0 1 0 0,-1 0-1 0 0,1 0 1 0 0,-1 0-1 0 0,-5 2 0 0 0,7-1-4 0 0,0 0 0 0 0,0 0 0 0 0,0 1 0 0 0,1-1-1 0 0,-1 0 1 0 0,0 1 0 0 0,1-1 0 0 0,-1 1-1 0 0,0-1 1 0 0,1 1 0 0 0,0 0 0 0 0,-1 0-1 0 0,1-1 1 0 0,0 1 0 0 0,0 0 0 0 0,0 0-1 0 0,0 0 1 0 0,1 0 0 0 0,-1 1 0 0 0,0-1-1 0 0,1 2 1 0 0,-1-1 9 0 0,0 21-141 0 0,1-21-99 0 0,0-1-1 0 0,1 1 0 0 0,0 0 0 0 0,0-1 0 0 0,0 1 1 0 0,0 0-1 0 0,0-1 0 0 0,0 1 0 0 0,1-1 0 0 0,-1 0 1 0 0,1 1-1 0 0,0-1 0 0 0,2 3 0 0 0,2 0-1856 0 0</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09:56.779"/>
    </inkml:context>
    <inkml:brush xml:id="br0">
      <inkml:brushProperty name="width" value="0.1" units="cm"/>
      <inkml:brushProperty name="height" value="0.1" units="cm"/>
      <inkml:brushProperty name="color" value="#004F8B"/>
    </inkml:brush>
  </inkml:definitions>
  <inkml:trace contextRef="#ctx0" brushRef="#br0">125 1 8639 0 0,'-3'7'66'0'0,"2"-6"-31"0"0,1 1 1 0 0,-1-1-1 0 0,0 1 0 0 0,1-1 1 0 0,-1 0-1 0 0,1 1 0 0 0,-1-1 0 0 0,1 1 1 0 0,0 2 522 0 0,-1-4-386 0 0,0-1 0 0 0,0 0 0 0 0,0 0 0 0 0,1 0 0 0 0,-1 1 0 0 0,0-1 0 0 0,0 1 0 0 0,0-1 0 0 0,0 0 0 0 0,0 1 0 0 0,0 0 0 0 0,0-1 0 0 0,-1 1 0 0 0,1 0 0 0 0,0-1 0 0 0,0 1 0 0 0,0 0 0 0 0,0 0 0 0 0,0 0 0 0 0,0 0 0 0 0,-1 0 0 0 0,0 0 0 0 0,0 1 1 0 0,-17 7 532 0 0,-22 6 311 0 0,39-13-990 0 0,1 0-1 0 0,0 0 1 0 0,0 1 0 0 0,0-1-1 0 0,1 1 1 0 0,-1-1-1 0 0,0 0 1 0 0,1 1 0 0 0,-2 2-1 0 0,0 2 31 0 0,-13 22 50 0 0,13-6-124 0 0,2-13 26 0 0,-1 3-8 0 0,3-6 0 0 0,1 3 0 0 0,0-1-13 0 0,-3-8 11 0 0,0 1-1 0 0,0-1 1 0 0,0 0-1 0 0,0 0 1 0 0,0 1-1 0 0,0-1 1 0 0,0 0 0 0 0,1 0-1 0 0,-1 1 1 0 0,0-1-1 0 0,0 0 1 0 0,0 0-1 0 0,0 0 1 0 0,0 1 0 0 0,1-1-1 0 0,-1 0 1 0 0,0 0-1 0 0,0 0 1 0 0,0 1-1 0 0,1-1 1 0 0,-1 0 0 0 0,0 0-1 0 0,0 0 1 0 0,0 0-1 0 0,1 0 1 0 0,-1 0 0 0 0,0 1-1 0 0,0-1 1 0 0,1 0-1 0 0,15 6 73 0 0,-10-2 2 0 0,0-1 0 0 0,0 0 0 0 0,0-1 0 0 0,12 4 0 0 0,-16-6-36 0 0,-1 1 0 0 0,1-1 0 0 0,0 0 0 0 0,0 0 0 0 0,-1 1 0 0 0,1-1 0 0 0,0-1 0 0 0,0 1 0 0 0,0 0 0 0 0,-1 0 0 0 0,1-1 0 0 0,0 1 0 0 0,0-1 0 0 0,-1 1 0 0 0,1-1 0 0 0,-1 0 0 0 0,1 0 0 0 0,0 0 0 0 0,-1 0 0 0 0,1 0 0 0 0,1-2 0 0 0,-2 2 156 0 0,14-7 392 0 0,1-12 598 0 0,-15 16-998 0 0,1-1 1 0 0,-1 1-1 0 0,0-1 1 0 0,0 1-1 0 0,0-1 1 0 0,-1 0-1 0 0,1 1 1 0 0,-1-1-1 0 0,0 0 1 0 0,-1 1-1 0 0,1-1 1 0 0,-2-4-1 0 0,2 7 20 0 0,-2 1-166 0 0,1 0-1 0 0,0-1 1 0 0,0 1-1 0 0,-1-1 1 0 0,1 1-1 0 0,0-1 1 0 0,1 1-1 0 0,-3-4 1 0 0,1 0 128 0 0,-4-4-36 0 0,5 8-106 0 0,1-1-1 0 0,-1 1 0 0 0,0 0 1 0 0,0 0-1 0 0,1 0 0 0 0,-1 0 1 0 0,0 0-1 0 0,0 0 0 0 0,0 0 1 0 0,0 0-1 0 0,0 0 0 0 0,0 0 1 0 0,-2-1-1 0 0,1 2-29 0 0,1 0-1 0 0,-1 0 1 0 0,1 0 0 0 0,-1 0-1 0 0,1 0 1 0 0,-1 1 0 0 0,1-1-1 0 0,-1 0 1 0 0,1 1 0 0 0,-1-1-1 0 0,1 1 1 0 0,-1 0 0 0 0,1-1-1 0 0,0 1 1 0 0,-1 0 0 0 0,0 1 0 0 0,2-2 5 0 0,-2 0 0 0 0,1 1 0 0 0,-1 0 0 0 0,1 0 0 0 0,0 0 0 0 0,-1 0 0 0 0,1 0 0 0 0,0 0 0 0 0,0 0 0 0 0,-2 2 0 0 0,2 0-8 0 0,-1 0-1 0 0,1 0 1 0 0,0 0 0 0 0,0 0-1 0 0,0 0 1 0 0,0 0 0 0 0,0 4-1 0 0,-1-4 11 0 0,2-3 1 0 0,0 1 1 0 0,-1 0-1 0 0,1 0 0 0 0,-1-1 1 0 0,1 1-1 0 0,0 0 0 0 0,0 0 1 0 0,-1 0-1 0 0,1-1 0 0 0,0 1 1 0 0,0 0-1 0 0,0 0 0 0 0,0 0 1 0 0,0 0-1 0 0,0 0 0 0 0,0-1 1 0 0,0 1-1 0 0,1 1 0 0 0,3 23-127 0 0,-3-21 69 0 0,-1-3 56 0 0,0 1-1 0 0,1-1 1 0 0,-1 0-1 0 0,0 0 1 0 0,1 0-1 0 0,-1 0 1 0 0,1 0 0 0 0,-1 0-1 0 0,1-1 1 0 0,0 1-1 0 0,0 0 1 0 0,-1 0-1 0 0,1 0 1 0 0,0-1-1 0 0,0 1 1 0 0,1 1-1 0 0,6 4 1 0 0,-4-4 0 0 0,-1-1 0 0 0,0 0 0 0 0,1 0 0 0 0,-1 0 0 0 0,1-1 0 0 0,-1 1 0 0 0,1-1 0 0 0,-1 0 0 0 0,1 0 0 0 0,6-1 0 0 0,-8 1 0 0 0,1 0 0 0 0,-1 0 0 0 0,1 0 0 0 0,-1-1 0 0 0,1 1 0 0 0,-1-1 0 0 0,0 1 0 0 0,1-1 0 0 0,3-2 0 0 0,0 1 0 0 0,-4 2 0 0 0,-1-1 0 0 0,1 1 0 0 0,0 0 0 0 0,-1-1 0 0 0,1 1 0 0 0,0-1 0 0 0,-1 1 0 0 0,1-1 0 0 0,-1 0 0 0 0,1 1 0 0 0,-1-1 0 0 0,1 0 0 0 0,-1 0 0 0 0,0 0 0 0 0,1 0 0 0 0,1-3 0 0 0,3-3 0 0 0,-5 6 3 0 0,0 0 0 0 0,0 0 0 0 0,0 0 0 0 0,0 0 0 0 0,-1 0 0 0 0,1 0-1 0 0,0 0 1 0 0,-1 0 0 0 0,1-1 0 0 0,-1 1 0 0 0,0 0 0 0 0,1 0 0 0 0,-1-1 0 0 0,0 1 0 0 0,0 0 0 0 0,0-1-1 0 0,1 1 1 0 0,-1 0 0 0 0,-1 0 0 0 0,1-1 0 0 0,0 1 0 0 0,0 0 0 0 0,0-1 0 0 0,-1 1 0 0 0,1 0-1 0 0,-1 0 1 0 0,1-1 0 0 0,-2-1 0 0 0,1 0 27 0 0,0 0-1 0 0,-1 0 1 0 0,0 0-1 0 0,0 0 1 0 0,0 1-1 0 0,0-1 1 0 0,0 0-1 0 0,-1 1 1 0 0,1-1-1 0 0,-1 1 1 0 0,-4-3-1 0 0,3 2 17 0 0,1-1-1 0 0,-1 1 0 0 0,1 0 0 0 0,-6-8 0 0 0,7 7-10 0 0,2 4-29 0 0,-1-1 1 0 0,1 0 0 0 0,-1 0-1 0 0,1 0 1 0 0,-1 0 0 0 0,0 1-1 0 0,1-1 1 0 0,-1 0 0 0 0,0 1-1 0 0,1-1 1 0 0,-1 0 0 0 0,0 1-1 0 0,0-1 1 0 0,0 1 0 0 0,0-1-1 0 0,1 1 1 0 0,-1-1 0 0 0,0 1-1 0 0,0 0 1 0 0,0-1 0 0 0,-2 1-1 0 0,2-1 0 0 0,-1-1 0 0 0,-11 1-20 0 0,11 1 7 0 0,1 0 1 0 0,0 0-1 0 0,-1 0 1 0 0,1 0-1 0 0,-1 1 1 0 0,1-1-1 0 0,0 0 1 0 0,-1 1-1 0 0,1-1 1 0 0,0 1-1 0 0,0 0 1 0 0,-1-1-1 0 0,1 1 1 0 0,0 0-1 0 0,0 0 1 0 0,0 0-1 0 0,0 0 1 0 0,0 0-1 0 0,0 0 1 0 0,0 0-1 0 0,0 0 1 0 0,0 0-1 0 0,1 0 1 0 0,-1 0-1 0 0,0 1 1 0 0,0 0-1 0 0,-1 3-12 0 0,1 0 0 0 0,-1 0-1 0 0,1 0 1 0 0,0 0-1 0 0,1 0 1 0 0,-1 0 0 0 0,1 8-1 0 0,0-9 15 0 0,1-1 0 0 0,-1 1 0 0 0,1 0 0 0 0,-1-1 1 0 0,4 7-1 0 0,0 3-30 0 0,-4-11 22 0 0,1 1-1 0 0,-1-1 0 0 0,1 0 1 0 0,0 0-1 0 0,0 0 1 0 0,0 0-1 0 0,0 0 1 0 0,0 0-1 0 0,0 0 0 0 0,2 2 1 0 0,0 0-30 0 0,-2-3-21 0 0,15 12-300 0 0,-12-11 226 0 0,-2-1 104 0 0,0 0 0 0 0,0 0 0 0 0,1 0-1 0 0,-1 0 1 0 0,0 0 0 0 0,1-1 0 0 0,-1 1 0 0 0,0-1 0 0 0,1 1-1 0 0,-1-1 1 0 0,1 0 0 0 0,-1 0 0 0 0,1 0 0 0 0,-1 0-1 0 0,1-1 1 0 0,-1 1 0 0 0,0-1 0 0 0,1 1 0 0 0,-1-1-1 0 0,0 0 1 0 0,1 0 0 0 0,-1 0 0 0 0,4-2 0 0 0,-5 2 81 0 0,0 0 0 0 0,0 0 0 0 0,0 0 0 0 0,0-1 0 0 0,0 1 0 0 0,0 0 1 0 0,-1 0-1 0 0,1 0 0 0 0,0-1 0 0 0,-1 1 0 0 0,1 0 0 0 0,-1-1 1 0 0,0 1-1 0 0,1 0 0 0 0,-1-3 0 0 0,1-20 790 0 0,-1 18-714 0 0,0 5-103 0 0,-1 0-1 0 0,1-1 1 0 0,-1 1-1 0 0,1 0 1 0 0,-1 0 0 0 0,1-1-1 0 0,-1 1 1 0 0,0 0-1 0 0,0 0 1 0 0,1 0-1 0 0,-1 0 1 0 0,0 0 0 0 0,-1-1-1 0 0,-4-5 30 0 0,5 4-39 0 0,-7-9 46 0 0,5 9-57 0 0,1 0 0 0 0,0 1-1 0 0,-1 0 1 0 0,0 0-1 0 0,1 0 1 0 0,-1 0-1 0 0,0 0 1 0 0,-4-2-1 0 0,6 4 2 0 0,0-1 0 0 0,1 0 0 0 0,-1 1 0 0 0,0-1 0 0 0,0 1 0 0 0,0 0 0 0 0,0-1 0 0 0,0 1 0 0 0,0 0 0 0 0,0-1 0 0 0,-1 1 0 0 0,1 0 0 0 0,0 0 0 0 0,0 0 0 0 0,0 0 0 0 0,0 0 0 0 0,0 0 0 0 0,-2 1 0 0 0,-2-1 0 0 0,4 0-128 0 0,-1 0 0 0 0,1 0 0 0 0,0 0 0 0 0,0 1 0 0 0,-1-1 0 0 0,1 0 0 0 0,0 1 0 0 0,0-1 0 0 0,0 1 0 0 0,0-1 0 0 0,-1 1 0 0 0,1-1 0 0 0,0 1 0 0 0,0 0 0 0 0,0-1 0 0 0,0 1 0 0 0,0 0 0 0 0,0 0 0 0 0,1 0 0 0 0,-1 0 0 0 0,0 0 0 0 0,0 0 0 0 0,1 0 0 0 0,-1 0 0 0 0,0 0 0 0 0,1 0 0 0 0,-1 0 0 0 0,0 3 0 0 0</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3T07:12:31.260"/>
    </inkml:context>
    <inkml:brush xml:id="br0">
      <inkml:brushProperty name="width" value="0.1" units="cm"/>
      <inkml:brushProperty name="height" value="0.1" units="cm"/>
      <inkml:brushProperty name="color" value="#E71224"/>
    </inkml:brush>
  </inkml:definitions>
  <inkml:trace contextRef="#ctx0" brushRef="#br0">127 58 455 0 0,'12'-26'12292'0'0,"-15"16"-11501"0"0,3 9-707 0 0,0 1-1 0 0,0-1 1 0 0,-1 0-1 0 0,1 1 1 0 0,0-1 0 0 0,0 0-1 0 0,-1 1 1 0 0,1-1-1 0 0,0 1 1 0 0,-1-1 0 0 0,1 1-1 0 0,-1-1 1 0 0,1 0-1 0 0,0 1 1 0 0,-1-1 0 0 0,-1 0 479 0 0,1 0-532 0 0,1 1 0 0 0,0-1 0 0 0,-1 1 0 0 0,1-1 1 0 0,0 1-1 0 0,-1-1 0 0 0,1 1 0 0 0,-1 0 0 0 0,1-1 0 0 0,-1 1 0 0 0,1 0 0 0 0,-1-1 0 0 0,1 1 0 0 0,-1 0 0 0 0,1 0 0 0 0,-1-1 0 0 0,1 1 0 0 0,-1 0 0 0 0,0 0 0 0 0,1 0 0 0 0,-2 0 0 0 0,-12-2 446 0 0,13 2-317 0 0,1 0-147 0 0,0-1 0 0 0,-1 1 0 0 0,1 0 1 0 0,0 0-1 0 0,0 0 0 0 0,-1 0 0 0 0,1 0 0 0 0,0 0 0 0 0,-1-1 0 0 0,1 1 0 0 0,0 0 0 0 0,-1 0 0 0 0,1 0 0 0 0,0 0 0 0 0,-1 0 0 0 0,1 0 1 0 0,0 0-1 0 0,0 0 0 0 0,-1 0 0 0 0,1 1 0 0 0,0-1 0 0 0,-1 0 0 0 0,1 0 0 0 0,0 0 0 0 0,0 0 0 0 0,-1 0 0 0 0,1 0 0 0 0,-1 1 1 0 0,-11 5 394 0 0,8-4-360 0 0,1 0-11 0 0,2-2-21 0 0,0 0 1 0 0,0 1-1 0 0,1-1 1 0 0,-1 1-1 0 0,0-1 1 0 0,0 1-1 0 0,1 0 0 0 0,-1-1 1 0 0,1 1-1 0 0,-1 0 1 0 0,0-1-1 0 0,1 1 1 0 0,-1 0-1 0 0,1 0 0 0 0,0-1 1 0 0,-1 3-1 0 0,-2 2 5 0 0,0 0-1 0 0,1 0 1 0 0,0 0-1 0 0,0 0 1 0 0,0 0-1 0 0,-1 11 1 0 0,-4 13 11 0 0,4-18-21 0 0,0-2 32 0 0,1 0-33 0 0,1-1-10 0 0,-1 0-14 0 0,2-5-56 0 0,0 4 2 0 0,0-5 26 0 0,1-1 74 0 0,6 5-22 0 0,27 19-10 0 0,-17-15-55 0 0,-3-5 36 0 0,2-9-54 0 0,-12 2 39 0 0,0 1 1 0 0,1 0 0 0 0,-1 0-1 0 0,0 0 1 0 0,6-1-1 0 0,-9 1-23 0 0,5-3 46 0 0,3 0 11 0 0,-7 5 0 0 0,1-1 0 0 0,12-8 0 0 0,-9 3 0 0 0,0-1 11 0 0,-3-1 32 0 0,-1 0-22 0 0,-1 4 22 0 0,0 2-43 0 0,-1 0 0 0 0,1 0 0 0 0,-1 0 0 0 0,1 0 0 0 0,-1 0 0 0 0,0 0 1 0 0,1-1-1 0 0,-1 1 0 0 0,0 0 0 0 0,0 0 0 0 0,0 0 0 0 0,1-1 0 0 0,-2 1 1 0 0,1-2-1 0 0,-1-12 136 0 0,1 14-92 0 0,-1-1-1 0 0,1 1 1 0 0,0-1 0 0 0,-1 1-1 0 0,1-1 1 0 0,-1 1-1 0 0,1 0 1 0 0,-1-1 0 0 0,-1-1-1 0 0,-2-6 148 0 0,3 8-122 0 0,-7-12 363 0 0,-15-2 14 0 0,22 14-380 0 0,-11-2 14 0 0,6 1-69 0 0,3 2 32 0 0,-10-4 7 0 0,-1 4-26 0 0,9 1-24 0 0,-2 0 12 0 0,6-1-3 0 0,0 1 0 0 0,0-1 0 0 0,0 0-1 0 0,1 0 1 0 0,-1 1 0 0 0,0-1 0 0 0,0 1 0 0 0,1-1-1 0 0,-1 1 1 0 0,0-1 0 0 0,1 1 0 0 0,-1-1 0 0 0,0 2-1 0 0,-7 4 47 0 0,5-2-34 0 0,-12 20 32 0 0,14-21-57 0 0,-1-1 0 0 0,1 1 0 0 0,0-1 0 0 0,0 1 0 0 0,0 0 0 0 0,0-1 0 0 0,1 1 1 0 0,-1 0-1 0 0,1-1 0 0 0,-1 6 0 0 0,-1 10-27 0 0,2-15-12 0 0,2 9-3 0 0,-2-10 43 0 0,1-1 0 0 0,-1 1 0 0 0,0-1 0 0 0,1 1 1 0 0,-1-1-1 0 0,1 1 0 0 0,0-1 0 0 0,-1 0 0 0 0,3 3 0 0 0,0 2 3 0 0,-1-3 0 0 0,-1-1 0 0 0,1 1 1 0 0,-1-1-1 0 0,1 1 0 0 0,0-1 0 0 0,3 3 0 0 0,1 3-11 0 0,-1-3-44 0 0,7 2 46 0 0,-11-6 5 0 0,1-1 0 0 0,-1 0 1 0 0,1 0-1 0 0,-1 0 1 0 0,1 0-1 0 0,-1 0 1 0 0,1-1-1 0 0,-1 1 1 0 0,1 0-1 0 0,-1-1 1 0 0,1 1-1 0 0,-1-1 1 0 0,2 0-1 0 0,1 0 0 0 0,0 0 16 0 0,1-2-45 0 0,15-16-10 0 0,-18 17 43 0 0,1-1 0 0 0,-2 1 0 0 0,1-1 0 0 0,0 1 0 0 0,0-1 0 0 0,-1 0 0 0 0,1 0 0 0 0,-1 1 0 0 0,0-1 0 0 0,0 0 0 0 0,0 0 0 0 0,0 0 0 0 0,0-4 0 0 0,0 1 0 0 0,3-22 0 0 0,-4 26 7 0 0,0 1 0 0 0,0-1 1 0 0,-1 1-1 0 0,1-1 0 0 0,0 1 0 0 0,0-1 0 0 0,-1 1 0 0 0,1-1 0 0 0,-1 1 0 0 0,0-1 1 0 0,1 1-1 0 0,-1 0 0 0 0,0-1 0 0 0,0 1 0 0 0,0 0 0 0 0,1-1 0 0 0,-1 1 0 0 0,-1 0 1 0 0,0-1-1 0 0,0 1-11 0 0,-2-5 26 0 0,-5-2 39 0 0,-16 2-27 0 0,20 5-34 0 0,0 2 11 0 0,1-1 44 0 0,-11 5-57 0 0,12-4 2 0 0,1-1 0 0 0,0 1 0 0 0,-1 0 0 0 0,1 0 0 0 0,0 0 0 0 0,0 0 0 0 0,-3 3 0 0 0,-8 24-49 0 0,3 19 24 0 0,10-46 27 0 0,-1 3-2 0 0,0 19-11 0 0,1-22 10 0 0,0 1-57 0 0,1-2-61 0 0,0 0 118 0 0,0 0 1 0 0,0 0 0 0 0,-1 0-1 0 0,1 0 1 0 0,0 0-1 0 0,0 0 1 0 0,0 1 0 0 0,-1-1-1 0 0,1 0 1 0 0,0 0-1 0 0,-1 1 1 0 0,1-1 0 0 0,0 1-1 0 0,-1-1 1 0 0,1 1-1 0 0,0-1 1 0 0,-1 1-1 0 0,1-1 1 0 0,-1 1 0 0 0,1-1-1 0 0,-1 1 1 0 0,1 0-1 0 0,0 1 1 0 0,1 0-1 0 0,-2-1 1 0 0,1-1 0 0 0,-1 1 0 0 0,1-1 0 0 0,-1 1 0 0 0,1-1 0 0 0,-1 1 0 0 0,1-1 0 0 0,0 0 0 0 0,-1 1 0 0 0,1-1 0 0 0,0 0 0 0 0,-1 1 0 0 0,1-1 0 0 0,0 0 0 0 0,0 0 0 0 0,4-2 0 0 0,-5 2 0 0 0,7-3 0 0 0,-1-1 0 0 0,1 1 0 0 0,-7 3 0 0 0,1 0 1 0 0,-1 0-1 0 0,1-1 0 0 0,-1 1 0 0 0,1 0 0 0 0,-1 0 0 0 0,0 0 1 0 0,1-1-1 0 0,-1 1 0 0 0,1 0 0 0 0,-1-1 0 0 0,0 1 1 0 0,1 0-1 0 0,-1-1 0 0 0,0 1 0 0 0,1 0 0 0 0,-1-1 1 0 0,0 1-1 0 0,0-1 0 0 0,1 1 0 0 0,-1-1 0 0 0,0 1 0 0 0,0-1 1 0 0,0 1-1 0 0,0-1 0 0 0,1 1 0 0 0,-1-1 0 0 0,0-1 6 0 0,1 1 5 0 0,0 0-8 0 0,-1 1 0 0 0,0-1-1 0 0,0 1 1 0 0,1-1 0 0 0,-1 1-1 0 0,0-1 1 0 0,0 1-1 0 0,0-1 1 0 0,1 1 0 0 0,-1-1-1 0 0,0 1 1 0 0,0-1 0 0 0,0 0-1 0 0,0 1 1 0 0,0-1-1 0 0,0 1 1 0 0,0-1 0 0 0,0 1-1 0 0,-1-2 1 0 0,1 0 40 0 0,-8-28-33 0 0,4 14-10 0 0,4 15 3 0 0,0 0-1 0 0,-1 0 1 0 0,1 1-1 0 0,0-1 1 0 0,0 0 0 0 0,0 1-1 0 0,-1-1 1 0 0,1 0-1 0 0,0 1 1 0 0,0-1-1 0 0,-1 1 1 0 0,1-1 0 0 0,-1 0-1 0 0,1 1 1 0 0,-1-1-1 0 0,1 1 1 0 0,-1-1-1 0 0,1 1 1 0 0,-2-1 0 0 0,-5-7 20 0 0,-11 0 30 0 0,12 4-53 0 0,2 1 0 0 0,-4 5 0 0 0,2 3 0 0 0,0-1 0 0 0,1 0-12 0 0,4-2-36 0 0,-1 4 24 0 0,2-3-24 0 0,-3 9 36 0 0,3-12 12 0 0,-1 1 0 0 0,1 0 0 0 0,0 0 0 0 0,0-1 0 0 0,0 1 1 0 0,0 0-1 0 0,0 0 0 0 0,0 0 0 0 0,0-1 0 0 0,0 1 0 0 0,0 0 0 0 0,1 0 0 0 0,-1-1 0 0 0,0 1 0 0 0,0 0 0 0 0,1 1 0 0 0,1 6-1 0 0,1-1-9 0 0,-1-4-33 0 0,3 2 22 0 0,-3-3-22 0 0,4 0 32 0 0,3 1 11 0 0,4 2 0 0 0,-5 3 0 0 0,-1-5 0 0 0,2-2 0 0 0,-8 0 0 0 0,1-1 0 0 0,-1 0 0 0 0,0 0 0 0 0,1 0 0 0 0,-1 0 0 0 0,1 0 0 0 0,-1 0 0 0 0,0 0 0 0 0,1 0 0 0 0,-1 0 0 0 0,0-1 0 0 0,1 1 0 0 0,-1-1 0 0 0,0 1 0 0 0,1-1 0 0 0,-1 1 0 0 0,0-1 0 0 0,0 0 0 0 0,0 1 0 0 0,0-1 0 0 0,0 0 0 0 0,1 0 0 0 0,-1 0 0 0 0,1-2 0 0 0,-2 3 0 0 0,5-8 0 0 0,-2-1 0 0 0,0 3 11 0 0,-2 3 32 0 0,0-4-33 0 0,-1-2-10 0 0,0 0 0 0 0,-2 0 0 0 0,0-1 0 0 0,1 1 0 0 0,1 1 11 0 0,-1 6 32 0 0,-1-3-22 0 0,0 1 6 0 0,-2-1 67 0 0,-14-7-34 0 0,16 10-60 0 0,-9-8 12 0 0,9 10 52 0 0,-4 0 28 0 0,0 0 0 0 0,2 1-59 0 0,0 0 0 0 0,0 0 0 0 0,0 0 0 0 0,0 0 0 0 0,1 1 0 0 0,-1 0 0 0 0,-4 3 0 0 0,-6 2-21 0 0,7-3-12 0 0,4 0-14 0 0,-1 5-17 0 0,0-1 1 0 0,0 1 0 0 0,-2 11 0 0 0,2-8 13 0 0,3-11 17 0 0,0 3 0 0 0,-1 0 0 0 0,1 1 0 0 0,0-1 0 0 0,0 0 0 0 0,-1 7 0 0 0,1-1-19 0 0,1-6 2 0 0,4 9-11 0 0,-2-4 18 0 0,-1-6-33 0 0,4 5 32 0 0,0 2 11 0 0,-2-3-10 0 0,-1-5-33 0 0,9-1 35 0 0,-8 0 5 0 0,17 2-61 0 0,5-1 64 0 0,-18-2 0 0 0,-1-5-10 0 0,-6 5 4 0 0,1-1 1 0 0,0 0 0 0 0,-1 1-1 0 0,1-1 1 0 0,0 1 0 0 0,-1-1-1 0 0,1 1 1 0 0,0-1 0 0 0,0 1-1 0 0,0 0 1 0 0,-1-1 0 0 0,1 1-1 0 0,0 0 1 0 0,0-1 0 0 0,0 1-1 0 0,0 0 1 0 0,0 0 0 0 0,1 0-1 0 0,-2 0 2 0 0,1 0 0 0 0,-1 0 0 0 0,1 0 0 0 0,-1 0 0 0 0,1 0-1 0 0,-1-1 1 0 0,1 1 0 0 0,-1 0 0 0 0,1 0 0 0 0,-1 0 0 0 0,1-1-1 0 0,-1 1 1 0 0,1 0 0 0 0,-1 0 0 0 0,1-1 0 0 0,-1 1-1 0 0,0 0 1 0 0,1-1 0 0 0,-1 1 0 0 0,0-1 0 0 0,1 1 0 0 0,-1 0-1 0 0,1-2 1 0 0,1 1-84 0 0,3-2 12 0 0,-1 2 7 0 0,11-11-8 0 0,-13 10 34 0 0,1-4 32 0 0,4-5 11 0 0,-6 9 0 0 0,0 1 0 0 0,0 0 0 0 0,0 0 0 0 0,-1-1 0 0 0,1 1 0 0 0,-1 0 0 0 0,1-1 0 0 0,-1 1 0 0 0,0-1 0 0 0,1-2 0 0 0,1-2 0 0 0,-1 5 0 0 0,0-1 0 0 0,-1 0 0 0 0,1 0 0 0 0,-1 1 0 0 0,0-1 0 0 0,0 0 0 0 0,0 0 0 0 0,1 0 0 0 0,-2 1 0 0 0,1-1 0 0 0,0 0 0 0 0,0 0 0 0 0,0 0 0 0 0,-2-2 0 0 0,1-1 0 0 0,0 1 0 0 0,0 0 0 0 0,0-1 0 0 0,-1 1 0 0 0,1 0 0 0 0,-1 0 0 0 0,0 0 0 0 0,0 0 0 0 0,-4-4 0 0 0,2 3 11 0 0,2 4 32 0 0,-2-2-33 0 0,-4-7 20 0 0,4 6 15 0 0,-13-2 6 0 0,4 2-30 0 0,11 4 22 0 0,-3 4-22 0 0,3-3 22 0 0,-3 1-22 0 0,0 0 32 0 0,-7 8-53 0 0,6-3 0 0 0,1 0 0 0 0,-1 0 0 0 0,3 4 0 0 0,1-1 0 0 0,-1 4-21 0 0,3-11-7 0 0,2 8 13 0 0,3 13 3 0 0,-3-16-36 0 0,2-1 36 0 0,11 15 12 0 0,-9-16 0 0 0,-4-4 0 0 0,0-1 0 0 0,0 1 0 0 0,0-1 0 0 0,0 0 0 0 0,0 0 0 0 0,0 1 0 0 0,0-2 0 0 0,4 3 0 0 0,0-2 0 0 0,-4 0 0 0 0,-1 0 0 0 0,-1-1 0 0 0,1 1 0 0 0,0-1 0 0 0,-1 0 0 0 0,1 1 0 0 0,0-1 0 0 0,-1 0 0 0 0,1 0 0 0 0,0 0 0 0 0,0 1 0 0 0,-1-1 0 0 0,1 0 0 0 0,0 0 0 0 0,0 0 0 0 0,-1 0 0 0 0,1 0 0 0 0,0 0 0 0 0,0-1 0 0 0,9-1 0 0 0,-2 1 0 0 0,0 0-10 0 0,-4 1-33 0 0,-4 0 43 0 0,1 0-1 0 0,-1 0 1 0 0,1 0 0 0 0,-1 0-1 0 0,1 0 1 0 0,-1 0 0 0 0,1 0 0 0 0,-1 0-1 0 0,1 0 1 0 0,-1 0 0 0 0,1 0-1 0 0,-1 0 1 0 0,1 0 0 0 0,-1 0 0 0 0,1 0-1 0 0,-1 0 1 0 0,1 0 0 0 0,-1-1-1 0 0,1 1 1 0 0,-1 0 0 0 0,1 0 0 0 0,-1-1-1 0 0,1 1 1 0 0,-1 0 0 0 0,0-1-1 0 0,1 1 1 0 0,-1 0 0 0 0,0-1 0 0 0,1 1-1 0 0,-1-1 1 0 0,0 1 0 0 0,1 0-1 0 0,-1-1 1 0 0,1 0-1 0 0,5-6 1 0 0,-1-1 0 0 0,-2 1 0 0 0,0 1-10 0 0,-1 4-33 0 0,3-4 32 0 0,0-1 11 0 0,-1-1 0 0 0,-2 0 0 0 0,-2 0 11 0 0,1 3 27 0 0,-3-7-20 0 0,-11-9-21 0 0,4 10 48 0 0,-7-5-18 0 0,14 13 33 0 0,-1 0 1 0 0,0 1-1 0 0,0-1 0 0 0,0 1 1 0 0,0 0-1 0 0,0-1 0 0 0,0 1 0 0 0,-1 1 1 0 0,-6-4-1 0 0,7 4 11 0 0,-3 0-1 0 0,-18-1 349 0 0,10 13-296 0 0,-2 11-113 0 0,12-16-10 0 0,2 1 0 0 0,-2 3-32 0 0,4-8 22 0 0,1 20-30 0 0,-3-6-14 0 0,4-2 54 0 0,3 0 0 0 0,-5-12-10 0 0,1 1 0 0 0,0-1 1 0 0,0 0-1 0 0,-1 1 0 0 0,1-1 0 0 0,1 0 0 0 0,-1 0 0 0 0,0 0 1 0 0,0 0-1 0 0,1 0 0 0 0,-1 0 0 0 0,5 4 0 0 0,1 1 10 0 0,4 3-25 0 0,-4-8-26 0 0,8-1 10 0 0,-12 0 33 0 0,17 2-5 0 0,-13-2-30 0 0,-4-1 36 0 0,-1 0 1 0 0,0-1-1 0 0,1 1 0 0 0,-1 0 1 0 0,0-1-1 0 0,1 1 1 0 0,-1-1-1 0 0,0 0 1 0 0,0 0-1 0 0,3-1 0 0 0,3-2-8 0 0,-6 4-49 0 0,-1-1-120 0 0,4-5 173 0 0,-1-1 11 0 0,8-11 0 0 0,-9 11 0 0 0,-4 1 0 0 0,0-3 0 0 0,2 8 0 0 0,-4-16 0 0 0,-3-3 0 0 0,6 17 6 0 0,-1 1-1 0 0,0-1 0 0 0,1 0-1 0 0,-1 0 1 0 0,-1 1 0 0 0,1-1 0 0 0,0 0 0 0 0,-1 1 0 0 0,1 0 0 0 0,-1-1-1 0 0,1 1 1 0 0,-3-3 0 0 0,-8-10 6 0 0,11 14 45 0 0,1 0-30 0 0,-1-1 0 0 0,0 0 0 0 0,0 1 0 0 0,0-1 1 0 0,0 1-1 0 0,0-1 0 0 0,0 1 0 0 0,0-1 0 0 0,0 1 0 0 0,-1 0 0 0 0,1 0 0 0 0,0-1 1 0 0,-1 1-1 0 0,1 0 0 0 0,-1 0 0 0 0,1 1 0 0 0,-1-1 0 0 0,0 0 0 0 0,-2 0 1 0 0,2 0 29 0 0,-1-1-34 0 0,-22-3 305 0 0,24 5-274 0 0,-24 0-5 0 0,19-2-1502 0 0</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3:20.037"/>
    </inkml:context>
    <inkml:brush xml:id="br0">
      <inkml:brushProperty name="width" value="0.1" units="cm"/>
      <inkml:brushProperty name="height" value="0.1" units="cm"/>
      <inkml:brushProperty name="color" value="#008C3A"/>
    </inkml:brush>
  </inkml:definitions>
  <inkml:trace contextRef="#ctx0" brushRef="#br0">23 63 8751 0 0,'0'-30'283'0'0,"-1"-3"11946"0"0,-4 55-11749 0 0,-1 6-191 0 0,2 1-1 0 0,0 0 1 0 0,1 45 0 0 0,4-41-215 0 0,-2-16 63 0 0,2 0 0 0 0,3 23 0 0 0,-3-36-152 0 0,1 1-199 0 0,-1 11-6542 0 0</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3:20.466"/>
    </inkml:context>
    <inkml:brush xml:id="br0">
      <inkml:brushProperty name="width" value="0.1" units="cm"/>
      <inkml:brushProperty name="height" value="0.1" units="cm"/>
      <inkml:brushProperty name="color" value="#008C3A"/>
    </inkml:brush>
  </inkml:definitions>
  <inkml:trace contextRef="#ctx0" brushRef="#br0">1 124 7367 0 0,'2'-1'6035'0'0,"23"-8"-3132"0"0,44-23-1 0 0,-60 27-2687 0 0,21-10 465 0 0,1 1 0 0 0,54-17 0 0 0,-40 17-95 0 0,-44 13-489 0 0,0 1-16 0 0,5-1-103 0 0,-5 1-182 0 0</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3:20.862"/>
    </inkml:context>
    <inkml:brush xml:id="br0">
      <inkml:brushProperty name="width" value="0.1" units="cm"/>
      <inkml:brushProperty name="height" value="0.1" units="cm"/>
      <inkml:brushProperty name="color" value="#008C3A"/>
    </inkml:brush>
  </inkml:definitions>
  <inkml:trace contextRef="#ctx0" brushRef="#br0">0 79 7487 0 0,'0'-20'9078'0'0,"2"20"-8432"0"0,1 0-471 0 0,0 0-1 0 0,0 0 0 0 0,0 0 1 0 0,0 0-1 0 0,0-1 0 0 0,0 0 1 0 0,0 1-1 0 0,0-1 0 0 0,0 0 1 0 0,0 0-1 0 0,-1-1 1 0 0,4-1-1 0 0,1 0 121 0 0,1 0 0 0 0,-1 0 0 0 0,13-2 0 0 0,-13 3-146 0 0,0 0 0 0 0,0 0-1 0 0,0-1 1 0 0,-1 1 0 0 0,8-5 0 0 0,-10 4-140 0 0,-1 1 0 0 0,1 0 0 0 0,1 1 0 0 0,-1-1 0 0 0,0 0 1 0 0,0 1-1 0 0,1 0 0 0 0,7-1 0 0 0,-8 1-84 0 0</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3:21.212"/>
    </inkml:context>
    <inkml:brush xml:id="br0">
      <inkml:brushProperty name="width" value="0.1" units="cm"/>
      <inkml:brushProperty name="height" value="0.1" units="cm"/>
      <inkml:brushProperty name="color" value="#008C3A"/>
    </inkml:brush>
  </inkml:definitions>
  <inkml:trace contextRef="#ctx0" brushRef="#br0">1 51 11631 0 0,'0'0'1164'0'0,"2"-1"-940"0"0,4-1 760 0 0,0 1 1 0 0,0-1-1 0 0,0 1 0 0 0,8-1 0 0 0,12-3 131 0 0,-24 5-1057 0 0,0 0 0 0 0,0 0-1 0 0,0 0 1 0 0,0 0 0 0 0,0 0-1 0 0,0 0 1 0 0,0 0 0 0 0,0 1-1 0 0,3 0 1 0 0,-3 0-24 0 0,-1-1-1 0 0,1 1 1 0 0,-1-1-1 0 0,1 0 0 0 0,0 1 1 0 0,0-1-1 0 0,-1 0 1 0 0,1 0-1 0 0,0 0 1 0 0,-1 0-1 0 0,1-1 0 0 0,0 1 1 0 0,-1 0-1 0 0,1-1 1 0 0,2 0-1 0 0,13-8 242 0 0,-10 5-169 0 0,0 0-1 0 0,0 1 0 0 0,10-4 0 0 0,-2 2-17 0 0,-13 4-87 0 0,1 0 1 0 0,-1 0 0 0 0,1 0-1 0 0,0 0 1 0 0,-1 1 0 0 0,1-1-1 0 0,0 1 1 0 0,0 0 0 0 0,-1-1-1 0 0,1 1 1 0 0,0 0 0 0 0,0 1-1 0 0,3 0 1 0 0,14-1 82 0 0,-11 1-159 0 0</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3:21.961"/>
    </inkml:context>
    <inkml:brush xml:id="br0">
      <inkml:brushProperty name="width" value="0.1" units="cm"/>
      <inkml:brushProperty name="height" value="0.1" units="cm"/>
      <inkml:brushProperty name="color" value="#008C3A"/>
    </inkml:brush>
  </inkml:definitions>
  <inkml:trace contextRef="#ctx0" brushRef="#br0">1 2 14975 0 0,'0'0'1358'0'0,"0"20"1200"0"0,6 98-279 0 0,-5-67-1976 0 0,-2-27-297 0 0,-1 5-25 0 0,2-23 207 0 0,2-9 1043 0 0,-2 1-984 0 0,12-18-93 0 0,-6 4-18 0 0,0 0-1 0 0,-1 0 0 0 0,-1-1 0 0 0,2-17 1 0 0,-3 20-35 0 0,1-3 103 0 0,1 0 0 0 0,10-24-1 0 0,-5 16-1 0 0,-4 15-153 0 0,-6 9-97 0 0,2 1 50 0 0,-1 0-1 0 0,0 0 1 0 0,1 1-1 0 0,-1-1 1 0 0,0 1-1 0 0,0-1 1 0 0,0 1-1 0 0,0-1 1 0 0,1 1-1 0 0,-1 0 1 0 0,0 0-1 0 0,0-1 1 0 0,0 1-1 0 0,0 0 1 0 0,-1 0-1 0 0,1 0 1 0 0,0 0-1 0 0,0 0 1 0 0,0 0-1 0 0,-1 0 1 0 0,1 1-1 0 0,-1-1 1 0 0,2 2-1 0 0,11 34 59 0 0,-9-25-53 0 0,0 1 1 0 0,0 0 0 0 0,-1 0 0 0 0,2 24 0 0 0,-4-13 8 0 0,-3 41 0 0 0,1-58-87 0 0,1-5-302 0 0</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3:22.407"/>
    </inkml:context>
    <inkml:brush xml:id="br0">
      <inkml:brushProperty name="width" value="0.1" units="cm"/>
      <inkml:brushProperty name="height" value="0.1" units="cm"/>
      <inkml:brushProperty name="color" value="#008C3A"/>
    </inkml:brush>
  </inkml:definitions>
  <inkml:trace contextRef="#ctx0" brushRef="#br0">6 1 14623 0 0,'1'11'5254'0'0,"1"3"-4223"0"0,0 0 0 0 0,0 26 0 0 0,-9 147-485 0 0,4-148-479 0 0,0 0 0 0 0,3 1-1 0 0,6 49 1 0 0,-6-80-82 0 0,2 2-670 0 0</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3:22.740"/>
    </inkml:context>
    <inkml:brush xml:id="br0">
      <inkml:brushProperty name="width" value="0.1" units="cm"/>
      <inkml:brushProperty name="height" value="0.1" units="cm"/>
      <inkml:brushProperty name="color" value="#008C3A"/>
    </inkml:brush>
  </inkml:definitions>
  <inkml:trace contextRef="#ctx0" brushRef="#br0">0 51 13359 0 0,'0'0'1340'0'0,"2"-1"-1118"0"0,22-7 2349 0 0,44-11 1 0 0,-27 9-1237 0 0,-23 6-608 0 0,26-3 0 0 0,-19 5-4022 0 0</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3:23.091"/>
    </inkml:context>
    <inkml:brush xml:id="br0">
      <inkml:brushProperty name="width" value="0.1" units="cm"/>
      <inkml:brushProperty name="height" value="0.1" units="cm"/>
      <inkml:brushProperty name="color" value="#008C3A"/>
    </inkml:brush>
  </inkml:definitions>
  <inkml:trace contextRef="#ctx0" brushRef="#br0">0 58 10823 0 0,'0'0'980'0'0,"1"2"-804"0"0,9 11-113 0 0,-6-7 875 0 0,0 0 0 0 0,0 0 0 0 0,6 13 0 0 0,-6-10-430 0 0,0-2 48 0 0,-1 0-1 0 0,0 0 1 0 0,-1 1 0 0 0,1-1-1 0 0,-1 1 1 0 0,-1-1-1 0 0,0 1 1 0 0,0 0 0 0 0,0-1-1 0 0,-1 16 1 0 0,0-18-439 0 0,0-4 79 0 0,-3-9-121 0 0,1 2-44 0 0,1-1 1 0 0,0 1-1 0 0,0-1 1 0 0,1 0 0 0 0,0 1-1 0 0,0-1 1 0 0,3-12-1 0 0,0 1 388 0 0,10-28 0 0 0,-11 39-355 0 0,1 1 0 0 0,-1 0 0 0 0,1 0 0 0 0,0 0 0 0 0,1 1 0 0 0,4-8 0 0 0,-6 11-56 0 0,1-1 1 0 0,-1 1 0 0 0,0-1-1 0 0,1 1 1 0 0,0 0 0 0 0,-1 0-1 0 0,1 0 1 0 0,0 1 0 0 0,0-1-1 0 0,0 0 1 0 0,0 1 0 0 0,1 0-1 0 0,-1 0 1 0 0,0 0 0 0 0,0 0-1 0 0,6 0 1 0 0,4-1-2026 0 0,23-2-13302 0 0</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3:23.567"/>
    </inkml:context>
    <inkml:brush xml:id="br0">
      <inkml:brushProperty name="width" value="0.1" units="cm"/>
      <inkml:brushProperty name="height" value="0.1" units="cm"/>
      <inkml:brushProperty name="color" value="#008C3A"/>
    </inkml:brush>
  </inkml:definitions>
  <inkml:trace contextRef="#ctx0" brushRef="#br0">89 10 16007 0 0,'0'0'1604'0'0,"0"-2"-1464"0"0,-1 2-139 0 0,1-1 0 0 0,0 1 0 0 0,-1-1 0 0 0,1 1 0 0 0,0-1 0 0 0,-1 1 0 0 0,1-1 0 0 0,0 1 0 0 0,-1-1 0 0 0,1 1 0 0 0,-1 0 0 0 0,1-1-1 0 0,-1 1 1 0 0,1 0 0 0 0,-1 0 0 0 0,1-1 0 0 0,-1 1 0 0 0,1 0 0 0 0,-1 0 0 0 0,0 0 0 0 0,1-1 0 0 0,-1 1 0 0 0,1 0 0 0 0,-2 0 0 0 0,0 0 104 0 0,1 0 1 0 0,-1 1-1 0 0,1-1 1 0 0,-1 0-1 0 0,1 1 1 0 0,-1-1-1 0 0,1 1 1 0 0,-1-1 0 0 0,-1 2-1 0 0,0 0 91 0 0,0 0 0 0 0,0 0 0 0 0,0 0 1 0 0,0 0-1 0 0,1 1 0 0 0,-1-1 0 0 0,1 0 0 0 0,0 1 0 0 0,-3 3 0 0 0,1 1-4 0 0,2-4-161 0 0,0 1 0 0 0,1-1 1 0 0,-1 1-1 0 0,1-1 0 0 0,-1 1 1 0 0,0 4-1 0 0,-5 17-36 0 0,6-21 0 0 0,0 0 0 0 0,-1 0 0 0 0,1 0 0 0 0,1 0-1 0 0,-1 0 1 0 0,0 0 0 0 0,1 1 0 0 0,0-1 0 0 0,0 0 0 0 0,0 0-1 0 0,2 8 1 0 0,0-5 29 0 0,0-1 0 0 0,0 1 0 0 0,0 0 0 0 0,1-1 0 0 0,0 0 0 0 0,1 0 0 0 0,3 7 0 0 0,-6-12-24 0 0,0 0 0 0 0,0 0 0 0 0,0 1 0 0 0,0-1 0 0 0,0 0 0 0 0,0 0 0 0 0,0 0 0 0 0,0 0 0 0 0,0 0 0 0 0,1 0 0 0 0,-1-1 0 0 0,0 1 0 0 0,1 0 0 0 0,-1 0 0 0 0,3 0 0 0 0,-1 0 0 0 0,-1 0-29 0 0,0-1-1 0 0,0 1 0 0 0,0-1 1 0 0,0 0-1 0 0,0 1 1 0 0,0-1-1 0 0,0 0 0 0 0,0 0 1 0 0,2 0-1 0 0,-1-1-19 0 0,-1 1-62 0 0,0 0-1 0 0,4-3 93 0 0,-1 1 0 0 0,1-1 0 0 0,-1 0 0 0 0,1 0 0 0 0,-1 0 0 0 0,0-1 0 0 0,0 1 0 0 0,-1-1 0 0 0,1-1 0 0 0,-1 1 0 0 0,0-1 0 0 0,0 1 0 0 0,0-1 0 0 0,-1 0 0 0 0,4-7 0 0 0,-4 7 332 0 0,-1 1 1 0 0,-1-1-1 0 0,1 1 0 0 0,-1-1 0 0 0,1 0 0 0 0,-1 1 0 0 0,-1-1 1 0 0,1-5-1 0 0,-1 7-180 0 0,0 0-1 0 0,0 0 1 0 0,0 1 0 0 0,-1-1 0 0 0,1 0 0 0 0,-1 0 0 0 0,0 1-1 0 0,0-1 1 0 0,0 0 0 0 0,0 1 0 0 0,0-1 0 0 0,-1 1 0 0 0,1-1-1 0 0,-1 1 1 0 0,-2-3 0 0 0,-28-31 1119 0 0,29 35-1226 0 0,1 0-1 0 0,-1-1 1 0 0,1 1-1 0 0,-1 0 1 0 0,0 1-1 0 0,1-1 1 0 0,-4 0-1 0 0,4 0-32 0 0,1 1-138 0 0,0 0 0 0 0,-1 0 0 0 0,1 0 0 0 0,0 0 0 0 0,-1 0 0 0 0,1 0 1 0 0,0 0-1 0 0,-1 1 0 0 0,1-1 0 0 0,0 0 0 0 0,-1 1 0 0 0,1-1 0 0 0,0 1 0 0 0,-1-1 0 0 0,1 1 0 0 0,0 0 1 0 0,0-1-1 0 0,0 1 0 0 0,-1 1 0 0 0</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3:23.951"/>
    </inkml:context>
    <inkml:brush xml:id="br0">
      <inkml:brushProperty name="width" value="0.1" units="cm"/>
      <inkml:brushProperty name="height" value="0.1" units="cm"/>
      <inkml:brushProperty name="color" value="#008C3A"/>
    </inkml:brush>
  </inkml:definitions>
  <inkml:trace contextRef="#ctx0" brushRef="#br0">1 1 12671 0 0,'0'0'290'0'0,"0"2"39"0"0,14 39 1344 0 0,20 41 0 0 0,-17-43-279 0 0,16 55-1 0 0,-32-90-1347 0 0,6 18 298 0 0,-1 1-1 0 0,-2 0 1 0 0,4 47-1 0 0,-7-66-843 0 0,-1 0 0 0 0,0 1 0 0 0,0-1 0 0 0,-1 0 0 0 0,1 0-1 0 0,-1 0 1 0 0,-2 8 0 0 0,3-12 461 0 0</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3:24.333"/>
    </inkml:context>
    <inkml:brush xml:id="br0">
      <inkml:brushProperty name="width" value="0.1" units="cm"/>
      <inkml:brushProperty name="height" value="0.1" units="cm"/>
      <inkml:brushProperty name="color" value="#008C3A"/>
    </inkml:brush>
  </inkml:definitions>
  <inkml:trace contextRef="#ctx0" brushRef="#br0">1 109 8175 0 0,'1'-8'742'0'0,"-1"6"-681"0"0,0 1-58 0 0,-1 0 1 0 0,1 1 0 0 0,0-1 0 0 0,0 0-1 0 0,0 1 1 0 0,0-1 0 0 0,0 0 0 0 0,0 1-1 0 0,0-1 1 0 0,1 0 0 0 0,-1 1-1 0 0,0-1 1 0 0,0 0 0 0 0,0 1 0 0 0,1-1-1 0 0,-1 1 1 0 0,0-1 0 0 0,1 0-1 0 0,-1 1 1 0 0,0-1 0 0 0,1 1 0 0 0,0-2-1 0 0,9-19 1417 0 0,-9 18-1089 0 0,0 0-1 0 0,0-1 1 0 0,0 1 0 0 0,1 0-1 0 0,-1 0 1 0 0,1 0-1 0 0,0 1 1 0 0,0-1 0 0 0,0 0-1 0 0,0 1 1 0 0,1-1-1 0 0,-1 1 1 0 0,1-1-1 0 0,-1 1 1 0 0,1 0 0 0 0,3-2-1 0 0,3 0 485 0 0,-6 3-615 0 0,-1 0-1 0 0,1 0 1 0 0,0 0 0 0 0,0 0-1 0 0,0 0 1 0 0,0 1-1 0 0,-1-1 1 0 0,1 1-1 0 0,4 0 1 0 0,8-1 213 0 0,-12 1-342 0 0,-1-1 0 0 0,1 1 0 0 0,0 0 0 0 0,-1 0 0 0 0,1 0 0 0 0,0 0-1 0 0,-1 1 1 0 0,1-1 0 0 0,0 1 0 0 0,-1 0 0 0 0,5 1 0 0 0,10 5 167 0 0,-13-5-188 0 0,0-1 1 0 0,0 1-1 0 0,-1 0 0 0 0,1 0 0 0 0,-1 0 0 0 0,7 5 0 0 0,-6-3 10 0 0,1 0 0 0 0,-1 0 0 0 0,0 1 0 0 0,0-1 0 0 0,-1 1 0 0 0,1 0 0 0 0,3 7 0 0 0,-4-5 209 0 0,0 0 0 0 0,0 0 0 0 0,3 13-1 0 0,-5-18-232 0 0,-1 0 0 0 0,1 0-1 0 0,-1 0 1 0 0,0 1 0 0 0,0-1-1 0 0,0 0 1 0 0,0 0-1 0 0,0 0 1 0 0,0 0 0 0 0,-1 0-1 0 0,1 0 1 0 0,-1 0-1 0 0,1 0 1 0 0,-1 0 0 0 0,0 0-1 0 0,0 0 1 0 0,0 0 0 0 0,-1 2-1 0 0,0-1-25 0 0,-1-1 1 0 0,1 1-1 0 0,-1 0 0 0 0,0-1 1 0 0,1 1-1 0 0,-1-1 0 0 0,0 0 1 0 0,-1 0-1 0 0,1 0 0 0 0,0-1 1 0 0,0 1-1 0 0,-1-1 0 0 0,1 0 1 0 0,-1 1-1 0 0,1-2 0 0 0,-7 2 1 0 0,6-1-1409 0 0,-1-1 1 0 0,0 0-1 0 0,1 0 1 0 0,-8-2-1 0 0</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3:24.794"/>
    </inkml:context>
    <inkml:brush xml:id="br0">
      <inkml:brushProperty name="width" value="0.1" units="cm"/>
      <inkml:brushProperty name="height" value="0.1" units="cm"/>
      <inkml:brushProperty name="color" value="#008C3A"/>
    </inkml:brush>
  </inkml:definitions>
  <inkml:trace contextRef="#ctx0" brushRef="#br0">1 1 14047 0 0,'2'14'2334'0'0,"0"-1"0"0"0,5 16 0 0 0,6 28-908 0 0,-12-53-1377 0 0,1 13 122 0 0,1 1 0 0 0,1-1-1 0 0,7 19 1 0 0,-10-33-167 0 0,1-1 0 0 0,0 1 0 0 0,-1-1 1 0 0,1 0-1 0 0,0 1 0 0 0,3 2 0 0 0,5 1-3635 0 0,-4-6 1639 0 0,0 0-22 0 0</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3:25.143"/>
    </inkml:context>
    <inkml:brush xml:id="br0">
      <inkml:brushProperty name="width" value="0.1" units="cm"/>
      <inkml:brushProperty name="height" value="0.1" units="cm"/>
      <inkml:brushProperty name="color" value="#008C3A"/>
    </inkml:brush>
  </inkml:definitions>
  <inkml:trace contextRef="#ctx0" brushRef="#br0">0 107 12895 0 0,'0'0'1172'0'0,"11"-12"-944"0"0,1-2 1730 0 0,1 1 0 0 0,1 0 0 0 0,29-22-1 0 0,-33 27-1631 0 0,-8 7-301 0 0,0-1 0 0 0,0 1 0 0 0,0 0 0 0 0,0 0-1 0 0,0 0 1 0 0,0 0 0 0 0,0 0 0 0 0,0 1-1 0 0,0-1 1 0 0,0 1 0 0 0,3-1 0 0 0,-3 1-318 0 0,-1 1 1 0 0,1 0 0 0 0,-1-1-1 0 0,1 1 1 0 0,-1 0 0 0 0,0 0-1 0 0,1 0 1 0 0,-1 0 0 0 0,0 0-1 0 0,0 0 1 0 0,1 0 0 0 0,-1 0-1 0 0,0 1 1 0 0,1 1 0 0 0,5 8-1402 0 0</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3:25.603"/>
    </inkml:context>
    <inkml:brush xml:id="br0">
      <inkml:brushProperty name="width" value="0.1" units="cm"/>
      <inkml:brushProperty name="height" value="0.1" units="cm"/>
      <inkml:brushProperty name="color" value="#008C3A"/>
    </inkml:brush>
  </inkml:definitions>
  <inkml:trace contextRef="#ctx0" brushRef="#br0">97 7 12895 0 0,'0'0'298'0'0,"-18"-5"943"0"0,16 4-1046 0 0,1 1 1 0 0,0 0-1 0 0,0 0 1 0 0,-1 0-1 0 0,1 0 0 0 0,0 0 1 0 0,0 0-1 0 0,-1 0 1 0 0,1 1-1 0 0,0-1 0 0 0,0 0 1 0 0,-1 1-1 0 0,1-1 1 0 0,0 0-1 0 0,0 1 1 0 0,0 0-1 0 0,0-1 0 0 0,0 1 1 0 0,0 0-1 0 0,-2 1 1 0 0,-17 22 1285 0 0,9-10-971 0 0,9-9-481 0 0,0-1 1 0 0,0 1 0 0 0,0-1 0 0 0,1 1 0 0 0,0 0 0 0 0,0 0 0 0 0,0 0-1 0 0,0 8 1 0 0,-2 6-140 0 0,3-16 103 0 0,-2 0 1 0 0,2 1 0 0 0,-1-1 0 0 0,0 1 0 0 0,1-1 0 0 0,-1 1 0 0 0,1 0 0 0 0,0 0 0 0 0,0-1 0 0 0,1 1 0 0 0,-1-1 0 0 0,1 1 0 0 0,0 0 0 0 0,0-1 0 0 0,0 1 0 0 0,0-1 0 0 0,1 1 0 0 0,-1-1 0 0 0,1 0 0 0 0,0 0 1 0 0,0 0-1 0 0,3 4 0 0 0,-4-5-38 0 0,1-1 1 0 0,-1 1 0 0 0,1-1 0 0 0,-1 0 0 0 0,1 1 0 0 0,0-1-1 0 0,-1 0 1 0 0,1 0 0 0 0,0 0 0 0 0,0 0 0 0 0,0-1 0 0 0,0 1 0 0 0,0 0-1 0 0,0-1 1 0 0,0 1 0 0 0,0-1 0 0 0,0 0 0 0 0,0 0 0 0 0,0 0 0 0 0,0 0-1 0 0,4 0 1 0 0,-2-1-8 0 0,-1 1 0 0 0,1-1 0 0 0,0 0 0 0 0,-1 0 0 0 0,1-1 0 0 0,-1 1 0 0 0,1-1 0 0 0,-1 1 0 0 0,0-1 0 0 0,0 0 0 0 0,5-4 0 0 0,-6 4 54 0 0,0 0 0 0 0,0-1 0 0 0,0 1 0 0 0,-1-1 0 0 0,1 1 0 0 0,0-1 0 0 0,-1 0 0 0 0,0 0 0 0 0,0 0 0 0 0,0 0-1 0 0,0 0 1 0 0,0 0 0 0 0,0 0 0 0 0,-1 0 0 0 0,1 0 0 0 0,-1-5 0 0 0,0-5 116 0 0,-1 0 0 0 0,-3-20 0 0 0,3 25 38 0 0,1 7-125 0 0,0 1-1 0 0,-1-1 1 0 0,1 1 0 0 0,0-1-1 0 0,-1 1 1 0 0,1-1-1 0 0,0 1 1 0 0,-1-1-1 0 0,1 1 1 0 0,0-1 0 0 0,-1 1-1 0 0,1-1 1 0 0,-1 1-1 0 0,1 0 1 0 0,-1-1-1 0 0,1 1 1 0 0,-1 0 0 0 0,0-1-1 0 0,-3-2 1305 0 0,2 11-1293 0 0,1 0 0 0 0,0 0 0 0 0,0 1 0 0 0,1-1 1 0 0,0 0-1 0 0,1 1 0 0 0,0-1 0 0 0,0 0 0 0 0,0 0 0 0 0,1 0 0 0 0,1 0 0 0 0,3 11 0 0 0,12 21-1809 0 0,-13-30-2270 0 0,10 20-7746 0 0</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3:27.100"/>
    </inkml:context>
    <inkml:brush xml:id="br0">
      <inkml:brushProperty name="width" value="0.1" units="cm"/>
      <inkml:brushProperty name="height" value="0.1" units="cm"/>
      <inkml:brushProperty name="color" value="#008C3A"/>
    </inkml:brush>
  </inkml:definitions>
  <inkml:trace contextRef="#ctx0" brushRef="#br0">0 618 5295 0 0,'2'-8'9266'0'0,"0"6"-8949"0"0,-1 0 1 0 0,1 0 0 0 0,-1 0 0 0 0,1 0-1 0 0,0 0 1 0 0,0 0 0 0 0,-1 1 0 0 0,1-1-1 0 0,1 1 1 0 0,-1-1 0 0 0,4-1 0 0 0,30-12-348 0 0,-23 10 445 0 0,137-49 693 0 0,33-2-648 0 0,-112 40-287 0 0,23-6 284 0 0,-26 4-319 0 0,-27 9-10 0 0,48-20 0 0 0,-80 26-110 0 0,0 1-1 0 0,0 0 1 0 0,11-2 0 0 0,22-4 39 0 0,9-7 61 0 0,-24 9-25 0 0,-20 4-84 0 0,-1 1 0 0 0,1-1 0 0 0,-1 0 0 0 0,12-5 0 0 0,-16 6-3 0 0,0 0 0 0 0,0 0 1 0 0,0 0-1 0 0,0 0 0 0 0,0 0 0 0 0,1 0 0 0 0,-1 0 0 0 0,0 1 0 0 0,0-1 1 0 0,1 1-1 0 0,-1 0 0 0 0,4 0 0 0 0,2-1 47 0 0,24-6 245 0 0,-23 4-207 0 0,1 1 0 0 0,16-2 0 0 0,-20 3-72 0 0,-1 0 0 0 0,1 0 0 0 0,-1 0-1 0 0,0-1 1 0 0,1 0 0 0 0,4-2 0 0 0,-4 1 4 0 0,0 1-1 0 0,0 0 1 0 0,0 0 0 0 0,10-2-1 0 0,0 2-15 0 0,0-2 0 0 0,0 0-1 0 0,0-1 1 0 0,0 0 0 0 0,22-12-1 0 0,-20 9 41 0 0,8-4 34 0 0,-23 11-71 0 0,0-1-1 0 0,1 1 0 0 0,-1-1 0 0 0,1 1 0 0 0,-1 0 0 0 0,1 0 1 0 0,-1 1-1 0 0,7-1 0 0 0,-6 0-1 0 0,0 1 0 0 0,0-1 0 0 0,0 0 0 0 0,0 0 0 0 0,0 0 0 0 0,5-3 0 0 0,39-19 208 0 0,-45 22-194 0 0,-1 0 0 0 0,0 0 0 0 0,0 1-1 0 0,1-1 1 0 0,-1 1 0 0 0,0 0 0 0 0,1-1 0 0 0,3 1 0 0 0,-4 0 1 0 0,1 0 1 0 0,-1 0-1 0 0,1 0 1 0 0,-1-1-1 0 0,1 1 1 0 0,-1-1-1 0 0,0 0 1 0 0,1 1 0 0 0,3-3-1 0 0,5-3 6 0 0,1 1 0 0 0,0 0 1 0 0,0 1-1 0 0,17-3 0 0 0,-17 4-4 0 0,0 0 0 0 0,1-1 1 0 0,-2-1-1 0 0,19-8 0 0 0,-5-5-25 0 0,-20 13 0 0 0,0 1 0 0 0,1 1 0 0 0,-1-1 0 0 0,1 1 0 0 0,11-5 0 0 0,17-7 30 0 0,-26 10-19 0 0,0 1-1 0 0,1 0 1 0 0,0 1-1 0 0,0 0 1 0 0,0 0 0 0 0,12-1-1 0 0,-2 0-21 0 0,21 2 33 0 0,-35 2-44 0 0,-4 0-10 0 0</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3:28.100"/>
    </inkml:context>
    <inkml:brush xml:id="br0">
      <inkml:brushProperty name="width" value="0.1" units="cm"/>
      <inkml:brushProperty name="height" value="0.1" units="cm"/>
      <inkml:brushProperty name="color" value="#008C3A"/>
    </inkml:brush>
  </inkml:definitions>
  <inkml:trace contextRef="#ctx0" brushRef="#br0">0 157 12783 0 0,'0'0'1280'0'0,"3"-3"-1160"0"0,14-32 1384 0 0,-14 26-856 0 0,1 1 0 0 0,0 0 0 0 0,0 1 0 0 0,0-1 0 0 0,1 1 0 0 0,1 0 0 0 0,10-12 0 0 0,-10 14-408 0 0,0 0 1 0 0,1 0-1 0 0,-1 1 0 0 0,1-1 1 0 0,0 2-1 0 0,0-1 0 0 0,1 1 0 0 0,8-3 1 0 0,-12 5-210 0 0,1-1 0 0 0,0 2 1 0 0,0-1-1 0 0,0 0 0 0 0,-1 1 0 0 0,1 0 1 0 0,0 0-1 0 0,0 0 0 0 0,0 1 1 0 0,0-1-1 0 0,-1 1 0 0 0,1 0 1 0 0,0 1-1 0 0,5 2 0 0 0,-8-4-29 0 0,0 1-1 0 0,-1 0 0 0 0,1 0 1 0 0,-1 0-1 0 0,1 0 0 0 0,-1 0 1 0 0,0 0-1 0 0,0 1 0 0 0,1-1 1 0 0,-1 0-1 0 0,0 1 0 0 0,0-1 1 0 0,0 1-1 0 0,0-1 1 0 0,-1 1-1 0 0,1-1 0 0 0,0 1 1 0 0,-1 0-1 0 0,1-1 0 0 0,-1 1 1 0 0,1 2-1 0 0,0-1 22 0 0,1 5-13 0 0,-1 0 0 0 0,0-1 0 0 0,0 1 0 0 0,-1 0 0 0 0,0 0 0 0 0,0-1 0 0 0,-1 1-1 0 0,-2 14 1 0 0,-4 2 41 0 0,-12 33 0 0 0,16-49-28 0 0,1 0-4 0 0,-2 0 1 0 0,1-1-1 0 0,-1 1 1 0 0,0-1 0 0 0,-8 11-1 0 0,-9 16 42 0 0,18-28-41 0 0,1 0-1 0 0,-2-1 0 0 0,1 1 1 0 0,-1-1-1 0 0,0 0 0 0 0,0 0 1 0 0,-8 8-1 0 0,8-9 7 0 0,0-1 1 0 0,1 1-1 0 0,0 0 0 0 0,-1 0 1 0 0,-3 7-1 0 0,5-6 25 0 0,-1-1-1 0 0,0 0 1 0 0,-1 0-1 0 0,1 0 1 0 0,0 0 0 0 0,-5 3-1 0 0,7-6-36 0 0,0 0 0 0 0,0 0 0 0 0,0 0 0 0 0,0 0 0 0 0,0 0 0 0 0,0 0 0 0 0,0 0-1 0 0,1 0 1 0 0,-1 0 0 0 0,0 0 0 0 0,0 3 0 0 0,-9 14 22 0 0,9-17 17 0 0,3-1 0 0 0,5-1-31 0 0,0 1 3 0 0,-1-1 0 0 0,0 0 0 0 0,1-1 0 0 0,-1 0 0 0 0,0 0 0 0 0,1 0 1 0 0,7-4-1 0 0,-10 4-9 0 0,0 0 0 0 0,1 0 1 0 0,0 0-1 0 0,-1 1 0 0 0,8-2 0 0 0,-6 3 17 0 0,0 0 0 0 0,0 0 0 0 0,0 0 0 0 0,7 2-1 0 0,-9-1-11 0 0,-1-1 0 0 0,1 1 0 0 0,0-1 1 0 0,0 0-1 0 0,0 0 0 0 0,-1 0 0 0 0,1 0 0 0 0,0-1 0 0 0,0 1 0 0 0,-1-1 0 0 0,1 0 0 0 0,0 0 0 0 0,4-3 0 0 0,3-3-16 0 0,-10 6-1 0 0,1 0 1 0 0,-1 0-1 0 0,1 0 0 0 0,0 0 1 0 0,-1 0-1 0 0,1 0 0 0 0,0 0 1 0 0,-1 1-1 0 0,1-1 0 0 0,0 1 1 0 0,0-1-1 0 0,-1 1 0 0 0,1 0 1 0 0,0-1-1 0 0,0 1 0 0 0,0 0 1 0 0,0 0-1 0 0,-1 0 0 0 0,1 1 1 0 0,3 0-1 0 0,-3-1 13 0 0,0 0 1 0 0,0 0-1 0 0,0 0 0 0 0,0 0 1 0 0,0 0-1 0 0,0 0 0 0 0,0 0 0 0 0,0-1 1 0 0,0 1-1 0 0,0-1 0 0 0,0 0 1 0 0,-1 1-1 0 0,3-2 0 0 0,-2 1 5 0 0,0 0-1 0 0,1 0 1 0 0,-1 0 0 0 0,0 1-1 0 0,0-1 1 0 0,1 1 0 0 0,-1-1-1 0 0,0 1 1 0 0,1 0-1 0 0,2 0 1 0 0,4 2 70 0 0,-8-1-76 0 0,0-1 0 0 0,0 0 0 0 0,0 0 0 0 0,0 0-1 0 0,0 0 1 0 0,0 0 0 0 0,0 0 0 0 0,0 0 0 0 0,0 0-1 0 0,0 0 1 0 0,-1 0 0 0 0,1 0 0 0 0,0 0-1 0 0,0-1 1 0 0,0 1 0 0 0,0 0 0 0 0,0-1 0 0 0,0 1-1 0 0,1-1 1 0 0,4 10 67 0 0,-3-3-25 0 0,-2-5 33 0 0,-7 12-96 0 0,0-7-799 0 0,5-5 255 0 0,-1-1 1 0 0,1 0-1 0 0,0 1 1 0 0,-1-1-1 0 0,1 0 0 0 0,0 0 1 0 0,-1 0-1 0 0,1 0 1 0 0,0 0-1 0 0,-1-1 1 0 0,1 1-1 0 0,0 0 0 0 0,-2-1 1 0 0,-4-1 329 0 0,-13 2-2785 0 0</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3:29.504"/>
    </inkml:context>
    <inkml:brush xml:id="br0">
      <inkml:brushProperty name="width" value="0.1" units="cm"/>
      <inkml:brushProperty name="height" value="0.1" units="cm"/>
      <inkml:brushProperty name="color" value="#008C3A"/>
    </inkml:brush>
  </inkml:definitions>
  <inkml:trace contextRef="#ctx0" brushRef="#br0">3 65 5759 0 0,'0'0'11431'0'0,"-1"1"-11330"0"0,1-1 0 0 0,0 0 0 0 0,0 1 0 0 0,0-1 0 0 0,-1 0 0 0 0,1 0 1 0 0,0 1-1 0 0,0-1 0 0 0,0 0 0 0 0,0 1 0 0 0,0-1 0 0 0,-1 0 0 0 0,1 1 0 0 0,0-1 0 0 0,0 1 0 0 0,0-1 0 0 0,0 0 1 0 0,0 1-1 0 0,0-1 0 0 0,0 0 0 0 0,0 1 0 0 0,2 0-78 0 0,-1 0 0 0 0,0 0 1 0 0,1 0-1 0 0,-1 0 0 0 0,1 0 1 0 0,-1 0-1 0 0,1-1 0 0 0,-1 1 0 0 0,1 0 1 0 0,0-1-1 0 0,-1 0 0 0 0,1 1 1 0 0,2-1-1 0 0,28 3 47 0 0,-21-3-11 0 0,41 5 15 0 0,-49-5-74 0 0,-1 0-1 0 0,0 0 1 0 0,1 0 0 0 0,-1-1-1 0 0,0 1 1 0 0,1-1-1 0 0,-1 1 1 0 0,0-1-1 0 0,0 0 1 0 0,0 0 0 0 0,3-1-1 0 0,-2 1 4 0 0,-1-1 0 0 0,1 1 1 0 0,0 0-1 0 0,0 0 0 0 0,0 0 0 0 0,0 1 0 0 0,5-1 0 0 0,4 0 175 0 0,-1 0-1 0 0,23-5 1 0 0,12-2 101 0 0,-37 7-228 0 0,-1-1 0 0 0,1 0 0 0 0,-1 0 0 0 0,11-5 0 0 0,-11 4-23 0 0,0 0 0 0 0,0 1 0 0 0,1 0 0 0 0,12-2 0 0 0,-13 4-14 0 0,1-1 0 0 0,-1-1 1 0 0,1 0-1 0 0,-1 0 0 0 0,0 0 0 0 0,0-1 0 0 0,0 0 1 0 0,8-5-1 0 0,-15 7 39 0 0,0 1-34 0 0,0 0 0 0 0,-1 0 0 0 0,1 0-1 0 0,-1-1 1 0 0,1 1 0 0 0,-1 0 0 0 0,1 0 0 0 0,-1 0 0 0 0,1-1-1 0 0,-1 1 1 0 0,1 0 0 0 0,-1-1 0 0 0,1 1 0 0 0,-1 0 0 0 0,1-1-1 0 0,-1 1 1 0 0,1 0 0 0 0,-1-1 0 0 0,0 1 0 0 0,1-1-1 0 0,-1 0 1 0 0</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3T07:53:30.045"/>
    </inkml:context>
    <inkml:brush xml:id="br0">
      <inkml:brushProperty name="width" value="0.1" units="cm"/>
      <inkml:brushProperty name="height" value="0.1" units="cm"/>
      <inkml:brushProperty name="color" value="#008C3A"/>
    </inkml:brush>
  </inkml:definitions>
  <inkml:trace contextRef="#ctx0" brushRef="#br0">0 1 9791 0 0,'0'0'3552'0'0,"9"14"-832"0"0,-1-7-2298 0 0,1-1 0 0 0,-1 0-1 0 0,1 0 1 0 0,0-1 0 0 0,0 0 0 0 0,12 4-1 0 0,-10-4-115 0 0,0 0 0 0 0,0 1-1 0 0,-1 0 1 0 0,18 13-1 0 0,-24-16-204 0 0,-1 1-1 0 0,1 0 1 0 0,-1 0-1 0 0,1 0 1 0 0,-1 1-1 0 0,0-1 0 0 0,-1 1 1 0 0,1-1-1 0 0,-1 1 1 0 0,0 0-1 0 0,0 0 1 0 0,-1 0-1 0 0,1 0 1 0 0,-1 0-1 0 0,0 1 1 0 0,0 7-1 0 0,3 13 27 0 0,-4-22-128 0 0,1 0 1 0 0,-1 0 0 0 0,0 1-1 0 0,0-1 1 0 0,0 0 0 0 0,-1 6-1 0 0,0-1 29 0 0,0 1 1 0 0,-1-1-1 0 0,0 0 0 0 0,-6 15 0 0 0,-7-4 529 0 0,1 0-103 0 0,8-10-241 0 0,0 0 1 0 0,0 0-1 0 0,-1-1 0 0 0,0 0 1 0 0,-17 16-1 0 0,22-23-182 0 0,0 1 0 0 0,0 0 0 0 0,0 0-1 0 0,0 0 1 0 0,1 0 0 0 0,-3 6 0 0 0,0 1 73 0 0,3-8-8 0 0,1-2-90 0 0,-1 0-1 0 0,1 0 1 0 0,0 1-1 0 0,-1-1 1 0 0,1 0-1 0 0,0 0 1 0 0,-1 1 0 0 0,1-1-1 0 0,0 0 1 0 0,0 0-1 0 0,-1 1 1 0 0,1-1-1 0 0,0 0 1 0 0,0 1-1 0 0,0-1 1 0 0,-1 0-1 0 0,1 1 1 0 0,0-1 0 0 0,0 1-1 0 0,0-1 1 0 0,0 0-1 0 0,0 1 1 0 0,0-1-1 0 0,0 1 1 0 0,0-1-1 0 0,0 0 1 0 0,0 1 0 0 0,-4 15 62 0 0,3-15 1 0 0</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09:40:41.834"/>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512 71 2759 0 0,'-2'1'207'0'0,"-2"3"-278"0"0,1-1 0 0 0,-1 1-1 0 0,1 0 1 0 0,0 0 0 0 0,0 1 0 0 0,-3 6-1 0 0,6-11 71 0 0,-1 1 0 0 0,1-1-1 0 0,0 0 1 0 0,0 1-1 0 0,0-1 1 0 0,0 1-1 0 0,-1-1 1 0 0,1 0-1 0 0,0 1 1 0 0,0-1-1 0 0,0 1 1 0 0,0-1-1 0 0,0 1 1 0 0,0-1-1 0 0,0 1 1 0 0,0-1-1 0 0,0 0 1 0 0,1 1-1 0 0,-1 0 4 0 0,1 0-1 0 0,0 0 1 0 0,0 0-1 0 0,-1 0 1 0 0,1 0-1 0 0,0-1 1 0 0,0 1-1 0 0,0 0 0 0 0,0-1 1 0 0,0 1-1 0 0,0 0 1 0 0,0-1-1 0 0,0 1 1 0 0,0-1-1 0 0,1 0 1 0 0,-1 1-1 0 0,0-1 1 0 0,0 0-1 0 0,0 0 0 0 0,0 0 1 0 0,0 0-1 0 0,1 0 1 0 0,-1 0-1 0 0,0 0 1 0 0,0 0-1 0 0,2-1 1 0 0,6 0 31 0 0,0-1 0 0 0,13-5 0 0 0,-9 3-22 0 0,101-32 137 0 0,-74 21-68 0 0,0 3-1 0 0,52-10 0 0 0,19 6-79 0 0,-72 13 0 0 0,-31 3 0 0 0,-1 0 0 0 0,1 0 0 0 0,-1-1 0 0 0,11-3 0 0 0,-4 2 0 0 0,-3 4 11 0 0,-8 1 32 0 0,-3 1-29 0 0,1-1 0 0 0,-1 1 1 0 0,0 0-1 0 0,0 0 0 0 0,0 0 1 0 0,-1 0-1 0 0,1-1 0 0 0,-1 1 1 0 0,0 0-1 0 0,0-1 0 0 0,0 1 0 0 0,0 0 1 0 0,-1-1-1 0 0,0 0 0 0 0,1 1 1 0 0,-1-1-1 0 0,-1 0 0 0 0,-4 6 1 0 0,-4 4 96 0 0,-1 0 1 0 0,-1-2 0 0 0,-14 12 0 0 0,9-8-9 0 0,-33 27 127 0 0,-105 95 256 0 0,152-132-475 0 0,-50 47 76 0 0,3 3 0 0 0,-46 64 0 0 0,62-74-87 0 0,24-31 15 0 0,0-1 0 0 0,1 2 0 0 0,-15 26 0 0 0,20-26-3 0 0,4 0-12 0 0,1-14 0 0 0,0 0 0 0 0,0 0 0 0 0,0-1 0 0 0,0 1 0 0 0,1 0 0 0 0,-1 0 0 0 0,0-1 0 0 0,0 1 0 0 0,1 0 0 0 0,-1-1 0 0 0,0 1 0 0 0,1 0 0 0 0,-1 0 0 0 0,0-1 0 0 0,1 2 0 0 0,2 0 0 0 0,0-1 0 0 0,0 1 0 0 0,0 0 0 0 0,0-1 0 0 0,0 0 0 0 0,0 1 0 0 0,0-1 0 0 0,0 0 0 0 0,0-1 0 0 0,0 1 0 0 0,1 0 0 0 0,-1-1 0 0 0,6 0 0 0 0,1 0 0 0 0,1 0 0 0 0,-1-1 0 0 0,13-2 0 0 0,350-69 0 0 0,-370 71 0 0 0,6-1 0 0 0,0 0 0 0 0,0 1 0 0 0,0-1 0 0 0,0 2 0 0 0,0-1 0 0 0,0 1 0 0 0,0 1 0 0 0,0-1 0 0 0,14 4 0 0 0,-7 4 0 0 0,-14-7 0 0 0,0 0 0 0 0,-1 0 0 0 0,1 0 0 0 0,0 1 0 0 0,-1-1 0 0 0,0 0 0 0 0,1 1 0 0 0,-1 0 0 0 0,0-1 0 0 0,0 1 0 0 0,0 0 0 0 0,0-1 0 0 0,0 1 0 0 0,0 0 0 0 0,0 0 0 0 0,-1 0 0 0 0,1 0 0 0 0,-1 0 0 0 0,1 0 0 0 0,-1 0 0 0 0,0 0 0 0 0,0 0 0 0 0,0 0 0 0 0,0 0 0 0 0,0 0 0 0 0,0 0 0 0 0,-1 0 0 0 0,1 0 0 0 0,-2 3 0 0 0,0 3 0 0 0,-1 0 0 0 0,0 0 0 0 0,0 0 0 0 0,-1 0 0 0 0,-8 11 0 0 0,-1 0 11 0 0,-1 0-1 0 0,-1-1 0 0 0,0-1 0 0 0,-19 16 0 0 0,4-7 23 0 0,-52 33 1 0 0,-162 119 742 0 0,203-146-580 0 0,-128 108 764 0 0,39-30-476 0 0,105-90-471 0 0,-89 76 6 0 0,98-80-8 0 0,1 0 1 0 0,1 0 0 0 0,0 2 0 0 0,-19 29-1 0 0,30-41-11 0 0,1-1 0 0 0,-1 0 0 0 0,1 1 0 0 0,0 0 0 0 0,0-1 0 0 0,0 1 0 0 0,0 6 0 0 0,3 2 0 0 0,1-12 0 0 0,-1 0 0 0 0,0-1 0 0 0,1 1 0 0 0,-1 0 0 0 0,1-1 0 0 0,-1 0 0 0 0,1 1 0 0 0,0-1 0 0 0,0 0 0 0 0,-1 0 0 0 0,1 0 0 0 0,0 0 0 0 0,4 1 0 0 0,27 8 0 0 0,-18-8-12 0 0,0 0 0 0 0,0-2 0 0 0,0 0-1 0 0,0 0 1 0 0,29-6 0 0 0,-12 3 21 0 0,83-19-9 0 0,-105 20 0 0 0,27-7 0 0 0,-20 7 0 0 0,0 5 0 0 0,-2 4 0 0 0,-4 6 0 0 0,-10-9 4 0 0,0 0 0 0 0,0-1 1 0 0,0 1-1 0 0,0 0 0 0 0,-1 0 0 0 0,1 0 0 0 0,-1 0 0 0 0,0 0 0 0 0,0 0 0 0 0,-1 0 0 0 0,1-1 0 0 0,-1 1 0 0 0,1 0 0 0 0,-1 0 0 0 0,-1 0 0 0 0,1-1 0 0 0,0 1 0 0 0,-4 6 0 0 0,-4 6 39 0 0,0 1 0 0 0,-18 22 0 0 0,-3 0 105 0 0,-70 69-1 0 0,-48 23 330 0 0,129-115-396 0 0,0 2 0 0 0,2 0 1 0 0,0 1-1 0 0,-24 33 0 0 0,27-24-81 0 0</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09:40:44.649"/>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236 672 455 0 0,'-23'26'0'0'0,"-56"72"0"0"0,60-70 104 0 0,-45 49-1 0 0,56-69-75 0 0,1-1 17 0 0,-1 1 0 0 0,-7 11 0 0 0,2-8 731 0 0,117-117 1446 0 0,-83 87-1945 0 0,183-152 153 0 0,-176 150-419 0 0,124-95 31 0 0,-93 65-32 0 0,60-54 40 0 0,-46 41 88 0 0,98-66-1 0 0,-95 81 48 0 0,97-46-1 0 0,-164 90-144 0 0,1 1-1 0 0,-1 0 0 0 0,1 0 0 0 0,0 1 0 0 0,20-3 0 0 0,-27 6 222 0 0,-1 2-117 0 0,1 0-119 0 0,-1 0 0 0 0,1 1 0 0 0,-1-1 0 0 0,0 1 0 0 0,0 0 0 0 0,0 0 0 0 0,0 0 0 0 0,0 0 0 0 0,-1 0 0 0 0,1 0 0 0 0,-1 0 0 0 0,0 0 0 0 0,0 1 0 0 0,0-1 0 0 0,0 0 0 0 0,-1 1 0 0 0,1-1 0 0 0,-1 1 0 0 0,0-1 0 0 0,0 1 0 0 0,0-1 0 0 0,0 1 0 0 0,-1-1 0 0 0,1 0 0 0 0,-1 1 0 0 0,0-1 0 0 0,0 0 0 0 0,0 1 0 0 0,-3 3 0 0 0,-8 16 21 0 0,0-2 0 0 0,-2 1 0 0 0,-20 23 0 0 0,14-18-22 0 0,-7 6 6 0 0,-1-2 1 0 0,-35 31 0 0 0,-19 20 7 0 0,-9 10-23 0 0,-23 28 24 0 0,106-110-30 0 0,6-7-7 0 0,-1 1-1 0 0,0-1 1 0 0,0 1-1 0 0,0-1 1 0 0,0 0-1 0 0,0-1 1 0 0,-1 1-1 0 0,-4 3 0 0 0,6-5 251 0 0,3-4-288 0 0,1-5 20 0 0,2 1 0 0 0,-1-1 0 0 0,1 1 0 0 0,0-1 0 0 0,1 1 0 0 0,0 0 0 0 0,11-12 0 0 0,49-43 53 0 0,-32 32 30 0 0,8-4 76 0 0,1 2 0 0 0,68-40 0 0 0,-36 25-58 0 0,-32 20-48 0 0,-4 3 17 0 0,37-30 1 0 0,30-24 65 0 0,-18 15-8 0 0,-48 35 2 0 0,79-46-1 0 0,-116 73-57 0 0,-3 3 21 0 0,-13 22 4 0 0,-1 0 0 0 0,-20 23-1 0 0,-15 24-50 0 0,-157 251-30 0 0,143-237 0 0 0,15-24 0 0 0,2-4 20 0 0,29-36 7 0 0,-18 24 1 0 0,35-44 92 0 0,5-12 24 0 0,0 6-142 0 0,-1-1 0 0 0,1 1 1 0 0,0 0-1 0 0,0 0 0 0 0,0 1 0 0 0,8-7 1 0 0,6-6-6 0 0,51-56 3 0 0,38-43 0 0 0,-23 26 0 0 0,-28 31 0 0 0,-20 24-18 0 0,1 1 0 0 0,2 1 0 0 0,72-45 0 0 0,-89 64 18 0 0,2 1 0 0 0,-1 1 0 0 0,2 2 0 0 0,0 0 0 0 0,42-11 0 0 0,-61 20-1 0 0,1 0-1 0 0,-1 0 1 0 0,0 0-1 0 0,0 1 0 0 0,0 0 1 0 0,0 0-1 0 0,0 0 1 0 0,1 1-1 0 0,-1 0 1 0 0,11 4-1 0 0,-16-5-12 0 0,1 1 0 0 0,-1 0 0 0 0,0-1 0 0 0,1 1 0 0 0,-1 0 0 0 0,0 0 0 0 0,0 0 0 0 0,0 0 1 0 0,0 1-1 0 0,0-1 0 0 0,0 0 0 0 0,0 0 0 0 0,0 0 0 0 0,-1 1 0 0 0,1-1 0 0 0,0 1 0 0 0,-1-1 0 0 0,1 0 0 0 0,-1 1 0 0 0,1-1 0 0 0,0 4 0 0 0,-1-2-54 0 0,1 0-1 0 0,-1 1 0 0 0,0-1 1 0 0,0 1-1 0 0,0-1 0 0 0,0 1 1 0 0,-1 4-1 0 0,-1 0-75 0 0,-6 24-84 0 0,-1 1 0 0 0,-26 60 0 0 0,11-41 170 0 0,9-19 31 0 0,-1 0 0 0 0,-22 31 0 0 0,25-44 33 0 0,-11 13 23 0 0,-27 55 0 0 0,32-50-20 0 0,2 0 0 0 0,-20 70 0 0 0,37-108-7 0 0,0 1 1 0 0,0-1-1 0 0,0 0 0 0 0,0 1 1 0 0,0-1-1 0 0,0 1 0 0 0,0-1 1 0 0,0 0-1 0 0,0 1 0 0 0,0-1 1 0 0,1 1-1 0 0,-1-1 0 0 0,0 0 1 0 0,0 1-1 0 0,0-1 0 0 0,0 0 1 0 0,1 1-1 0 0,-1-1 0 0 0,0 0 1 0 0,0 1-1 0 0,1-1 0 0 0,-1 0 1 0 0,0 0-1 0 0,1 1 0 0 0,-1-1 0 0 0,0 0 1 0 0,1 0-1 0 0,-1 0 0 0 0,0 1 1 0 0,1-1-1 0 0,-1 0 0 0 0,0 0 1 0 0,1 0-1 0 0,-1 0 0 0 0,0 0 1 0 0,1 0-1 0 0,-1 0 0 0 0,1 0 1 0 0,-1 0-1 0 0,0 0 0 0 0,1 0 1 0 0,-1 0-1 0 0,1 0 0 0 0,15-1 13 0 0,-8-1 5 0 0,0-1-1 0 0,0 1 0 0 0,0-2 1 0 0,0 1-1 0 0,-1-1 0 0 0,0 0 0 0 0,11-8 1 0 0,47-42 269 0 0,-29 22-139 0 0,244-228 1008 0 0,-246 227-1084 0 0,72-53-1 0 0,-48 42-22 0 0,1 4-40 0 0,-15 11-12 0 0,-40 26 6 0 0,4-3-8 0 0,6-9 65 0 0,-12 13 2 0 0,-2 4-10 0 0,-5 15-28 0 0,-1-1 1 0 0,0 0-1 0 0,-1 0 1 0 0,-10 14-1 0 0,-40 61 46 0 0,52-83-66 0 0,-40 55-12 0 0,-22 33 43 0 0,60-84-21 0 0,1 0-1 0 0,0 0 1 0 0,1 1-1 0 0,0-1 1 0 0,1 1 0 0 0,-4 18-1 0 0,8-29 49 0 0,4-2-54 0 0,0-1 1 0 0,0 0-1 0 0,0 0 0 0 0,0 0 0 0 0,0 0 0 0 0,0-1 0 0 0,0 1 0 0 0,-1-1 0 0 0,7-4 0 0 0,33-25-26 0 0,-35 25 23 0 0,36-28 33 0 0,92-55 0 0 0,-96 74 37 0 0,-8 3 14 0 0,-27 12-27 0 0,0 3-78 0 0,-1-1-1 0 0,0 1 1 0 0,1 0-1 0 0,-1 0 1 0 0,-1 0-1 0 0,1 1 1 0 0,0-1-1 0 0,-1 1 1 0 0,0 0-1 0 0,0 0 1 0 0,0 0-1 0 0,0 0 0 0 0,-1 0 1 0 0,1 1-1 0 0,1 4 1 0 0,-2-2 9 0 0,0 0 0 0 0,0-1 0 0 0,-1 1 0 0 0,0 0 0 0 0,0 0 0 0 0,0 0 0 0 0,-1 0-1 0 0,0 0 1 0 0,-1 0 0 0 0,-2 13 0 0 0,2-14-148 0 0,-13 62 255 0 0,6-39-2771 0 0</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09:41:03.256"/>
    </inkml:context>
    <inkml:brush xml:id="br0">
      <inkml:brushProperty name="width" value="0.3" units="cm"/>
      <inkml:brushProperty name="height" value="0.6" units="cm"/>
      <inkml:brushProperty name="color" value="#00FDFF"/>
      <inkml:brushProperty name="tip" value="rectangle"/>
      <inkml:brushProperty name="rasterOp" value="maskPen"/>
    </inkml:brush>
  </inkml:definitions>
  <inkml:trace contextRef="#ctx0" brushRef="#br0">2050 0 2303 0 0,'-58'47'203'0'0,"-1"-3"-1"0"0,-102 57 0 0 0,-255 157 1262 0 0,-77 66-1396 0 0,360-240-63 0 0,-150 110 40 0 0,146-98 36 0 0,55-44 62 0 0,47-31 247 0 0,-57 44-1 0 0,74-50-220 0 0,0-1 31 0 0,-15 18-1 0 0,30-29-160 0 0,-1 0 0 0 0,1 1 0 0 0,0 0 0 0 0,1 0 0 0 0,-1 0 0 0 0,1 0 0 0 0,0 0-1 0 0,0 0 1 0 0,0 0 0 0 0,0 1 0 0 0,-1 4 0 0 0,3-8-32 0 0,0 0 0 0 0,0 0 0 0 0,-1 0 0 0 0,1 0 0 0 0,0-1 0 0 0,0 1 0 0 0,0 0 0 0 0,0 0 0 0 0,0 0 0 0 0,0 0 0 0 0,0 0 1 0 0,0 0-1 0 0,1 0 0 0 0,-1 0 0 0 0,0-1 0 0 0,0 1 0 0 0,1 0 0 0 0,-1 0 0 0 0,1 0 0 0 0,-1-1 0 0 0,0 1 0 0 0,1 0 0 0 0,0 0 0 0 0,-1-1 0 0 0,1 1 0 0 0,-1 0 0 0 0,1-1 0 0 0,0 1 0 0 0,-1-1 0 0 0,1 1 0 0 0,0-1 0 0 0,0 1 0 0 0,0-1 0 0 0,-1 1 0 0 0,2 0 0 0 0,18 4 39 0 0,2 1-24 0 0,0-1-1 0 0,0-1 1 0 0,39 2-1 0 0,-29-7 9 0 0,-1-1-1 0 0,58-13 1 0 0,63-25 59 0 0,-129 33-73 0 0,13-3-2 0 0,227-59 46 0 0,249-60 12 0 0,5 6-8 0 0,-183 79-64 0 0,-308 42 0 0 0,7-1 68 0 0,47 1 0 0 0,-70 3-51 0 0,-1-1 0 0 0,1 2 0 0 0,-1-1 0 0 0,0 1-1 0 0,1 1 1 0 0,-1-1 0 0 0,0 2 0 0 0,0-1 0 0 0,11 7-1 0 0,-18-8 48 0 0,-1 1 0 0 0,-1-1-57 0 0,1 1 0 0 0,-1-1 0 0 0,0 0 0 0 0,0 1 0 0 0,-1-1 0 0 0,1 0-1 0 0,0 1 1 0 0,-1-1 0 0 0,1 0 0 0 0,-1 0 0 0 0,0 1 0 0 0,-1 3 0 0 0,-1-1 15 0 0,0 0 0 0 0,0 0-1 0 0,-1-1 1 0 0,-6 9 0 0 0,-5 1 45 0 0,0-1 0 0 0,-18 13 0 0 0,-91 52 136 0 0,39-27-155 0 0,-203 124 3 0 0,236-145-49 0 0,-141 71 52 0 0,0-1 16 0 0,150-76-43 0 0,-69 44 156 0 0,91-53-102 0 0,0 0-1 0 0,2 1 1 0 0,-20 20-1 0 0,36-33-67 0 0,1 0-1 0 0,0-1 0 0 0,-1 1 1 0 0,1 0-1 0 0,0 0 0 0 0,0 0 0 0 0,1 1 1 0 0,-1-1-1 0 0,1 0 0 0 0,0 1 1 0 0,0-1-1 0 0,0 1 0 0 0,-1 6 0 0 0,2-8-11 0 0,0 1-1 0 0,0-1 0 0 0,0 0 0 0 0,1 0 0 0 0,-1 0 0 0 0,1 1 1 0 0,-1-1-1 0 0,1 0 0 0 0,0 0 0 0 0,0 0 0 0 0,0 0 0 0 0,0 0 1 0 0,0 0-1 0 0,0 0 0 0 0,1 0 0 0 0,-1 0 0 0 0,1-1 0 0 0,-1 1 1 0 0,1-1-1 0 0,0 1 0 0 0,0-1 0 0 0,-1 1 0 0 0,4 0 0 0 0,4 4-1 0 0,0-2 0 0 0,1 1 0 0 0,-1-2 0 0 0,1 1-1 0 0,0-1 1 0 0,0-1 0 0 0,0 1 0 0 0,0-2 0 0 0,14 2-1 0 0,15-2-28 0 0,45-4 0 0 0,-50 1 30 0 0,341-40-62 0 0,-333 36 60 0 0,238-43-49 0 0,-173 29 28 0 0,256-58-35 0 0,-22 4 62 0 0,-107 43-8 0 0,-117 19 86 0 0,-92 9-35 0 0,28 0 0 0 0,-44 3-22 0 0,0 1 0 0 0,-1-1-1 0 0,1 2 1 0 0,-1-1-1 0 0,1 1 1 0 0,13 5-1 0 0,-22-7-16 0 0,1 0 0 0 0,-1 1 0 0 0,1-1-1 0 0,-1 0 1 0 0,1 0 0 0 0,-1 1 0 0 0,1-1-1 0 0,-1 0 1 0 0,0 1 0 0 0,1-1 0 0 0,-1 1-1 0 0,0-1 1 0 0,1 0 0 0 0,-1 1 0 0 0,0-1-1 0 0,1 1 1 0 0,-1-1 0 0 0,0 1 0 0 0,0-1-1 0 0,0 1 1 0 0,1-1 0 0 0,-1 1 0 0 0,0-1-1 0 0,0 1 1 0 0,0-1 0 0 0,0 1 0 0 0,0-1-1 0 0,0 1 1 0 0,0-1 0 0 0,0 1 0 0 0,0-1 0 0 0,0 1-1 0 0,-7 14 154 0 0,7-14-170 0 0,-5 6 50 0 0,0 1-1 0 0,-1-1 0 0 0,1-1 0 0 0,-1 1 1 0 0,-1-1-1 0 0,1 0 0 0 0,-9 6 0 0 0,-56 33 126 0 0,55-35-126 0 0,-227 129 139 0 0,-25 25-115 0 0,169-104-35 0 0,-108 47-1 0 0,-46 26 43 0 0,213-108-47 0 0,1 1-1 0 0,2 2 1 0 0,0 1-1 0 0,-34 37 0 0 0,67-61-23 0 0,-1 0 0 0 0,1 0 0 0 0,0 0 0 0 0,0 1 0 0 0,0-1 0 0 0,1 1 0 0 0,0 0 0 0 0,0 0 0 0 0,0 0 0 0 0,1 1 0 0 0,-2 6 0 0 0,3-11-1 0 0,1-1 0 0 0,0 0-1 0 0,0 0 1 0 0,0 0 0 0 0,0 0-1 0 0,0 0 1 0 0,0 1 0 0 0,0-1-1 0 0,1 0 1 0 0,0 2 0 0 0,0 0-12 0 0,1 0 0 0 0,0 1 1 0 0,0-1-1 0 0,0 0 0 0 0,0-1 1 0 0,0 1-1 0 0,0 0 0 0 0,1-1 1 0 0,0 1-1 0 0,-1-1 0 0 0,1 0 1 0 0,0 1-1 0 0,0-2 0 0 0,0 1 1 0 0,1 0-1 0 0,-1 0 0 0 0,5 1 1 0 0,8 2-49 0 0,-1-1-1 0 0,28 5 1 0 0,-17-4-17 0 0,49 7-45 0 0,0-3 0 0 0,78-1 0 0 0,-78-8 11 0 0,13-1-2627 0 0,-42 6-297 0 0</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09:41:06.707"/>
    </inkml:context>
    <inkml:brush xml:id="br0">
      <inkml:brushProperty name="width" value="0.3" units="cm"/>
      <inkml:brushProperty name="height" value="0.6" units="cm"/>
      <inkml:brushProperty name="color" value="#00FDFF"/>
      <inkml:brushProperty name="tip" value="rectangle"/>
      <inkml:brushProperty name="rasterOp" value="maskPen"/>
    </inkml:brush>
  </inkml:definitions>
  <inkml:trace contextRef="#ctx0" brushRef="#br0">1115 0 2759 0 0,'-47'34'575'0'0,"0"1"-1"0"0,3 2 1 0 0,0 3-1 0 0,-52 62 0 0 0,48-48-509 0 0,-3-3 1 0 0,-1-2-1 0 0,-3-2 0 0 0,-69 45 0 0 0,-114 89 540 0 0,-18-1 431 0 0,253-177-1019 0 0,0-2 87 0 0,3 0-72 0 0,-1-1-1 0 0,1 1 1 0 0,-1-1-1 0 0,1 1 1 0 0,-1-1 0 0 0,1 1-1 0 0,-1-1 1 0 0,1 1-1 0 0,-1-1 1 0 0,1 1-1 0 0,0-1 1 0 0,-1 1-1 0 0,1 0 1 0 0,0-1-1 0 0,0 1 1 0 0,-1 0-1 0 0,7 0 1 0 0,1 0-1 0 0,-1-1 1 0 0,0 1-1 0 0,0-1 1 0 0,0-1-1 0 0,1 1 0 0 0,-1-1 1 0 0,0 0-1 0 0,0-1 1 0 0,9-2-1 0 0,10-5 14 0 0,26-13-1 0 0,54-33 78 0 0,15-6-51 0 0,75-42 44 0 0,-95 47-86 0 0,107-63 65 0 0,-76 40-56 0 0,-95 59-17 0 0,85-45 150 0 0,-58 34-125 0 0,38-15-119 0 0,-86 40 72 0 0,1 1 0 0 0,0 1 0 0 0,0 0 0 0 0,30-2 0 0 0,-33 7 1 0 0,-1 9 0 0 0,-12-9 0 0 0,1-1 0 0 0,-1 1 0 0 0,1 0 0 0 0,-1 0 0 0 0,0 0 0 0 0,1-1 0 0 0,-1 1 0 0 0,0 0 0 0 0,1 0 0 0 0,-1 0 0 0 0,0 0 0 0 0,0 0 0 0 0,0 1 0 0 0,0 2 0 0 0,0-1 0 0 0,-1 0 0 0 0,0 1 0 0 0,0-1 0 0 0,0 1 0 0 0,0-1 0 0 0,-1 0 0 0 0,1 0 0 0 0,-3 5 0 0 0,-21 28 4 0 0,18-27 3 0 0,-13 16 11 0 0,-2-1 1 0 0,-26 23-1 0 0,-2 3 34 0 0,-82 73 0 0 0,31-32-19 0 0,28-16 23 0 0,-50 45 5 0 0,65-68-61 0 0,-87 99 0 0 0,141-146 0 0 0,-11 19 0 0 0,15-23 0 0 0,0 0 0 0 0,-1-1 0 0 0,1 1 0 0 0,0 0 0 0 0,-1-1 0 0 0,1 1 0 0 0,0 0 0 0 0,0 0 0 0 0,-1-1 0 0 0,1 1 0 0 0,0 0 0 0 0,0 0 0 0 0,0 0 0 0 0,0 0 0 0 0,1 0 0 0 0,-1 0 0 0 0,0 0 0 0 0,1 0 0 0 0,-1 0 0 0 0,0 0-1 0 0,1 0 1 0 0,-1 0 0 0 0,1 0 0 0 0,-1-1 0 0 0,1 1 0 0 0,0 0 0 0 0,-1 0-1 0 0,1 0 1 0 0,0-1 0 0 0,0 1 0 0 0,0 0 0 0 0,-1-1 0 0 0,1 1 0 0 0,0-1-1 0 0,1 1 1 0 0,0 0 3 0 0,1 0 1 0 0,-1-1-1 0 0,0 1 0 0 0,1-1 0 0 0,-1 1 1 0 0,0-1-1 0 0,1 0 0 0 0,3 0 0 0 0,3-1 10 0 0,0-1-1 0 0,1 0 1 0 0,12-4-1 0 0,26-12 88 0 0,-1-2 0 0 0,82-48 0 0 0,-42 20-22 0 0,337-141 50 0 0,-288 133-117 0 0,32-10-12 0 0,-94 40 50 0 0,60-19 70 0 0,-118 40-119 0 0,-12 4 0 0 0,0-1 0 0 0,0 1 0 0 0,1 0 0 0 0,-1 0 0 0 0,0 1 0 0 0,0-1 0 0 0,1 1 0 0 0,7 0 0 0 0,3 5 0 0 0,-13-4 0 0 0,0 0 0 0 0,0 0 0 0 0,0 0 0 0 0,0 1 0 0 0,-1-1 0 0 0,1 0 0 0 0,0 1 0 0 0,-1-1 0 0 0,1 1 0 0 0,-1 0 0 0 0,0-1 0 0 0,0 1 0 0 0,1 0 0 0 0,-1 0 0 0 0,0 0 0 0 0,-1 0 0 0 0,1 0 0 0 0,0 0 0 0 0,0 0 0 0 0,-1 0 0 0 0,1 0 0 0 0,-1 0 0 0 0,0 0 0 0 0,0 0 0 0 0,1 3 0 0 0,-3 14 0 0 0,-1-14 0 0 0,0-1 0 0 0,-14 22 22 0 0,0-1 0 0 0,-24 25 0 0 0,-46 44 85 0 0,34-39-80 0 0,-43 39 36 0 0,-4 3 2 0 0,5-4 10 0 0,85-84-47 0 0,4-4-8 0 0,0-1 0 0 0,0 1 0 0 0,0 1 0 0 0,-5 6 0 0 0,9-11 35 0 0,5-1 3 0 0,18-6-55 0 0,0-1-1 0 0,-1-1 1 0 0,0-1-1 0 0,30-17 0 0 0,-15 8-18 0 0,2 1 0 0 0,0 2 0 0 0,44-12 0 0 0,-73 25 16 0 0,0 0 0 0 0,0 0 0 0 0,-1 1 0 0 0,1 0 0 0 0,0 1 0 0 0,13 0 0 0 0,0 3 0 0 0,-17-1-3 0 0,-1 0-4 0 0,-1-1 2 0 0,-1-1 1 0 0,0 1 0 0 0,0-1 0 0 0,0 1-1 0 0,1-1 1 0 0,-1 1 0 0 0,0 0-1 0 0,0-1 1 0 0,0 1 0 0 0,0 0-1 0 0,1 1 1 0 0,2 1 2 0 0,8 9 2 0 0,-10-8 2 0 0,0-1 0 0 0,0 0 0 0 0,-1 1 0 0 0,0-1 0 0 0,0 1 0 0 0,1-1 0 0 0,-2 1 0 0 0,1 0 0 0 0,0-1-1 0 0,-1 1 1 0 0,0 0 0 0 0,0 0 0 0 0,0-1 0 0 0,0 1 0 0 0,-1 0 0 0 0,1-1 0 0 0,-3 8 0 0 0,-2 4 64 0 0,0 0 0 0 0,-15 28 0 0 0,11-25-33 0 0,-18 33-3227 0 0</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09:41:19.327"/>
    </inkml:context>
    <inkml:brush xml:id="br0">
      <inkml:brushProperty name="width" value="0.2" units="cm"/>
      <inkml:brushProperty name="height" value="0.4" units="cm"/>
      <inkml:brushProperty name="color" value="#FF8517"/>
      <inkml:brushProperty name="tip" value="rectangle"/>
      <inkml:brushProperty name="rasterOp" value="maskPen"/>
    </inkml:brush>
  </inkml:definitions>
  <inkml:trace contextRef="#ctx0" brushRef="#br0">0 0 919 0 0,'0'0'2175'0'0,"4"6"-2120"0"0,11 17-45 0 0,0-9-10 0 0,0-6 680 0 0,0-11 716 0 0,-14 2-1375 0 0,0 1-1 0 0,0 0 0 0 0,0-1 0 0 0,0 1 0 0 0,0 0 0 0 0,0 0 0 0 0,0 0 0 0 0,0 0 0 0 0,0 0 0 0 0,0 0 0 0 0,1 0 0 0 0,-1 0-1 0 0,0 0-8 0 0,0 0 0 0 0,0 0 0 0 0,0 0 0 0 0,0 0 0 0 0,0 0 0 0 0,0 0 0 0 0,1 1 0 0 0,-1-1 0 0 0,0 0 0 0 0,0 0 0 0 0,0 1 0 0 0,0-1 0 0 0,0 1 0 0 0,0-1 0 0 0,0 1 0 0 0,0 0 0 0 0,1 0 0 0 0,-1 0-6 0 0,0 0-1 0 0,0-1 1 0 0,0 1 0 0 0,0-1-1 0 0,0 1 1 0 0,0-1-1 0 0,0 1 1 0 0,0-1-1 0 0,1 1 1 0 0,-1-1-1 0 0,0 0 1 0 0,0 0-1 0 0,3 1 1 0 0,9-2 5 0 0,9-1-10 0 0,-1-2 0 0 0,10-3 110 0 0,-27 6-75 0 0,23-3 271 0 0,-24 4-294 0 0,1 0-1 0 0,-1 0 1 0 0,0 0 0 0 0,0 1-1 0 0,0-1 1 0 0,0 1 0 0 0,5 1-1 0 0,10 4-11 0 0,-13-7 0 0 0,0 0 0 0 0,23 3 0 0 0,-23-2 0 0 0,-1 1 0 0 0,1-1 0 0 0,0 1 0 0 0,-1-1 0 0 0,1-1 0 0 0,0 1 0 0 0,8-2 0 0 0,5-4 1 0 0,-13 8 0 0 0,2 2 51 0 0,19 7-42 0 0,-11-6-10 0 0,17 7 0 0 0,14 7 11 0 0,-38-15 42 0 0,-5-3-47 0 0,-1 0 0 0 0,0 0 0 0 0,1 0 0 0 0,-1-1 0 0 0,1 1 0 0 0,-1-1 0 0 0,1 0 0 0 0,4 0 0 0 0,55 5-8 0 0,-56-3-14 0 0,-4-1 12 0 0,0 0 0 0 0,1-1 0 0 0,-1 1 0 0 0,0-1 0 0 0,1 1 0 0 0,-1-1 0 0 0,0 0 0 0 0,1 0 0 0 0,-1 0 0 0 0,3 0 0 0 0,0-1 4 0 0,19 3 0 0 0,-9-1 0 0 0,9 0 5 0 0,-18 0-15 0 0,3 3 19 0 0,30 2 62 0 0,-29-3-44 0 0,-7-3-24 0 0,0 1-1 0 0,0 0 1 0 0,1-1 0 0 0,-1 1-1 0 0,0-1 1 0 0,0 0-1 0 0,0 0 1 0 0,0 0 0 0 0,5-1-1 0 0,6-1-2 0 0,1 2 0 0 0,1-1 0 0 0,-15 1 0 0 0,23-1 0 0 0,-1 1 0 0 0,8 2 0 0 0,-2-4 0 0 0,-24 3 0 0 0,-3 0 0 0 0,0-1 0 0 0,0 1 0 0 0,-1-1 0 0 0,1 1 0 0 0,0-1 0 0 0,0 0 0 0 0,0 0 0 0 0,-1 0 0 0 0,1 0 0 0 0,0 0 0 0 0,0 0 0 0 0,2-1 0 0 0,12 0 11 0 0,47-3 106 0 0,-33-2-117 0 0,-16 7 0 0 0,28 1 0 0 0,-27-1 0 0 0,-1-1 0 0 0,1 4 0 0 0,15 5 0 0 0,-12-4-66 0 0,-5-2 52 0 0,8 0 13 0 0,-18-3 0 0 0,23 7 14 0 0,-7-2 41 0 0,-14-4-62 0 0,19-3 143 0 0,-20 3-115 0 0,-1 0 2 0 0,21-3-53 0 0,-9 0 156 0 0,1 1-1 0 0,21 1 1 0 0,-13 1-18 0 0,16-4-62 0 0,-37 3-41 0 0,-1-1 0 0 0,1 1 0 0 0,-1 0 0 0 0,1 0 0 0 0,-1 0 0 0 0,1 0-1 0 0,3 1 1 0 0,4 2-4 0 0,26 2 0 0 0,11-1 0 0 0,-34-3 11 0 0,-8-1 32 0 0,9-1-33 0 0,1 0-10 0 0,-1 2 0 0 0,-1 0 0 0 0,2-1 0 0 0,1 0 0 0 0,-2 0 0 0 0,1 3 0 0 0,12 1 0 0 0,-21-4 0 0 0,10 0 0 0 0,5 0 0 0 0,3-3 0 0 0,-20 2 1 0 0,18 1 62 0 0,-7 0-63 0 0,0 0 0 0 0,1-1 0 0 0,0 1 0 0 0,33 2 0 0 0,-40-2 0 0 0,28 0 0 0 0,-6-3 11 0 0,-15 1 42 0 0,-15 2-50 0 0,3-1 8 0 0,1 0 1 0 0,-1 0 0 0 0,0 1 0 0 0,1-1 0 0 0,6 1 0 0 0,17 2-110 0 0,-13-2 98 0 0,6 0-27 0 0,-4 2-7 0 0,9 4 31 0 0,-8-3 5 0 0,1 0 0 0 0,0-1 0 0 0,0-2-1 0 0,0 1 1 0 0,22-4 0 0 0,-36 2 41 0 0,8-2-33 0 0,2 3-10 0 0,0-2 0 0 0,-1 2 0 0 0,1 0 0 0 0,15 2 0 0 0,-23-1 0 0 0,1 0 0 0 0,0-1 0 0 0,-1 0 0 0 0,11 0 0 0 0,-13 0 0 0 0,18-1 0 0 0,-3-3 0 0 0,-7 3 0 0 0,-1 1 0 0 0,3 1 0 0 0,-1 2 0 0 0,6 3 0 0 0,-16-3 0 0 0,-1-1 0 0 0,14 1 0 0 0,8-2 4 0 0,-22-2 3 0 0,2 1 36 0 0,24-7 27 0 0,-17 4-58 0 0,3 5-12 0 0,1 3-12 0 0,-1 4-48 0 0</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09:41:22.066"/>
    </inkml:context>
    <inkml:brush xml:id="br0">
      <inkml:brushProperty name="width" value="0.2" units="cm"/>
      <inkml:brushProperty name="height" value="0.4" units="cm"/>
      <inkml:brushProperty name="color" value="#FF8517"/>
      <inkml:brushProperty name="tip" value="rectangle"/>
      <inkml:brushProperty name="rasterOp" value="maskPen"/>
    </inkml:brush>
  </inkml:definitions>
  <inkml:trace contextRef="#ctx0" brushRef="#br0">1 600 1375 0 0,'43'-27'66'0'0,"51"-42"-1"0"0,-17 12 35 0 0,38-25 1574 0 0,124-81-187 0 0,-189 136-1391 0 0,0 3-1 0 0,90-31 0 0 0,-85 35-89 0 0,134-41 62 0 0,-112 50-68 0 0,-64 8 12 0 0,-2 4 47 0 0,-11-1-58 0 0,0 0 0 0 0,0 0 1 0 0,0 0-1 0 0,0 0 0 0 0,1 1 0 0 0,-1-1 0 0 0,0 0 1 0 0,0 0-1 0 0,0 0 0 0 0,0 0 0 0 0,0 0 0 0 0,0 0 1 0 0,0 0-1 0 0,0 0 0 0 0,0 0 0 0 0,0 0 0 0 0,0 0 0 0 0,1 0 1 0 0,-1 0-1 0 0,0 0 0 0 0,0 0 0 0 0,0 0 0 0 0,0 0 1 0 0,0 0-1 0 0,0 0 0 0 0,0 1 0 0 0,0-1 0 0 0,0 0 1 0 0,0 0-1 0 0,0 0 0 0 0,0 0 0 0 0,0 0 0 0 0,0 0 0 0 0,0 0 1 0 0,0 0-1 0 0,0 0 0 0 0,0 0 0 0 0,0 1 0 0 0,0-1 1 0 0,0 0-1 0 0,0 0 0 0 0,0 0 0 0 0,0 0 0 0 0,0 0 1 0 0,0 0-1 0 0,0 0 0 0 0,0 0 0 0 0,0 0 0 0 0,0 0 0 0 0,0 0 1 0 0,0 1-1 0 0,0-1 0 0 0,0 0 0 0 0,0 0 0 0 0,-3 8 36 0 0,1-1-1 0 0,-1 1 1 0 0,0 0-1 0 0,0-1 1 0 0,-1 0-1 0 0,0 0 1 0 0,-1 0 0 0 0,-6 8-1 0 0,-7 6 79 0 0,-23 21 1 0 0,5-7-88 0 0,-124 138 108 0 0,33-27-60 0 0,34-32-39 0 0,-14 15-10 0 0,-10-17-27 0 0,-22 23 0 0 0,139-135 20 0 0,-1 1 0 0 0,1-1 0 0 0,-1 0 0 0 0,1 0 0 0 0,0 1 0 0 0,-1-1 0 0 0,1 1 0 0 0,0-1 0 0 0,-1 0 0 0 0,1 1 0 0 0,0-1 0 0 0,0 1 0 0 0,-1-1 0 0 0,1 1 0 0 0,0-1 0 0 0,0 1 0 0 0,0-1 0 0 0,0 1 0 0 0,0-1 0 0 0,-1 0 0 0 0,1 1 0 0 0,0 0 0 0 0,9-1 131 0 0,20-10 6 0 0,-29 9-139 0 0,15-6 114 0 0,0-1 1 0 0,-1-1-1 0 0,16-13 1 0 0,16-11 75 0 0,114-77 117 0 0,-94 62-280 0 0,1-4 24 0 0,-35 26 44 0 0,69-41-1 0 0,33-13-25 0 0,-85 50-46 0 0,63-28 0 0 0,-4 2-6 0 0,-72 35-25 0 0,-5 2 21 0 0,62-26 0 0 0,-51 28-31 0 0,-29 14 0 0 0,-12 3 0 0 0,0 0 0 0 0,0 1 0 0 0,0-1 0 0 0,0 0 0 0 0,-1 1 0 0 0,1-1 0 0 0,0 0 0 0 0,-1 1 0 0 0,1-1 0 0 0,0 1 0 0 0,-1 0 0 0 0,1-1 0 0 0,0 1 0 0 0,0 1 0 0 0,1 1 5 0 0,-1-1 1 0 0,1 1-1 0 0,-1 0 0 0 0,0 0 0 0 0,0 1 0 0 0,0-1 0 0 0,-1 0 0 0 0,1 0 1 0 0,-1 0-1 0 0,1 0 0 0 0,-1 1 0 0 0,-1 4 0 0 0,1-1 12 0 0,-1 0-1 0 0,0 0 1 0 0,0 0-1 0 0,-4 13 1 0 0,-51 105-5 0 0,24-59-14 0 0,-7 13 34 0 0,-73 113 0 0 0,3-13 680 0 0,111-181-634 0 0,126-106 253 0 0,-12 11-169 0 0,-75 69-110 0 0,-28 21-11 0 0,21-18-1 0 0,-30 21-34 0 0,4-3 9 0 0,0 0 0 0 0,0 1 0 0 0,0-1 1 0 0,1 2-1 0 0,0-1 0 0 0,19-7 0 0 0,7 0-24 0 0,18-7-57 0 0,59-13 0 0 0,-72 21 54 0 0,-30 9 12 0 0,0 0 0 0 0,0 0 0 0 0,0 1 1 0 0,1 0-1 0 0,11 0 0 0 0,-7 2 0 0 0,-3 5 0 0 0,-3 6-10 0 0,-9-11 7 0 0,1 1 1 0 0,-1-1-1 0 0,0 1 1 0 0,0-1-1 0 0,1 1 1 0 0,-1-1-1 0 0,0 1 1 0 0,0-1-1 0 0,0 1 1 0 0,0-1-1 0 0,0 1 1 0 0,0-1-1 0 0,0 1 1 0 0,1 0-1 0 0,-2-1 1 0 0,1 2-1 0 0,-1 1-4 0 0,0 0 0 0 0,-1 1 1 0 0,0-1-1 0 0,1 0 0 0 0,-1 0 0 0 0,0 0 0 0 0,-1-1 0 0 0,-2 4 1 0 0,-24 23-12 0 0,24-25 22 0 0,-57 51-4 0 0,-54 53 0 0 0,91-81 6 0 0,-12 12 27 0 0,-51 70 0 0 0,52-60-33 0 0,19-28 0 0 0,-17 31 0 0 0,-47 101-369 0 0,68-128-1975 0 0,-1-4-839 0 0</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09:41:42.717"/>
    </inkml:context>
    <inkml:brush xml:id="br0">
      <inkml:brushProperty name="width" value="0.2" units="cm"/>
      <inkml:brushProperty name="height" value="0.4" units="cm"/>
      <inkml:brushProperty name="color" value="#D9AEFF"/>
      <inkml:brushProperty name="tip" value="rectangle"/>
      <inkml:brushProperty name="rasterOp" value="maskPen"/>
    </inkml:brush>
  </inkml:definitions>
  <inkml:trace contextRef="#ctx0" brushRef="#br0">1141 1 3999 0 0,'-50'52'192'0'0,"-66"52"0"0"0,-63 36-117 0 0,-76 65 482 0 0,145-105-285 0 0,-123 118 6 0 0,89-68-108 0 0,137-143-168 0 0,1 0-1 0 0,-1 0 0 0 0,1 1 1 0 0,0-1-1 0 0,1 1 0 0 0,0 1 1 0 0,-6 13-1 0 0,10-20 52 0 0,2-2-42 0 0,1 0 0 0 0,-1 1 0 0 0,0-1 0 0 0,0 0 0 0 0,0 1 0 0 0,1-1 0 0 0,-1 1 0 0 0,0-1 0 0 0,0 1 0 0 0,0 0 0 0 0,1 0 0 0 0,6 3 27 0 0,1-1 9 0 0,1 0-1 0 0,1-1 1 0 0,-1 0 0 0 0,0 0 0 0 0,0-1-1 0 0,1-1 1 0 0,11-1 0 0 0,73-10 213 0 0,-90 11-248 0 0,26-7 35 0 0,0-1 0 0 0,-1-2-1 0 0,42-18 1 0 0,-24 8 6 0 0,88-35 70 0 0,34-14-22 0 0,97-48-95 0 0,-8-18-56 0 0,-217 112 21 0 0,185-90 11 0 0,61-34 21 0 0,-204 101 29 0 0,110-44 0 0 0,-157 73-18 0 0,5-5 122 0 0,-39 21 250 0 0,-6 4-234 0 0,-120 136 468 0 0,-91 77-464 0 0,74-89-106 0 0,57-55-28 0 0,-21 24-22 0 0,-94 112 0 0 0,188-197 0 0 0,-93 114 0 0 0,74-86 0 0 0,-32 56 0 0 0,53-81 0 0 0,1-3 0 0 0,1 0 0 0 0,0 1 0 0 0,1 0 0 0 0,0 0 0 0 0,0 0 0 0 0,-2 15 0 0 0,6-7-16 0 0,1-18 7 0 0,1 0 0 0 0,-1 0 0 0 0,0 0 0 0 0,1 0 0 0 0,0-1 0 0 0,-1 1 0 0 0,1 0 0 0 0,0 0 0 0 0,0-1-1 0 0,0 1 1 0 0,0-1 0 0 0,0 1 0 0 0,0-1 0 0 0,1 1 0 0 0,-1-1 0 0 0,0 1 0 0 0,1-1 0 0 0,2 2 0 0 0,-1-2-3 0 0,0 1 0 0 0,0-1 0 0 0,0 0 1 0 0,0 0-1 0 0,0 0 0 0 0,0 0 0 0 0,0-1 0 0 0,0 1 1 0 0,0-1-1 0 0,5 0 0 0 0,5-1-22 0 0,1 0-1 0 0,-1-1 1 0 0,0-1-1 0 0,15-4 1 0 0,-26 7 28 0 0,72-24-64 0 0,84-40-1 0 0,-100 39 68 0 0,390-189 121 0 0,-217 103-1 0 0,-51 26-80 0 0,-180 85-37 0 0,265-126 11 0 0,-165 91 47 0 0,-82 29-51 0 0,-6 2 52 0 0,-10 3 12 0 0,-2 3-57 0 0,-1 1 0 0 0,0-1 0 0 0,0 0 0 0 0,0 0 0 0 0,-1 0 0 0 0,1 0 1 0 0,0 0-1 0 0,-1 0 0 0 0,1 0 0 0 0,-1 0 0 0 0,0-1 0 0 0,1 1 0 0 0,-1 0 1 0 0,-2 1-1 0 0,-2 2 16 0 0,-66 71 188 0 0,41-41-95 0 0,-38 33-1 0 0,-89 54-100 0 0,18-17-27 0 0,-83 86 37 0 0,16 16 0 0 0,122-120-32 0 0,51-55 0 0 0,-55 69 0 0 0,84-95 2 0 0,3-4-3 0 0,1 0-1 0 0,-1 0 1 0 0,1 1 0 0 0,-1-1-1 0 0,1 0 1 0 0,0 1 0 0 0,0-1-1 0 0,0 1 1 0 0,0 3-1 0 0,1-6 1 0 0,-1 0 0 0 0,1 0 0 0 0,0 0 0 0 0,0 1 0 0 0,0-1 0 0 0,0 0 0 0 0,0 0 0 0 0,0 0 0 0 0,0 0-1 0 0,0 0 1 0 0,0 0 0 0 0,0 1 0 0 0,0-1 0 0 0,0 0 0 0 0,0 0 0 0 0,0 0 0 0 0,0 0 0 0 0,0 0 0 0 0,0 0 0 0 0,0 1-1 0 0,0-1 1 0 0,0 0 0 0 0,0 0 0 0 0,0 0 0 0 0,0 0 0 0 0,1 0 0 0 0,-1 0 0 0 0,0 0 0 0 0,0 1 0 0 0,0-1 0 0 0,0 0-1 0 0,0 0 1 0 0,0 0 0 0 0,0 0 0 0 0,0 0 0 0 0,0 0 0 0 0,1 0 0 0 0,-1 0 0 0 0,0 0 0 0 0,0 0 0 0 0,0 0 0 0 0,0 0-1 0 0,0 1 1 0 0,6 2-23 0 0,0 1 0 0 0,0-1 0 0 0,0-1-1 0 0,0 1 1 0 0,0-1 0 0 0,1 0-1 0 0,-1 0 1 0 0,1-1 0 0 0,-1 1 0 0 0,1-2-1 0 0,-1 1 1 0 0,1-1 0 0 0,11 0 0 0 0,11-3-94 0 0,52-10 1 0 0,-76 12 111 0 0,38-10-53 0 0,0-3 0 0 0,50-22 0 0 0,4-1 18 0 0,0 7-7 0 0,40-16 42 0 0,15-17 6 0 0,69-27 0 0 0,-25 26 0 0 0,-160 54 0 0 0,1 2 0 0 0,0 2 0 0 0,55-2 0 0 0,-87 7 0 0 0,0 1-1 0 0,0 1 0 0 0,0-1 1 0 0,0 1-1 0 0,-1 0 0 0 0,1 0 1 0 0,0 0-1 0 0,8 4 0 0 0,-11-4-4 0 0,-1-1 0 0 0,1 1 0 0 0,-1 0-1 0 0,1 0 1 0 0,-1 0 0 0 0,0 1 0 0 0,1-1 0 0 0,-1 0-1 0 0,0 0 1 0 0,0 1 0 0 0,0-1 0 0 0,0 1 0 0 0,0-1-1 0 0,0 1 1 0 0,0-1 0 0 0,-1 1 0 0 0,1-1-1 0 0,-1 1 1 0 0,1 0 0 0 0,-1 0 0 0 0,1-1 0 0 0,-1 1-1 0 0,0 0 1 0 0,0-1 0 0 0,0 1 0 0 0,0 0-1 0 0,0 0 1 0 0,-1 2 0 0 0,0 5 3 0 0,-1-1 0 0 0,-1 1 1 0 0,1-1-1 0 0,-2 0 0 0 0,1 0 0 0 0,-9 14 1 0 0,-33 43 13 0 0,4-16 47 0 0,-56 52-1 0 0,34-38-4 0 0,-86 104 191 0 0,125-137-860 0 0,2 1 0 0 0,2 1 0 0 0,-32 65 0 0 0,37-62-2000 0 0</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09:41:46.713"/>
    </inkml:context>
    <inkml:brush xml:id="br0">
      <inkml:brushProperty name="width" value="0.2" units="cm"/>
      <inkml:brushProperty name="height" value="0.4" units="cm"/>
      <inkml:brushProperty name="color" value="#D9AEFF"/>
      <inkml:brushProperty name="tip" value="rectangle"/>
      <inkml:brushProperty name="rasterOp" value="maskPen"/>
    </inkml:brush>
  </inkml:definitions>
  <inkml:trace contextRef="#ctx0" brushRef="#br0">825 1 1807 0 0,'0'0'83'0'0,"0"3"-6"0"0,0-2-75 0 0,-1 1 0 0 0,1 0-1 0 0,-1 0 1 0 0,1-1-1 0 0,-1 1 1 0 0,0 0-1 0 0,0-1 1 0 0,1 1-1 0 0,-1-1 1 0 0,0 1 0 0 0,0-1-1 0 0,-1 1 1 0 0,1-1-1 0 0,-2 2 1 0 0,-23 16 230 0 0,0-1 88 0 0,-21 21 193 0 0,23-20-180 0 0,-26 28 0 0 0,-123 140 1182 0 0,129-138-1263 0 0,-70 67 312 0 0,38-41-245 0 0,46-44-145 0 0,-50 40-1 0 0,62-56-101 0 0,0 2-1 0 0,2 0 0 0 0,-21 26 1 0 0,33-38-68 0 0,0 1 1 0 0,1-1 0 0 0,-1 1-1 0 0,-4 10 1 0 0,1-1 46 0 0,6-10 3 0 0,1 6-33 0 0,0-11-18 0 0,0 1-1 0 0,0 0 1 0 0,1-1-1 0 0,-1 1 1 0 0,0 0-1 0 0,1-1 1 0 0,-1 1-1 0 0,0 0 1 0 0,1-1-1 0 0,-1 1 1 0 0,1-1-1 0 0,-1 1 1 0 0,1-1-1 0 0,-1 1 1 0 0,1-1-1 0 0,0 1 1 0 0,-1-1-1 0 0,1 0 1 0 0,-1 1-1 0 0,1-1 1 0 0,0 0-1 0 0,1 1 1 0 0,-1-1 6 0 0,2 2-2 0 0,0-1 0 0 0,0 0 0 0 0,0 0 0 0 0,0 0 0 0 0,0-1 0 0 0,0 1 0 0 0,1-1 0 0 0,-1 1 0 0 0,0-1 0 0 0,0 0 1 0 0,1 0-1 0 0,-1-1 0 0 0,0 1 0 0 0,0-1 0 0 0,0 0 0 0 0,0 1 0 0 0,6-4 0 0 0,5-1 2 0 0,-1-2 0 0 0,22-12 0 0 0,-15 7-6 0 0,-11 6 13 0 0,134-81 32 0 0,91-72 69 0 0,-132 94-78 0 0,-24 18-14 0 0,186-111-25 0 0,-231 139 0 0 0,158-98 0 0 0,-126 71 66 0 0,25-17 58 0 0,-79 57-103 0 0,-7 5 22 0 0,5-2-21 0 0,-7 3 116 0 0,-3 1-130 0 0,1 0 0 0 0,0 0 0 0 0,-1 0 1 0 0,0-1-1 0 0,1 1 0 0 0,-1 0 0 0 0,1 0 1 0 0,-1 0-1 0 0,0 0 0 0 0,0-1 0 0 0,0 1 1 0 0,-1 1-1 0 0,0 0 5 0 0,-51 57-3 0 0,31-34-10 0 0,-90 92 0 0 0,76-82 0 0 0,-51 41 0 0 0,36-33 0 0 0,-93 64 0 0 0,110-84 0 0 0,10-5 0 0 0,2 1 0 0 0,-23 25 0 0 0,-17 14 0 0 0,-12 8-1 0 0,63-55 4 0 0,0 0-1 0 0,1 1 0 0 0,1 1 1 0 0,-10 14-1 0 0,18-22 41 0 0,1 4-22 0 0,0-8-18 0 0,0-1-1 0 0,0 1 1 0 0,0-1 0 0 0,0 1 0 0 0,1-1-1 0 0,-1 0 1 0 0,0 1 0 0 0,0-1-1 0 0,0 1 1 0 0,1-1 0 0 0,-1 0 0 0 0,0 1-1 0 0,0-1 1 0 0,1 0 0 0 0,-1 1-1 0 0,0-1 1 0 0,1 0 0 0 0,-1 1-1 0 0,0-1 1 0 0,1 0 0 0 0,-1 0 0 0 0,0 0-1 0 0,1 1 1 0 0,-1-1 0 0 0,1 0-1 0 0,-1 0 1 0 0,1 0 0 0 0,-1 0 0 0 0,0 0-1 0 0,1 0 1 0 0,-1 1 0 0 0,1-1-1 0 0,-1 0 1 0 0,1 0 0 0 0,0-1 0 0 0,15 0 28 0 0,-15 1-32 0 0,16-3 37 0 0,-1 0-1 0 0,0-1 1 0 0,0-1-1 0 0,0-1 1 0 0,28-14-1 0 0,-29 14-16 0 0,1 0-1 0 0,-1 1 1 0 0,33-6-1 0 0,-31 8-16 0 0,0-1-1 0 0,0-1 1 0 0,24-10-1 0 0,83-48 53 0 0,-88 44-35 0 0,0-3 1 0 0,33-26 0 0 0,3-2-5 0 0,72-36 17 0 0,158-68 0 0 0,-194 111-32 0 0,-53 22 0 0 0,-41 17 11 0 0,-13 4-9 0 0,-1 0-1 0 0,1-1 1 0 0,-1 1-1 0 0,0 0 1 0 0,1 0-1 0 0,-1 0 1 0 0,0 0-1 0 0,1 0 1 0 0,-1 0-1 0 0,0 0 1 0 0,1 0-1 0 0,-1 1 1 0 0,0-1-1 0 0,1 0 1 0 0,-1 0-1 0 0,0 0 1 0 0,1 0-1 0 0,-1 0 1 0 0,0 0 0 0 0,1 1-1 0 0,-1-1 1 0 0,0 0-1 0 0,1 0 1 0 0,-1 1-1 0 0,0-1 1 0 0,0 0-1 0 0,1 1 1 0 0,-1 0-2 0 0,0 1 1 0 0,1-1 0 0 0,-1 1-1 0 0,0-1 1 0 0,0 1 0 0 0,0-1-1 0 0,-1 1 1 0 0,1-1-1 0 0,0 1 1 0 0,0-1 0 0 0,-1 1-1 0 0,1-1 1 0 0,-1 0 0 0 0,0 1-1 0 0,1-1 1 0 0,-1 0-1 0 0,0 1 1 0 0,0-1 0 0 0,1 0-1 0 0,-3 2 1 0 0,-21 25-4 0 0,-27 26 3 0 0,19-20 0 0 0,-37 31 0 0 0,10-13 0 0 0,-26 19 0 0 0,48-44 0 0 0,1 2 0 0 0,-40 41 0 0 0,46-38 0 0 0,-10 8 0 0 0,-59 81 0 0 0,90-107 0 0 0,-8 9 0 0 0,-23 46 0 0 0,35-56 0 0 0,6 1 0 0 0,-1-13 0 0 0,0-1 0 0 0,0 1 0 0 0,1 0 0 0 0,-1 0 0 0 0,0-1 0 0 0,1 1 0 0 0,-1 0 0 0 0,0-1 0 0 0,1 1 0 0 0,-1 0 0 0 0,1-1 0 0 0,0 1 0 0 0,-1-1 0 0 0,1 1 0 0 0,0 0 0 0 0,2 0-2 0 0,0 0 0 0 0,0 0-1 0 0,0 0 1 0 0,0 0-1 0 0,0 0 1 0 0,0-1 0 0 0,0 0-1 0 0,0 1 1 0 0,0-1-1 0 0,0 0 1 0 0,0-1 0 0 0,0 1-1 0 0,0 0 1 0 0,4-2-1 0 0,1 0-6 0 0,1 0 0 0 0,0-1 0 0 0,13-6 0 0 0,64-35-16 0 0,30-15-14 0 0,-18 21 71 0 0,33-16 16 0 0,-75 26-62 0 0,-6 3-23 0 0,59-39 0 0 0,-77 42 37 0 0,50-25 0 0 0,-22 14 0 0 0,-43 22 0 0 0,0 1 0 0 0,1 1 0 0 0,1 1 0 0 0,25-8 0 0 0,29-11 0 0 0,-58 25 0 0 0,-2 3 0 0 0,-13 0 0 0 0,0-1 0 0 0,1 0 0 0 0,-1 0 0 0 0,0 1 0 0 0,1-1 0 0 0,-1 0 0 0 0,0 1 0 0 0,1-1 0 0 0,-1 0 0 0 0,0 1 0 0 0,0-1 0 0 0,1 1 0 0 0,-1-1 0 0 0,0 0 0 0 0,0 1 0 0 0,0-1 0 0 0,0 1 0 0 0,0-1 0 0 0,1 0 0 0 0,-1 1 0 0 0,0-1 0 0 0,0 1 0 0 0,0-1 0 0 0,0 1 0 0 0,0 0 0 0 0,-1 3 6 0 0,0 0 0 0 0,0 0 0 0 0,-1 0 0 0 0,1 0 0 0 0,-1-1 0 0 0,0 1 0 0 0,1 0-1 0 0,-2-1 1 0 0,1 1 0 0 0,0-1 0 0 0,-5 6 0 0 0,-3 1 12 0 0,1 0 0 0 0,-16 12 1 0 0,-42 38-123 0 0,-111 129 0 0 0,32-30 106 0 0,139-151-2 0 0,0-1 0 0 0,-8 13 0 0 0,7-5 0 0 0,8-14 0 0 0,0 0 0 0 0,0 0 0 0 0,0 0 0 0 0,0 0 0 0 0,0 0 0 0 0,0 0 0 0 0,1 0 0 0 0,-1 0 0 0 0,0 0 0 0 0,0 0 0 0 0,1 2 0 0 0,0-2 0 0 0,-1-1 0 0 0,1 1 0 0 0,-1 0 0 0 0,0 0 0 0 0,1-1 0 0 0,-1 1 0 0 0,1 0 0 0 0,0 0 0 0 0,-1-1 0 0 0,1 1 0 0 0,-1-1 0 0 0,2 2 0 0 0,1-1 0 0 0,1 0 0 0 0,-1 0 0 0 0,0 0 0 0 0,0 0 0 0 0,0 0 0 0 0,1-1 0 0 0,-1 1 0 0 0,0-1 0 0 0,1 0 0 0 0,-1 0 0 0 0,1 0 0 0 0,-1 0 0 0 0,0-1 0 0 0,1 1 0 0 0,-1-1 0 0 0,0 0 0 0 0,6-2 0 0 0,6-3 0 0 0,-1-1 0 0 0,20-12 0 0 0,-23 13 0 0 0,61-36 12 0 0,126-63 40 0 0,-162 89-36 0 0,-5 1 23 0 0,1 3-1 0 0,58-17 1 0 0,3 4-125 0 0,8-2 8 0 0,-90 24 78 0 0,0 0 0 0 0,0-1 0 0 0,13-6-1 0 0,-10 4-10 0 0,-12 5-54 0 0,-1 4-87 0 0,-1 3 142 0 0,0 0-1 0 0,0 0 1 0 0,0-1-1 0 0,-1 1 1 0 0,0 0 0 0 0,0 0-1 0 0,0-1 1 0 0,-1 1-1 0 0,0 0 1 0 0,0-1 0 0 0,0 0-1 0 0,-1 1 1 0 0,0-1-1 0 0,0 0 1 0 0,-5 6-1 0 0,-5 7-1 0 0,-1-1 0 0 0,-30 29 0 0 0,20-23 12 0 0,-127 113 0 0 0,83-80 0 0 0,-62 64 0 0 0,104-90 0 0 0</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09:42:11.723"/>
    </inkml:context>
    <inkml:brush xml:id="br0">
      <inkml:brushProperty name="width" value="0.2" units="cm"/>
      <inkml:brushProperty name="height" value="0.4" units="cm"/>
      <inkml:brushProperty name="color" value="#A2D762"/>
      <inkml:brushProperty name="tip" value="rectangle"/>
      <inkml:brushProperty name="rasterOp" value="maskPen"/>
    </inkml:brush>
  </inkml:definitions>
  <inkml:trace contextRef="#ctx0" brushRef="#br0">1186 5 1839 0 0,'-3'0'134'0'0,"-3"-1"-228"0"0,-15-1 638 0 0,-37 1-1 0 0,50 1-371 0 0,0 1-1 0 0,0 0 1 0 0,1 1-1 0 0,-1 0 0 0 0,0 0 1 0 0,1 0-1 0 0,0 1 0 0 0,-12 6 1 0 0,-15 12-113 0 0,-60 48 0 0 0,-23 36 58 0 0,53-46-94 0 0,16-15-23 0 0,14-12 0 0 0,-1-2 0 0 0,-49 33 0 0 0,53-43 0 0 0,-75 50 0 0 0,30-17 27 0 0,32-24 58 0 0,1 2 1 0 0,-67 64-1 0 0,89-74 135 0 0,9-10-71 0 0,1 1 1 0 0,0 0 0 0 0,1 0-1 0 0,0 1 1 0 0,-9 16-1 0 0,19-28-141 0 0,-1 0 0 0 0,1 0-1 0 0,-1-1 1 0 0,1 1-1 0 0,0 0 1 0 0,0 0 0 0 0,-1 0-1 0 0,1 0 1 0 0,0 0-1 0 0,0-1 1 0 0,0 1 0 0 0,0 0-1 0 0,0 0 1 0 0,0 0-1 0 0,0 1 1 0 0,1 1-2 0 0,-1-2-6 0 0,0 0 0 0 0,0 0 0 0 0,0 0 0 0 0,1 0 0 0 0,-1 0 0 0 0,0 0 0 0 0,0 0 0 0 0,1 0 0 0 0,-1 0 0 0 0,1 0 0 0 0,0 1 0 0 0,1 0 3 0 0,0 0 0 0 0,0 0 0 0 0,0-1 0 0 0,0 1 0 0 0,0-1 0 0 0,1 0 0 0 0,-1 1 0 0 0,0-1 0 0 0,1 0 0 0 0,-1 0 0 0 0,1-1-1 0 0,-1 1 1 0 0,1 0 0 0 0,-1-1 0 0 0,1 0 0 0 0,-1 1 0 0 0,1-1 0 0 0,0 0 0 0 0,-1 0 0 0 0,1-1 0 0 0,-1 1 0 0 0,4-1 0 0 0,8-2 44 0 0,0 0 0 0 0,23-9 0 0 0,-35 12-40 0 0,326-124 744 0 0,-140 52-635 0 0,-134 51-81 0 0,220-75 47 0 0,-238 85-82 0 0,162-40 0 0 0,-14 10 64 0 0,-154 37-64 0 0,39-1 0 0 0,-36 3 0 0 0,-27 2 0 0 0,0-1 0 0 0,-1 1 0 0 0,1 1 0 0 0,0-1 0 0 0,6 2 0 0 0,-10-1 0 0 0,1 0 0 0 0,-1 0 0 0 0,0 0 0 0 0,1 0 0 0 0,-1 0 0 0 0,0 0 0 0 0,0 0 0 0 0,1 1 0 0 0,-1-1 0 0 0,0 1 0 0 0,-1 0 0 0 0,1-1 0 0 0,2 4 0 0 0,5 9 0 0 0,-8-9 23 0 0,0-1 0 0 0,0 1 0 0 0,0-1 0 0 0,-1 1 0 0 0,1 0 0 0 0,-1 0 0 0 0,0-1 0 0 0,-1 1 0 0 0,1 0 0 0 0,-1 0 0 0 0,0-1 0 0 0,-2 5 0 0 0,0 3 70 0 0,-1-1-1 0 0,0-1 0 0 0,-11 20 0 0 0,-8 5-11 0 0,-1 0-1 0 0,-1-2 0 0 0,-2 0 0 0 0,-1-2 0 0 0,-56 47 0 0 0,-178 116-38 0 0,190-144 5 0 0,-136 113 7 0 0,34-24-26 0 0,-166 109-28 0 0,268-190 0 0 0,61-48 0 0 0,1 1 0 0 0,0-1 0 0 0,1 1 0 0 0,-11 18 0 0 0,18-26 0 0 0,0 0 0 0 0,1-1 0 0 0,0 1 0 0 0,0 0 0 0 0,0 0 0 0 0,0 0 0 0 0,0 0 0 0 0,1 0 0 0 0,-1 5 0 0 0,1-7 0 0 0,0 0 0 0 0,0 0 0 0 0,0 0 0 0 0,0-1 0 0 0,0 1 0 0 0,0 0 0 0 0,1 0 0 0 0,-1 0 0 0 0,0-1 0 0 0,0 1 0 0 0,1 0 0 0 0,-1 0 0 0 0,1-1 0 0 0,0 2 0 0 0,1 0-2 0 0,1 0-1 0 0,-1 0 0 0 0,0 0 1 0 0,1-1-1 0 0,0 1 0 0 0,-1-1 1 0 0,1 0-1 0 0,0 1 0 0 0,0-1 1 0 0,0 0-1 0 0,3 0 0 0 0,37 6-29 0 0,-29-6 31 0 0,0-1 1 0 0,0-1-1 0 0,28-4 0 0 0,44-16 9 0 0,-60 15 2 0 0,95-31 203 0 0,157-70 0 0 0,-98 34-68 0 0,-43 21-90 0 0,458-164 107 0 0,-90 42-45 0 0,-474 161-96 0 0,1 2 0 0 0,1 2-1 0 0,56-10 1 0 0,-65 19 32 0 0,-23 0-50 0 0,-1 0-1 0 0,1 0 0 0 0,0 0 0 0 0,0 0 1 0 0,0 0-1 0 0,0 1 0 0 0,0-1 1 0 0,0 0-1 0 0,-1 1 0 0 0,1-1 0 0 0,0 1 1 0 0,0-1-1 0 0,0 1 0 0 0,-1-1 0 0 0,1 1 1 0 0,0-1-1 0 0,-1 1 0 0 0,1 0 0 0 0,0-1 1 0 0,-1 1-1 0 0,1 0 0 0 0,-1-1 1 0 0,1 1-1 0 0,-1 0 0 0 0,1 0 0 0 0,-1 0 1 0 0,0 0-1 0 0,1-1 0 0 0,-1 1 0 0 0,0 0 1 0 0,0 0-1 0 0,0 0 0 0 0,0 0 1 0 0,1 0-1 0 0,-1 0 0 0 0,0 0 0 0 0,-1-1 1 0 0,1 1-1 0 0,0 0 0 0 0,0 0 0 0 0,0 0 1 0 0,0 0-1 0 0,-1 1 0 0 0,0 1 9 0 0,-1 1 1 0 0,1-1-1 0 0,-1 0 0 0 0,0 0 0 0 0,0 0 0 0 0,0 0 0 0 0,0 0 1 0 0,0-1-1 0 0,-1 1 0 0 0,-2 2 0 0 0,-46 36 234 0 0,-60 38-1 0 0,28-18-159 0 0,2-2-104 0 0,-47 22-11 0 0,-157 107-14 0 0,184-107 42 0 0,41-31 15 0 0,41-35-7 0 0,1 1 0 0 0,0 1 0 0 0,2 1 0 0 0,-1 0 0 0 0,2 2 0 0 0,1-1-1 0 0,0 2 1 0 0,-11 23 0 0 0,22-36-23 0 0,-1 0-1 0 0,-2 16 0 0 0,2-3-20 0 0,6-15 23 0 0,0-3 4 0 0,-1-1 7 0 0,0 0 0 0 0,-1-1 0 0 0,1 1 0 0 0,0-1 0 0 0,0 1 0 0 0,0-1 0 0 0,1 1 0 0 0,-1-1 0 0 0,0 1 0 0 0,1-1 0 0 0,-1 0 0 0 0,0 0 0 0 0,1 0 0 0 0,-1 0 0 0 0,1 0 0 0 0,0 0 0 0 0,-1 0 0 0 0,1 0 0 0 0,0-1 0 0 0,-1 1 0 0 0,1 0 0 0 0,0-1 0 0 0,0 0 0 0 0,0 1 0 0 0,2-1 0 0 0,6 0-6 0 0,-1 0 0 0 0,0 0 0 0 0,19-4 0 0 0,-15 2 15 0 0,13-3-22 0 0,0-1-1 0 0,48-19 1 0 0,-14 5 89 0 0,36-10 32 0 0,158-73-1 0 0,-9-4-28 0 0,-175 83-48 0 0,116-26-1 0 0,-160 44-13 0 0,-1 2 1 0 0,1 1-1 0 0,52-1 0 0 0,-72 5-10 0 0,0 0 0 0 0,0 0-1 0 0,11 4 1 0 0,-17-5-1 0 0,0 0-1 0 0,0 0 1 0 0,0 0-1 0 0,0 0 1 0 0,1 0-1 0 0,-1 0 1 0 0,0 0-1 0 0,0 0 1 0 0,0 0-1 0 0,0 0 1 0 0,0 1-1 0 0,1-1 1 0 0,-1 0-1 0 0,0 0 1 0 0,0 0-1 0 0,0 0 1 0 0,0 0-1 0 0,0 0 1 0 0,0 0-1 0 0,0 1 1 0 0,0-1 0 0 0,0 0-1 0 0,1 0 1 0 0,-1 0-1 0 0,0 0 1 0 0,0 0-1 0 0,0 1 1 0 0,0-1-1 0 0,0 0 1 0 0,0 0-1 0 0,0 0 1 0 0,0 0-1 0 0,0 0 1 0 0,0 1-1 0 0,0 3 23 0 0,1 1-1 0 0,-1 0 1 0 0,0-1-1 0 0,0 1 1 0 0,0-1-1 0 0,-1 1 1 0 0,1 0-1 0 0,-1-1 1 0 0,-1 1-1 0 0,1-1 0 0 0,0 1 1 0 0,-1-1-1 0 0,0 0 1 0 0,0 0-1 0 0,0 0 1 0 0,-1 0-1 0 0,1 0 1 0 0,-5 4-1 0 0,-5 6 50 0 0,-1 0 0 0 0,-1-1 0 0 0,-18 14 0 0 0,16-14-43 0 0,-167 119 225 0 0,163-118-238 0 0,-247 188 127 0 0,259-195-144 0 0,-168 146 0 0 0,149-131-3 0 0,2 2 0 0 0,1 1 0 0 0,1 0 0 0 0,-37 55-1 0 0,38-45-76 0 0</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09:42:18.471"/>
    </inkml:context>
    <inkml:brush xml:id="br0">
      <inkml:brushProperty name="width" value="0.2" units="cm"/>
      <inkml:brushProperty name="height" value="0.4" units="cm"/>
      <inkml:brushProperty name="color" value="#A2D762"/>
      <inkml:brushProperty name="tip" value="rectangle"/>
      <inkml:brushProperty name="rasterOp" value="maskPen"/>
    </inkml:brush>
  </inkml:definitions>
  <inkml:trace contextRef="#ctx0" brushRef="#br0">223 351 4111 0 0,'-23'37'256'0'0,"16"-25"-205"0"0,-1 0 0 0 0,-13 15-1 0 0,0 0-32 0 0,-29 47-1 0 0,33-47 90 0 0,5-9-41 0 0,1 0 0 0 0,1 0-1 0 0,0 1 1 0 0,2 0 0 0 0,0 1 0 0 0,-6 25 0 0 0,12-34-11 0 0,2-11-50 0 0,0 1 0 0 0,0-1 0 0 0,0 1 0 0 0,0-1 1 0 0,0 0-1 0 0,0 1 0 0 0,0-1 0 0 0,0 1 0 0 0,0-1 0 0 0,0 0 0 0 0,0 1 1 0 0,0-1-1 0 0,0 1 0 0 0,0-1 0 0 0,0 0 0 0 0,0 1 0 0 0,1-1 0 0 0,-1 0 1 0 0,0 1-1 0 0,0-1 0 0 0,0 0 0 0 0,1 1 0 0 0,-1-1 0 0 0,0 0 1 0 0,1 1-1 0 0,-1-1 0 0 0,0 0 0 0 0,0 1 0 0 0,1-1 0 0 0,-1 0 0 0 0,1 0 1 0 0,-1 0-1 0 0,0 1 0 0 0,1-1 0 0 0,-1 0 0 0 0,0 0 0 0 0,1 0 1 0 0,-1 0-1 0 0,1 0 0 0 0,-1 0 0 0 0,0 0 0 0 0,1 0 0 0 0,-1 0 0 0 0,1 0 1 0 0,-1 0-1 0 0,0 0 0 0 0,1 0 0 0 0,-1 0 0 0 0,1 0 0 0 0,20-7 148 0 0,-14 3-84 0 0,1-1 0 0 0,-1 0 0 0 0,0 0-1 0 0,0-1 1 0 0,7-7 0 0 0,14-11 125 0 0,49-35 199 0 0,86-60 210 0 0,262-181-295 0 0,-280 205-226 0 0,-70 47-36 0 0,-50 30-3 0 0,-19 13-35 0 0,1 0 1 0 0,-1 1-1 0 0,1 0 1 0 0,0 0-1 0 0,0 1 1 0 0,0 0-1 0 0,0 0 1 0 0,1 1 0 0 0,13-3-1 0 0,-17 5 35 0 0,5 2-21 0 0,-7-1 37 0 0,-4 1 6 0 0,-24 20 3 0 0,-12 12-72 0 0,14-8 4 0 0,-131 154 0 0 0,-13 20 0 0 0,146-175 0 0 0,-23 36 0 0 0,29-38 0 0 0,-1 0 0 0 0,-28 28 0 0 0,8-10 0 0 0,26-28 0 0 0,-23 22 0 0 0,23-26 0 0 0,6 2 11 0 0,5-11-10 0 0,0 0 0 0 0,0 0-1 0 0,0 0 1 0 0,0 0 0 0 0,-1 1 0 0 0,1-1 0 0 0,0 0-1 0 0,0 0 1 0 0,0 0 0 0 0,0 0 0 0 0,0 0 0 0 0,0 0 0 0 0,0 0-1 0 0,0 0 1 0 0,0 0 0 0 0,0 0 0 0 0,0 1 0 0 0,0-1-1 0 0,0 0 1 0 0,0 0 0 0 0,0 0 0 0 0,0 0 0 0 0,0 0-1 0 0,0 0 1 0 0,0 0 0 0 0,0 0 0 0 0,0 0 0 0 0,0 1-1 0 0,0-1 1 0 0,1 0 0 0 0,-1 0 0 0 0,0 0 0 0 0,0 0-1 0 0,0 0 1 0 0,0 0 0 0 0,0 0 0 0 0,0 0 0 0 0,0 0-1 0 0,0 0 1 0 0,0 0 0 0 0,0 0 0 0 0,0 0 0 0 0,0 1-1 0 0,1-1 1 0 0,-1 0 0 0 0,0 0 0 0 0,0 0 0 0 0,0 0-1 0 0,0 0 1 0 0,0 0 0 0 0,0 0 0 0 0,0 0 0 0 0,3 1 2 0 0,0 0 0 0 0,0 0 1 0 0,0 0-1 0 0,0 0 0 0 0,0-1 1 0 0,0 1-1 0 0,0-1 0 0 0,1 0 0 0 0,-1 0 1 0 0,0 0-1 0 0,0 0 0 0 0,0-1 1 0 0,0 1-1 0 0,0-1 0 0 0,0 1 1 0 0,0-1-1 0 0,4-2 0 0 0,6-3 7 0 0,0 0 0 0 0,20-15 0 0 0,-3 3 29 0 0,15-10-34 0 0,62-51 0 0 0,-38 26-5 0 0,-62 48 1 0 0,25-19 2 0 0,1 2 1 0 0,39-20-1 0 0,30-10 19 0 0,120-52 9 0 0,-112 58 0 0 0,-10 4 13 0 0,-95 40-1 0 0,6 2-33 0 0,-10 0-8 0 0,0 1 0 0 0,0-1-1 0 0,0 1 1 0 0,0 0-1 0 0,0 0 1 0 0,0-1 0 0 0,-1 1-1 0 0,1 0 1 0 0,0 0-1 0 0,-1 0 1 0 0,1-1 0 0 0,0 1-1 0 0,-1 0 1 0 0,1 0-1 0 0,-1 0 1 0 0,1 0 0 0 0,-1 0-1 0 0,0 0 1 0 0,1 0-1 0 0,-1 0 1 0 0,0 1-1 0 0,0-1 1 0 0,0 0 0 0 0,0 0-1 0 0,0 0 1 0 0,0 0-1 0 0,0 0 1 0 0,0 0 0 0 0,0 0-1 0 0,-1 0 1 0 0,1 1-1 0 0,-2 6 5 0 0,0-1 0 0 0,0 0 0 0 0,-4 9 0 0 0,5-12-6 0 0,-7 13 23 0 0,-18 28 0 0 0,10-18-16 0 0,0-1-7 0 0,-26 31 0 0 0,-14 22 0 0 0,41-56 0 0 0,0-1 0 0 0,-1 0 0 0 0,-20 20 0 0 0,6-5 0 0 0,20-24 0 0 0,0-1 0 0 0,-14 13 0 0 0,18-20 0 0 0,0 1 0 0 0,0-1 0 0 0,1 1 0 0 0,0 0 0 0 0,0 0 0 0 0,0 1 0 0 0,1 0 0 0 0,-4 7 0 0 0,5-1 12 0 0,8 0 36 0 0,-4-12-47 0 0,-1 0 0 0 0,1-1 0 0 0,-1 1 0 0 0,1-1-1 0 0,-1 1 1 0 0,1-1 0 0 0,0 1 0 0 0,-1-1 0 0 0,1 1-1 0 0,0-1 1 0 0,-1 0 0 0 0,1 1 0 0 0,0-1 0 0 0,1 1-1 0 0,2 0 0 0 0,1-1 0 0 0,-1 1 0 0 0,1-1 0 0 0,0 1 0 0 0,0-1 0 0 0,-1-1 0 0 0,1 1 0 0 0,0-1 0 0 0,-1 1 0 0 0,6-3 0 0 0,5-2 0 0 0,25-11 0 0 0,-25 9 0 0 0,21-6 0 0 0,-16 6 0 0 0,-1 0 0 0 0,22-12 0 0 0,-20 8 0 0 0,25-7 0 0 0,-36 13 0 0 0,1 0 0 0 0,0 0 0 0 0,18-13 0 0 0,-19 11 0 0 0,0 1 0 0 0,1 0 0 0 0,18-7 0 0 0,96-25 0 0 0,-103 31 0 0 0,-6 2 0 0 0,-1 1 0 0 0,21-3 0 0 0,-21 7 0 0 0,-14 0 0 0 0,-1 0 0 0 0,1 0 0 0 0,-1 0 0 0 0,1 1 0 0 0,-1-1 0 0 0,0 0 0 0 0,1 0 0 0 0,-1 1 0 0 0,1-1 0 0 0,-1 0 0 0 0,0 1 0 0 0,1-1 0 0 0,-1 1 0 0 0,0-1 0 0 0,1 0 0 0 0,-1 1 0 0 0,0-1 0 0 0,0 1 0 0 0,1-1 0 0 0,-1 1 0 0 0,0-1 0 0 0,0 1 0 0 0,0 0 0 0 0,1 2-2 0 0,-1 0 0 0 0,-1 0 1 0 0,1 0-1 0 0,0 0 0 0 0,-1 0 0 0 0,1 0 0 0 0,-1-1 0 0 0,0 1 0 0 0,0 0 0 0 0,0 0 0 0 0,-2 3 0 0 0,-20 34-33 0 0,14-26 29 0 0,-95 142-25 0 0,-2 2-2 0 0,99-146-16 0 0,1 0 0 0 0,1 0-1 0 0,-1 0 1 0 0,2 1 0 0 0,0 0-1 0 0,0 0 1 0 0,1 0 0 0 0,1 0-1 0 0,-1 16 1 0 0</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09:42:28.153"/>
    </inkml:context>
    <inkml:brush xml:id="br0">
      <inkml:brushProperty name="width" value="0.2" units="cm"/>
      <inkml:brushProperty name="height" value="0.4" units="cm"/>
      <inkml:brushProperty name="color" value="#FF2500"/>
      <inkml:brushProperty name="tip" value="rectangle"/>
      <inkml:brushProperty name="rasterOp" value="maskPen"/>
    </inkml:brush>
  </inkml:definitions>
  <inkml:trace contextRef="#ctx0" brushRef="#br0">46 418 919 0 0,'3'-1'14'0'0,"0"0"0"0"0,1 0 0 0 0,-1 0-1 0 0,1 0 1 0 0,6 0 0 0 0,-7 1-15 0 0,0 0 1 0 0,0-1 0 0 0,0 0-1 0 0,1 1 1 0 0,-1-1 0 0 0,5-2-1 0 0,107-57 1481 0 0,-25 12-920 0 0,149-58 188 0 0,-153 73-349 0 0,66-24 174 0 0,-42 14-200 0 0,-79 29-270 0 0,0 2-1 0 0,37-10 0 0 0,-48 17-91 0 0,-2-1 32 0 0,-17 6-42 0 0,0 0 0 0 0,0 0 1 0 0,0 0-1 0 0,0 0 0 0 0,-1 1 1 0 0,1-1-1 0 0,0 0 0 0 0,0 0 1 0 0,0 0-1 0 0,0 1 0 0 0,-1-1 1 0 0,1 0-1 0 0,0 1 0 0 0,0-1 1 0 0,0 1-1 0 0,0 0 1 0 0,-1-1 0 0 0,1 0 0 0 0,-1 1 0 0 0,1-1 0 0 0,-1 1 0 0 0,0-1 0 0 0,1 1 0 0 0,-1-1 0 0 0,0 1 0 0 0,1-1 0 0 0,-1 1 0 0 0,0-1 0 0 0,1 1 1 0 0,-1 0-1 0 0,0-1 0 0 0,0 1 0 0 0,0-1 0 0 0,0 1 0 0 0,0 0 0 0 0,0 0 0 0 0,0 5 4 0 0,-1-1 1 0 0,0 0 0 0 0,0 0-1 0 0,0 0 1 0 0,-1 0-1 0 0,1-1 1 0 0,-1 1 0 0 0,-5 8-1 0 0,3-5-1 0 0,-1 0 1 0 0,-1 0-1 0 0,1-1 0 0 0,-10 9 0 0 0,-22 20 48 0 0,-84 59 0 0 0,-53 17 27 0 0,89-58-23 0 0,17-12-15 0 0,-72 49 94 0 0,44-28 16 0 0,43-29-4 0 0,-61 50 0 0 0,88-62-72 0 0,-1-2 0 0 0,-32 18-1 0 0,32-17-11 0 0,25-19 144 0 0,6-3-188 0 0,0 0 0 0 0,-1 0 0 0 0,1 0 1 0 0,0 0-1 0 0,-1 0 0 0 0,1-1 0 0 0,-1 1 0 0 0,1-1 0 0 0,-1 0 0 0 0,0 0 1 0 0,5-4-1 0 0,4-2 23 0 0,19-9 138 0 0,1 1-1 0 0,42-13 0 0 0,9-4 129 0 0,22-13 44 0 0,2 6 0 0 0,140-35 1 0 0,-73 29-231 0 0,128-27 50 0 0,-204 59-148 0 0,-82 13-15 0 0,0 1 0 0 0,0 0 0 0 0,-1 1-1 0 0,21 4 1 0 0,-33-5-10 0 0,1 1 0 0 0,-1 0 0 0 0,1 0 0 0 0,-1 0 0 0 0,0 1 0 0 0,7 3 0 0 0,0 4 0 0 0,-10-7 0 0 0,1 0 0 0 0,-1 0 0 0 0,1 0 0 0 0,-1 0 0 0 0,0 0 0 0 0,1 0 0 0 0,-1-1 0 0 0,0 1 0 0 0,0 0 0 0 0,-1 0 0 0 0,1 0 0 0 0,0 0 0 0 0,-1 0 0 0 0,1 0 0 0 0,-1 0 0 0 0,1-1 0 0 0,-1 1 0 0 0,0 0 0 0 0,0 0 0 0 0,0-1 0 0 0,-2 4 0 0 0,-1 1 0 0 0,0-1 0 0 0,0 1 0 0 0,-1-1 0 0 0,-9 9 0 0 0,-3-1 0 0 0,-26 16-1 0 0,-11 7 13 0 0,-102 77 52 0 0,-95 76 149 0 0,148-123-193 0 0,-14 11-24 0 0,66-42 35 0 0,36-26-9 0 0,0 1 0 0 0,1 0-1 0 0,-23 23 1 0 0,36-33-22 0 0,1 0 1 0 0,-1 0-1 0 0,1 1 0 0 0,0-1 1 0 0,-1 0-1 0 0,1 1 1 0 0,0-1-1 0 0,0 0 1 0 0,-1 1-1 0 0,1-1 0 0 0,0 0 1 0 0,0 1-1 0 0,-1-1 1 0 0,1 1-1 0 0,0-1 1 0 0,0 0-1 0 0,0 1 0 0 0,0-1 1 0 0,0 1-1 0 0,-1-1 1 0 0,1 1-1 0 0,0-1 0 0 0,0 0 1 0 0,0 2-1 0 0,1-1 0 0 0,0-1 0 0 0,0 1 0 0 0,1-1 0 0 0,-1 1 0 0 0,0-1 0 0 0,0 0 0 0 0,0 1 0 0 0,0-1 0 0 0,0 0 0 0 0,0 0 0 0 0,1 1 0 0 0,-1-1 0 0 0,2 0 0 0 0,21-1 0 0 0,9-3 34 0 0,0-2 1 0 0,0-2-1 0 0,50-18 0 0 0,-35 11 37 0 0,134-55 169 0 0,-13 3-85 0 0,-100 47-91 0 0,0 4 0 0 0,77-10 0 0 0,-115 22-23 0 0,-13 0-29 0 0,1 2 1 0 0,-1 0 0 0 0,0 1 0 0 0,0 1 0 0 0,29 3-1 0 0,-33 1-12 0 0,-13-3 0 0 0,-1-1 0 0 0,1 0 0 0 0,-1 1 0 0 0,1-1 0 0 0,-1 0 0 0 0,1 1 0 0 0,-1-1 0 0 0,0 1 0 0 0,1-1 0 0 0,-1 1 0 0 0,0-1 0 0 0,1 1 0 0 0,-1-1 0 0 0,0 1 0 0 0,1-1 0 0 0,-1 1 0 0 0,0-1 0 0 0,0 1 0 0 0,0 0 0 0 0,0 0 0 0 0,0 2 2 0 0,0-1 0 0 0,0 0-1 0 0,-1 1 1 0 0,0-1 0 0 0,1 1-1 0 0,-1-1 1 0 0,0 0 0 0 0,0 0 0 0 0,0 1-1 0 0,-1-1 1 0 0,1 0 0 0 0,0 0-1 0 0,-1 0 1 0 0,1 0 0 0 0,-4 2-1 0 0,-2 4 22 0 0,-1-1-1 0 0,-11 8 0 0 0,-87 63 55 0 0,-28 12-9 0 0,3-2-19 0 0,-119 114 15 0 0,175-144-64 0 0,-12 12 0 0 0,73-57 0 0 0,0 1 0 0 0,1 0 0 0 0,-20 28 0 0 0,33-41 1 0 0,-1 0-1 0 0,0 0 0 0 0,1 0 0 0 0,-1 0 1 0 0,0 0-1 0 0,1 0 0 0 0,-1 1 1 0 0,1-1-1 0 0,0 0 0 0 0,-1 0 0 0 0,1 0 1 0 0,0 0-1 0 0,0 1 0 0 0,0-1 0 0 0,0 0 1 0 0,0 0-1 0 0,0 0 0 0 0,0 1 1 0 0,0-1-1 0 0,0 0 0 0 0,0 0 0 0 0,1 2 1 0 0,0-1-3 0 0,0-1 1 0 0,1 1 0 0 0,-1 0 0 0 0,1-1 0 0 0,-1 1-1 0 0,1-1 1 0 0,-1 1 0 0 0,1-1 0 0 0,0 0 0 0 0,0 0-1 0 0,-1 0 1 0 0,3 1 0 0 0,3 1-3 0 0,-1 0-1 0 0,1 0 1 0 0,-1-1 0 0 0,1 0 0 0 0,0-1-1 0 0,0 0 1 0 0,0 0 0 0 0,0 0 0 0 0,0-1-1 0 0,7 0 1 0 0,12-2-11 0 0,34-6-1 0 0,-47 6 15 0 0,210-43 1 0 0,23-4 0 0 0,-113 23 0 0 0,37-6 0 0 0,-135 27 25 0 0,-23 3-4 0 0,0 0 0 0 0,-1 0 0 0 0,1 2 1 0 0,0-1-1 0 0,18 3 0 0 0,-9 1 6 0 0,-20-3-25 0 0,0 0 2 0 0,1 0-1 0 0,-1 1 1 0 0,0-1 0 0 0,0 0-1 0 0,0 0 1 0 0,1 1 0 0 0,-1-1 0 0 0,0 1-1 0 0,0-1 1 0 0,2 2 0 0 0,-2-1-8 0 0,0 1 0 0 0,0-1 0 0 0,0 1 0 0 0,0 0 1 0 0,0-1-1 0 0,0 1 0 0 0,0 0 0 0 0,-1-1 0 0 0,1 1 1 0 0,-1 0-1 0 0,1 0 0 0 0,-1 0 0 0 0,0-1 0 0 0,0 1 1 0 0,0 0-1 0 0,0 0 0 0 0,0 0 0 0 0,0 0 0 0 0,0 0 1 0 0,0-1-1 0 0,-1 1 0 0 0,1 0 0 0 0,-1 0 0 0 0,0 0 1 0 0,1-1-1 0 0,-2 3 0 0 0,0 1-9 0 0,0 0 0 0 0,-1 0-1 0 0,0 0 1 0 0,0 0 0 0 0,0-1 0 0 0,0 1 0 0 0,-1-1 0 0 0,-4 5-1 0 0,-87 71 14 0 0,-120 83 166 0 0,51-43 38 0 0,132-94-170 0 0,1 2 0 0 0,-52 60 0 0 0,63-61-34 0 0,1-4 0 0 0</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09:42:31.775"/>
    </inkml:context>
    <inkml:brush xml:id="br0">
      <inkml:brushProperty name="width" value="0.2" units="cm"/>
      <inkml:brushProperty name="height" value="0.4" units="cm"/>
      <inkml:brushProperty name="color" value="#FF2500"/>
      <inkml:brushProperty name="tip" value="rectangle"/>
      <inkml:brushProperty name="rasterOp" value="maskPen"/>
    </inkml:brush>
  </inkml:definitions>
  <inkml:trace contextRef="#ctx0" brushRef="#br0">211 399 3191 0 0,'3'-2'20'0'0,"-1"1"-1"0"0,1-1 0 0 0,0 0 1 0 0,-1 0-1 0 0,1 0 0 0 0,-1 0 0 0 0,0-1 1 0 0,1 1-1 0 0,1-3 0 0 0,9-10 71 0 0,-4 8-83 0 0,1 0 0 0 0,-1 1 0 0 0,1 0 0 0 0,17-7 0 0 0,10-5-13 0 0,85-57 711 0 0,34-19 414 0 0,-117 72-919 0 0,1 2 0 0 0,77-27 0 0 0,-113 46-199 0 0,33-11 35 0 0,1 2 1 0 0,0 2-1 0 0,44-5 1 0 0,-61 11 16 0 0,-17 3-33 0 0,-2 0 26 0 0,-5 11 46 0 0,2-10-75 0 0,0 0-1 0 0,0 0 1 0 0,0 0 0 0 0,0 0 0 0 0,-1 0 0 0 0,1 0 0 0 0,-1-1 0 0 0,0 1 0 0 0,1-1-1 0 0,-1 1 1 0 0,0-1 0 0 0,0 1 0 0 0,0-1 0 0 0,-3 1 0 0 0,0 2 20 0 0,-46 34 287 0 0,-73 72 0 0 0,73-62-194 0 0,-1-1-84 0 0,-65 62 50 0 0,29-27-52 0 0,36-36-24 0 0,23-21-20 0 0,0-2 0 0 0,-1-1 0 0 0,-42 23 0 0 0,-87 59 60 0 0,132-85-56 0 0,-1 2-4 0 0,1 1 0 0 0,0 2 0 0 0,-23 27 0 0 0,44-42 0 0 0,9-5 0 0 0,5-2 0 0 0,-4-2 3 0 0,0 0-1 0 0,1 0 0 0 0,-1 0 0 0 0,0 0 0 0 0,0 0 0 0 0,1-1 1 0 0,-1 0-1 0 0,0 0 0 0 0,6-2 0 0 0,38-19 36 0 0,-15 7-26 0 0,90-31-12 0 0,29-12 0 0 0,-107 38 0 0 0,55-33 0 0 0,-62 31 0 0 0,0 1 0 0 0,2 2 0 0 0,66-22 0 0 0,47-9 0 0 0,-38 11-5 0 0,1-1 74 0 0,-96 35-69 0 0,-15 6 0 0 0,-1 1 0 0 0,-4-2 0 0 0,1 0 0 0 0,-1 0 0 0 0,1 0 0 0 0,-1 0 0 0 0,1 0 0 0 0,-1 0 0 0 0,1 0 0 0 0,-1 0 0 0 0,1 1 0 0 0,-1-1 0 0 0,1 0 0 0 0,-1 0 0 0 0,1 1 0 0 0,-1-1 0 0 0,1 0 0 0 0,-1 1 0 0 0,0-1 0 0 0,1 1 0 0 0,0 1-2 0 0,-1-1 0 0 0,1 1 1 0 0,-1 0-1 0 0,0-1 0 0 0,1 1 0 0 0,-1 0 0 0 0,0 0 0 0 0,0 0 0 0 0,-1-1 0 0 0,1 1 0 0 0,0 0 0 0 0,0 0 0 0 0,-1-1 0 0 0,1 1 0 0 0,-1 0 0 0 0,0-1 0 0 0,1 1 0 0 0,-1 0 0 0 0,0-1 0 0 0,-2 3 0 0 0,-23 33-34 0 0,24-34 41 0 0,-27 28-5 0 0,-1 0 0 0 0,-57 43 0 0 0,62-54 0 0 0,-14 12 0 0 0,-128 112 0 0 0,83-60 0 0 0,72-73 0 0 0,12-11 0 0 0,0 0 0 0 0,-1 0 0 0 0,1 0 0 0 0,0 0 0 0 0,0 1 0 0 0,-1-1 0 0 0,1 0 0 0 0,0 0 0 0 0,0 0 0 0 0,0 0 0 0 0,-1 1 0 0 0,1-1 0 0 0,0 0 0 0 0,0 0 0 0 0,0 1 0 0 0,0-1 0 0 0,-1 0 0 0 0,1 0 0 0 0,0 1 0 0 0,0-1 0 0 0,0 0 0 0 0,0 0 0 0 0,0 1 0 0 0,0-1 0 0 0,0 0 0 0 0,0 1 0 0 0,0-1 0 0 0,0 0 0 0 0,0 0 0 0 0,0 1 0 0 0,0-1 0 0 0,2 1 0 0 0,1-1 0 0 0,-1 1 0 0 0,0-1 0 0 0,1 0 0 0 0,-1 0 0 0 0,1 0 0 0 0,-1 0 0 0 0,1 0 0 0 0,-1-1 0 0 0,1 1 0 0 0,-1-1 0 0 0,5-1 0 0 0,36-14 0 0 0,-38 14 0 0 0,117-51 0 0 0,-11 4 0 0 0,-20 14 0 0 0,83-37 0 0 0,-36 9 0 0 0,-119 54 2 0 0,1 2-1 0 0,-1 0 1 0 0,1 1-1 0 0,0 0 1 0 0,1 2 0 0 0,24-2-1 0 0,-39 4 10 0 0,-4 2-8 0 0,0 0-1 0 0,0 0 1 0 0,0 0-1 0 0,0 0 1 0 0,1 0-1 0 0,-1 1 1 0 0,0-1-1 0 0,0 0 1 0 0,0 1-1 0 0,3 1 1 0 0,0 0-62 0 0,7 6 44 0 0,-11-7 15 0 0,-1 0 0 0 0,1 0 0 0 0,0 0 0 0 0,0-1 0 0 0,-1 1 0 0 0,1 0 0 0 0,-1 0 0 0 0,1 0 0 0 0,-1 0 0 0 0,1 0 0 0 0,0 2 0 0 0,0 2 2 0 0,-1-1-1 0 0,1 0 0 0 0,-1 0 0 0 0,0 1 0 0 0,0-1 1 0 0,-1 0-1 0 0,1 1 0 0 0,-1-1 0 0 0,0 0 1 0 0,0 0-1 0 0,0 0 0 0 0,-1 0 0 0 0,0 0 0 0 0,-3 6 1 0 0,-3 4 16 0 0,-1 0 0 0 0,-16 19 0 0 0,13-18-16 0 0,-56 69 62 0 0,54-67-37 0 0,-19 17 1 0 0,-6 8-30 0 0,19-19 3 0 0,-31 38-3 0 0,44-51 5 0 0,0 0-1 0 0,1 0 0 0 0,0 1 1 0 0,-6 14-1 0 0,11-23-311 0 0</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09:42:41.287"/>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1 5 1807 0 0,'0'0'83'0'0,"2"0"-6"0"0,27 2-61 0 0,-11-3 28 0 0,20 2 142 0 0,-34-1-41 0 0,0 0 0 0 0,1-1 0 0 0,-1 1 0 0 0,7-2 0 0 0,-6 0 157 0 0,0 1 0 0 0,0 1 0 0 0,0-1 0 0 0,8 1-1 0 0,13 4 301 0 0,-11-2-577 0 0,3 0 25 0 0,-14 0-47 0 0,-3-2 1 0 0,0 1 0 0 0,0-1 0 0 0,0 1 0 0 0,0-1 0 0 0,1 1 0 0 0,-1-1 0 0 0,0 0 0 0 0,0 1 0 0 0,0-1 0 0 0,1 0 0 0 0,-1 0 0 0 0,0 0 0 0 0,0 0 0 0 0,3-1 0 0 0,12 2 16 0 0,-14-3 2 0 0,3 2 2 0 0,28 6-14 0 0,-19-4-10 0 0,-2 4 0 0 0,-6-1 16 0 0,1-1 0 0 0,0 0 0 0 0,1 0 0 0 0,-1 0-1 0 0,14 4 1 0 0,-14-7 14 0 0,0 0-1 0 0,0-1 1 0 0,0 1-1 0 0,14-2 1 0 0,17 0-1 0 0,-23 1-29 0 0,-1 0 0 0 0,0 3 0 0 0,0 2 11 0 0,0-1 32 0 0,-6-2-22 0 0,-1 0 0 0 0,0-1 1 0 0,0 0-1 0 0,1 0 1 0 0,-1 0-1 0 0,8-2 0 0 0,12 2 83 0 0,-20 0-81 0 0,28-2 61 0 0,32 1-10 0 0,-52 3-74 0 0,7 1-3 0 0,-10 0 36 0 0,1 0 1 0 0,2 2-34 0 0,-1-2 0 0 0,-6-2 0 0 0,1-1 0 0 0,-1 0 0 0 0,13 0 0 0 0,-3 0 0 0 0,-10 0 4 0 0,0 0-1 0 0,0-1 0 0 0,15-1 0 0 0,-19 1 39 0 0,0-1 0 0 0,0 1-1 0 0,0 0 1 0 0,-1 0-1 0 0,1 1 1 0 0,5 0-1 0 0,37 5 287 0 0,-41-6-313 0 0,0 1-1 0 0,0 0 0 0 0,-1 0 0 0 0,9 4 0 0 0,2 0 41 0 0,-8-3-44 0 0,30 6 71 0 0,-27-7-63 0 0,0 1 0 0 0,14-1-1 0 0,38-7-10 0 0,-2-4 421 0 0,146-5 256 0 0,-199 14-666 0 0,15 1-20 0 0,54-7-182 0 0,-56 2 183 0 0,3 1 0 0 0,85-3 64 0 0,-86 5-31 0 0,-22 2-28 0 0,38 6 29 0 0,-36-6-33 0 0,6 1 9 0 0,-1-1 1 0 0,0 0 0 0 0,1 0-1 0 0,-1-1 1 0 0,13-2-1 0 0,-12 2 24 0 0,0 0 0 0 0,0-1 0 0 0,12-3 0 0 0,-3 0 77 0 0,19-2 308 0 0,-19 3-177 0 0,1 0 0 0 0,33-1 0 0 0,-46 5-220 0 0,20 1 74 0 0,-5 2-87 0 0,-16-1-6 0 0,0 1-6 0 0,15 1-8 0 0,-14-3-14 0 0,21 1-10 0 0,-18-3 42 0 0,0 0-1 0 0,0 0 1 0 0,0 0-1 0 0,0-1 1 0 0,0-1-1 0 0,12-5 1 0 0,18-5 11 0 0,-33 11-18 0 0,17 0 0 0 0,-17 2 0 0 0,25-5 11 0 0,-25 4 1 0 0,19 0 40 0 0,-14 2-19 0 0,-7 1-30 0 0,-1-1-1 0 0,0 1 1 0 0,1-1-1 0 0,-1 0 1 0 0,1 1-1 0 0,-1-1 1 0 0,5 1-1 0 0,4 2 11 0 0,0 0 0 0 0,1-1-1 0 0,-1 0 1 0 0,23 3 0 0 0,-30-5-13 0 0,1 0 8 0 0,20-4 38 0 0,22-4 18 0 0,-13 3-54 0 0,-8 3-10 0 0,18-4 0 0 0,-20 4 34 0 0,0 2 0 0 0,0 0 0 0 0,35 8 0 0 0,-55-8-34 0 0,0 0 0 0 0,1 0 0 0 0,-1-1 0 0 0,1 1 0 0 0,-1-1 0 0 0,0 0 0 0 0,6-1 0 0 0,2 0 0 0 0,1 1 0 0 0,-1-1 0 0 0,0 0 0 0 0,0-1 0 0 0,19-6 0 0 0,-3 1 0 0 0,63-10 64 0 0,-86 16-64 0 0,-1 0 0 0 0,1 1 0 0 0,0 0 0 0 0,7 0 0 0 0,16 0 0 0 0,-15 2 0 0 0,-7-1 0 0 0,-1 0 0 0 0,1-1 0 0 0,0 1 0 0 0,10-1 0 0 0,87-2 168 0 0,-77-1-88 0 0,2 1-80 0 0,32-5-72 0 0,-58 7 72 0 0,1-1 0 0 0,-1 1 0 0 0,1 0 0 0 0,-1 0 0 0 0,1 0 0 0 0,-1 0 0 0 0,1 0 0 0 0,-1 0 0 0 0,1 1 0 0 0,3 1 0 0 0,-3-1 0 0 0,0 0 0 0 0,1 0 0 0 0,-1-1 0 0 0,0 1 0 0 0,1-1 0 0 0,-1 1 0 0 0,5-1 0 0 0,1 1 0 0 0,-4 0 0 0 0,-1-1 0 0 0,0 0 0 0 0,1 0 0 0 0,-1 0 0 0 0,1 0 0 0 0,6-2 0 0 0,7 0 5 0 0,115-10 44 0 0,-104 12-39 0 0,-24-1-15 0 0,0 1 1 0 0,-1 0-1 0 0,1 1 0 0 0,0-1 0 0 0,0 1 0 0 0,-1 0 0 0 0,1 1 0 0 0,5 1 0 0 0,9 2-15 0 0,12 0 20 0 0,-28-4 0 0 0,-1 0 0 0 0,1 0 0 0 0,0-1 0 0 0,0 0 0 0 0,0 1 0 0 0,0-1 0 0 0,0 0 0 0 0,0-1 0 0 0,0 1 0 0 0,0 0 0 0 0,3-2 0 0 0,5 0 0 0 0,28-2 0 0 0,-1 2 11 0 0,76-3 42 0 0,-83 5-53 0 0,0 2 0 0 0,-14-2 0 0 0,-10 0 0 0 0,15 7 0 0 0,20 6 0 0 0,-28-10 0 0 0,36 7 0 0 0,-38-9 0 0 0,2 1 0 0 0,7-4 0 0 0,2 4 0 0 0,-18 0 0 0 0,21-2 0 0 0,7-2 0 0 0,-17 1 0 0 0,-1 1 0 0 0,32 6 0 0 0,-28-5 94 0 0,-14 0-72 0 0,17 10-892 0 0</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09:42:43.744"/>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856 1 919 0 0,'-2'1'67'0'0,"-108"84"2855"0"0,86-67-3079 0 0,-121 111 306 0 0,93-81-79 0 0,-125 127 824 0 0,92-89 241 0 0,10-13 253 0 0,-110 82 1152 0 0,197-168-2069 0 0,-3 4-355 0 0,70-72 484 0 0,101-113-535 0 0,-133 150-50 0 0,2 2-1 0 0,62-40 1 0 0,130-58-15 0 0,11 17 0 0 0,-233 115-23 0 0,0 0 1 0 0,30-7-1 0 0,-37 12 8 0 0,-1 1 0 0 0,0 1 0 0 0,1-1 1 0 0,-1 2-1 0 0,21 0 0 0 0,-31 0 9 0 0,-1 0-1 0 0,0 0 1 0 0,1 0-1 0 0,-1 0 1 0 0,1 0-1 0 0,-1 0 1 0 0,1 0-1 0 0,-1 0 1 0 0,1 0-1 0 0,-1 1 1 0 0,1-1 0 0 0,-1 0-1 0 0,0 0 1 0 0,1 0-1 0 0,-1 1 1 0 0,1-1-1 0 0,-1 0 1 0 0,0 0-1 0 0,1 1 1 0 0,-1-1-1 0 0,0 0 1 0 0,1 1 0 0 0,-1-1-1 0 0,0 0 1 0 0,0 1-1 0 0,1-1 1 0 0,-1 1-1 0 0,0-1 1 0 0,0 0-1 0 0,1 1 1 0 0,-1-1-1 0 0,0 1 1 0 0,-4 12-129 0 0,3-11 147 0 0,-6 11-87 0 0,-2 0 0 0 0,0 0 0 0 0,0-1 0 0 0,-20 20-1 0 0,4-4 37 0 0,-177 230-202 0 0,69-92 119 0 0,94-121 105 0 0,17-21 17 0 0,-37 30 0 0 0,36-34 37 0 0,-31 35 1 0 0,53-53 91 0 0,4-4-6 0 0,9-4-2 0 0,0 0 0 0 0,20-16 0 0 0,1 0 12 0 0,-6 5-39 0 0,0-2-1 0 0,27-26 1 0 0,44-50 2 0 0,-68 65-77 0 0,31-29 8 0 0,115-84-1 0 0,-129 111-35 0 0,0 2 0 0 0,3 2 0 0 0,0 2 0 0 0,1 2 0 0 0,2 3 0 0 0,0 2 0 0 0,89-19 0 0 0,-135 35 9 0 0,23 0 0 0 0,-16 4 0 0 0,-12 0-2 0 0,-1-1 0 0 0,0 1 0 0 0,0-1 0 0 0,0 1 0 0 0,0 0 0 0 0,0-1 0 0 0,-1 1-1 0 0,1 0 1 0 0,0 0 0 0 0,0 0 0 0 0,0 0 0 0 0,-1-1 0 0 0,1 1 0 0 0,0 0 0 0 0,-1 0 0 0 0,1 0-1 0 0,-1 0 1 0 0,1 1 0 0 0,-1-1 0 0 0,1 0 0 0 0,-1 0 0 0 0,0 0 0 0 0,0 0 0 0 0,0 0 0 0 0,1 1-1 0 0,-1-1 1 0 0,0 0 0 0 0,0 0 0 0 0,-1 0 0 0 0,1 0 0 0 0,0 1 0 0 0,0-1 0 0 0,0 0 0 0 0,-1 0-1 0 0,0 1 1 0 0,-1 5-18 0 0,0 0 0 0 0,-1 0 0 0 0,0-1 0 0 0,-5 9 0 0 0,-23 32-56 0 0,-1-2-1 0 0,-60 65 1 0 0,43-55 28 0 0,-47 47-12 0 0,9-11 35 0 0,49-47-13 0 0,-137 170 22 0 0,162-195 17 0 0,7-12 0 0 0,1 1 0 0 0,-1 0 0 0 0,1 1 0 0 0,1-1 0 0 0,0 1 0 0 0,0 0-1 0 0,0 0 1 0 0,1 0 0 0 0,1 0 0 0 0,-4 18 0 0 0,6-24 54 0 0,3-3 17 0 0,2 1-42 0 0,0 0 1 0 0,0-1-1 0 0,1 0 0 0 0,-1 0 1 0 0,0 0-1 0 0,0-1 1 0 0,0 0-1 0 0,0 0 1 0 0,1 0-1 0 0,-1 0 0 0 0,-1-1 1 0 0,1 0-1 0 0,8-4 1 0 0,6-5 89 0 0,0 0 0 0 0,17-16 1 0 0,-7 6-64 0 0,188-105 232 0 0,-24 15-128 0 0,7-6-267 0 0,-175 103 116 0 0,-13 7-19 0 0,-1 1 0 0 0,1 0 0 0 0,0 0 0 0 0,0 2-1 0 0,0 0 1 0 0,1 0 0 0 0,18-3 0 0 0,-9 4-6 0 0,-10 1-9 0 0,1 1 1 0 0,-1 0 0 0 0,15 1 0 0 0,-24 1 10 0 0,0-1-1 0 0,0 0 1 0 0,0 1-1 0 0,0 0 1 0 0,0 0-1 0 0,0 0 1 0 0,0 0-1 0 0,0 0 1 0 0,0 0-1 0 0,0 1 1 0 0,-1 0-1 0 0,1-1 1 0 0,-1 1-1 0 0,1 0 1 0 0,-1 0-1 0 0,1 0 1 0 0,1 3-1 0 0,-2-2-15 0 0,-1-1 0 0 0,0 1 0 0 0,1 0 0 0 0,-1 0-1 0 0,0-1 1 0 0,-1 1 0 0 0,1 0 0 0 0,0 0 0 0 0,-1 0 0 0 0,1 0-1 0 0,-1 0 1 0 0,0 0 0 0 0,0 0 0 0 0,0 0 0 0 0,-1 0 0 0 0,1 0-1 0 0,-1-1 1 0 0,1 1 0 0 0,-1 0 0 0 0,0 0 0 0 0,0 0-1 0 0,-2 3 1 0 0,-3 6-31 0 0,1-1 0 0 0,-2 1 1 0 0,-13 17-1 0 0,-32 39-88 0 0,-34 48 134 0 0,4 17-113 0 0,31-48 62 0 0,44-74 65 0 0,1-1 0 0 0,1 1 0 0 0,0 0 0 0 0,0 0 0 0 0,1 0 0 0 0,-2 13 0 0 0,1 0 0 0 0,6-19 0 0 0,1-1 0 0 0,-2-1 2 0 0,1 0-1 0 0,0 0 1 0 0,0 0-1 0 0,0 0 1 0 0,0 0-1 0 0,2 3 1 0 0,-3-5 2 0 0,1-1-1 0 0,-1 1 1 0 0,0 0-1 0 0,0-1 1 0 0,1 1 0 0 0,-1-1-1 0 0,1 1 1 0 0,-1-1-1 0 0,0 1 1 0 0,1-1 0 0 0,-1 1-1 0 0,1-1 1 0 0,-1 0 0 0 0,1 1-1 0 0,-1-1 1 0 0,1 1-1 0 0,3-1 24 0 0,0-1-1 0 0,0 1 1 0 0,-1 0 0 0 0,1-1-1 0 0,0 0 1 0 0,-1 0-1 0 0,1 0 1 0 0,6-4-1 0 0,1 1 31 0 0,5-3 28 0 0,1-1-1 0 0,-1-1 0 0 0,23-16 0 0 0,0 0 35 0 0,31-14-33 0 0,1 2-1 0 0,105-37 0 0 0,-164 70-38 0 0,1 0 0 0 0,0 0 1 0 0,16-1-1 0 0,-26 4-97 0 0,0 1 1 0 0,0 0-1 0 0,1-1 0 0 0,-1 1 1 0 0,0 1-1 0 0,1-1 1 0 0,-1 0-1 0 0,0 1 1 0 0,0 0-1 0 0,1-1 0 0 0,-1 1 1 0 0,0 0-1 0 0,0 1 1 0 0,0-1-1 0 0,0 1 1 0 0,0-1-1 0 0,0 1 1 0 0,4 3-1 0 0</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2:51:27.416"/>
    </inkml:context>
    <inkml:brush xml:id="br0">
      <inkml:brushProperty name="width" value="0.4" units="cm"/>
      <inkml:brushProperty name="height" value="0.8" units="cm"/>
      <inkml:brushProperty name="color" value="#00F900"/>
      <inkml:brushProperty name="tip" value="rectangle"/>
      <inkml:brushProperty name="rasterOp" value="maskPen"/>
    </inkml:brush>
  </inkml:definitions>
  <inkml:trace contextRef="#ctx0" brushRef="#br0">1 24 1375 0 0,'0'0'2736'0'0,"25"-3"-2104"0"0,-10 3-464 0 0,-3-6-104 0 0,-1-1-64 0 0,2 0-80 0 0</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2:51:28.530"/>
    </inkml:context>
    <inkml:brush xml:id="br0">
      <inkml:brushProperty name="width" value="0.4" units="cm"/>
      <inkml:brushProperty name="height" value="0.8" units="cm"/>
      <inkml:brushProperty name="color" value="#00F900"/>
      <inkml:brushProperty name="tip" value="rectangle"/>
      <inkml:brushProperty name="rasterOp" value="maskPen"/>
    </inkml:brush>
  </inkml:definitions>
  <inkml:trace contextRef="#ctx0" brushRef="#br0">0 1050 7135 0 0,'2'-1'1730'0'0,"118"-86"-198"0"0,-32 30-1323 0 0,163-96 939 0 0,-171 108-615 0 0,86-63-1 0 0,-2 2-234 0 0,-63 42-88 0 0,-13 13 24 0 0,137-59-1 0 0,-173 86-176 0 0,85-43 56 0 0,69-29 53 0 0,-71 46-20 0 0,-108 42-98 0 0,0 1 0 0 0,1 1 0 0 0,31-2 1 0 0,-48 7-2 0 0,0 1 0 0 0,19 1 0 0 0,-29-1-45 0 0,0 0 0 0 0,-1 1 1 0 0,1-1-1 0 0,0 0 0 0 0,-1 1 0 0 0,1-1 1 0 0,0 1-1 0 0,-1-1 0 0 0,1 1 1 0 0,-1-1-1 0 0,1 1 0 0 0,-1 0 0 0 0,0-1 1 0 0,1 1-1 0 0,-1 0 0 0 0,1-1 0 0 0,-1 1 1 0 0,0 0-1 0 0,0-1 0 0 0,1 1 0 0 0,-1 1 1 0 0,1 0 0 0 0,0 2-14 0 0,0-1-1 0 0,0 1 0 0 0,0 0 1 0 0,0 0-1 0 0,0 0 1 0 0,-1 0-1 0 0,0 0 0 0 0,0 0 1 0 0,0 0-1 0 0,0 0 1 0 0,-1 0-1 0 0,1 0 0 0 0,-1-1 1 0 0,0 1-1 0 0,-3 7 1 0 0,-2 5-92 0 0,-1 0 0 0 0,-13 20 1 0 0,7-13 29 0 0,-72 117-531 0 0,24-41 350 0 0,-90 154-284 0 0,-151 268 295 0 0,251-434 237 0 0,-64 80 0 0 0,71-106 7 0 0,-42 68-1 0 0,-72 144 0 0 0,-44 150 0 0 0,195-407-5 0 0,-51 127-356 0 0,50-121 285 0 0,2 0 1 0 0,1 1-1 0 0,0 0 1 0 0,-1 37-1 0 0,6-53-8 0 0,0 0 0 0 0,1 1 0 0 0,-1-1-1 0 0,2 0 1 0 0,3 14 0 0 0,-4-17 24 0 0,1-1-1 0 0,-1 0 1 0 0,1 0 0 0 0,0 0 0 0 0,0 0-1 0 0,0 0 1 0 0,3 3 0 0 0,1 1-39 0 0,-3-3 58 0 0,0 0 0 0 0,1-1 0 0 0,0 0 0 0 0,0 0 0 0 0,0 0 1 0 0,0 0-1 0 0,0 0 0 0 0,0-1 0 0 0,1 0 0 0 0,-1 0 0 0 0,1 0 0 0 0,-1 0 0 0 0,1-1 1 0 0,0 0-1 0 0,0 0 0 0 0,6 1 0 0 0,2-1 6 0 0,0 0 0 0 0,0-1 0 0 0,0 0 0 0 0,1-1-1 0 0,12-3 1 0 0,25-8 90 0 0,0-2 0 0 0,88-38 0 0 0,-21 7 191 0 0,383-156 1031 0 0,-166 71-820 0 0,-107 45-418 0 0,-4 2 79 0 0,-29 26 76 0 0,-134 42-74 0 0,-57 13-103 0 0,0 1-1 0 0,-1 1 1 0 0,1-1-1 0 0,0 1 0 0 0,0-1 1 0 0,0 1-1 0 0,0 0 1 0 0,0 0-1 0 0,0 1 0 0 0,0-1 1 0 0,0 1-1 0 0,-1 0 1 0 0,1 0-1 0 0,0 0 0 0 0,0 1 1 0 0,-1-1-1 0 0,1 1 1 0 0,-1 0-1 0 0,6 4 0 0 0,1 4 58 0 0,-8-7-78 0 0,-1 1 0 0 0,0-1 0 0 0,0 0 0 0 0,0 0 0 0 0,-1 1 0 0 0,1-1 1 0 0,-1 1-1 0 0,1-1 0 0 0,-1 0 0 0 0,0 1 0 0 0,-1-1 0 0 0,1 1 0 0 0,0-1 0 0 0,-1 1 1 0 0,0-1-1 0 0,0 0 0 0 0,0 0 0 0 0,0 1 0 0 0,-4 5 0 0 0,-2 6-16 0 0,-1-1 0 0 0,-17 24 0 0 0,-128 150-33 0 0,50-65-174 0 0,74-87 168 0 0,-168 205-395 0 0,-14-13 295 0 0,-111 114 159 0 0,31 1-76 0 0,213-256 69 0 0,47-55-313 0 0,2 2 0 0 0,-47 69-1 0 0,71-96 172 0 0,1 0-1 0 0,1 1 1 0 0,-1-1-1 0 0,1 1 0 0 0,0 0 1 0 0,1 0-1 0 0,0 0 1 0 0,0 0-1 0 0,0 13 0 0 0,2-21 112 0 0,0 1 0 0 0,0 0 0 0 0,0 0 0 0 0,1 0 0 0 0,-1 0 0 0 0,0 0 0 0 0,1-1-1 0 0,-1 1 1 0 0,0 0 0 0 0,1 0 0 0 0,-1 0 0 0 0,1-1 0 0 0,-1 1 0 0 0,1 0 0 0 0,-1 0 0 0 0,1-1 0 0 0,0 1-1 0 0,-1-1 1 0 0,1 1 0 0 0,1 0 0 0 0,0 1-86 0 0,1 1 36 0 0,1-1 1 0 0,0 0-1 0 0,-1 0 0 0 0,1 0 0 0 0,0 0 0 0 0,0-1 0 0 0,0 1 0 0 0,0-1 0 0 0,0 0 0 0 0,0 0 1 0 0,0-1-1 0 0,0 1 0 0 0,1-1 0 0 0,-1 0 0 0 0,0 0 0 0 0,5 0 0 0 0,10-2-197 0 0,0-1 0 0 0,20-5-1 0 0,-36 7 260 0 0,53-13-16 0 0,62-26 0 0 0,50-30 353 0 0,-40 15-66 0 0,170-58 269 0 0,508-171 1188 0 0,-767 272-1624 0 0,-7 2 68 0 0,44-7 0 0 0,-66 15-81 0 0,0 1 0 0 0,0 0 1 0 0,0 1-1 0 0,0 0 0 0 0,0 1 1 0 0,0 0-1 0 0,0 0 0 0 0,19 6 1 0 0,-27-6-58 0 0,1 0 1 0 0,-1 0-1 0 0,1 0 1 0 0,-1 0-1 0 0,1 0 1 0 0,-1 1-1 0 0,0-1 1 0 0,0 1 0 0 0,0 0-1 0 0,0-1 1 0 0,0 1-1 0 0,0 0 1 0 0,0 0-1 0 0,0 1 1 0 0,-1-1-1 0 0,1 0 1 0 0,0 3-1 0 0,0-2 15 0 0,-1 1 0 0 0,0 0-1 0 0,0-1 1 0 0,0 1 0 0 0,0 0 0 0 0,-1 0-1 0 0,0-1 1 0 0,0 1 0 0 0,0 0-1 0 0,-1 7 1 0 0,-2 5 44 0 0,-1-1 0 0 0,0 0 0 0 0,-1 0 0 0 0,-12 25 0 0 0,-4 1-42 0 0,-42 63 0 0 0,-36 33 65 0 0,75-103-71 0 0,-69 84-366 0 0,-170 168 1 0 0,208-232-3128 0 0</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2:51:36.485"/>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1727 695 1263 0 0,'-21'17'74'0'0,"17"-13"-74"0"0,1-1 0 0 0,-1 0 0 0 0,0 0-1 0 0,0-1 1 0 0,0 1 0 0 0,-1-1 0 0 0,-8 4-1 0 0,3-3 16 0 0,1 2-1 0 0,-1-1 0 0 0,1 1 1 0 0,0 1-1 0 0,-14 10 0 0 0,-39 39 80 0 0,29-24-20 0 0,-30 26 194 0 0,-82 68-58 0 0,109-98-92 0 0,-7 6 181 0 0,-78 45 0 0 0,57-42-64 0 0,32-17-166 0 0,-42 19 1 0 0,69-35-62 0 0,-22 8-6 0 0,23-9-2 0 0,-2 1 0 0 0,-15-3 0 0 0,5-1 0 0 0,5-3 14 0 0,10 3-9 0 0,1 1-1 0 0,-1-1 1 0 0,0 0 0 0 0,0 1 0 0 0,1-1 0 0 0,-1 0-1 0 0,1 1 1 0 0,-1-1 0 0 0,0 0 0 0 0,1 0-1 0 0,-1 1 1 0 0,1-1 0 0 0,0 0 0 0 0,-1 0 0 0 0,1 0-1 0 0,0 0 1 0 0,-1 0 0 0 0,1 0 0 0 0,0 0 0 0 0,0-1-1 0 0,-1-17 60 0 0,1 17-42 0 0,1-5 94 0 0,0 0 0 0 0,0 0 0 0 0,1 0-1 0 0,0 1 1 0 0,0-1 0 0 0,0 0-1 0 0,1 1 1 0 0,6-9 0 0 0,-1-3-14 0 0,140-296 333 0 0,-58 157-228 0 0,-10 21 318 0 0,-65 105 2 0 0,-1-1-1 0 0,-1-1 1 0 0,-2 0 0 0 0,9-50-1 0 0,-4 13-114 0 0,4-26-305 0 0,-17 79-188 0 0,-2-1 1 0 0,0 1 0 0 0,-2-29 0 0 0,-3 11-238 0 0,0 23 172 0 0,1 8 120 0 0,0 1 0 0 0,0 0 1 0 0,-1 0-1 0 0,-6-5 1 0 0,5 4 17 0 0,3 3 26 0 0,-1 0 1 0 0,1 0 0 0 0,0 0-1 0 0,0 0 1 0 0,0 0 0 0 0,0 1 0 0 0,-1-1-1 0 0,1 1 1 0 0,0 0 0 0 0,-4-1-1 0 0,1 1 19 0 0,-5-1-36 0 0,0 1 0 0 0,0 1 1 0 0,0 0-1 0 0,0 0 0 0 0,0 1 0 0 0,0 0 0 0 0,0 0 0 0 0,1 1 0 0 0,-1 1 0 0 0,1 0 0 0 0,0 0 0 0 0,-13 8 0 0 0,-5 5-97 0 0,2 1 0 0 0,-40 36 0 0 0,-49 56 58 0 0,22-21 22 0 0,47-46 132 0 0,-86 60 0 0 0,-19-19 29 0 0,148-83-146 0 0,-73 33-15 0 0,42-20-6 0 0,-33 20 0 0 0,-38 33-12 0 0,66-46-265 0 0,29-17 7 0 0,1 1-1 0 0,0-1 1 0 0,0 1-1 0 0,-11 9 0 0 0,7-2-274 0 0,-15 12-1023 0 0,15-33 1585 0 0,8 1 245 0 0,3 6-31 0 0,2-1-8 0 0,4-32-255 0 0,2 15-260 0 0</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2:51:36.878"/>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257 0 455 0 0,'-22'15'0'0'0,"8"-2"0"0"0,-1 1 0 0 0,-3 1 0 0 0,0-1 280 0 0,0 1 8 0 0,0 1 8 0 0,-1 1 0 0 0,-1-1-232 0 0,0 0-64 0 0,-2 3 0 0 0,-1 1 0 0 0,-6 2-64 0 0</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2:51:45.641"/>
    </inkml:context>
    <inkml:brush xml:id="br0">
      <inkml:brushProperty name="width" value="0.3" units="cm"/>
      <inkml:brushProperty name="height" value="0.6" units="cm"/>
      <inkml:brushProperty name="color" value="#00FDFF"/>
      <inkml:brushProperty name="tip" value="rectangle"/>
      <inkml:brushProperty name="rasterOp" value="maskPen"/>
    </inkml:brush>
  </inkml:definitions>
  <inkml:trace contextRef="#ctx0" brushRef="#br0">0 1560 7775 0 0,'0'0'867'0'0,"2"-1"-648"0"0,5-2-82 0 0,-1-1 0 0 0,0 1 1 0 0,0-1-1 0 0,0-1 0 0 0,9-8 1 0 0,28-32-163 0 0,-21 21 52 0 0,51-62-117 0 0,12-14 142 0 0,-42 62 307 0 0,2 1-1 0 0,53-34 1 0 0,-17 13-62 0 0,32-35-122 0 0,-32 25-109 0 0,25-23-117 0 0,19-15-31 0 0,85-54 70 0 0,107-85-59 0 0,-98 76 87 0 0,-130 107 123 0 0,-20 15-134 0 0,-62 41-5 0 0,1 1 0 0 0,17-8 0 0 0,-25 13-1 0 0,1-1 1 0 0,-1 1-1 0 0,1 0 0 0 0,0-1 0 0 0,-1 1 0 0 0,1 0 0 0 0,0 0 0 0 0,-1-1 0 0 0,1 1 0 0 0,0 0 1 0 0,-1 0-1 0 0,1 0 0 0 0,0 0 0 0 0,0 0 0 0 0,-1 0 0 0 0,1 0 0 0 0,1 1 0 0 0,-2-1-4 0 0,1 1 0 0 0,-1 0 0 0 0,1-1 0 0 0,-1 1 0 0 0,0 0 0 0 0,1 0 0 0 0,-1 0 0 0 0,0-1 0 0 0,0 1 0 0 0,1 0 0 0 0,-1 0 0 0 0,0 0 0 0 0,0 0 0 0 0,0 0 0 0 0,0-1 0 0 0,0 1 0 0 0,0 0 0 0 0,0 0 0 0 0,0 0 0 0 0,-1 0 0 0 0,1 0 0 0 0,0-1 0 0 0,0 1 0 0 0,-2 2 0 0 0,-9 23-120 0 0,-5 0-102 0 0,0-1 0 0 0,-2-1 0 0 0,-25 27 0 0 0,-4 4-263 0 0,-24 42-414 0 0,-116 207 0 0 0,177-285 904 0 0,-240 428-72 0 0,23-4 72 0 0,166-304 32 0 0,-45 149 0 0 0,93-246 50 0 0,2 1 0 0 0,3 0 0 0 0,-8 84 0 0 0,16-122-51 0 0,0 0-1 0 0,0 0 0 0 0,0 0 0 0 0,1 0 0 0 0,0 0 0 0 0,0 0 0 0 0,0 0 0 0 0,1-1 0 0 0,-1 1 1 0 0,1 0-1 0 0,3 5 0 0 0,-3-8-29 0 0,-1 0 0 0 0,1 0 0 0 0,0 0 0 0 0,0 0 0 0 0,-1 0 0 0 0,1 0 0 0 0,0 0 0 0 0,1-1 0 0 0,-1 1 0 0 0,0-1 0 0 0,0 1 0 0 0,1-1 0 0 0,-1 0 0 0 0,1 0 0 0 0,-1 0 0 0 0,1 0-1 0 0,-1-1 1 0 0,1 1 0 0 0,0-1 0 0 0,-1 0 0 0 0,1 1 0 0 0,3-1 0 0 0,2-1-37 0 0,0 0 0 0 0,0 0 0 0 0,0-1 0 0 0,0 0 0 0 0,-1 0 0 0 0,1-1-1 0 0,13-6 1 0 0,-5 1-42 0 0,0-1 0 0 0,20-16-1 0 0,58-48 131 0 0,152-155 0 0 0,331-325 536 0 0,-257 245-51 0 0,-56 52-282 0 0,-175 172-246 0 0,176-160-194 0 0,-238 220 187 0 0,0 1-1 0 0,1 2 0 0 0,1 1 1 0 0,55-29-1 0 0,-77 46 130 0 0,-1 1 0 0 0,1 0 0 0 0,0 0 0 0 0,0 0-1 0 0,14-1 617 0 0,-19 6-585 0 0,0 0-144 0 0,-1 0 0 0 0,1 0 0 0 0,-1 0 0 0 0,0 0 0 0 0,0 0 1 0 0,0 0-1 0 0,-1 1 0 0 0,1-1 0 0 0,-1 0 0 0 0,1 0 0 0 0,-1 1 0 0 0,0-1 1 0 0,-1 0-1 0 0,1 1 0 0 0,0-1 0 0 0,-1 0 0 0 0,0 0 0 0 0,-1 6 0 0 0,-5 9 33 0 0,1 0 0 0 0,-11 19 0 0 0,8-18-16 0 0,-285 594-558 0 0,66-133-167 0 0,177-368 721 0 0,30-63 0 0 0,1 0-1 0 0,3 2 1 0 0,2 0-1 0 0,-12 68 0 0 0,25-105-30 0 0,1 1 0 0 0,0 15 0 0 0,1-25 0 0 0,0 0 0 0 0,1 1 0 0 0,0-1 0 0 0,0 0 0 0 0,0 0 0 0 0,1 0 0 0 0,-1 0 0 0 0,5 10 0 0 0,5-3 0 0 0,-8-10 1 0 0,0 0-1 0 0,0 0 1 0 0,1 0-1 0 0,-1-1 1 0 0,1 0-1 0 0,-1 0 0 0 0,1 0 1 0 0,-1 0-1 0 0,1 0 1 0 0,0 0-1 0 0,-1-1 1 0 0,1 0-1 0 0,0 0 0 0 0,0 0 1 0 0,-1 0-1 0 0,1-1 1 0 0,0 1-1 0 0,-1-1 1 0 0,6-2-1 0 0,9-2 57 0 0,-1-2-1 0 0,28-13 0 0 0,-35 15-11 0 0,12-7-1 0 0,-1-1 1 0 0,0 0-1 0 0,19-17 1 0 0,55-53-50 0 0,-54 46 20 0 0,150-153 158 0 0,-71 66 19 0 0,-47 53-78 0 0,197-189 412 0 0,-100 91-121 0 0,-39 36-204 0 0,-39 47-205 0 0,-91 85-66 0 0,-3 3-3 0 0,-86 119-530 0 0,-24 37-63 0 0,-142 266 475 0 0,217-361 184 0 0,-81 168-25 0 0,97-179 13 0 0,3 0 1 0 0,-21 90-1 0 0,27-59-1 0 0,11-72-12 0 0,1-1 0 0 0,0 1-1 0 0,1 0 1 0 0,0-1 0 0 0,4 18 0 0 0,-4-25 7 0 0,-1-1-1 0 0,1 0 1 0 0,0 0 0 0 0,0 0-1 0 0,0 0 1 0 0,0 0 0 0 0,0 0-1 0 0,0 0 1 0 0,1-1 0 0 0,-1 1-1 0 0,0 0 1 0 0,1-1 0 0 0,0 1-1 0 0,-1-1 1 0 0,1 1 0 0 0,0-1-1 0 0,2 2 1 0 0,-1-2-65 0 0,0 1 1 0 0,0-1-1 0 0,0-1 1 0 0,0 1-1 0 0,1 0 1 0 0,-1-1-1 0 0,0 1 1 0 0,0-1-1 0 0,0 0 1 0 0,7-1-1 0 0,3-1-179 0 0,0-1 0 0 0,0 0 1 0 0,0-1-1 0 0,20-9 0 0 0,1-3 8 0 0,-1-1 0 0 0,0-1 0 0 0,53-42 0 0 0,80-81-685 0 0,28-21 2506 0 0,-182 154-1219 0 0,1 0 0 0 0,22-10 0 0 0,-35 18-328 0 0,1 0 1 0 0,-1-1-1 0 0,1 1 1 0 0,-1 0-1 0 0,1 0 0 0 0,-1 0 1 0 0,1 0-1 0 0,0-1 1 0 0,-1 1-1 0 0,1 0 1 0 0,-1 0-1 0 0,1 0 0 0 0,-1 0 1 0 0,1 1-1 0 0,0-1 1 0 0,-1 0-1 0 0,1 0 0 0 0,-1 0 1 0 0,1 1-1 0 0,4 0 188 0 0,4 12 138 0 0,-7-7-275 0 0,0 0-1 0 0,0 0 1 0 0,0 0 0 0 0,-1 0-1 0 0,0 0 1 0 0,0 0 0 0 0,-1 0 0 0 0,0 0-1 0 0,0 0 1 0 0,-1 10 0 0 0,-2 9 115 0 0,-9 30 1 0 0,8-39-107 0 0,-54 168 145 0 0,24-82-1165 0 0,19-53-84 0 0</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2:52:00.879"/>
    </inkml:context>
    <inkml:brush xml:id="br0">
      <inkml:brushProperty name="width" value="0.3" units="cm"/>
      <inkml:brushProperty name="height" value="0.6" units="cm"/>
      <inkml:brushProperty name="color" value="#00FDFF"/>
      <inkml:brushProperty name="tip" value="rectangle"/>
      <inkml:brushProperty name="rasterOp" value="maskPen"/>
    </inkml:brush>
  </inkml:definitions>
  <inkml:trace contextRef="#ctx0" brushRef="#br0">229 723 919 0 0,'-5'12'26'0'0,"-1"0"-1"0"0,0-1 1 0 0,-1 1-1 0 0,-1-2 0 0 0,1 1 1 0 0,-15 14-1 0 0,-6 10 1016 0 0,-36 61 2743 0 0,43-59-3311 0 0,-32 79 1 0 0,53-116-473 0 0,0 0 0 0 0,0 1 0 0 0,-1-1 1 0 0,1 1-1 0 0,0-1 0 0 0,0 1 0 0 0,0-1 0 0 0,0 1 1 0 0,0-1-1 0 0,0 1 0 0 0,0-1 0 0 0,0 1 1 0 0,0-1-1 0 0,0 1 0 0 0,0-1 0 0 0,0 1 0 0 0,0-1 1 0 0,0 0-1 0 0,0 1 0 0 0,0-1 0 0 0,1 1 0 0 0,-1-1 1 0 0,0 1-1 0 0,0-1 0 0 0,1 1 0 0 0,-1-1 1 0 0,0 0-1 0 0,0 1 0 0 0,1-1 0 0 0,-1 0 0 0 0,0 1 1 0 0,1-1-1 0 0,-1 0 0 0 0,1 1 0 0 0,-1-1 0 0 0,0 0 1 0 0,1 0-1 0 0,-1 1 0 0 0,1-1 0 0 0,-1 0 1 0 0,1 0-1 0 0,-1 0 0 0 0,1 0 0 0 0,0 1 0 0 0,0-1-21 0 0,1 0-1 0 0,0 0 1 0 0,0 0-1 0 0,-1 0 0 0 0,1 0 1 0 0,0 0-1 0 0,-1 0 1 0 0,1 0-1 0 0,0-1 0 0 0,2 0 1 0 0,7-5-16 0 0,0 0 0 0 0,-1-1 1 0 0,0-1-1 0 0,0 1 0 0 0,15-18 0 0 0,-7 9 29 0 0,35-37-23 0 0,51-65 0 0 0,-19 20 30 0 0,113-110 118 0 0,-27 34 287 0 0,-67 56-256 0 0,-17 18-141 0 0,-66 76-26 0 0,-18 41-1508 0 0,-16 26 1517 0 0,-94 255-686 0 0,72-207 183 0 0,-3-1 0 0 0,-65 111-1 0 0,80-163 1423 0 0,11-19-18 0 0,-14 30 381 0 0,39-49-1224 0 0,-10 1-46 0 0,-1-1-1 0 0,1 0 1 0 0,-1 0 0 0 0,1 0-1 0 0,-1 0 1 0 0,1-1 0 0 0,-1 1-1 0 0,1-1 1 0 0,-1 1 0 0 0,0-1-1 0 0,1 0 1 0 0,-1 0 0 0 0,3-1-1 0 0,15-11 42 0 0,0-1 0 0 0,-1-1 0 0 0,29-27 0 0 0,-22 14 200 0 0,41-57-1 0 0,-42 51-122 0 0,141-199 239 0 0,-157 221-359 0 0,129-165-100 0 0,-96 127 76 0 0,71-63 0 0 0,54-26 23 0 0,-123 109-10 0 0,-42 29-62 0 0,3 36-478 0 0,-6-26 423 0 0,0 0 0 0 0,-1 0-1 0 0,0 0 1 0 0,0 0-1 0 0,-7 14 1 0 0,-24 43-570 0 0,26-52 576 0 0,-101 174-1142 0 0,-20 39-380 0 0,43-69 1338 0 0,-3 5 1376 0 0,26-29-755 0 0,61-132-430 0 0,35-12-1342 0 0,-24 4 1405 0 0,-2-1 0 0 0,1-1-1 0 0,-1 1 1 0 0,0-1-1 0 0,0-1 1 0 0,11-16-1 0 0,3-2-26 0 0,132-138-186 0 0,26-30 742 0 0,-110 106-103 0 0,82-91 293 0 0,-117 143-634 0 0,-24 24 86 0 0,0 0 0 0 0,1 1 1 0 0,1 0-1 0 0,0 1 1 0 0,33-17 1452 0 0,-44 30-1538 0 0,0 0-1 0 0,0 0 0 0 0,0 0 1 0 0,0 0-1 0 0,-1 0 0 0 0,1 1 0 0 0,-1-1 1 0 0,1 1-1 0 0,-1-1 0 0 0,0 1 1 0 0,0-1-1 0 0,0 1 0 0 0,0 0 0 0 0,-1 0 1 0 0,1-1-1 0 0,-1 1 0 0 0,1 0 1 0 0,-1 0-1 0 0,0 0 0 0 0,0-1 0 0 0,-1 7 1 0 0,-1 6 8 0 0,-1-1 0 0 0,0 1 0 0 0,-6 15-1 0 0,3-11-30 0 0,-83 256-187 0 0,27-103-214 0 0,25-76 494 0 0,26-67 59 0 0,-22 71 560 0 0,32-98-704 0 0,3-2-279 0 0,-1 0 253 0 0,-1 0-1 0 0,0 0 1 0 0,0 0 0 0 0,0 0 0 0 0,1 0 0 0 0,-1 0 0 0 0,0 0 0 0 0,0 0 0 0 0,0 0 0 0 0,1 0 0 0 0,-1 0 0 0 0,0 1 0 0 0,0-1 0 0 0,0 0 0 0 0,1 0 0 0 0,-1 0 0 0 0,0 0 0 0 0,0 1 0 0 0,1-1-6 0 0,-1 0 0 0 0,0 1 0 0 0,1-1 0 0 0,-1 0 0 0 0,0 1 0 0 0,1-1 0 0 0,-1 0 0 0 0,1 0 0 0 0,-1 0 0 0 0,0 1 0 0 0,1-1 0 0 0,-1 0 0 0 0,1 0 0 0 0,-1 0 0 0 0,1 0 0 0 0,-1 0 0 0 0,1 0-1 0 0,-1 0 1 0 0,1 0 0 0 0,3 0-11 0 0,-1-1 0 0 0,1 1-1 0 0,-1-1 1 0 0,0 0-1 0 0,1 0 1 0 0,-1-1-1 0 0,0 1 1 0 0,0-1 0 0 0,0 1-1 0 0,0-1 1 0 0,0 0-1 0 0,0 0 1 0 0,-1-1-1 0 0,5-3 1 0 0,6-7 63 0 0,18-24-1 0 0,-17 20-17 0 0,36-45 242 0 0,29-33 298 0 0,-7 4-369 0 0,-9 11-240 0 0,-53 68 4 0 0,1 1-1 0 0,1 0 1 0 0,0 1-1 0 0,17-12 0 0 0,-22 17-2 0 0,-5 3 30 0 0,0 1 0 0 0,0 0-1 0 0,0-1 1 0 0,0 1-1 0 0,0 0 1 0 0,0 0-1 0 0,1 1 1 0 0,-1-1-1 0 0,0 0 1 0 0,1 1-1 0 0,-1-1 1 0 0,5 1-1 0 0,-5-1-51 0 0,8 36 58 0 0,-10-22 67 0 0,-2 0 0 0 0,1 0 1 0 0,-2 0-1 0 0,0-1 0 0 0,0 1 1 0 0,-7 13-1 0 0,-1 9 66 0 0,-80 236 224 0 0,69-211-320 0 0,14-36-32 0 0,1 1-1 0 0,0 0 1 0 0,2 0-1 0 0,1 0 1 0 0,-1 38-1 0 0,5-60-74 0 0,4 1-41 0 0,-4-4 116 0 0,0 0-1 0 0,1 1 0 0 0,-1-1 1 0 0,0 0-1 0 0,0 1 0 0 0,0-1 1 0 0,1 0-1 0 0,-1 0 0 0 0,0 1 0 0 0,0-1 1 0 0,0 0-1 0 0,1 0 0 0 0,-1 0 1 0 0,0 1-1 0 0,1-1 0 0 0,-1 0 1 0 0,0 0-1 0 0,0 0 0 0 0,1 0 1 0 0,-1 0-1 0 0,0 0 0 0 0,1 1 1 0 0,-1-1-1 0 0,0 0 0 0 0,1 0 1 0 0,-1 0-1 0 0,0 0 0 0 0,1 0 0 0 0,-1 0 1 0 0,0 0-1 0 0,1-1 0 0 0,7 0-37 0 0,-1 0 0 0 0,1-1 1 0 0,-1 0-1 0 0,0 0 0 0 0,0-1 0 0 0,0 0 0 0 0,9-5 0 0 0,5-5-80 0 0,20-17 0 0 0,-41 30 119 0 0,102-74-491 0 0,-25 26 192 0 0,-9 7 330 0 0,-61 36-8 0 0,0 0-1 0 0,0 1 1 0 0,1 0-1 0 0,0 0 1 0 0,0 1-1 0 0,-1 0 0 0 0,10-2 1 0 0,-15 4-7 0 0,1 1 0 0 0,-1 0 0 0 0,1-1 0 0 0,-1 1 0 0 0,1 0 0 0 0,-1 0 1 0 0,1 1-1 0 0,-1-1 0 0 0,1 0 0 0 0,-1 1 0 0 0,1 0 0 0 0,-1-1 0 0 0,0 1 0 0 0,1 0 1 0 0,-1 0-1 0 0,0 0 0 0 0,0 1 0 0 0,1-1 0 0 0,-1 0 0 0 0,0 1 0 0 0,0 0 0 0 0,-1-1 0 0 0,1 1 1 0 0,0 0-1 0 0,0 0 0 0 0,-1 0 0 0 0,3 3 0 0 0,1 4 25 0 0,-1 1 0 0 0,1-1-1 0 0,-1 1 1 0 0,-1-1 0 0 0,0 1-1 0 0,0 0 1 0 0,-1 0 0 0 0,0 1 0 0 0,0 13-1 0 0,-1 13 335 0 0,-4 47 0 0 0,1-53-187 0 0,0 125-214 0 0,4-128-2364 0 0</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2:52:25.942"/>
    </inkml:context>
    <inkml:brush xml:id="br0">
      <inkml:brushProperty name="width" value="0.3" units="cm"/>
      <inkml:brushProperty name="height" value="0.6" units="cm"/>
      <inkml:brushProperty name="color" value="#FF2500"/>
      <inkml:brushProperty name="tip" value="rectangle"/>
      <inkml:brushProperty name="rasterOp" value="maskPen"/>
    </inkml:brush>
  </inkml:definitions>
  <inkml:trace contextRef="#ctx0" brushRef="#br0">1 674 455 0 0,'26'-38'7204'0'0,"-15"17"-5403"0"0,8-23-422 0 0,-16 37-1236 0 0,0 0 0 0 0,1 0 0 0 0,0 0 0 0 0,1 1 0 0 0,-1-1 0 0 0,11-10 0 0 0,39-31-71 0 0,-31 27-57 0 0,-5 6-14 0 0,1 1-1 0 0,36-21 0 0 0,47-17-9 0 0,-81 42 1 0 0,51-23-75 0 0,31-16 86 0 0,-58 23 0 0 0,54-43 0 0 0,-55 37 71 0 0,49-27 1 0 0,-22 19-22 0 0,-58 34-53 0 0,-1 3-22 0 0,-10 2-90 0 0,-1 9-411 0 0,-1-3 411 0 0,0 0 1 0 0,-1 0 0 0 0,0 0 0 0 0,1 1 0 0 0,-2-2 0 0 0,1 1 0 0 0,0 0-1 0 0,-1 0 1 0 0,0 0 0 0 0,-5 8 0 0 0,-5 6-202 0 0,-21 27-1 0 0,0 0 261 0 0,-21 38 138 0 0,24-39 31 0 0,-39 77-1 0 0,59-99-107 0 0,-9 17-3 0 0,1 1 0 0 0,-15 55 0 0 0,30-70 112 0 0,3-24-109 0 0,0-1-1 0 0,0 1 1 0 0,1 0-1 0 0,-1 0 1 0 0,0-1-1 0 0,1 1 1 0 0,0-1-1 0 0,-1 1 0 0 0,1 0 1 0 0,0-1-1 0 0,0 1 1 0 0,0-1-1 0 0,0 0 1 0 0,0 1-1 0 0,0-1 1 0 0,2 2-1 0 0,-2-2-6 0 0,11 8-11 0 0,-7-7-3 0 0,0-1 1 0 0,0 1 0 0 0,0-1-1 0 0,0 0 1 0 0,0 0 0 0 0,0-1-1 0 0,1 1 1 0 0,-1-1-1 0 0,0 0 1 0 0,0-1 0 0 0,1 1-1 0 0,-1-1 1 0 0,0 0 0 0 0,0 0-1 0 0,0-1 1 0 0,0 0 0 0 0,0 0-1 0 0,7-3 1 0 0,9-6 60 0 0,0-1 1 0 0,33-25-1 0 0,-42 29 12 0 0,489-297 900 0 0,-289 202-1033 0 0,-184 91 2 0 0,53-14-1 0 0,-64 23 72 0 0,-16 3 0 0 0,0 0-1 0 0,0 0 0 0 0,0 1 0 0 0,0-1 1 0 0,0 0-1 0 0,0 0 0 0 0,0 0 0 0 0,0 1 0 0 0,0-1 1 0 0,0 1-1 0 0,0-1 0 0 0,0 1 0 0 0,1 0 1 0 0,-1 0-13 0 0,0 0 1 0 0,0 0-1 0 0,0 0 1 0 0,0 1 0 0 0,0-1-1 0 0,0 0 1 0 0,0 1-1 0 0,0-1 1 0 0,0 1-1 0 0,-1-1 1 0 0,1 1 0 0 0,-1-1-1 0 0,1 1 1 0 0,-1-1-1 0 0,1 3 1 0 0,-1 0-35 0 0,1 1 0 0 0,-1-1 0 0 0,0 0 0 0 0,-1 0 1 0 0,0 8-1 0 0,-3 2-187 0 0,0 0 0 0 0,-8 19 0 0 0,12-32 226 0 0,-25 56-1412 0 0,-2-2 0 0 0,-50 78 0 0 0,-63 78-632 0 0,47-70 4011 0 0,65-93-966 0 0,31-49-977 0 0,0 0-1 0 0,0 1 1 0 0,0-1 0 0 0,0-1-1 0 0,0 1 1 0 0,-1 0-1 0 0,1-1 1 0 0,0 0-1 0 0,3-2 1 0 0,-1 0-12 0 0,317-185 352 0 0,-202 127 511 0 0,23-12 493 0 0,-99 53-1181 0 0,-13 6-25 0 0,1 0 0 0 0,41-12 0 0 0,-68 26-166 0 0,0 1 0 0 0,-1-1 0 0 0,1 1-1 0 0,0-1 1 0 0,0 1 0 0 0,0 1 0 0 0,-1-1 0 0 0,1 1-1 0 0,0 0 1 0 0,-1 0 0 0 0,8 2 0 0 0,-10-1-11 0 0,0-1 0 0 0,0 0 0 0 0,0 1 0 0 0,0 0 0 0 0,0-1 0 0 0,0 1 0 0 0,0 0 0 0 0,-1 0 0 0 0,1 0 0 0 0,-1 0 0 0 0,1 0 1 0 0,-1 0-1 0 0,2 4 0 0 0,-1-2-14 0 0,2 5 23 0 0,0 0-1 0 0,-1 0 0 0 0,0 1 0 0 0,0 0 0 0 0,-1-1 0 0 0,0 1 0 0 0,0 0 1 0 0,-1 0-1 0 0,-1 0 0 0 0,-1 18 0 0 0,-2 9-70 0 0,-15 57 1 0 0,7-35 56 0 0,3-18-4 0 0,3 1 0 0 0,1 0-1 0 0,3 62 1 0 0,8-64-775 0 0</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2:52:38.118"/>
    </inkml:context>
    <inkml:brush xml:id="br0">
      <inkml:brushProperty name="width" value="0.3" units="cm"/>
      <inkml:brushProperty name="height" value="0.6" units="cm"/>
      <inkml:brushProperty name="color" value="#D9AEFF"/>
      <inkml:brushProperty name="tip" value="rectangle"/>
      <inkml:brushProperty name="rasterOp" value="maskPen"/>
    </inkml:brush>
  </inkml:definitions>
  <inkml:trace contextRef="#ctx0" brushRef="#br0">0 759 1839 0 0,'3'-2'134'0'0,"80"-63"2874"0"0,23-15 1206 0 0,-34 29-4386 0 0,252-143 1703 0 0,80-32-1879 0 0,-357 196-550 0 0,2 3 0 0 0,97-40 1 0 0,-92 51 487 0 0,-54 15 409 0 0,0 1-1 0 0,0 0 0 0 0,0 0 0 0 0,0 0 1 0 0,0 0-1 0 0,1 0 0 0 0,-1 0 0 0 0,0 0 0 0 0,0 0 1 0 0,0 0-1 0 0,0 0 0 0 0,0 0 0 0 0,0 0 1 0 0,0 0-1 0 0,0 0 0 0 0,1 0 0 0 0,-1 0 1 0 0,0 0-1 0 0,0 0 0 0 0,0 0 0 0 0,0 0 0 0 0,0 0 1 0 0,0 0-1 0 0,0 0 0 0 0,1 0 0 0 0,-1 0 1 0 0,0 1-1 0 0,0-1 0 0 0,0 0 0 0 0,0 0 1 0 0,0 0-1 0 0,0 0 0 0 0,0 0 0 0 0,0 0 0 0 0,0 0 1 0 0,0 0-1 0 0,0 0 0 0 0,0 0 0 0 0,1 1 1 0 0,-1-1-1 0 0,0 0 0 0 0,0 0 0 0 0,0 0 1 0 0,0 0-1 0 0,0 0 0 0 0,0 0 0 0 0,0 0 1 0 0,0 1-1 0 0,1 2 2 0 0,0 0 1 0 0,0 1 0 0 0,0-1 0 0 0,-1 1-1 0 0,1 0 1 0 0,-1-1 0 0 0,0 1-1 0 0,0-1 1 0 0,0 1 0 0 0,0-1-1 0 0,-1 1 1 0 0,1 0 0 0 0,-1-1-1 0 0,0 1 1 0 0,0-1 0 0 0,-1 0 0 0 0,1 1-1 0 0,-4 5 1 0 0,-4 6-47 0 0,0-1 0 0 0,-21 24 0 0 0,20-25 45 0 0,-91 106-109 0 0,-8 9 96 0 0,-57 63 247 0 0,65-78-143 0 0,52-56-51 0 0,-122 147 39 0 0,141-163-77 0 0,-103 150-3 0 0,116-163 4 0 0,1 1 1 0 0,2 0-1 0 0,1 1 0 0 0,1 1 0 0 0,-8 33 0 0 0,18-55 8 0 0,0 1 0 0 0,1-1 0 0 0,0 1 0 0 0,0 0 0 0 0,2 18 0 0 0,-1-25-7 0 0,1 1 0 0 0,-1-1 0 0 0,1 1 0 0 0,0-1 0 0 0,0 0 0 0 0,0 1 0 0 0,0-1 0 0 0,1 0 0 0 0,0 1 0 0 0,-1-1 0 0 0,1 0 0 0 0,0 0 0 0 0,0-1 0 0 0,1 1 0 0 0,-1 0 0 0 0,0-1 0 0 0,1 1 0 0 0,0-1 0 0 0,3 3 0 0 0,-1-2 23 0 0,0-1-1 0 0,1 1 0 0 0,-1-1 0 0 0,1 0 0 0 0,-1 0 0 0 0,1 0 0 0 0,0-1 0 0 0,0 0 0 0 0,0 0 0 0 0,0-1 1 0 0,0 1-1 0 0,0-1 0 0 0,0-1 0 0 0,-1 1 0 0 0,1-1 0 0 0,0 0 0 0 0,8-2 0 0 0,88-19 431 0 0,-1-5 0 0 0,127-51 0 0 0,260-114 712 0 0,-174 67-863 0 0,-104 38-290 0 0,-3 20-15 0 0,-59 21 0 0 0,-3 1 4 0 0,-108 35-26 0 0,74-8 0 0 0,-108 18-19 0 0,1-1-1 0 0,-1 1 0 0 0,1 0 1 0 0,-1 0-1 0 0,1 0 0 0 0,-1 1 1 0 0,0-1-1 0 0,1 1 0 0 0,-1-1 1 0 0,1 1-1 0 0,-1 0 0 0 0,0 1 0 0 0,0-1 1 0 0,1 0-1 0 0,-1 1 0 0 0,0 0 1 0 0,0 0-1 0 0,-1 0 0 0 0,1 0 1 0 0,0 0-1 0 0,-1 1 0 0 0,4 2 1 0 0,-6-4-2 0 0,1 0 1 0 0,-1 0 0 0 0,1 0-1 0 0,-1 0 1 0 0,1 0 0 0 0,-1 0-1 0 0,1 0 1 0 0,-1 0 0 0 0,0 0-1 0 0,0 0 1 0 0,1 0 0 0 0,-1 0-1 0 0,0 0 1 0 0,0 0 0 0 0,0 0-1 0 0,0 0 1 0 0,0 0 0 0 0,-1 2-1 0 0,1 1-100 0 0,-1 5-21 0 0,0 1 1 0 0,0-1 0 0 0,-1 0 0 0 0,-1 0-1 0 0,1 0 1 0 0,-1 0 0 0 0,-1 0 0 0 0,-8 16-1 0 0,-46 64-514 0 0,55-84 635 0 0,-33 42 119 0 0,-2-2 0 0 0,-83 78 0 0 0,-74 61 889 0 0,15 15-458 0 0,132-138-503 0 0,2 1 1 0 0,-50 94-1 0 0,95-154-3 0 0,-2 2 11 0 0,1 1 1 0 0,0 0-1 0 0,0-1 1 0 0,0 1-1 0 0,0 0 1 0 0,1 0-1 0 0,0 0 1 0 0,0 0-1 0 0,-1 7 1 0 0,3 0-3 0 0,7 1-10 0 0,-6-11 0 0 0,0-1 0 0 0,0 1 0 0 0,1-1 0 0 0,-1 1 0 0 0,1-1 0 0 0,-1 0 0 0 0,1 1 0 0 0,-1-1 0 0 0,1-1 0 0 0,0 1 0 0 0,-1 0 0 0 0,1-1 0 0 0,0 1 0 0 0,-1-1 0 0 0,1 0 0 0 0,0 0 0 0 0,3 0 0 0 0,6-1 0 0 0,0-1 0 0 0,21-5 0 0 0,-14 3 0 0 0,97-32 159 0 0,-46 13-47 0 0,308-118 500 0 0,-156 54-449 0 0,-114 51 185 0 0,-92 32-85 0 0,0 0 0 0 0,0 1 0 0 0,0 1 1 0 0,31 0-1 0 0,-43 3-194 0 0,0-1 1 0 0,0 1-1 0 0,0 0 0 0 0,-1 0 1 0 0,1 0-1 0 0,0 0 1 0 0,0 1-1 0 0,-1-1 1 0 0,1 1-1 0 0,4 3 1 0 0,-7-3-61 0 0,0-1 1 0 0,1 1 0 0 0,-1-1-1 0 0,0 1 1 0 0,0 0 0 0 0,0 0-1 0 0,0 0 1 0 0,0-1 0 0 0,0 1-1 0 0,-1 0 1 0 0,1 0 0 0 0,-1 0-1 0 0,1 0 1 0 0,-1 3 0 0 0,1-2 9 0 0,0 2-18 0 0,-1 0 0 0 0,0 0 0 0 0,0 1 0 0 0,0-1 0 0 0,-1 0 1 0 0,1 0-1 0 0,-1 0 0 0 0,0 0 0 0 0,-3 8 0 0 0,-20 44-2 0 0,23-55 1 0 0,-54 108 0 0 0,19-40 0 0 0,-36 99 0 0 0,34-38 18 0 0,34-110-61 0 0,1-1 0 0 0,1 1 0 0 0,0 0 0 0 0,2 30 0 0 0,1-45-177 0 0,0 1 0 0 0,0-1 0 0 0,0 0 0 0 0,4 11 0 0 0</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2:52:45.912"/>
    </inkml:context>
    <inkml:brush xml:id="br0">
      <inkml:brushProperty name="width" value="0.3" units="cm"/>
      <inkml:brushProperty name="height" value="0.6" units="cm"/>
      <inkml:brushProperty name="color" value="#D9AEFF"/>
      <inkml:brushProperty name="tip" value="rectangle"/>
      <inkml:brushProperty name="rasterOp" value="maskPen"/>
    </inkml:brush>
  </inkml:definitions>
  <inkml:trace contextRef="#ctx0" brushRef="#br0">0 834 2903 0 0,'0'0'134'0'0,"4"-2"-6"0"0,12-7-50 0 0,1-1 478 0 0,0 0-1 0 0,27-25 0 0 0,-33 26-489 0 0,230-171-48 0 0,-174 131-20 0 0,143-98 2 0 0,76-57 0 0 0,-144 106-14 0 0,-113 80-116 0 0,1 3 0 0 0,0 0 0 0 0,36-11 0 0 0,-46 19-1488 0 0</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2:52:46.510"/>
    </inkml:context>
    <inkml:brush xml:id="br0">
      <inkml:brushProperty name="width" value="0.3" units="cm"/>
      <inkml:brushProperty name="height" value="0.6" units="cm"/>
      <inkml:brushProperty name="color" value="#D9AEFF"/>
      <inkml:brushProperty name="tip" value="rectangle"/>
      <inkml:brushProperty name="rasterOp" value="maskPen"/>
    </inkml:brush>
  </inkml:definitions>
  <inkml:trace contextRef="#ctx0" brushRef="#br0">293 399 919 0 0,'-169'262'631'0'0,"65"-131"939"0"0,86-109-2189 0 0,16-20 468 0 0,4-2-90 0 0,7-2 236 0 0,0 0 1 0 0,-1-1-1 0 0,1 1 0 0 0,-1-2 1 0 0,0 1-1 0 0,14-9 1 0 0,-1-1 260 0 0,25-21 0 0 0,-10 6 322 0 0,223-169 1780 0 0,-63 55-1558 0 0,153-102 25 0 0,-221 169-441 0 0,-107 64-318 0 0,1 1 0 0 0,1 1 0 0 0,-1 1-1 0 0,28-6 1 0 0,-30 11-66 0 0,-2 5 0 0 0,-15-1 0 0 0,-1 0 0 0 0,0 0 0 0 0,0 0 0 0 0,0 0 0 0 0,0 1 0 0 0,0-1 0 0 0,0 0 0 0 0,0 1 0 0 0,-1 0 0 0 0,1-1 0 0 0,0 1 0 0 0,-1 0 0 0 0,1 0 0 0 0,-1 0 0 0 0,0 0 0 0 0,0 0 0 0 0,1 0 0 0 0,-1 0 0 0 0,-1 0 0 0 0,1 1 0 0 0,0-1 0 0 0,-1 0 0 0 0,1 1 0 0 0,-1-1 0 0 0,1 0 0 0 0,-1 1 0 0 0,0-1 0 0 0,0 0 0 0 0,0 3 0 0 0,-1 8 0 0 0,0-1 0 0 0,-1 0 0 0 0,-1 0 0 0 0,-4 15 0 0 0,-65 179-69 0 0,61-179 66 0 0,-23 62-126 0 0,-91 271-1016 0 0,120-338 1143 0 0,0 0 0 0 0,2 0 1 0 0,-1 33-1 0 0,4-52 73 0 0,9 8 63 0 0,-7-10-129 0 0,0 0-1 0 0,-1 1 0 0 0,1-2 0 0 0,0 1 0 0 0,0 0 0 0 0,0 0 1 0 0,0-1-1 0 0,-1 1 0 0 0,1-1 0 0 0,0 1 0 0 0,0-1 1 0 0,0 0-1 0 0,0 0 0 0 0,0 0 0 0 0,0 0 0 0 0,0 0 0 0 0,0 0 1 0 0,0 0-1 0 0,0-1 0 0 0,0 1 0 0 0,0-1 0 0 0,0 0 0 0 0,0 1 1 0 0,-1-1-1 0 0,4-2 0 0 0,4-2 7 0 0,1 0-1 0 0,-1-1 1 0 0,11-8 0 0 0,-18 12-11 0 0,55-46 109 0 0,-33 27 11 0 0,32-23-1 0 0,60-30 26 0 0,102-73-10 0 0,-183 120-265 0 0,2 2 0 0 0,0 1-1 0 0,54-25 1 0 0,-85 46-53 0 0,0 0-1 0 0,0 1 0 0 0,0-1 1 0 0,0 1-1 0 0,0 1 1 0 0,0-1-1 0 0,1 1 1 0 0,-1 0-1 0 0,0 1 1 0 0,1 0-1 0 0,-1 0 0 0 0,1 0 1 0 0,-1 0-1 0 0,12 3 1 0 0,-17-2 121 0 0,0-1 0 0 0,-1 1 0 0 0,1-1 0 0 0,0 0 0 0 0,-1 1 0 0 0,1-1 0 0 0,-1 1 0 0 0,1-1-1 0 0,0 1 1 0 0,-1 0 0 0 0,1-1 0 0 0,-1 1 0 0 0,0 0 0 0 0,1-1 0 0 0,-1 1 0 0 0,1 0 0 0 0,-1-1 0 0 0,0 1 0 0 0,0 0 0 0 0,1 0 0 0 0,0 3-137 0 0,3 3 117 0 0,-1 0 0 0 0,0 0 0 0 0,-1 0 0 0 0,0 1-1 0 0,0-1 1 0 0,0 1 0 0 0,-1 0 0 0 0,0 0 0 0 0,0-1-1 0 0,-1 1 1 0 0,0 0 0 0 0,-2 9 0 0 0,-2 10 965 0 0,-1 0 1 0 0,-11 32-1 0 0,8-35 215 0 0,2 2 0 0 0,-5 30 0 0 0,10-44-915 0 0,0 0 0 0 0,1 0-1 0 0,1 0 1 0 0,3 20-1 0 0,-3-26-259 0 0,0-1 0 0 0,1 1 0 0 0,0 0 0 0 0,0-1 0 0 0,0 0 0 0 0,1 1 0 0 0,0-1 0 0 0,0 0 0 0 0,0 0 0 0 0,1 0-1 0 0,5 6 1 0 0</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2:54:08.080"/>
    </inkml:context>
    <inkml:brush xml:id="br0">
      <inkml:brushProperty name="width" value="0.3" units="cm"/>
      <inkml:brushProperty name="height" value="0.6" units="cm"/>
      <inkml:brushProperty name="color" value="#FF2500"/>
      <inkml:brushProperty name="tip" value="rectangle"/>
      <inkml:brushProperty name="rasterOp" value="maskPen"/>
    </inkml:brush>
  </inkml:definitions>
  <inkml:trace contextRef="#ctx0" brushRef="#br0">315 418 8783 0 0,'0'0'1271'0'0,"0"-3"-923"0"0,1 1-294 0 0,0 0-1 0 0,0 0 1 0 0,0-1-1 0 0,0 1 1 0 0,0 0 0 0 0,0 0-1 0 0,0 0 1 0 0,1 0 0 0 0,-1 0-1 0 0,1 0 1 0 0,-1 1-1 0 0,3-3 1 0 0,27-20-119 0 0,-4 5-10 0 0,71-53 53 0 0,-14 11 292 0 0,-38 27-35 0 0,2 2 0 0 0,91-46-1 0 0,-110 62-232 0 0,-18 9-32 0 0,1 0 0 0 0,23-8 0 0 0,-2 1 20 0 0,-20 8-33 0 0,-1 4 22 0 0,-12 2 20 0 0,0 0 0 0 0,0 0 1 0 0,0 0-1 0 0,0 0 0 0 0,0 0 0 0 0,0 0 1 0 0,0 0-1 0 0,0 1 0 0 0,0-1 1 0 0,0 0-1 0 0,0 0 0 0 0,0 0 0 0 0,0 0 1 0 0,0 0-1 0 0,0 0 0 0 0,0 0 1 0 0,0 0-1 0 0,0 0 0 0 0,0 0 0 0 0,0 0 1 0 0,0 0-1 0 0,0 0 0 0 0,0 0 1 0 0,0 1-1 0 0,0-1 0 0 0,0 0 0 0 0,0 0 1 0 0,0 0-1 0 0,0 0 0 0 0,0 0 1 0 0,0 0-1 0 0,0 0 0 0 0,0 0 0 0 0,0 0 1 0 0,0 0-1 0 0,0 0 0 0 0,0 0 1 0 0,0 0-1 0 0,0 0 0 0 0,0 0 1 0 0,0 1-1 0 0,0-1 0 0 0,0 0 0 0 0,0 0 1 0 0,0 0-1 0 0,0 0 0 0 0,0 0 1 0 0,1 0-1 0 0,-1 0 0 0 0,0 0 0 0 0,0 0 1 0 0,0 0-1 0 0,0 0 0 0 0,0 0 1 0 0,0 0-1 0 0,0 0 0 0 0,0 0 0 0 0,0 0 1 0 0,0 0-1 0 0,-3 8 0 0 0,-2-1-1 0 0,1 1 1 0 0,-1-1-1 0 0,0 0 1 0 0,0-1-1 0 0,-1 1 1 0 0,0-1-1 0 0,-8 7 1 0 0,-60 45 3 0 0,57-46-2 0 0,-276 226 146 0 0,148-116-76 0 0,71-57 37 0 0,2 2 0 0 0,-97 121-1 0 0,160-177-106 0 0,0 1 0 0 0,1 0 0 0 0,1 0 0 0 0,-11 24 0 0 0,15-24 0 0 0,4-1-13 0 0,1-8-40 0 0,8 3 27 0 0,-6-5 19 0 0,0-1 1 0 0,0 1-1 0 0,0-1 0 0 0,0 0 0 0 0,-1 0 0 0 0,1 0 0 0 0,0-1 0 0 0,6-1 1 0 0,33-10 3 0 0,-37 10-3 0 0,122-45-45 0 0,-81 29 48 0 0,34-14 62 0 0,127-68 0 0 0,-53 18 240 0 0,246-94 0 0 0,-235 109-288 0 0,67-25-288 0 0,-221 88 206 0 0,0 0 0 0 0,0 1 1 0 0,1 0-1 0 0,-1 1 0 0 0,17-1 1 0 0,-28 3 62 0 0,0 0 0 0 0,0 0 1 0 0,-1 0-1 0 0,1 0 0 0 0,0 0 1 0 0,0 0-1 0 0,-1 0 0 0 0,1 1 1 0 0,0-1-1 0 0,0 0 0 0 0,-1 0 1 0 0,1 1-1 0 0,0-1 0 0 0,0 0 1 0 0,0 1-1 0 0,1 1-15 0 0,2 1-47 0 0,0 12 4 0 0,-3-11 61 0 0,-1 0 0 0 0,-1-1 0 0 0,1 1 0 0 0,0 0 0 0 0,-1 0 0 0 0,0-1 0 0 0,0 1 0 0 0,0 0 0 0 0,0-1 0 0 0,0 1 0 0 0,-1-1 0 0 0,0 1 0 0 0,-2 3 0 0 0,-5 6 13 0 0,-19 23 0 0 0,18-24-7 0 0,-19 24 42 0 0,-147 193 31 0 0,-23 22-63 0 0,150-190 48 0 0,-64 104-1 0 0,99-142-58 0 0,1 1 0 0 0,-10 25 0 0 0,19-38 0 0 0,0-1 0 0 0,1 0 0 0 0,0 1 0 0 0,1 0 0 0 0,0 0 0 0 0,0 0 0 0 0,1 20 0 0 0,1-29-2 0 0,1 1 0 0 0,-1-1 0 0 0,0 1 0 0 0,1-1 0 0 0,0 1 0 0 0,-1-1 0 0 0,1 0 0 0 0,0 1 0 0 0,1-1 0 0 0,-1 0 0 0 0,0 1 0 0 0,0-1 0 0 0,1 0 0 0 0,0 0 0 0 0,-1 0 0 0 0,1 0 0 0 0,0-1 0 0 0,0 1 0 0 0,0 0 0 0 0,0-1 0 0 0,0 1 0 0 0,0-1 0 0 0,0 0 0 0 0,1 0 0 0 0,-1 0 0 0 0,0 0 0 0 0,1 0 0 0 0,-1 0 0 0 0,1-1 0 0 0,-1 1 0 0 0,1-1 0 0 0,-1 1 0 0 0,1-1 0 0 0,-1 0 0 0 0,1 0 0 0 0,-1 0 0 0 0,1-1 0 0 0,-1 1 0 0 0,4-1 0 0 0,24-6 6 0 0,-1 0-1 0 0,-1-2 0 0 0,1-2 0 0 0,50-25 0 0 0,-39 16 80 0 0,69-37 58 0 0,89-59-85 0 0,-133 81-296 0 0,77-28 0 0 0,-126 56 192 0 0,0 2-1 0 0,0 0 0 0 0,32-5 1 0 0,-33 9-6 0 0,-15 1 51 0 0,1 0 0 0 0,0 0 0 0 0,0 0-1 0 0,-1 0 1 0 0,1 0 0 0 0,0 1 0 0 0,-1-1-1 0 0,1 0 1 0 0,0 0 0 0 0,-1 1 0 0 0,1-1-1 0 0,0 0 1 0 0,-1 1 0 0 0,1-1-1 0 0,0 1 1 0 0,-1-1 0 0 0,1 0 0 0 0,-1 1-1 0 0,1 1 1 0 0,1-1-6 0 0,-2-1 7 0 0,1 1 0 0 0,-1-1-1 0 0,0 1 1 0 0,1-1 0 0 0,-1 1 0 0 0,1-1 0 0 0,-1 1 0 0 0,0 0 0 0 0,1-1 0 0 0,-1 1 0 0 0,0 0 0 0 0,0-1 0 0 0,1 1 0 0 0,-1 0 0 0 0,0 0 0 0 0,0-1 0 0 0,0 1 0 0 0,0 0-1 0 0,0-1 1 0 0,0 1 0 0 0,0 0 0 0 0,0 0 0 0 0,-1 0 0 0 0,1 1-2 0 0,0 2 2 0 0,-1 0-1 0 0,0 1 0 0 0,0-1 0 0 0,0 0 1 0 0,-1 0-1 0 0,0 0 0 0 0,1-1 1 0 0,-1 1-1 0 0,-4 5 0 0 0,-26 33-32 0 0,26-34 33 0 0,-61 68 4 0 0,26-31-8 0 0,-34 52 0 0 0,58-73-26 0 0,-35 57 8 0 0,47-73 25 0 0,1 1-1 0 0,0-1 0 0 0,1 1 0 0 0,0 0 1 0 0,1 0-1 0 0,-1 0 0 0 0,-1 18 0 0 0,4-24 1 0 0,0 0-1 0 0,0-1 0 0 0,0 1 1 0 0,0-1-1 0 0,1 1 1 0 0,-1-1-1 0 0,1 1 0 0 0,-1-1 1 0 0,1 1-1 0 0,0-1 0 0 0,0 1 1 0 0,0-1-1 0 0,0 0 0 0 0,0 1 1 0 0,1-1-1 0 0,-1 0 1 0 0,4 4-1 0 0,-2-4-2 0 0,0 1 1 0 0,0-1 0 0 0,0 0-1 0 0,0 0 1 0 0,1 0-1 0 0,-1-1 1 0 0,0 1-1 0 0,1-1 1 0 0,0 0-1 0 0,-1 0 1 0 0,5 1-1 0 0,8 0-35 0 0,0-1 0 0 0,-1 0 0 0 0,1-1-1 0 0,26-3 1 0 0,22-7-1325 0 0,122-34 1 0 0,-29 4-1940 0 0,-122 34 2243 0 0,-1 0-1 0 0,58 0 0 0 0,-59 8 1032 0 0,-2 3 27 0 0</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2:54:21.950"/>
    </inkml:context>
    <inkml:brush xml:id="br0">
      <inkml:brushProperty name="width" value="0.3" units="cm"/>
      <inkml:brushProperty name="height" value="0.6" units="cm"/>
      <inkml:brushProperty name="color" value="#A2D762"/>
      <inkml:brushProperty name="tip" value="rectangle"/>
      <inkml:brushProperty name="rasterOp" value="maskPen"/>
    </inkml:brush>
  </inkml:definitions>
  <inkml:trace contextRef="#ctx0" brushRef="#br0">182 295 919 0 0,'-23'11'747'0'0,"0"-1"-1"0"0,-1-2 0 0 0,0 0 0 0 0,-25 4 0 0 0,36-9-514 0 0,8-1-173 0 0,-15 4 603 0 0,39-9 419 0 0,-8 1-766 0 0,21-2-220 0 0,1-1-1 0 0,48-15 0 0 0,60-28 495 0 0,55-15 10 0 0,-142 50-372 0 0,148-38 491 0 0,-98 17-419 0 0,2-1 45 0 0,111-21 0 0 0,-184 49-328 0 0,-18 3-8 0 0,0 0-1 0 0,1 2 1 0 0,0 0-1 0 0,31 1 0 0 0,-47 0-8 0 0,1 1-1 0 0,0 0 0 0 0,0 1 1 0 0,0-1-1 0 0,-1 0 0 0 0,1 0 1 0 0,0 0-1 0 0,-1 0 0 0 0,1 1 0 0 0,0-1 1 0 0,0 0-1 0 0,-1 0 0 0 0,1 1 1 0 0,0-1-1 0 0,-1 1 0 0 0,1-1 1 0 0,-1 1-1 0 0,2 0 0 0 0,-2 0-11 0 0,1 0 0 0 0,-1 1 0 0 0,0-1 0 0 0,0 0 0 0 0,1 1 0 0 0,-1-1 1 0 0,0 1-1 0 0,0-1 0 0 0,0 0 0 0 0,0 1 0 0 0,-1-1 0 0 0,1 1 0 0 0,0-1 0 0 0,-1 0 0 0 0,1 1 0 0 0,0-1 0 0 0,-1 0 0 0 0,0 0 0 0 0,1 1 0 0 0,-2 0 0 0 0,-17 28-307 0 0,-3-4 247 0 0,0-2-1 0 0,-29 25 0 0 0,-56 39 203 0 0,16-15-45 0 0,-75 55 42 0 0,90-77-136 0 0,-165 118 125 0 0,200-137-101 0 0,2 2 1 0 0,2 1-1 0 0,-56 68 0 0 0,83-89-12 0 0,-1 0-1 0 0,2 0 0 0 0,-1 1 0 0 0,2 0 0 0 0,0 1 1 0 0,-6 17-1 0 0,13-29-5 0 0,0 1 0 0 0,-1 0 0 0 0,1-1 0 0 0,1 1 0 0 0,-1 0 1 0 0,1 0-1 0 0,0 0 0 0 0,0 0 0 0 0,0-1 0 0 0,1 1 0 0 0,-1 0 0 0 0,1 0 0 0 0,1 0 1 0 0,-1-1-1 0 0,1 1 0 0 0,-1-1 0 0 0,1 1 0 0 0,0-1 0 0 0,1 1 0 0 0,-1-1 1 0 0,1 0-1 0 0,0 0 0 0 0,0-1 0 0 0,0 1 0 0 0,1 0 0 0 0,3 3 0 0 0,0-2-3 0 0,0 0 0 0 0,1 0 0 0 0,-1 0 0 0 0,1-1-1 0 0,0 0 1 0 0,0 0 0 0 0,0-1 0 0 0,1 0 0 0 0,-1-1-1 0 0,16 3 1 0 0,7-1 240 0 0,54 1-1 0 0,-77-5-162 0 0,119-2 904 0 0,145-21-1 0 0,-264 22-950 0 0,172-18 305 0 0,0 16-194 0 0,-156 4-104 0 0,34 7-1 0 0,-51-7-27 0 0,-1 0-1 0 0,1 1 0 0 0,-1 0 0 0 0,0 0 0 0 0,0 1 0 0 0,1 0 1 0 0,-1 0-1 0 0,-1 0 0 0 0,1 1 0 0 0,6 4 0 0 0,-11-6-4 0 0,1 0 0 0 0,-1-1 0 0 0,1 1-1 0 0,-1 0 1 0 0,0 0 0 0 0,1 0 0 0 0,-1 0-1 0 0,0 0 1 0 0,-1 0 0 0 0,1 0 0 0 0,0 0-1 0 0,0 1 1 0 0,-1-1 0 0 0,1 0 0 0 0,-1 0 0 0 0,0 1-1 0 0,0-1 1 0 0,0 0 0 0 0,0 0 0 0 0,0 1-1 0 0,0-1 1 0 0,-1 0 0 0 0,1 0 0 0 0,-1 1-1 0 0,1-1 1 0 0,-1 0 0 0 0,0 0 0 0 0,-2 4-1 0 0,-2 4-18 0 0,-1 0-1 0 0,-1 0 1 0 0,1 0-1 0 0,-11 11 1 0 0,9-12 36 0 0,-278 307-777 0 0,285-315 758 0 0,-59 59-445 0 0,-80 61 0 0 0,-78 37 194 0 0,183-130 467 0 0,1 0-1 0 0,-55 60 0 0 0,62-56-329 0 0,26-30 45 0 0,-1 1 0 0 0,0-1 1 0 0,1 1-1 0 0,-1 0 0 0 0,1 0 0 0 0,0-1 1 0 0,0 1-1 0 0,0 0 0 0 0,1 0 0 0 0,-1 0 1 0 0,0 4-1 0 0,4-4-309 0 0,1 2 340 0 0,1-1-1 0 0,0 0 1 0 0,0 0-1 0 0,0-1 1 0 0,0 1-1 0 0,1-1 1 0 0,-1 0-1 0 0,1-1 1 0 0,0 1-1 0 0,0-1 1 0 0,0 0-1 0 0,0-1 1 0 0,0 1-1 0 0,0-1 1 0 0,9 0-1 0 0,34 2 240 0 0,0-2 0 0 0,0-2 0 0 0,56-8 0 0 0,145-35 277 0 0,-186 31-559 0 0,257-27-45 0 0,-299 38 101 0 0,-1 1-1 0 0,25 3 1 0 0,-41-2 19 0 0,0 0 1 0 0,0 1 0 0 0,0 0-1 0 0,0 0 1 0 0,-1 0 0 0 0,1 1-1 0 0,0-1 1 0 0,-1 1-1 0 0,1 0 1 0 0,-1 1 0 0 0,0-1-1 0 0,0 1 1 0 0,0 0 0 0 0,0 0-1 0 0,4 4 1 0 0,-6-1-141 0 0,-4 5 87 0 0,0-1-1 0 0,-1 0 0 0 0,0 0 0 0 0,0 0 1 0 0,-1 0-1 0 0,0-1 0 0 0,-1 1 0 0 0,0-1 0 0 0,-1 0 1 0 0,1-1-1 0 0,-2 1 0 0 0,-7 7 0 0 0,-15 16-318 0 0,-52 44 0 0 0,58-56 427 0 0,-24 20 774 0 0,-59 66 1 0 0,94-92-708 0 0,1 0 0 0 0,0 1 0 0 0,1 0-1 0 0,1 1 1 0 0,0 0 0 0 0,1 0 0 0 0,1 1 0 0 0,0 0 0 0 0,-6 27 0 0 0,10-22-981 0 0,2 0-282 0 0</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2:54:24.090"/>
    </inkml:context>
    <inkml:brush xml:id="br0">
      <inkml:brushProperty name="width" value="0.3" units="cm"/>
      <inkml:brushProperty name="height" value="0.6" units="cm"/>
      <inkml:brushProperty name="color" value="#A2D762"/>
      <inkml:brushProperty name="tip" value="rectangle"/>
      <inkml:brushProperty name="rasterOp" value="maskPen"/>
    </inkml:brush>
  </inkml:definitions>
  <inkml:trace contextRef="#ctx0" brushRef="#br0">516 0 2559 0 0,'0'0'116'0'0,"-1"1"-6"0"0,-25 19 903 0 0,-31 31 0 0 0,7-2-1061 0 0,4 3 0 0 0,-55 77 0 0 0,-15 52-17 0 0,91-142 48 0 0,-5 6-12 0 0,-27 57 0 0 0,52-89 45 0 0,4-11 60 0 0,3-1 0 0 0,3 2-66 0 0,0-2 0 0 0,0 1 0 0 0,0 0 0 0 0,0-1 0 0 0,0 0-1 0 0,0 0 1 0 0,0-1 0 0 0,0 1 0 0 0,1-1 0 0 0,-1 0-1 0 0,0-1 1 0 0,0 1 0 0 0,0-1 0 0 0,0 0 0 0 0,0 0 0 0 0,0-1-1 0 0,0 1 1 0 0,0-1 0 0 0,0 0 0 0 0,-1 0 0 0 0,6-4-1 0 0,36-21-35 0 0,0-3 0 0 0,48-42 0 0 0,-25 20 8 0 0,57-40 401 0 0,220-118 0 0 0,-318 195-329 0 0,1 1 1 0 0,1 1 0 0 0,60-18-1 0 0,-88 31-58 0 0,23-4-176 0 0,-24 4 169 0 0,0-1 1 0 0,0 1-1 0 0,-1 0 1 0 0,1 0 0 0 0,0 0-1 0 0,0 0 1 0 0,0 0 0 0 0,0 0-1 0 0,0 0 1 0 0,0 1 0 0 0,0-1-1 0 0,-1 0 1 0 0,1 0-1 0 0,0 1 1 0 0,0-1 0 0 0,0 0-1 0 0,0 1 1 0 0,-1-1 0 0 0,1 1-1 0 0,0-1 1 0 0,0 1 0 0 0,-1 0-1 0 0,1-1 1 0 0,0 2-1 0 0,1 4-96 0 0,-1-1-1 0 0,0 1 0 0 0,0 0 1 0 0,0-1-1 0 0,-1 1 0 0 0,0 0 0 0 0,0 0 1 0 0,-1 0-1 0 0,1-1 0 0 0,-1 1 1 0 0,-1 0-1 0 0,1-1 0 0 0,-4 10 1 0 0,-5 10-148 0 0,-20 38 0 0 0,27-57 244 0 0,-173 307 1542 0 0,145-268-1163 0 0,16-25-210 0 0,-17 31 1 0 0,28-44-160 0 0,1-1 1 0 0,0 1-1 0 0,1 0 0 0 0,-1 0 0 0 0,1 0 1 0 0,1 1-1 0 0,-1-1 0 0 0,1 0 0 0 0,0 10 0 0 0,1-16-16 0 0,1 1 0 0 0,-1 0 0 0 0,1-1-1 0 0,-1 1 1 0 0,1 0 0 0 0,0-1 0 0 0,0 1 0 0 0,0-1-1 0 0,0 1 1 0 0,0-1 0 0 0,0 1 0 0 0,0-1-1 0 0,0 0 1 0 0,0 0 0 0 0,1 1 0 0 0,-1-1-1 0 0,0 0 1 0 0,1 0 0 0 0,-1 0 0 0 0,1-1 0 0 0,0 1-1 0 0,-1 0 1 0 0,1 0 0 0 0,-1-1 0 0 0,3 1-1 0 0,0 1 12 0 0,1-1 0 0 0,-1-1-1 0 0,0 1 1 0 0,1 0 0 0 0,-1-1 0 0 0,0 0-1 0 0,1 0 1 0 0,-1 0 0 0 0,0-1-1 0 0,0 1 1 0 0,1-1 0 0 0,-1 0-1 0 0,0 0 1 0 0,7-3 0 0 0,4-3 120 0 0,-1 0-1 0 0,23-16 1 0 0,-2 2 159 0 0,109-71 205 0 0,-100 62-522 0 0,0 2-1 0 0,90-42 0 0 0,-111 61-478 0 0,44-12 0 0 0,-60 20 351 0 0,1-1 0 0 0,0 1 0 0 0,0 0 0 0 0,0 1-1 0 0,-1 0 1 0 0,1 0 0 0 0,0 1 0 0 0,0 0 0 0 0,14 3-1 0 0,-18-2 198 0 0,-1-1-1 0 0,0 1 0 0 0,0-1 1 0 0,1 1-1 0 0,-1 0 0 0 0,-1 0 1 0 0,1 0-1 0 0,0 1 0 0 0,0-1 1 0 0,-1 1-1 0 0,1-1 0 0 0,-1 1 1 0 0,0 0-1 0 0,0 0 0 0 0,0 0 1 0 0,0 0-1 0 0,-1 0 0 0 0,1 1 1 0 0,-1-1-1 0 0,0 0 0 0 0,0 1 1 0 0,0-1-1 0 0,0 1 0 0 0,0-1 1 0 0,-1 1-1 0 0,0-1 0 0 0,0 6 1 0 0,-1 18 727 0 0,-2 0 1 0 0,-6 30-1 0 0,-4 22 64 0 0,12-67-764 0 0,1 0-1 0 0,0 0 1 0 0,0 0 0 0 0,4 18 0 0 0,-3-24-52 0 0,0-1 0 0 0,1 1 0 0 0,0-1 0 0 0,0 0 0 0 0,0 0 1 0 0,1 0-1 0 0,0 0 0 0 0,0 0 0 0 0,0 0 0 0 0,0-1 0 0 0,1 1 1 0 0,0-1-1 0 0,0 0 0 0 0,0 0 0 0 0,0 0 0 0 0,0-1 0 0 0,9 6 0 0 0,0-3-24 0 0,0 1-1 0 0,0-2 0 0 0,1 0 0 0 0,0 0 0 0 0,24 4 0 0 0,-7-3-50 0 0</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2:54:31.17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1 310 4607 0 0,'0'0'3979'0'0,"2"0"-3904"0"0,1-1-115 0 0,-1 1 0 0 0,0 0 0 0 0,0-1 0 0 0,1 1 0 0 0,-1-1 0 0 0,0 0 0 0 0,0 1 0 0 0,0-1 0 0 0,0 0 0 0 0,0-1 0 0 0,0 1 0 0 0,0 0 0 0 0,0 0 0 0 0,0-1 0 0 0,-1 1 0 0 0,3-3 0 0 0,3-2-372 0 0,1 0 1 0 0,0 0 0 0 0,10-5-1 0 0,7 0 926 0 0,42-15 0 0 0,-40 17-252 0 0,36-18 0 0 0,-19 6-55 0 0,0 3 1 0 0,52-15-1 0 0,41-17-349 0 0,-72 18-230 0 0,-63 31 306 0 0,8 14-1740 0 0,-9-11 1701 0 0,1 4 0 0 0,-2-6 79 0 0,1 4-43 0 0,0-1 0 0 0,-1 0 0 0 0,1 0 0 0 0,-1 0 0 0 0,0 0 0 0 0,0 1 0 0 0,0-1 0 0 0,-1 0 0 0 0,1 0 0 0 0,-2 4-1 0 0,1 0-74 0 0,0 6-22 0 0,-4 11 124 0 0,3 3 50 0 0,1-3-10 0 0,3-19 3 0 0,-1-2 11 0 0,0-1 173 0 0,0 1-37 0 0,15 20 152 0 0,-15-21-48 0 0,2 0-132 0 0,-3-2-120 0 0,5 4 200 0 0,-1 0 0 0 0,1 0 0 0 0,1 0 0 0 0,-1-1 0 0 0,12 6 0 0 0,-9-6-122 0 0,-4-1-32 0 0,1 0 1 0 0,0-1-1 0 0,0 1 0 0 0,0-1 0 0 0,1 0 1 0 0,-1-1-1 0 0,9 1 0 0 0,7 1-44 0 0,-16-2-5 0 0,17-5 58 0 0,23-6 9 0 0,-20 4-38 0 0,0-1 1 0 0,-1-1 0 0 0,0-1-1 0 0,44-25 1 0 0,-45 22 149 0 0,1 2 0 0 0,1 1 0 0 0,25-7 0 0 0,-36 13-97 0 0,111-45-445 0 0,-74 28-315 0 0,-43 18 357 0 0,-1-1-1 0 0,15-9 1 0 0,-8 5-27 0 0,0 0 0 0 0,18-7-1 0 0,-18 9 352 0 0,1 2 0 0 0,-4 3-10 0 0,-10 1-8 0 0,0 0 0 0 0,0 0 0 0 0,1 0-1 0 0,-1 0 1 0 0,0 0 0 0 0,0 1 0 0 0,0-1 0 0 0,1 0 0 0 0,-1 1 0 0 0,0-1 0 0 0,0 1 0 0 0,0-1 0 0 0,0 1 0 0 0,0 0 0 0 0,2 1 0 0 0,13 13-149 0 0,-14-13 168 0 0,0 1-38 0 0,0 0-1 0 0,0-1 1 0 0,0 1-1 0 0,0 0 1 0 0,0 0-1 0 0,0 0 1 0 0,-1 0-1 0 0,0 0 1 0 0,1 0-1 0 0,-1 0 1 0 0,0 1-1 0 0,0-1 1 0 0,-1 0-1 0 0,1 7 1 0 0,1 1-24 0 0,3 19-195 0 0,-5-28 128 0 0,1 2 6 0 0,-1 17 8 0 0,0-5 38 0 0,1 1 0 0 0,5 24 0 0 0,-3-25 76 0 0,-2-9 152 0 0,1-1 0 0 0,0 0-1 0 0,0 1 1 0 0,0-1 0 0 0,6 10-1 0 0,-5-12 32 0 0,0 0 0 0 0,0 0 0 0 0,1-1 0 0 0,-1 1 0 0 0,6 4 0 0 0,26 17 681 0 0,-33-23-851 0 0,1-1 0 0 0,0 1 0 0 0,0-1 0 0 0,0 0 0 0 0,0 0 0 0 0,0 0 0 0 0,0 0 0 0 0,0 0 0 0 0,0-1 0 0 0,1 1 0 0 0,-1-1-1 0 0,0 0 1 0 0,0 0 0 0 0,0 0 0 0 0,4-1 0 0 0,0 1-12 0 0,52-8 85 0 0,-52 7-23 0 0,0 0 0 0 0,0 0 0 0 0,0-1 0 0 0,0 1 0 0 0,0-2 0 0 0,0 1 0 0 0,8-5 0 0 0,21-7 443 0 0,-7 4-203 0 0,-1-1 0 0 0,35-19 1 0 0,15-6-287 0 0,59-27-768 0 0,-120 55 622 0 0,34-11 0 0 0,-1 2-7 0 0,110-43-610 0 0,-156 60 568 0 0,0 0 0 0 0,-1 0 0 0 0,1 0 0 0 0,0 0 1 0 0,0 0-1 0 0,0 1 0 0 0,-1 0 0 0 0,7 2 0 0 0,-7-3 30 0 0,19 5 36 0 0,-19-5 32 0 0</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2:54:31.57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0 219 919 0 0,'6'15'2546'0'0,"-6"-14"-2469"0"0,0 0 0 0 0,1 0 0 0 0,-1 0 1 0 0,1 0-1 0 0,-1 0 0 0 0,1 0 0 0 0,-1 0 0 0 0,1-1 1 0 0,0 1-1 0 0,-1 0 0 0 0,1 0 0 0 0,1 1 0 0 0,1 0 17 0 0,-1 3-44 0 0,1 0-22 0 0,15 8 159 0 0,0-3-173 0 0,-14-9-12 0 0,-1 0 6 0 0,2-1 30 0 0,-1 1 0 0 0,0-1 0 0 0,1 0 0 0 0,-1 0-1 0 0,1 0 1 0 0,-1 0 0 0 0,1-1 0 0 0,5-1 0 0 0,-3 1 3 0 0,83-18 395 0 0,-16 0-370 0 0,-60 15-183 0 0,0-1-1 0 0,0-1 0 0 0,0 0 0 0 0,18-10 0 0 0,47-37-560 0 0,-51 34 492 0 0,28-13-624 0 0,-19 11 433 0 0,101-51-373 0 0,-123 64 628 0 0</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2:54:32.07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38 1 1375 0 0,'0'0'66'0'0,"-1"3"-8"0"0,-7 21-157 0 0,-15 61 2716 0 0,22-78-2604 0 0,-1 0 0 0 0,1 1 0 0 0,0-1 0 0 0,1 0 1 0 0,0 11-1 0 0,1-4-6 0 0,-1 1-7 0 0,1 12 0 0 0,4-1 0 0 0,0-9 62 0 0,-3-14 45 0 0,-1 0 1 0 0,1 0-1 0 0,0-1 1 0 0,0 1-1 0 0,0-1 1 0 0,0 1-1 0 0,1-1 1 0 0,-1 0-1 0 0,0 0 1 0 0,1 0-1 0 0,0 0 1 0 0,-1-1 0 0 0,1 1-1 0 0,0 0 1 0 0,5 1-1 0 0,-2-1 186 0 0,1 0-1 0 0,-1 0 1 0 0,0 0-1 0 0,1-1 1 0 0,-1 0-1 0 0,11 0 1 0 0,-7-2-143 0 0,0 0 0 0 0,0 0 1 0 0,0-1-1 0 0,0 0 0 0 0,13-6 1 0 0,-11 5-161 0 0,0-1 0 0 0,16-1 0 0 0,-15 2-14 0 0,1-1 0 0 0,-1 0 1 0 0,1 0-1 0 0,21-12 1 0 0,5-1-9 0 0,-6 2 32 0 0,58-34 0 0 0,-71 37 0 0 0,5-4 0 0 0,3 1 0 0 0,-13 7-452 0 0,-1-1-1 0 0,-1 0 0 0 0,25-21 0 0 0,-26 20 81 0 0,0 0 0 0 0,1 0 0 0 0,0 2 0 0 0,15-8-1 0 0,-27 15 348 0 0,0 1 124 0 0,-1-1-61 0 0,-1 1 1 0 0,1 0-1 0 0,-1 0 1 0 0,0 0 0 0 0,1 0-1 0 0,-1 0 1 0 0,1 0-1 0 0,-1 0 1 0 0,1 0-1 0 0,-1 0 1 0 0,1 0 0 0 0,-1 1-1 0 0,1-1 1 0 0,-1 0-1 0 0,1 0 1 0 0,-1 0-1 0 0,0 1 1 0 0,1-1 0 0 0,-1 0-1 0 0,1 0 1 0 0,-1 1-1 0 0,1-1 1 0 0,4 12 304 0 0,-4-9-336 0 0,0 1-1 0 0,-1-1 0 0 0,1 0 1 0 0,0 0-1 0 0,-1 1 0 0 0,0-1 1 0 0,0 0-1 0 0,0 1 1 0 0,0-1-1 0 0,-1 0 0 0 0,1 0 1 0 0,-1 1-1 0 0,0-1 0 0 0,0 0 1 0 0,0 0-1 0 0,0 0 0 0 0,-1 0 1 0 0,1 0-1 0 0,-1 0 0 0 0,-3 5 1 0 0,-1 1 4 0 0,0 1-15 0 0,1 12 77 0 0,2-18-44 0 0,-3 23 282 0 0,4-13-286 0 0,2-10 15 0 0,0-3-34 0 0,0 0-1 0 0,-1 0 1 0 0,1 0-1 0 0,0 0 1 0 0,0-1-1 0 0,0 1 0 0 0,0 0 1 0 0,0 0-1 0 0,1 0 1 0 0,-1 0-1 0 0,0 0 1 0 0,0-1-1 0 0,1 1 1 0 0,-1 0-1 0 0,0 0 1 0 0,1 0-1 0 0,-1-1 1 0 0,1 2-1 0 0,4 7 64 0 0,-3-6-2 0 0,1-1-1 0 0,-1 1 0 0 0,1 0 0 0 0,0-1 1 0 0,0 1-1 0 0,0-1 0 0 0,0 0 0 0 0,0 0 1 0 0,0 0-1 0 0,1 0 0 0 0,-1-1 1 0 0,1 0-1 0 0,-1 1 0 0 0,1-1 0 0 0,0 0 1 0 0,5 0-1 0 0,-7 0-31 0 0,2 0 47 0 0,1-1 0 0 0,0 1 0 0 0,0-1-1 0 0,0 0 1 0 0,0-1 0 0 0,-1 1 0 0 0,1-1 0 0 0,0 0 0 0 0,7-2 0 0 0,8-2 0 0 0,-3 3-46 0 0,-1-2 1 0 0,0 0-1 0 0,20-8 0 0 0,-16 3-36 0 0</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2:54:34.02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110 0 2759 0 0,'-4'8'120'0'0,"-3"1"32"0"0,-22 2-152 0 0,18-2 0 0 0,2 0 0 0 0,-2 4 0 0 0,0 1 304 0 0,-2 3 32 0 0,-1-1 8 0 0</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2:54:34.38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212 315 1839 0 0,'-20'19'869'0'0,"1"0"-1"0"0,-31 40 0 0 0,-24 50 2439 0 0,66-98-3376 0 0,1 1 0 0 0,1 0 0 0 0,0 0 0 0 0,0 1 0 0 0,-5 17 0 0 0,11-27-185 0 0,-1-1 183 0 0,0-1-1 0 0,0 1 0 0 0,1 0 1 0 0,-1 0-1 0 0,1 0 1 0 0,0 0-1 0 0,-1 0 0 0 0,1-1 1 0 0,0 1-1 0 0,0 0 0 0 0,0 0 1 0 0,0 0-1 0 0,1 0 0 0 0,0 3 1 0 0,4 7-21 0 0,2-1 16 0 0,3-4 8 0 0,-7-5 47 0 0,1-1 0 0 0,0 0 1 0 0,0 0-1 0 0,0-1 0 0 0,0 1 0 0 0,0-1 1 0 0,0 1-1 0 0,0-1 0 0 0,0-1 1 0 0,0 1-1 0 0,4-1 0 0 0,7-2-763 0 0,22-7 1 0 0,-30 8 277 0 0,11-4-986 0 0</inkml:trace>
  <inkml:trace contextRef="#ctx0" brushRef="#br0" timeOffset="1">449 483 455 0 0,'29'-15'0'0'0,"6"-1"0"0"0,0-2 0 0 0,-2-2 0 0 0,40-29 0 0 0,137-131 1935 0 0,-21 38-1567 0 0,-180 136-375 0 0,20-13 7 0 0,2 2 0 0 0</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2:54:34.80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0 318 919 0 0,'9'-6'6'0'0,"369"-242"2932"0"0,-360 238-2750 0 0,1 0 0 0 0,0 1 0 0 0,1 1 0 0 0,-1 0-1 0 0,2 2 1 0 0,36-7 0 0 0,-56 13-158 0 0,0 0 0 0 0,0 0 0 0 0,1 0-1 0 0,-1 0 1 0 0,0 1 0 0 0,0-1 0 0 0,1 0 0 0 0,-1 1-1 0 0,0-1 1 0 0,0 1 0 0 0,0-1 0 0 0,0 1 0 0 0,1-1-1 0 0,-1 1 1 0 0,0 0 0 0 0,0 0 0 0 0,0-1 0 0 0,0 1-1 0 0,-1 0 1 0 0,1 0 0 0 0,0 0 0 0 0,0 0 0 0 0,0 0 0 0 0,-1 0-1 0 0,2 2 1 0 0,0 1 38 0 0,-1 0 0 0 0,1-1-1 0 0,-1 1 1 0 0,1 0 0 0 0,0 8-1 0 0,-1-1-77 0 0,0 1 0 0 0,-1-1 0 0 0,0 1 0 0 0,-1-1 0 0 0,-1 1 0 0 0,1-1-1 0 0,-2 0 1 0 0,-7 22 0 0 0,-5 5-772 0 0,-22 43-1 0 0,10-27-323 0 0,19-35 976 0 0,-47 96-522 0 0,38-81 652 0 0,-12 39 0 0 0,18-43-10 0 0,2-7-44 0 0</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2:54:35.18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58 1375 0 0,'18'-9'179'0'0,"1"0"-1"0"0,1 1 0 0 0,0 1 0 0 0,0 1 0 0 0,0 1 0 0 0,1 0 0 0 0,0 2 0 0 0,21-1 1 0 0,-26 3-115 0 0,0 1 0 0 0,0 1 1 0 0,-1 0-1 0 0,1 1 1 0 0,0 1-1 0 0,-1 1 0 0 0,0 0 1 0 0,0 0-1 0 0,0 2 1 0 0,0 0-1 0 0,17 10 0 0 0,-25-11-32 0 0,0 0 0 0 0,0 0-1 0 0,-1 0 1 0 0,0 1-1 0 0,0 0 1 0 0,0 0-1 0 0,-1 0 1 0 0,0 1-1 0 0,0 0 1 0 0,0 0-1 0 0,3 9 1 0 0,-2-3 26 0 0,0 0 1 0 0,-1 1-1 0 0,-1 0 1 0 0,0 0-1 0 0,3 22 1 0 0,-5-16 31 0 0,1-3 11 0 0,-1-1 1 0 0,0 1-1 0 0,-1 1 1 0 0,-3 19-1 0 0,0-19-68 0 0,-3 28-52 0 0,-15 58 0 0 0,13-77-1775 0 0</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2:54:36.77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454 284 10223 0 0,'0'0'920'0'0,"1"-2"-754"0"0,43-54 692 0 0,-35 45-611 0 0,-3 0-227 0 0,-4 9-165 0 0,-18 14-1242 0 0,11-8 1383 0 0,-1 2 0 0 0,1-1 0 0 0,0 1 1 0 0,-6 8-1 0 0,-27 46 74 0 0,18-26-72 0 0,-67 115-106 0 0,1 0 64 0 0,-48 75 510 0 0,71-104-87 0 0,40-75-312 0 0,19-37-75 0 0,2-3-6 0 0,0 0 1 0 0,0 0-1 0 0,0 0 0 0 0,1 0 0 0 0,-2 7 1 0 0,3-9-41 0 0,12-3-42 0 0,-9 0 93 0 0,0 1 0 0 0,-1-1 1 0 0,1 0-1 0 0,0-1 1 0 0,0 1-1 0 0,0 0 0 0 0,0-1 1 0 0,0 0-1 0 0,-1 1 1 0 0,1-1-1 0 0,4-2 0 0 0,15-11 33 0 0,-2 0 0 0 0,0-1 1 0 0,34-33-1 0 0,-9 8-12 0 0,215-161 347 0 0,-142 113-157 0 0,-43 25-178 0 0,113-123-1 0 0,-54 49-13 0 0,-89 95-13 0 0,55-39-1 0 0,-49 41-9 0 0,-25 20-6 0 0,0 0 0 0 0,1 2-1 0 0,41-21 1 0 0,-58 34-20 0 0,-9 5-12 0 0,-2 3-11 0 0,-9 15 0 0 0,-2 1 0 0 0,0-1 1 0 0,-1-1-1 0 0,-22 24 0 0 0,-16 19 4 0 0,-113 168-151 0 0,1 6 203 0 0,120-173 9 0 0,-81 102-322 0 0,33-48-1213 0 0,51-61 676 0 0,29-38 658 0 0,11-11 234 0 0,0-3-32 0 0,-1 1 290 0 0,4-2-233 0 0,10 7-42 0 0,-9-6-10 0 0,0-1 0 0 0,0-1-1 0 0,1 1 1 0 0,-1 0 0 0 0,0-1-1 0 0,1 0 1 0 0,-1 0-1 0 0,1 0 1 0 0,-1-1 0 0 0,0 0-1 0 0,1 1 1 0 0,-1-1 0 0 0,0-1-1 0 0,7-2 1 0 0,1-1 59 0 0,0-1 0 0 0,0 0 0 0 0,18-12 0 0 0,27-28 57 0 0,-8 7-46 0 0,256-194 185 0 0,-107 96-312 0 0,-57 41 6 0 0,86-65 47 0 0,-145 109 70 0 0,-70 45-17 0 0,1 0 1 0 0,0 1 0 0 0,0 1-1 0 0,21-6 1 0 0,-30 10 52 0 0,-3 1-106 0 0,-1 0 0 0 0,1 0 0 0 0,0 0 0 0 0,-1-1 0 0 0,1 1 0 0 0,0 0 0 0 0,-1 0 0 0 0,1 0 0 0 0,0 0 0 0 0,-1 0 0 0 0,1 0 0 0 0,0 0 0 0 0,-1 0 0 0 0,1 1-1 0 0,0-1 1 0 0,-1 0 0 0 0,1 0 0 0 0,0 1 0 0 0,-1-1 0 0 0,1 0 0 0 0,-1 1 0 0 0,2-1 0 0 0,9 9 96 0 0,-10-6-105 0 0,0-1 0 0 0,0 0-1 0 0,0 0 1 0 0,0 1 0 0 0,0-1 0 0 0,-1 0-1 0 0,1 1 1 0 0,0-1 0 0 0,-1 1 0 0 0,0-1-1 0 0,0 1 1 0 0,0-1 0 0 0,0 1 0 0 0,0 2-1 0 0,-7 40-5 0 0,5-35 3 0 0,-6 24 3 0 0,-2 0-1 0 0,-13 34 0 0 0,-34 64-9 0 0,35-82-5 0 0,-45 86-224 0 0,37-79 231 0 0,3 0 0 0 0,-24 73 0 0 0,48-116-362 0 0,-1 1-1 0 0,2-1 1 0 0,0 1-1 0 0,0 27 1 0 0,13-36-1063 0 0,-8-4 1223 0 0,-1-1-1 0 0,1 0 1 0 0,0 0 0 0 0,0-1 0 0 0,0 1 0 0 0,0-1 0 0 0,0 1 0 0 0,0-1 0 0 0,4 0-1 0 0,-2-1-77 0 0,0 1 0 0 0,0-1 0 0 0,0 0-1 0 0,0-1 1 0 0,0 1 0 0 0,0-1-1 0 0,6-4 1 0 0,24-14-91 0 0,-1-1 0 0 0,0-3-1 0 0,34-31 1 0 0,-40 31 389 0 0,2 0-1 0 0,1 2 1 0 0,0 2 0 0 0,36-18-1 0 0,-14 13 105 0 0,42-18 166 0 0,-77 36 49 0 0,-1 1 0 0 0,2 1 0 0 0,26-5 0 0 0,-39 10-201 0 0,0-1 0 0 0,0 1 0 0 0,0 1 1 0 0,0-1-1 0 0,0 1 0 0 0,0 0 0 0 0,0 0 1 0 0,0 1-1 0 0,0-1 0 0 0,-1 1 0 0 0,1 1 1 0 0,-1-1-1 0 0,10 6 0 0 0,-1 1 160 0 0,-1 1 0 0 0,0 1 0 0 0,19 19-1 0 0,-28-26-502 0 0,-1-1 1 0 0,0 1-1 0 0,0 0 0 0 0,0 0 0 0 0,0 1 0 0 0,3 7 0 0 0,3 11-1825 0 0</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07.358"/>
    </inkml:context>
    <inkml:brush xml:id="br0">
      <inkml:brushProperty name="width" value="0.05" units="cm"/>
      <inkml:brushProperty name="height" value="0.05" units="cm"/>
      <inkml:brushProperty name="color" value="#5D4753"/>
    </inkml:brush>
  </inkml:definitions>
  <inkml:trace contextRef="#ctx0" brushRef="#br0">6 914 6879 0 0,'0'0'6927'0'0,"0"0"-6906"0"0,0 0-1 0 0,0 0 1 0 0,0 0-1 0 0,-1 0 1 0 0,1 0 0 0 0,0 0-1 0 0,0 0 1 0 0,0 0 0 0 0,-1 0-1 0 0,1 0 1 0 0,0 0-1 0 0,0 0 1 0 0,0 0 0 0 0,-1 0-1 0 0,1 0 1 0 0,0 0 0 0 0,0 0-1 0 0,0 0 1 0 0,0-1 0 0 0,-1 1-1 0 0,1 0 1 0 0,0 0-1 0 0,0 0 1 0 0,0 0 0 0 0,0 0-1 0 0,0-1 1 0 0,0 1 0 0 0,-1 0-1 0 0,1 0 1 0 0,0 0-1 0 0,0 0 1 0 0,0-1 0 0 0,0 1-1 0 0,4-42 882 0 0,1-27 696 0 0,-4 47-1252 0 0,2 0-1 0 0,0 1 0 0 0,1-1 1 0 0,1 1-1 0 0,12-31 0 0 0,-3 8 222 0 0,-7 21-91 0 0,12-27 0 0 0,14-41 229 0 0,-24 69-566 0 0,4-8 359 0 0,1 1 0 0 0,34-53-1 0 0,-14 47 47 0 0,1 6-264 0 0,29-32-143 0 0,-15 16-66 0 0,-36 34 110 0 0,1-1-1 0 0,22-13 1 0 0,0 0 93 0 0,-29 20-63 0 0,-5 3-176 0 0,0 1-1 0 0,0 0 0 0 0,0-1 1 0 0,0 1-1 0 0,0 0 1 0 0,0 0-1 0 0,1 1 1 0 0,-1-1-1 0 0,0 0 1 0 0,0 1-1 0 0,1-1 1 0 0,-1 1-1 0 0,5-1 0 0 0,-5 1 144 0 0,9-4 239 0 0,1 1-62 0 0,-8 3-4262 0 0</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07.878"/>
    </inkml:context>
    <inkml:brush xml:id="br0">
      <inkml:brushProperty name="width" value="0.05" units="cm"/>
      <inkml:brushProperty name="height" value="0.05" units="cm"/>
      <inkml:brushProperty name="color" value="#5D4753"/>
    </inkml:brush>
  </inkml:definitions>
  <inkml:trace contextRef="#ctx0" brushRef="#br0">44 78 4143 0 0,'-22'-2'2487'0'0,"6"-8"8365"0"0,12 4-8095 0 0,4 6-2747 0 0,-1 0-1 0 0,1 0 0 0 0,0 0 0 0 0,0 0 1 0 0,0 0-1 0 0,0 0 0 0 0,0 0 1 0 0,0 0-1 0 0,0 0 0 0 0,0 0 1 0 0,0 0-1 0 0,0 0 0 0 0,0-1 1 0 0,-1 1-1 0 0,1 0 0 0 0,0 0 0 0 0,0 0 1 0 0,0 0-1 0 0,0 0 0 0 0,0 0 1 0 0,0 0-1 0 0,0 0 0 0 0,0 0 1 0 0,0-1-1 0 0,0 1 0 0 0,0 0 1 0 0,0 0-1 0 0,0 0 0 0 0,0 0 0 0 0,0 0 1 0 0,0 0-1 0 0,0 0 0 0 0,0-1 1 0 0,0 1-1 0 0,0 0 0 0 0,0 0 1 0 0,0 0-1 0 0,0 0 0 0 0,0 0 1 0 0,0 0-1 0 0,0 0 0 0 0,0 0 1 0 0,1 0-1 0 0,-1-1 0 0 0,0 1 0 0 0,0 0 1 0 0,6-5 301 0 0,7-2-100 0 0,32-9 262 0 0,-25 10-192 0 0,4 0 71 0 0,-1 1 0 0 0,1 1 0 0 0,38-2 0 0 0,-59 6-331 0 0,18 1 284 0 0,-19-1-241 0 0,0 0 0 0 0,1 0-44 0 0,14 5 36 0 0,-16-5 88 0 0,1 2-76 0 0,-1-1-43 0 0,1 1 0 0 0,-1 0 1 0 0,0 0-1 0 0,0-1 0 0 0,1 1 0 0 0,-1 0 0 0 0,-1 0 1 0 0,1 0-1 0 0,0 0 0 0 0,0 0 0 0 0,-1 0 0 0 0,1 1 0 0 0,-1-1 1 0 0,0 0-1 0 0,1 0 0 0 0,-1 0 0 0 0,0 0 0 0 0,0 1 1 0 0,-1 3-1 0 0,-1 8 190 0 0,-7 29 0 0 0,4-23-72 0 0,-1 1 24 0 0,-1 1 0 0 0,-1-1-1 0 0,-10 20 1 0 0,15-34-63 0 0,-2 3 198 0 0,0 1-1 0 0,-8 11 1 0 0,12-21 366 0 0,0-2-593 0 0,-3-3-236 0 0</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10.250"/>
    </inkml:context>
    <inkml:brush xml:id="br0">
      <inkml:brushProperty name="width" value="0.05" units="cm"/>
      <inkml:brushProperty name="height" value="0.05" units="cm"/>
      <inkml:brushProperty name="color" value="#5D4753"/>
    </inkml:brush>
  </inkml:definitions>
  <inkml:trace contextRef="#ctx0" brushRef="#br0">256 97 1375 0 0,'0'0'66'0'0,"-2"-2"-8"0"0,4-21 14612 0 0,0 16-13624 0 0,-2 5-797 0 0,0 1 0 0 0,-1-1 0 0 0,1 1 0 0 0,0-1 0 0 0,-1 1 0 0 0,1 0 0 0 0,0-1 0 0 0,-1 1 0 0 0,0 0 0 0 0,1-1 0 0 0,-1 1 0 0 0,0 0 0 0 0,0 0 0 0 0,1 0 0 0 0,-1-1 0 0 0,0 1 0 0 0,-2-1 0 0 0,0 0-45 0 0,1 0 0 0 0,-1 0 1 0 0,0 0-1 0 0,0 0 1 0 0,0 1-1 0 0,0 0 0 0 0,-5-2 1 0 0,3 1-100 0 0,1 1 0 0 0,0 0 0 0 0,0 0 1 0 0,-1 1-1 0 0,1-1 0 0 0,-1 1 0 0 0,1 0 0 0 0,0 0 0 0 0,-1 0 1 0 0,1 1-1 0 0,0 0 0 0 0,-6 1 0 0 0,1 2-1 0 0,0-1-1 0 0,1 2 0 0 0,-1-1 1 0 0,1 1-1 0 0,0 1 1 0 0,-10 8-1 0 0,11-8-53 0 0,4-3-36 0 0,0-1 0 0 0,0 1 0 0 0,0 0 0 0 0,0 1 0 0 0,0-1 0 0 0,1 0 1 0 0,-4 7-1 0 0,-9 17 1 0 0,10-18-10 0 0,-1 1 0 0 0,2 0 0 0 0,-1 0-1 0 0,1 0 1 0 0,1 0 0 0 0,0 1-1 0 0,-3 16 1 0 0,4-10-5 0 0,2 0 0 0 0,1 28 0 0 0,0-37 0 0 0,0-1 0 0 0,1 1 0 0 0,0 0 0 0 0,0-1 0 0 0,0 1 0 0 0,1-1 0 0 0,1 0 0 0 0,4 8 0 0 0,-7-12 0 0 0,1 0 0 0 0,0 0 0 0 0,0 0 0 0 0,0 0 0 0 0,0-1 0 0 0,0 1 0 0 0,1-1 0 0 0,-1 1 0 0 0,1-1 0 0 0,-1 0 0 0 0,1 0 0 0 0,0 0 0 0 0,6 2 0 0 0,0 1 0 0 0,-3-2-2 0 0,0 0-1 0 0,1-1 1 0 0,-1 0-1 0 0,1 0 1 0 0,0 0-1 0 0,-1-1 1 0 0,1 0-1 0 0,0 0 1 0 0,0-1-1 0 0,0 0 1 0 0,0 0-1 0 0,-1-1 1 0 0,13-1-1 0 0,-7-1 1 0 0,1 0-1 0 0,0-1 0 0 0,-1 0 1 0 0,0 0-1 0 0,0-2 0 0 0,15-8 1 0 0,-15 6 23 0 0,0 0 1 0 0,0-1 0 0 0,-1 0-1 0 0,0-1 1 0 0,0-1 0 0 0,-2 0-1 0 0,14-17 1 0 0,-20 24-37 0 0,0-1 1 0 0,0 0-1 0 0,0-1 0 0 0,-1 1 1 0 0,1 0-1 0 0,-1-1 0 0 0,0 1 1 0 0,1-12-1 0 0,-1 0 162 0 0,-1 10-98 0 0,0 0 0 0 0,-1 0 0 0 0,0 0 0 0 0,0 0-1 0 0,0 0 1 0 0,-2-9 0 0 0,-2 3 118 0 0,0 0-1 0 0,0 0 0 0 0,-1 0 1 0 0,-1 0-1 0 0,0 1 0 0 0,-1-1 1 0 0,-10-13-1 0 0,12 21-53 0 0,0 0-1 0 0,0 0 1 0 0,0 1 0 0 0,-1-1-1 0 0,0 1 1 0 0,0 0 0 0 0,0 1-1 0 0,0 0 1 0 0,-1 0 0 0 0,1 0-1 0 0,-1 1 1 0 0,1 0 0 0 0,-12-3-1 0 0,13 5-224 0 0,1 0-1 0 0,0 0 1 0 0,0 0 0 0 0,0 0-1 0 0,0 1 1 0 0,-1-1-1 0 0,1 1 1 0 0,0 0-1 0 0,0 0 1 0 0,0 1-1 0 0,0-1 1 0 0,1 1-1 0 0,-1 0 1 0 0,0 0-1 0 0,1 0 1 0 0,-7 5-1 0 0</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12.890"/>
    </inkml:context>
    <inkml:brush xml:id="br0">
      <inkml:brushProperty name="width" value="0.05" units="cm"/>
      <inkml:brushProperty name="height" value="0.05" units="cm"/>
      <inkml:brushProperty name="color" value="#5D4753"/>
    </inkml:brush>
  </inkml:definitions>
  <inkml:trace contextRef="#ctx0" brushRef="#br0">56 6 1375 0 0,'7'-4'17427'0'0,"-14"3"-17343"0"0,5 1-61 0 0,0 0 0 0 0,0-1-1 0 0,0 1 1 0 0,-1 0-1 0 0,1 0 1 0 0,0 0 0 0 0,0 1-1 0 0,-1-1 1 0 0,1 1 0 0 0,0-1-1 0 0,0 1 1 0 0,0 0 0 0 0,-3 1-1 0 0,-4 2-10 0 0,3 1-22 0 0,5-2-33 0 0,7 2 32 0 0,4-4 11 0 0,-1-3 11 0 0,-7 2 188 0 0,-11-4-75 0 0,9 3-102 0 0,-1 1 0 0 0,1-1 0 0 0,-1 1 0 0 0,1-1 0 0 0,-1 1 0 0 0,1-1 0 0 0,-1 1 1 0 0,0 0-1 0 0,1-1 0 0 0,-1 1 0 0 0,0 0 0 0 0,1 0 0 0 0,-1 0 0 0 0,0-1 0 0 0,1 1 0 0 0,-1 0 1 0 0,0 0-1 0 0,1 0 0 0 0,-1 0 0 0 0,0 0 0 0 0,0 0 0 0 0,-5 7-10 0 0,3 2-12 0 0,2-7 15 0 0,1-2-22 0 0,0 1 0 0 0,-1 0 0 0 0,1-1 0 0 0,0 1 0 0 0,0 0 0 0 0,0-1 0 0 0,0 1 0 0 0,0 0 0 0 0,0-1 0 0 0,0 1 0 0 0,0-1 0 0 0,1 1 1 0 0,-1 0-1 0 0,0-1 0 0 0,0 1 0 0 0,0 0 0 0 0,1-1 0 0 0,-1 1 0 0 0,0-1 0 0 0,1 1 0 0 0,-1-1 0 0 0,1 2 0 0 0,0-1-742 0 0</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13.832"/>
    </inkml:context>
    <inkml:brush xml:id="br0">
      <inkml:brushProperty name="width" value="0.05" units="cm"/>
      <inkml:brushProperty name="height" value="0.05" units="cm"/>
      <inkml:brushProperty name="color" value="#5D4753"/>
    </inkml:brush>
  </inkml:definitions>
  <inkml:trace contextRef="#ctx0" brushRef="#br0">13 73 919 0 0,'0'-2'1920'0'0,"0"-4"-1713"0"0,1-4 5086 0 0,-1-3 1518 0 0,1 5-5472 0 0,-1 7-693 0 0,2-10 426 0 0,3-11 3240 0 0,-8 33-3949 0 0,-3 49-134 0 0,4-38-209 0 0,2-18-13 0 0,0 0-1 0 0,0 0 0 0 0,-1 0 0 0 0,1 0 1 0 0,-1 0-1 0 0,-2 6 0 0 0,-1 0 5 0 0,2-1 42 0 0,2-8 146 0 0,2-1-145 0 0,1 1-46 0 0,25-4 112 0 0,-2 1 570 0 0,31 1-1 0 0,-42 1-426 0 0,-13 0 697 0 0</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14.323"/>
    </inkml:context>
    <inkml:brush xml:id="br0">
      <inkml:brushProperty name="width" value="0.05" units="cm"/>
      <inkml:brushProperty name="height" value="0.05" units="cm"/>
      <inkml:brushProperty name="color" value="#5D4753"/>
    </inkml:brush>
  </inkml:definitions>
  <inkml:trace contextRef="#ctx0" brushRef="#br0">17 0 8783 0 0,'0'0'12743'0'0,"0"2"-12598"0"0,2 8-96 0 0,-1 0 0 0 0,0 0 0 0 0,0 0-1 0 0,-1 0 1 0 0,0 0 0 0 0,-3 17 0 0 0,0 3-47 0 0,-4 58 17 0 0,-2 44 2330 0 0</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15.027"/>
    </inkml:context>
    <inkml:brush xml:id="br0">
      <inkml:brushProperty name="width" value="0.05" units="cm"/>
      <inkml:brushProperty name="height" value="0.05" units="cm"/>
      <inkml:brushProperty name="color" value="#5D4753"/>
    </inkml:brush>
  </inkml:definitions>
  <inkml:trace contextRef="#ctx0" brushRef="#br0">232 6 7343 0 0,'0'0'8816'0'0,"-16"-2"-7049"0"0,-4 0-231 0 0,-39 1-1 0 0,39 1-838 0 0,12 1-522 0 0,-1 0 0 0 0,0 0 1 0 0,1 1-1 0 0,-1 0 0 0 0,-13 6 0 0 0,11-5-113 0 0,1 0-62 0 0,9-3 0 0 0,1 0 0 0 0,-1 1 0 0 0,1-1 0 0 0,0 0 0 0 0,-1 0 0 0 0,1 0 0 0 0,0 0 0 0 0,-1 0 0 0 0,1 1 0 0 0,0-1 0 0 0,-1 0 0 0 0,1 0 0 0 0,0 0 0 0 0,0 1 0 0 0,-1-1 0 0 0,1 0 0 0 0,0 0 0 0 0,0 1 0 0 0,-1-1 0 0 0,1 1 0 0 0,-6 6 0 0 0,-4 6 0 0 0,9-10 0 0 0,-3 6 0 0 0,1 7 0 0 0,5-12 0 0 0,-1-1 0 0 0,1 9 0 0 0,-1-9 0 0 0,-1-1-3 0 0,0-1 0 0 0,0 0 0 0 0,0 1 0 0 0,1-1 0 0 0,-1 0 0 0 0,0 1 0 0 0,1-1 0 0 0,-1 0 0 0 0,1 0 1 0 0,0 1-1 0 0,-1-1 0 0 0,1 0 0 0 0,0 0 0 0 0,0 0 0 0 0,1 2 0 0 0,11 12-14 0 0,-10-12 17 0 0,-1 0-10 0 0,0 0 0 0 0,1 0 1 0 0,-1 0-1 0 0,0-1 0 0 0,1 1 1 0 0,4 3-1 0 0,-4-4 6 0 0,-1 0 4 0 0,0-1 0 0 0,0 1 0 0 0,-1-1 0 0 0,1 0 0 0 0,0 0 0 0 0,0 0 0 0 0,0 0 0 0 0,1 0 0 0 0,3 1 0 0 0,1 0 0 0 0,-5-1-4 0 0,0 0 0 0 0,-1 0 0 0 0,1 0-1 0 0,0 0 1 0 0,-1 0 0 0 0,1-1 0 0 0,0 1 0 0 0,0-1-1 0 0,0 1 1 0 0,0-1 0 0 0,0 0 0 0 0,-1 0 0 0 0,1 0-1 0 0,0 0 1 0 0,0 0 0 0 0,0 0 0 0 0,0 0 0 0 0,0-1-1 0 0,0 1 1 0 0,-1-1 0 0 0,3 0 0 0 0,6-2-21 0 0,-4 2-479 0 0,-1-1 1 0 0,1 0 0 0 0,0 0-1 0 0,-1 0 1 0 0,10-7-1 0 0,-11 7-70 0 0,3-1-906 0 0</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15.435"/>
    </inkml:context>
    <inkml:brush xml:id="br0">
      <inkml:brushProperty name="width" value="0.05" units="cm"/>
      <inkml:brushProperty name="height" value="0.05" units="cm"/>
      <inkml:brushProperty name="color" value="#5D4753"/>
    </inkml:brush>
  </inkml:definitions>
  <inkml:trace contextRef="#ctx0" brushRef="#br0">57 0 1375 0 0,'0'0'14895'0'0,"0"2"-14470"0"0,-7 29 213 0 0,-20 80 772 0 0,16-33-890 0 0,2-14-144 0 0,9-60-330 0 0,-1 0 0 0 0,1 1 0 0 0,0-1 0 0 0,0 0 0 0 0,1 7 0 0 0,-1 15 357 0 0,-2-6 2270 0 0,4-37-3703 0 0,1 7-4552 0 0</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16.173"/>
    </inkml:context>
    <inkml:brush xml:id="br0">
      <inkml:brushProperty name="width" value="0.05" units="cm"/>
      <inkml:brushProperty name="height" value="0.05" units="cm"/>
      <inkml:brushProperty name="color" value="#5D4753"/>
    </inkml:brush>
  </inkml:definitions>
  <inkml:trace contextRef="#ctx0" brushRef="#br0">190 24 919 0 0,'0'0'15799'0'0,"1"-1"-15568"0"0,-1 0-89 0 0,0 0 0 0 0,0 1 1 0 0,1-1-1 0 0,-1 0 0 0 0,0 0 1 0 0,0 0-1 0 0,0 0 0 0 0,0 1 1 0 0,0-1-1 0 0,0 0 1 0 0,0 0-1 0 0,-1 0 0 0 0,1 1 1 0 0,0-1-1 0 0,0 0 0 0 0,-1 0 1 0 0,1 0-1 0 0,0 1 0 0 0,-1-1 1 0 0,0-1-1 0 0,0 1-43 0 0,0 1-1 0 0,0-1 1 0 0,0 1-1 0 0,0-1 1 0 0,0 1-1 0 0,0-1 1 0 0,0 1-1 0 0,-1 0 1 0 0,1 0-1 0 0,0 0 1 0 0,0-1-1 0 0,0 1 1 0 0,0 0-1 0 0,0 0 1 0 0,-1 0-1 0 0,1 1 1 0 0,-1-1-1 0 0,-10 1 148 0 0,0 1 0 0 0,0 1-1 0 0,0 0 1 0 0,0 0 0 0 0,0 1-1 0 0,-20 10 1 0 0,21-9-167 0 0,7-3-37 0 0,-1 1 0 0 0,1-1-1 0 0,-1 1 1 0 0,-7 5 0 0 0,8-6 23 0 0,1-1-66 0 0,-3 9 54 0 0,2-1-42 0 0,1 1-11 0 0,3-9 0 0 0,-1 0 0 0 0,1 1 0 0 0,0-1 0 0 0,0 0 0 0 0,0 0 0 0 0,0 0 0 0 0,0 0 0 0 0,0 0 0 0 0,0 0 0 0 0,0 0 0 0 0,0 1 0 0 0,0-1 0 0 0,1 0 0 0 0,-1 0 0 0 0,0 0 0 0 0,1 1 0 0 0,1 2 0 0 0,0 7 0 0 0,-2-9 0 0 0,0-1 0 0 0,1 1 0 0 0,-1 0 0 0 0,0-1 0 0 0,1 1 0 0 0,-1-1 0 0 0,1 1 0 0 0,0-1 0 0 0,0 1 0 0 0,-1-1 0 0 0,1 1 0 0 0,0-1 0 0 0,0 0 0 0 0,0 1 0 0 0,1-1 0 0 0,1 2 0 0 0,1 1 0 0 0,-2-3-3 0 0,-1 1 0 0 0,1 0 0 0 0,0-1-1 0 0,0 1 1 0 0,0-1 0 0 0,1 1 0 0 0,-1-1 0 0 0,0 0-1 0 0,1 0 1 0 0,-1 0 0 0 0,0 0 0 0 0,1-1 0 0 0,-1 1-1 0 0,1-1 1 0 0,-1 1 0 0 0,1-1 0 0 0,-1 0 0 0 0,1 0-1 0 0,4 0 1 0 0,-3 0 3 0 0,0-1 0 0 0,0 1 0 0 0,0-1 0 0 0,0 1 0 0 0,0-1 0 0 0,0 0 0 0 0,8-4 0 0 0,-6 3 0 0 0,47-25-27 0 0,-51 27-101 0 0,-2-1 8 0 0,0 0 0 0 0,1 0 0 0 0,-1 1 0 0 0,1-1-1 0 0,-1 0 1 0 0,1 1 0 0 0,-1-1 0 0 0,1 0 0 0 0,-1 1 0 0 0,1-1-1 0 0,-1 0 1 0 0,1 1 0 0 0,1-1 0 0 0,3-5-3400 0 0</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16.597"/>
    </inkml:context>
    <inkml:brush xml:id="br0">
      <inkml:brushProperty name="width" value="0.05" units="cm"/>
      <inkml:brushProperty name="height" value="0.05" units="cm"/>
      <inkml:brushProperty name="color" value="#5D4753"/>
    </inkml:brush>
  </inkml:definitions>
  <inkml:trace contextRef="#ctx0" brushRef="#br0">34 0 3679 0 0,'0'0'16296'0'0,"-6"9"-15445"0"0,2 0-677 0 0,0 0 1 0 0,1 1-1 0 0,1 0 0 0 0,-1-1 0 0 0,2 1 1 0 0,-2 20-1 0 0,0-6 130 0 0,0 15 39 0 0,2 55 0 0 0,1-47-20 0 0,6 22 246 0 0,-4-39 2041 0 0</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18.781"/>
    </inkml:context>
    <inkml:brush xml:id="br0">
      <inkml:brushProperty name="width" value="0.05" units="cm"/>
      <inkml:brushProperty name="height" value="0.05" units="cm"/>
      <inkml:brushProperty name="color" value="#5D4753"/>
    </inkml:brush>
  </inkml:definitions>
  <inkml:trace contextRef="#ctx0" brushRef="#br0">77 6 6015 0 0,'0'0'1530'0'0,"-4"-1"-542"0"0,-17-4 8132 0 0,10 27-7800 0 0,-5 11-888 0 0,16-31-260 0 0,-1 0 20 0 0,-4 12 92 0 0,2-5-42 0 0,0 0 0 0 0,0 0 0 0 0,1 0 0 0 0,-2 11 0 0 0,2 16 68 0 0,3 48-1 0 0,-2-36-17 0 0,0-37-175 0 0,1 1 0 0 0,0-1 0 0 0,1 0 0 0 0,1 13 0 0 0,9 43 382 0 0,-7-38-284 0 0,9 32-1 0 0,-5-32 162 0 0,20 49 0 0 0,13-5 130 0 0,-2-4-68 0 0,-33-58-341 0 0,1 0 0 0 0,0 0 0 0 0,1 0 0 0 0,0-1 0 0 0,1 0 0 0 0,12 11 0 0 0,-4-7 60 0 0,1 0 1 0 0,26 14 0 0 0,21 16 322 0 0,-49-31-252 0 0,0-1 0 0 0,1 0 0 0 0,0-1 0 0 0,1-1 0 0 0,0-1 0 0 0,0-1 0 0 0,1 0 0 0 0,1-2 0 0 0,21 6 0 0 0,1-4 361 0 0,-40-7-490 0 0,6 1 865 0 0,-22-22-1293 0 0,10 15-225 0 0,0-1 0 0 0,0 0 1 0 0,0 0-1 0 0,-4-10 1 0 0,3 2-1434 0 0</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19.757"/>
    </inkml:context>
    <inkml:brush xml:id="br0">
      <inkml:brushProperty name="width" value="0.05" units="cm"/>
      <inkml:brushProperty name="height" value="0.05" units="cm"/>
      <inkml:brushProperty name="color" value="#5D4753"/>
    </inkml:brush>
  </inkml:definitions>
  <inkml:trace contextRef="#ctx0" brushRef="#br0">1 188 919 0 0,'0'0'17612'0'0,"1"2"-16941"0"0,1 4-642 0 0,-2-6 101 0 0,0 1 0 0 0,0-1 0 0 0,0 1 0 0 0,0-1 0 0 0,0 1 0 0 0,0-1 0 0 0,0 1 0 0 0,1-1 0 0 0,-1 0 0 0 0,0 1 0 0 0,0-1 0 0 0,0 1 1 0 0,1-1-1 0 0,-1 1 0 0 0,0-1 0 0 0,1 0 0 0 0,-1 1 0 0 0,0-1 0 0 0,1 0 0 0 0,-1 1 0 0 0,0-1 0 0 0,1 0 0 0 0,-1 0 0 0 0,1 1 0 0 0,-1-1 0 0 0,0 0 0 0 0,1 0 0 0 0,-1 1 0 0 0,1-1 0 0 0,-1 0 0 0 0,1 0 1 0 0,-1 0-1 0 0,1 0 0 0 0,-1 0 0 0 0,1 0 0 0 0,-1 0 0 0 0,1 0 0 0 0,-1 0 0 0 0,1 0 0 0 0,-1 0 0 0 0,1 0 0 0 0,0-1 0 0 0,6-2 29 0 0,1-2 0 0 0,-1 1 0 0 0,0-1 0 0 0,0 0 0 0 0,-1 0 0 0 0,0-1 0 0 0,0 0 1 0 0,8-10-1 0 0,22-20 241 0 0,-13 14-178 0 0,-16 15-94 0 0,0 0 0 0 0,14-9 1 0 0,11-12 248 0 0,-16 7-244 0 0,2 8 445 0 0,-6 36-446 0 0,8 28 1 0 0,-11-23 47 0 0,9 43 0 0 0,-17-68-105 0 0,0-1-1 0 0,0 1 1 0 0,0 0 0 0 0,0 0 0 0 0,3 4-1 0 0,0-1 158 0 0,-4-4 777 0 0</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23.211"/>
    </inkml:context>
    <inkml:brush xml:id="br0">
      <inkml:brushProperty name="width" value="0.05" units="cm"/>
      <inkml:brushProperty name="height" value="0.05" units="cm"/>
      <inkml:brushProperty name="color" value="#5D4753"/>
    </inkml:brush>
  </inkml:definitions>
  <inkml:trace contextRef="#ctx0" brushRef="#br0">202 91 2759 0 0,'6'-2'186'0'0,"2"-9"-124"0"0,9-22 12485 0 0,-17 33-12274 0 0,0-1 1 0 0,1 1-1 0 0,-1-1 1 0 0,0 1-1 0 0,0-1 0 0 0,0 0 1 0 0,0 1-1 0 0,0-1 1 0 0,1 0-1 0 0,-1 1 0 0 0,0-1 1 0 0,-1 1-1 0 0,1-1 1 0 0,0 0-1 0 0,0 1 0 0 0,0-1 1 0 0,0 1-1 0 0,0-1 1 0 0,-1 0-1 0 0,1 0 0 0 0,-11-11 1717 0 0,8 10-1817 0 0,-1 0-1 0 0,1 0 1 0 0,0 1 0 0 0,-1-1-1 0 0,1 1 1 0 0,-8-2 0 0 0,8 2-85 0 0,-1 1 1 0 0,0 0 0 0 0,0 0-1 0 0,0 0 1 0 0,0 0 0 0 0,0 1-1 0 0,0-1 1 0 0,1 1-1 0 0,-1 0 1 0 0,0 0 0 0 0,0 0-1 0 0,-4 3 1 0 0,-2 1 97 0 0,0 0-1 0 0,0 2 1 0 0,-10 7-1 0 0,14-9-180 0 0,0 1 0 0 0,0-1-1 0 0,0 1 1 0 0,0 1 0 0 0,1-1-1 0 0,0 1 1 0 0,1 0-1 0 0,-5 9 1 0 0,1 0-58 0 0,2-1 0 0 0,-10 34 0 0 0,15-44 46 0 0,0 1 0 0 0,0-1 0 0 0,1 1 0 0 0,0-1 0 0 0,0 1 0 0 0,0-1 0 0 0,1 1 0 0 0,-1 0 0 0 0,1-1 0 0 0,1 0 0 0 0,-1 1 0 0 0,1-1 0 0 0,0 0 0 0 0,0 0 0 0 0,0 0 0 0 0,1 0 0 0 0,0 0 0 0 0,6 8 0 0 0,-8-11 6 0 0,0-1 0 0 0,0 1 1 0 0,0-1-1 0 0,0 1 0 0 0,1-1 1 0 0,-1 1-1 0 0,0-1 0 0 0,1 0 1 0 0,-1 1-1 0 0,1-1 0 0 0,-1 0 1 0 0,1 0-1 0 0,0 0 0 0 0,2 1 1 0 0,2 1-1 0 0,7 5 12 0 0,-6-2 8 0 0,0-2 1 0 0,0 1 0 0 0,0-1-1 0 0,1 0 1 0 0,16 5-1 0 0,-5-1-19 0 0,-15-5 0 0 0,1-1 0 0 0,-1 0 0 0 0,1-1 0 0 0,-1 1 0 0 0,1-1 0 0 0,7 2 0 0 0,-5-2 10 0 0,-5 0-1 0 0,0-1 0 0 0,0 1 0 0 0,0-1 0 0 0,0 0 0 0 0,0 0 0 0 0,0 0 0 0 0,1 0 0 0 0,-1 0 0 0 0,0-1 0 0 0,0 1 0 0 0,0-1 0 0 0,0 1 0 0 0,0-1 0 0 0,0 0-1 0 0,2-1 1 0 0,6-2 47 0 0,0-1 0 0 0,0 0 0 0 0,-1-1-1 0 0,11-8 1 0 0,4-2 64 0 0,-21 14-109 0 0,0 0 1 0 0,0-1-1 0 0,0 1 1 0 0,-1 0-1 0 0,1-1 0 0 0,3-4 1 0 0,9-11 41 0 0,13-22 246 0 0,-27 37-258 0 0,1 0 0 0 0,-1-1 0 0 0,0 1-1 0 0,0-1 1 0 0,0 0 0 0 0,0 1 0 0 0,-1-1 0 0 0,0 0-1 0 0,1 1 1 0 0,-1-1 0 0 0,-1 0 0 0 0,0-6 0 0 0,-1-7 337 0 0,-7-21 1 0 0,6 22-225 0 0,-1 2 0 0 0,-1-1 0 0 0,0 0 1 0 0,-14-25-1 0 0,17 37-125 0 0,0 0 1 0 0,-1 0 0 0 0,0 0 0 0 0,1 1-1 0 0,-1-1 1 0 0,0 1 0 0 0,0 0 0 0 0,-1 0-1 0 0,1 0 1 0 0,0 0 0 0 0,-1 0 0 0 0,1 1-1 0 0,-1-1 1 0 0,-5 0 0 0 0,-6-2 181 0 0,0 2 0 0 0,-21-2 0 0 0,11 2-125 0 0,23 2-885 0 0</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24.374"/>
    </inkml:context>
    <inkml:brush xml:id="br0">
      <inkml:brushProperty name="width" value="0.05" units="cm"/>
      <inkml:brushProperty name="height" value="0.05" units="cm"/>
      <inkml:brushProperty name="color" value="#5D4753"/>
    </inkml:brush>
  </inkml:definitions>
  <inkml:trace contextRef="#ctx0" brushRef="#br0">42 1 1839 0 0,'-2'0'10795'0'0,"-2"2"-9898"0"0,2-2-480 0 0,-1 1-1 0 0,0 0 0 0 0,1 0 1 0 0,-1 0-1 0 0,1 0 0 0 0,0 0 1 0 0,-1 0-1 0 0,1 1 0 0 0,0-1 1 0 0,-3 4-1 0 0,4-4-253 0 0,-5 10 181 0 0,7-5-331 0 0,4 0-1 0 0,-3-6-5 0 0,-1 1 0 0 0,0-1 0 0 0,1 0 0 0 0,-1 0-1 0 0,0 1 1 0 0,1-1 0 0 0,-1 0 0 0 0,0 0 0 0 0,1 0 0 0 0,-1 0 0 0 0,0-1-1 0 0,1 1 1 0 0,-1 0 0 0 0,0-1 0 0 0,1 1 0 0 0,0-1 0 0 0,8-1 384 0 0,-9 1-215 0 0,5-4-29 0 0,-2-2 1748 0 0,-12 1-577 0 0,7 5-1210 0 0,0 0 0 0 0,0 0 1 0 0,0 0-1 0 0,0 0 0 0 0,0 0 0 0 0,0 0 1 0 0,0 0-1 0 0,0 1 0 0 0,0-1 1 0 0,-2-1-1 0 0,0 1-50 0 0,2 1-37 0 0,1 0 0 0 0,0 0-1 0 0,-1 0 1 0 0,1 0 0 0 0,0 0 0 0 0,-1 1 0 0 0,1-1 0 0 0,0 0 0 0 0,0 0 0 0 0,-1 0 0 0 0,1 0 0 0 0,0 1 0 0 0,0-1-1 0 0,-1 0 1 0 0,1 0 0 0 0,0 0 0 0 0,0 1 0 0 0,0-1 0 0 0,0 0 0 0 0,-1 0 0 0 0,1 1 0 0 0,0-1 0 0 0,0 0 0 0 0,0 1 0 0 0,0-1-1 0 0,0 0 1 0 0,0 0 0 0 0,0 1 0 0 0,0-1 0 0 0,0 0 0 0 0,0 1 0 0 0,0 0 0 0 0,-1 0-123 0 0</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26.466"/>
    </inkml:context>
    <inkml:brush xml:id="br0">
      <inkml:brushProperty name="width" value="0.05" units="cm"/>
      <inkml:brushProperty name="height" value="0.05" units="cm"/>
      <inkml:brushProperty name="color" value="#5D4753"/>
    </inkml:brush>
  </inkml:definitions>
  <inkml:trace contextRef="#ctx0" brushRef="#br0">30 43 1375 0 0,'0'0'66'0'0,"-23"-17"17747"0"0,17 17-13692 0 0,59-7-3384 0 0,28 5 89 0 0,-38 2-522 0 0,-40 0-246 0 0,3-3-36 0 0,-4 3 32 0 0,-6-7-4531 0 0,-1 1 2497 0 0</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27.109"/>
    </inkml:context>
    <inkml:brush xml:id="br0">
      <inkml:brushProperty name="width" value="0.05" units="cm"/>
      <inkml:brushProperty name="height" value="0.05" units="cm"/>
      <inkml:brushProperty name="color" value="#5D4753"/>
    </inkml:brush>
  </inkml:definitions>
  <inkml:trace contextRef="#ctx0" brushRef="#br0">0 0 10855 0 0,'0'0'6167'0'0,"0"2"-5415"0"0,2 28 1474 0 0,-2-25-2152 0 0,0 1 0 0 0,0-1 0 0 0,0 1 1 0 0,1 0-1 0 0,0-1 0 0 0,2 7 0 0 0,-1-6-12 0 0,0 0-1 0 0,-1-1 0 0 0,1 1 1 0 0,-1 1-1 0 0,0 6 0 0 0,3 16 4680 0 0,-2-28-4665 0 0,-1 0-64 0 0,15 3 58 0 0,6-2-57 0 0,-13-2-13 0 0,-5 1 0 0 0,0-1 0 0 0,0 0 0 0 0,1 1 0 0 0,-1 0 0 0 0,0 0 0 0 0,0 0 0 0 0,0 1 0 0 0,0-1 0 0 0,0 1 0 0 0,0 0 0 0 0,3 2 0 0 0,28 13 0 0 0,-32-16-7 0 0,14 12-39 0 0,-6-4 35 0 0,-8-6 11 0 0,1 0 0 0 0,0 0 0 0 0,-1 1 0 0 0,0-1 0 0 0,0 1 0 0 0,0-1 0 0 0,0 1 0 0 0,0 0 0 0 0,2 5 0 0 0,-2 1 0 0 0,-2-9 0 0 0,0 1 0 0 0,-1 0 0 0 0,1 0 0 0 0,-1 0 0 0 0,1 0 0 0 0,-1 0 0 0 0,0 0 0 0 0,0 0 0 0 0,0 0 0 0 0,0 0 0 0 0,-1 4 0 0 0,1-1 11 0 0,0-1 35 0 0,-1-1-41 0 0,-6 12 77 0 0,6-12-71 0 0,-9 14 14 0 0,8-15 51 0 0,1 0 1 0 0,-1 0-1 0 0,0 0 0 0 0,0-1 1 0 0,0 1-1 0 0,0 0 1 0 0,0-1-1 0 0,0 1 0 0 0,-1-1 1 0 0,1 0-1 0 0,-1 0 0 0 0,1 0 1 0 0,0 0-1 0 0,-1 0 0 0 0,0 0 1 0 0,1-1-1 0 0,-1 1 0 0 0,1-1 1 0 0,-1 0-1 0 0,0 0 0 0 0,1 0 1 0 0,-4 0-1 0 0,-37-4 1249 0 0,-2-12-682 0 0,37 13-643 0 0,3-1-199 0 0</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28.305"/>
    </inkml:context>
    <inkml:brush xml:id="br0">
      <inkml:brushProperty name="width" value="0.05" units="cm"/>
      <inkml:brushProperty name="height" value="0.05" units="cm"/>
      <inkml:brushProperty name="color" value="#5D4753"/>
    </inkml:brush>
  </inkml:definitions>
  <inkml:trace contextRef="#ctx0" brushRef="#br0">26 17 7887 0 0,'0'0'714'0'0,"-3"-16"13385"0"0,1 21-13256 0 0,-2 28 224 0 0,0-2-550 0 0,-1 3-260 0 0,4-24-200 0 0,0 0 1 0 0,-4 13-1 0 0,4-13-61 0 0,2-8 105 0 0,-1 1 0 0 0,0-1 0 0 0,0 0-1 0 0,0 1 1 0 0,0-1 0 0 0,0 1 0 0 0,-1 2 0 0 0,23-5 267 0 0,-3-3-224 0 0,-13 2-61 0 0,0 0 0 0 0,0 1 1 0 0,12 1-1 0 0,-5-1 17 0 0,-12 0 115 0 0,18-1-79 0 0,-16 0-93 0 0,0 1-23 0 0,12 1 34 0 0,0-4-166 0 0,-13 2-525 0 0</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28.839"/>
    </inkml:context>
    <inkml:brush xml:id="br0">
      <inkml:brushProperty name="width" value="0.05" units="cm"/>
      <inkml:brushProperty name="height" value="0.05" units="cm"/>
      <inkml:brushProperty name="color" value="#5D4753"/>
    </inkml:brush>
  </inkml:definitions>
  <inkml:trace contextRef="#ctx0" brushRef="#br0">54 54 919 0 0,'3'-16'4036'0'0,"-3"6"2755"0"0,3-1-4860 0 0,0 1 2987 0 0,-2 4-555 0 0,-8 26-3889 0 0,-5 27 1 0 0,6-24-375 0 0,4-10-50 0 0,0 0 0 0 0,0 16 0 0 0,1-14 3 0 0,-4 22 0 0 0,-13 88 40 0 0,15-106 199 0 0,0 0 0 0 0,1 29-1 0 0,4-40 388 0 0,1-11-33 0 0</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32.344"/>
    </inkml:context>
    <inkml:brush xml:id="br0">
      <inkml:brushProperty name="width" value="0.05" units="cm"/>
      <inkml:brushProperty name="height" value="0.05" units="cm"/>
      <inkml:brushProperty name="color" value="#5D4753"/>
    </inkml:brush>
  </inkml:definitions>
  <inkml:trace contextRef="#ctx0" brushRef="#br0">189 93 3223 0 0,'-31'-22'11759'0'0,"36"21"-10869"0"0,-5 2-782 0 0,1-1-1 0 0,-1 0 1 0 0,1 0-1 0 0,-1 0 1 0 0,1 0 0 0 0,-1 0-1 0 0,1 0 1 0 0,-1 0-1 0 0,0-1 1 0 0,1 1 0 0 0,-1 0-1 0 0,1 0 1 0 0,-1 0-1 0 0,1 0 1 0 0,-1-1 0 0 0,1 1-1 0 0,-1 0 1 0 0,0 0-1 0 0,1-1 1 0 0,-1 1 0 0 0,0 0-1 0 0,1 0 1 0 0,-1-1 0 0 0,0 1-1 0 0,1-1 1 0 0,-1 1-1 0 0,0 0 1 0 0,1-1 0 0 0,0-1 46 0 0,-1 1 1 0 0,1-1-1 0 0,-1 1 1 0 0,1-1-1 0 0,-1 1 1 0 0,1-1-1 0 0,-1 1 1 0 0,0-1-1 0 0,0 1 1 0 0,0-1-1 0 0,0 1 1 0 0,0-1-1 0 0,0 0 1 0 0,0 1-1 0 0,-1-1 1 0 0,1 1-1 0 0,0-1 1 0 0,-1 1-1 0 0,1-1 1 0 0,-1 1-1 0 0,0 0 1 0 0,1-1-1 0 0,-1 1 1 0 0,-1-2-1 0 0,1 1 231 0 0,-7-6 793 0 0,6 6-1132 0 0,-1 1 0 0 0,0-1 0 0 0,1 1 0 0 0,-1 0 1 0 0,0 0-1 0 0,0 0 0 0 0,0 0 0 0 0,0 0 0 0 0,0 1 0 0 0,0-1 0 0 0,0 1 1 0 0,0 0-1 0 0,0 0 0 0 0,0 0 0 0 0,0 0 0 0 0,0 1 0 0 0,0-1 0 0 0,0 1 1 0 0,0 0-1 0 0,0-1 0 0 0,0 2 0 0 0,-4 1 0 0 0,-1 3-46 0 0,-1 0 0 0 0,1 1 0 0 0,0 0 0 0 0,1 1 0 0 0,-1 0 0 0 0,2 0 0 0 0,-1 0 0 0 0,1 1 0 0 0,-7 12 0 0 0,8-11 0 0 0,4-9-4 0 0,0 0 0 0 0,1 0 0 0 0,-1 1 1 0 0,0-1-1 0 0,1 0 0 0 0,-1 1 0 0 0,1-1 0 0 0,-1 1 0 0 0,1-1 0 0 0,0 1 0 0 0,0-1 1 0 0,-1 1-1 0 0,1-1 0 0 0,0 1 0 0 0,1 1 0 0 0,-1 3 2 0 0,0 9 3 0 0,2-11 3 0 0,0-3 2 0 0,0 3-12 0 0,0-1-1 0 0,0 0 1 0 0,0 0 0 0 0,0-1 0 0 0,0 1-1 0 0,1 0 1 0 0,5 4 0 0 0,-3-3 32 0 0,-4-2-24 0 0,1-1 1 0 0,0 1 0 0 0,0-1 0 0 0,0 0-1 0 0,-1 1 1 0 0,1-1 0 0 0,0 0-1 0 0,0 0 1 0 0,1 0 0 0 0,-1-1-1 0 0,0 1 1 0 0,4 0 0 0 0,6 3-38 0 0,19 6 24 0 0,-26-9 11 0 0,0 1 0 0 0,-1 0 0 0 0,1 0 0 0 0,-1 0 0 0 0,1 0 0 0 0,7 7 0 0 0,8 4 0 0 0,-1 1 0 0 0,-5-4 0 0 0,-8-6 0 0 0,1 0 0 0 0,-1 1 0 0 0,0 0 0 0 0,-1 1 0 0 0,1-1 0 0 0,6 10 0 0 0,-10-13 0 0 0,-1-1 0 0 0,0 0 0 0 0,0 0 0 0 0,0 0 0 0 0,0 1 0 0 0,-1-1 0 0 0,1 0-1 0 0,0 1 1 0 0,0-1 0 0 0,-1 1 0 0 0,1-1 0 0 0,-1 1 0 0 0,1-1 0 0 0,-1 4 0 0 0,1-1 24 0 0,-1-2 20 0 0,1 1-1 0 0,-1-1 1 0 0,0 0 0 0 0,0 0 0 0 0,-1 1 0 0 0,1-1 0 0 0,0 0 0 0 0,-1 0-1 0 0,1 1 1 0 0,-1-1 0 0 0,0 0 0 0 0,0 0 0 0 0,0 0 0 0 0,0 0-1 0 0,0 0 1 0 0,-2 3 0 0 0,-3 0 61 0 0,1 1-1 0 0,-1-1 1 0 0,0 0 0 0 0,0 0-1 0 0,-1-1 1 0 0,1 0 0 0 0,-1 0-1 0 0,0-1 1 0 0,0 0 0 0 0,0 0-1 0 0,-1 0 1 0 0,1-1 0 0 0,-1 0-1 0 0,1-1 1 0 0,-14 2 0 0 0,17-3-77 0 0,0-1 1 0 0,0 0 0 0 0,0 1-1 0 0,0-2 1 0 0,0 1-1 0 0,0 0 1 0 0,1-1 0 0 0,-1 1-1 0 0,0-1 1 0 0,-5-4-1 0 0,7 5-13 0 0,1 0-11 0 0,-1-1-1 0 0,1 1 1 0 0,-1 0-1 0 0,1-1 1 0 0,0 1-1 0 0,0-1 1 0 0,0 1 0 0 0,-1-1-1 0 0,1 1 1 0 0,1-1-1 0 0,-1 0 1 0 0,0 0-1 0 0,0 1 1 0 0,1-1-1 0 0,-1 0 1 0 0,1 0 0 0 0,-1 0-1 0 0,1 0 1 0 0,0 0-1 0 0,0-3 1 0 0,0 5-3 0 0,-2-4-1 0 0,2 0 0 0 0,-1 0 0 0 0,0-1 0 0 0,1 1 0 0 0,-1 0 0 0 0,1 0 0 0 0,1 0 0 0 0,-1 0 0 0 0,2-7 0 0 0,-2 10 0 0 0,0-2 0 0 0,0 1 0 0 0,1 0 0 0 0,-1-1 0 0 0,1 1 0 0 0,0 0 0 0 0,0 0 0 0 0,0-1 0 0 0,0 1 0 0 0,0 0 0 0 0,0 0 0 0 0,2-2 0 0 0,2-4 0 0 0,-4 7 0 0 0,0-1 0 0 0,-1 1 0 0 0,1-1 0 0 0,0 1 0 0 0,-1-1 0 0 0,1 1 0 0 0,0 0 0 0 0,0-1 0 0 0,0 1 0 0 0,0 0 0 0 0,1 0 0 0 0,-1 0 0 0 0,2-2 0 0 0,2-1 0 0 0,25-21 0 0 0,-28 22-6 0 0,1 1-2 0 0,-1 0 0 0 0,1 0-1 0 0,0 0 1 0 0,0 0 0 0 0,0 1-1 0 0,5-3 1 0 0,12-5 8 0 0,-10 5 0 0 0,-2 1 0 0 0,0 0 0 0 0,0 0 0 0 0,0-1 0 0 0,0 0 0 0 0,-1-1 0 0 0,0 0 0 0 0,9-7 0 0 0,-9 7-1 0 0,-4 3 2 0 0,-1 0 0 0 0,1 0 0 0 0,-1 0 1 0 0,0 0-1 0 0,0-1 0 0 0,0 1 0 0 0,0-1 0 0 0,0 1 0 0 0,0-1 0 0 0,0 0 0 0 0,-1 0 0 0 0,0 0 1 0 0,2-3-1 0 0,-2 2 92 0 0,0 1 0 0 0,0-1 0 0 0,-1 1 1 0 0,1-1-1 0 0,-1 1 0 0 0,0-1 0 0 0,0 0 0 0 0,0 1 0 0 0,0-1 1 0 0,-1 1-1 0 0,1-1 0 0 0,-1 1 0 0 0,0-1 0 0 0,0 1 1 0 0,-3-7-1 0 0,0 2 25 0 0,1 1 0 0 0,-2-1 0 0 0,1 1 0 0 0,-1-1 1 0 0,-8-9-1 0 0,11 15-110 0 0,0 0 0 0 0,-1-1 0 0 0,1 1 1 0 0,0 0-1 0 0,-1 1 0 0 0,0-1 0 0 0,1 0 1 0 0,-1 1-1 0 0,0-1 0 0 0,0 1 0 0 0,0 0 1 0 0,0 0-1 0 0,0 0 0 0 0,0 0 0 0 0,0 1 1 0 0,0-1-1 0 0,0 1 0 0 0,0 0 0 0 0,0 0 1 0 0,0 0-1 0 0,0 0 0 0 0,-1 0 0 0 0,1 1 1 0 0,0 0-1 0 0,0-1 0 0 0,0 1 0 0 0,0 0 1 0 0,0 0-1 0 0,1 1 0 0 0,-1-1 1 0 0,0 0-1 0 0,0 1 0 0 0,1 0 0 0 0,-1 0 1 0 0,1 0-1 0 0,-3 2 0 0 0,-64 66-3929 0 0,42-38 2514 0 0</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34.822"/>
    </inkml:context>
    <inkml:brush xml:id="br0">
      <inkml:brushProperty name="width" value="0.05" units="cm"/>
      <inkml:brushProperty name="height" value="0.05" units="cm"/>
      <inkml:brushProperty name="color" value="#5D4753"/>
    </inkml:brush>
  </inkml:definitions>
  <inkml:trace contextRef="#ctx0" brushRef="#br0">291 4 1375 0 0,'0'0'13816'0'0,"2"-3"-13396"0"0,-2 70 711 0 0,2-30-576 0 0,-1-1-1 0 0,-4 42 1 0 0,2-59-328 0 0,-7 69 371 0 0,-6-15 303 0 0,-30 98 0 0 0,41-164-704 0 0,0 1 1 0 0,0 0 0 0 0,0 0 0 0 0,-1-1 0 0 0,0 0 0 0 0,0 0 0 0 0,-1 0 0 0 0,1 0 0 0 0,-2-1 0 0 0,1 0 0 0 0,-1 0-1 0 0,0 0 1 0 0,0-1 0 0 0,-1 0 0 0 0,-12 8 0 0 0,-52 31 986 0 0,52-32-1049 0 0,-15 10-142 0 0,28-19-68 0 0,5-2-319 0 0,-5-4-800 0 0</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35.717"/>
    </inkml:context>
    <inkml:brush xml:id="br0">
      <inkml:brushProperty name="width" value="0.05" units="cm"/>
      <inkml:brushProperty name="height" value="0.05" units="cm"/>
      <inkml:brushProperty name="color" value="#5D4753"/>
    </inkml:brush>
  </inkml:definitions>
  <inkml:trace contextRef="#ctx0" brushRef="#br0">0 117 919 0 0,'0'0'14375'0'0,"11"6"-11144"0"0,-2-8-2918 0 0,-1 1 0 0 0,1-1 1 0 0,-1-1-1 0 0,0 1 1 0 0,0-1-1 0 0,13-7 1 0 0,8-2 573 0 0,-23 10-802 0 0,1-1 1 0 0,-1 1 0 0 0,0-1-1 0 0,0 0 1 0 0,9-7-1 0 0,-6 3 15 0 0,1 1 0 0 0,13-6 0 0 0,16-10 956 0 0,-38 21-916 0 0,-1 0-115 0 0,1 0-1 0 0,-1 0 1 0 0,1 0 0 0 0,-1 0-1 0 0,1 0 1 0 0,0 0 0 0 0,-1 0-1 0 0,1 0 1 0 0,0 1 0 0 0,0-1-1 0 0,-1 0 1 0 0,1 0 0 0 0,0 1-1 0 0,0-1 1 0 0,0 1 0 0 0,0-1-1 0 0,0 0 1 0 0,0 1 0 0 0,1-1-1 0 0,0 1 819 0 0,-1 1-755 0 0,5 2-29 0 0,-1 2 0 0 0,-1-1 0 0 0,1 0 0 0 0,-1 1 0 0 0,0 0 0 0 0,0 0 0 0 0,6 10 0 0 0,-5-7 42 0 0,1 0 1 0 0,8 9-1 0 0,-13-16-13 0 0,4 10 121 0 0,-1-1 32 0 0,-1 1-1 0 0,-1-1 0 0 0,2 14 1 0 0,-2-15-93 0 0,-2-7 72 0 0,0 1-781 0 0,0 8 2768 0 0,1-7-4494 0 0</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40.819"/>
    </inkml:context>
    <inkml:brush xml:id="br0">
      <inkml:brushProperty name="width" value="0.05" units="cm"/>
      <inkml:brushProperty name="height" value="0.05" units="cm"/>
      <inkml:brushProperty name="color" value="#5D4753"/>
    </inkml:brush>
  </inkml:definitions>
  <inkml:trace contextRef="#ctx0" brushRef="#br0">243 101 7567 0 0,'0'0'690'0'0,"1"-5"-569"0"0,7-17 5890 0 0,-3-4-189 0 0,-5 25-5675 0 0,-1-1 0 0 0,1 0 0 0 0,0 1 1 0 0,-1-1-1 0 0,0 0 0 0 0,1 1 0 0 0,-1-1 0 0 0,0 1 0 0 0,0-1 0 0 0,0 1 0 0 0,0 0 0 0 0,0-1 0 0 0,0 1 0 0 0,0 0 0 0 0,-1 0 1 0 0,1-1-1 0 0,0 1 0 0 0,-1 0 0 0 0,-2-1 0 0 0,1 1 5 0 0,0 0-1 0 0,0 0 1 0 0,1 0 0 0 0,-1 0-1 0 0,0 1 1 0 0,0-1 0 0 0,0 1 0 0 0,0 0-1 0 0,0 0 1 0 0,-5 1 0 0 0,-1 0-43 0 0,0 1 0 0 0,0 0 0 0 0,0 1 0 0 0,0 0 0 0 0,1 0 1 0 0,-15 8-1 0 0,15-6-63 0 0,0 0 1 0 0,1 0 0 0 0,-1 1-1 0 0,1 0 1 0 0,1 1-1 0 0,-1-1 1 0 0,1 1 0 0 0,0 1-1 0 0,1-1 1 0 0,-1 1-1 0 0,-7 15 1 0 0,6-7-54 0 0,1 1 0 0 0,0-1 0 0 0,1 1 0 0 0,1 1 0 0 0,-3 22 0 0 0,7-38 7 0 0,0 1 0 0 0,0 0 0 0 0,-1 0 0 0 0,1 0 0 0 0,1-1 0 0 0,-1 1 0 0 0,2 5 0 0 0,13 32 0 0 0,-13-32 0 0 0,-1-5 0 0 0,0 0 0 0 0,1 0 0 0 0,-1 0 0 0 0,0 0 0 0 0,1 0 0 0 0,0-1 0 0 0,0 1 0 0 0,-1 0 0 0 0,1-1 0 0 0,4 4 0 0 0,-4-3 9 0 0,1-1 0 0 0,-1 1 0 0 0,1 0 0 0 0,0-1 0 0 0,-1 1 0 0 0,1-1 0 0 0,0 0 0 0 0,1 0 0 0 0,-1 0 0 0 0,0-1 0 0 0,0 1 0 0 0,1-1 0 0 0,-1 1 0 0 0,6 0 0 0 0,-1 0 32 0 0,2 1-35 0 0,-1 0-1 0 0,1-1 1 0 0,-1 0 0 0 0,1 0-1 0 0,0-1 1 0 0,0-1 0 0 0,-1 0-1 0 0,1 0 1 0 0,0-1 0 0 0,0 0-1 0 0,-1 0 1 0 0,1-1 0 0 0,0-1-1 0 0,-1 1 1 0 0,10-6 0 0 0,46-25 100 0 0,-61 31-85 0 0,0-1-1 0 0,0 1 0 0 0,0-1 0 0 0,0 0 0 0 0,-1 0 0 0 0,1 0 0 0 0,-1-1 1 0 0,0 1-1 0 0,0-1 0 0 0,0 0 0 0 0,0 0 0 0 0,-1 0 0 0 0,1 0 0 0 0,-1 0 1 0 0,0 0-1 0 0,-1-1 0 0 0,1 1 0 0 0,-1-1 0 0 0,0 1 0 0 0,0-1 0 0 0,0 0 0 0 0,0 1 1 0 0,-1-1-1 0 0,0 0 0 0 0,0 0 0 0 0,0 1 0 0 0,-1-1 0 0 0,0-5 0 0 0,-2-11 265 0 0,2 12-125 0 0,0 0 0 0 0,-1 0 0 0 0,0 1-1 0 0,-4-11 1 0 0,-10-25 468 0 0,13 32-442 0 0,-1 0 0 0 0,-1 1-1 0 0,0-1 1 0 0,0 1-1 0 0,-13-19 1 0 0,14 23-105 0 0,3 6-62 0 0,0-1-1 0 0,0 0 1 0 0,0 1 0 0 0,0-1 0 0 0,0 1 0 0 0,0 0 0 0 0,-1-1-1 0 0,1 1 1 0 0,-1 0 0 0 0,1 0 0 0 0,-1 0 0 0 0,1-1 0 0 0,-1 2-1 0 0,1-1 1 0 0,-1 0 0 0 0,0 0 0 0 0,-2 0 0 0 0,2 0 9 0 0,0 0 1 0 0,0 1-1 0 0,0-1 1 0 0,0 1-1 0 0,0-1 1 0 0,0 1-1 0 0,-1 0 1 0 0,1 0-1 0 0,0 0 1 0 0,-2 0-1 0 0,-2 1-59 0 0,0 1 0 0 0,0 0 0 0 0,0 0 0 0 0,-7 4 0 0 0,-2 0-451 0 0,14-5 211 0 0,-5 4-3170 0 0</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41.448"/>
    </inkml:context>
    <inkml:brush xml:id="br0">
      <inkml:brushProperty name="width" value="0.05" units="cm"/>
      <inkml:brushProperty name="height" value="0.05" units="cm"/>
      <inkml:brushProperty name="color" value="#5D4753"/>
    </inkml:brush>
  </inkml:definitions>
  <inkml:trace contextRef="#ctx0" brushRef="#br0">75 29 1375 0 0,'0'0'380'0'0,"-10"-14"6851"0"0,10 13-6693 0 0,-1 1 1 0 0,0-1-1 0 0,0 0 0 0 0,0 1 1 0 0,0-1-1 0 0,0 1 0 0 0,0-1 1 0 0,0 1-1 0 0,1-1 1 0 0,-2 1-1 0 0,0-1 0 0 0,0 1-343 0 0,1 0 0 0 0,-1 0 0 0 0,1 0 0 0 0,-1 0-1 0 0,1 0 1 0 0,-1 0 0 0 0,1 0 0 0 0,-1 1 0 0 0,1-1 0 0 0,-1 0 0 0 0,1 1-1 0 0,-4 1 1399 0 0,7-1-1535 0 0,20 4 2236 0 0,-23-7-2056 0 0,0 1 0 0 0,0 0 0 0 0,0 0 0 0 0,0 0 0 0 0,0 0 0 0 0,0 0 0 0 0,0 0 1 0 0,0 0-1 0 0,-2 0 0 0 0,0 0-104 0 0,0-1 0 0 0,0 1 0 0 0,1 1 0 0 0,-1-1 0 0 0,0 0 0 0 0,-1 1 1 0 0,1-1-1 0 0,0 1 0 0 0,0 0 0 0 0,0 0 0 0 0,-4 1 0 0 0,6-1 117 0 0,1 2-187 0 0,3 5-51 0 0,3 0-153 0 0,-4-6-16 0 0,0 0 1 0 0,0-1-1 0 0,1 1 0 0 0,-1-1 0 0 0,0 1 1 0 0,0-1-1 0 0,1 0 0 0 0,-1 0 0 0 0,0 0 1 0 0,4 0-1 0 0,8-3-879 0 0</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42.405"/>
    </inkml:context>
    <inkml:brush xml:id="br0">
      <inkml:brushProperty name="width" value="0.05" units="cm"/>
      <inkml:brushProperty name="height" value="0.05" units="cm"/>
      <inkml:brushProperty name="color" value="#5D4753"/>
    </inkml:brush>
  </inkml:definitions>
  <inkml:trace contextRef="#ctx0" brushRef="#br0">174 10 7775 0 0,'0'0'8119'0'0,"-8"0"-7194"0"0,3-1-553 0 0,-1 1 0 0 0,1 0 0 0 0,-1 0 0 0 0,1 0-1 0 0,0 1 1 0 0,-1 0 0 0 0,1 0 0 0 0,-1 0 0 0 0,1 1 0 0 0,0 0 0 0 0,0 0-1 0 0,0 0 1 0 0,0 0 0 0 0,0 1 0 0 0,1 0 0 0 0,-1 0 0 0 0,-6 6-1 0 0,9-8-305 0 0,-3 3 163 0 0,0 1-1 0 0,1-1 1 0 0,-1 1 0 0 0,1 0-1 0 0,-6 8 1 0 0,5-4-77 0 0,1-1 0 0 0,0 1 0 0 0,0-1 1 0 0,0 1-1 0 0,2 1 0 0 0,-4 13 0 0 0,5-20-152 0 0,0 0 0 0 0,1 0 0 0 0,0 1 0 0 0,-1-1 0 0 0,1 0 0 0 0,0 0 0 0 0,1 1 0 0 0,-1-1 0 0 0,0 0 0 0 0,3 6 0 0 0,-2-3 0 0 0,3 12 0 0 0,-1-3 0 0 0,8 23 0 0 0,-9-32 0 0 0,-1-3 0 0 0,0 0 0 0 0,0 0 0 0 0,0 0 0 0 0,1 0 0 0 0,-1-1 0 0 0,1 1 0 0 0,2 2 0 0 0,-2-1 0 0 0,10 12 0 0 0,-11-15 0 0 0,0 1 0 0 0,0-1 0 0 0,1 1 0 0 0,-1-1 0 0 0,0 1 0 0 0,1-1 0 0 0,-1 0 0 0 0,1 0 0 0 0,0 0 0 0 0,-1 0 0 0 0,1 0 0 0 0,3 2 0 0 0,0-1 0 0 0,-2-1 0 0 0,-1 0 0 0 0,1 0 0 0 0,-1 0 0 0 0,1 0 0 0 0,0 0 0 0 0,0 0 0 0 0,0-1 0 0 0,-1 1 0 0 0,1-1 0 0 0,0 0 0 0 0,0 0 0 0 0,4 0 0 0 0,2-1 0 0 0,-4 2 0 0 0,16-4 0 0 0,-12 1 14 0 0,0 0 0 0 0,0-1-1 0 0,-1 0 1 0 0,1-1 0 0 0,-1 0-1 0 0,9-5 1 0 0,-4 0 10 0 0,0-1 0 0 0,-1 0 0 0 0,16-16 0 0 0,-27 25-18 0 0,1 0 0 0 0,-1-1 0 0 0,1 1 0 0 0,-1-1 0 0 0,1 1 0 0 0,-1-1 0 0 0,0 0 1 0 0,0 1-1 0 0,0-1 0 0 0,1-3 0 0 0,1 0 20 0 0,-1 0-17 0 0,0 0 0 0 0,1 0 0 0 0,-2 0 1 0 0,1 0-1 0 0,0 0 0 0 0,0-9 0 0 0,0 3 5 0 0,-1 4 110 0 0,0-1 0 0 0,-1 1 0 0 0,0-1 0 0 0,0 1 1 0 0,-1-1-1 0 0,1 0 0 0 0,-2 1 0 0 0,1 0 0 0 0,-4-10 1 0 0,1 5 143 0 0,-1 0 1 0 0,0 1-1 0 0,0 0 1 0 0,-1 1-1 0 0,-8-11 1 0 0,12 18-213 0 0,0 1 0 0 0,0 0 0 0 0,-1 0 0 0 0,1 0 0 0 0,-1 0 0 0 0,0 1 0 0 0,1-1 0 0 0,-1 1 0 0 0,0 0 0 0 0,0-1 0 0 0,0 1 0 0 0,0 1 0 0 0,0-1 0 0 0,0 0 0 0 0,0 1 0 0 0,-4-1 0 0 0,2 1-302 0 0,0-1-1 0 0,-1 2 1 0 0,1-1 0 0 0,0 0-1 0 0,-8 3 1 0 0,9-3-296 0 0</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43.317"/>
    </inkml:context>
    <inkml:brush xml:id="br0">
      <inkml:brushProperty name="width" value="0.05" units="cm"/>
      <inkml:brushProperty name="height" value="0.05" units="cm"/>
      <inkml:brushProperty name="color" value="#5D4753"/>
    </inkml:brush>
  </inkml:definitions>
  <inkml:trace contextRef="#ctx0" brushRef="#br0">232 36 2303 0 0,'0'0'18048'0'0,"-6"-9"-15439"0"0,-14-11-1105 0 0,19 19-1213 0 0,1 1-255 0 0,-1 0 0 0 0,1-1 1 0 0,-1 1-1 0 0,1-1 0 0 0,-1 1 0 0 0,1 0 0 0 0,-1-1 0 0 0,1 1 0 0 0,-1 0 1 0 0,0 0-1 0 0,1 0 0 0 0,-1-1 0 0 0,1 1 0 0 0,-1 0 0 0 0,1 0 0 0 0,-1 0 1 0 0,0 0-1 0 0,1 0 0 0 0,-2 0 0 0 0,-10-1 399 0 0,12 1-421 0 0,-11 1 193 0 0,0 0 0 0 0,0 0 0 0 0,0 2 0 0 0,0-1-1 0 0,0 1 1 0 0,-17 8 0 0 0,23-9-165 0 0,0 1 1 0 0,1 0-1 0 0,-1 0 1 0 0,1 0-1 0 0,0 0 1 0 0,0 1-1 0 0,0 0 0 0 0,0 0 1 0 0,1 0-1 0 0,-1 0 1 0 0,-2 5-1 0 0,1-1-30 0 0,-1 1 0 0 0,2 0-1 0 0,-1 0 1 0 0,-5 19 0 0 0,8-19-12 0 0,0 1-1 0 0,1-2 3 0 0,2 7-14 0 0,-1-9 0 0 0,0-4 8 0 0,0 1 1 0 0,0-1-1 0 0,1 0 1 0 0,-1 1 0 0 0,1-1-1 0 0,-1 0 1 0 0,1 1 0 0 0,0-1-1 0 0,0 0 1 0 0,0 0-1 0 0,3 4 1 0 0,1 2 3 0 0,-4-6-2 0 0,0-1 0 0 0,0 0 0 0 0,0 0 0 0 0,0 0 0 0 0,1 0-1 0 0,-1 0 1 0 0,0 0 0 0 0,0 0 0 0 0,1 0 0 0 0,-1 0 0 0 0,0-1 0 0 0,1 1 0 0 0,-1 0-1 0 0,1-1 1 0 0,-1 1 0 0 0,1-1 0 0 0,2 1 0 0 0,1-1-13 0 0,0 2 5 0 0,-3-1 9 0 0,0 0 0 0 0,0-1 0 0 0,0 1 0 0 0,0-1 0 0 0,0 0-1 0 0,0 0 1 0 0,0 0 0 0 0,0 0 0 0 0,0 0 0 0 0,0 0 0 0 0,3-1 0 0 0,1 0-66 0 0,0 0 0 0 0,0 0-1 0 0,0-1 1 0 0,0 0 0 0 0,0 0-1 0 0,-1-1 1 0 0,1 1 0 0 0,9-8 0 0 0,4-3-1954 0 0,16-16 0 0 0,-33 28 1719 0 0,41-43-7257 0 0</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43.773"/>
    </inkml:context>
    <inkml:brush xml:id="br0">
      <inkml:brushProperty name="width" value="0.05" units="cm"/>
      <inkml:brushProperty name="height" value="0.05" units="cm"/>
      <inkml:brushProperty name="color" value="#5D4753"/>
    </inkml:brush>
  </inkml:definitions>
  <inkml:trace contextRef="#ctx0" brushRef="#br0">40 16 2759 0 0,'0'0'12694'0'0,"-6"-10"-8060"0"0,2 4-1174 0 0,-1 7-1543 0 0,-2 10-2510 0 0,4-2 606 0 0,-1-1-1 0 0,2 1 1 0 0,-1 0-1 0 0,2 1 1 0 0,-1-1 0 0 0,0 19-1 0 0,6 57 31 0 0,-2-51-30 0 0,5 59 90 0 0,-1-65 41 0 0,-1 6 970 0 0,-5-33-586 0 0,0 2-144 0 0,0-3-343 0 0,0 0-1 0 0,0 0 0 0 0,0 1 0 0 0,0-1 1 0 0,0 0-1 0 0,0 0 0 0 0,0 1 1 0 0,0-1-1 0 0,0 0 0 0 0,0 0 1 0 0,0 1-1 0 0,0-1 0 0 0,0 0 1 0 0,0 1-1 0 0,0-1 0 0 0,0 0 1 0 0,0 0-1 0 0,0 1 0 0 0,0-1 1 0 0,0 0-1 0 0,1 0 0 0 0,-1 1 0 0 0,0-1 1 0 0,0 0-1 0 0,1 0 0 0 0,3 0-815 0 0</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39:44.651"/>
    </inkml:context>
    <inkml:brush xml:id="br0">
      <inkml:brushProperty name="width" value="0.05" units="cm"/>
      <inkml:brushProperty name="height" value="0.05" units="cm"/>
      <inkml:brushProperty name="color" value="#5D4753"/>
    </inkml:brush>
  </inkml:definitions>
  <inkml:trace contextRef="#ctx0" brushRef="#br0">21 94 6447 0 0,'0'0'2726'0'0,"-13"-3"8932"0"0,12 2-11552 0 0,0 1-1 0 0,1-1 1 0 0,-1 0 0 0 0,1 1-1 0 0,-1-1 1 0 0,1 0 0 0 0,-1 0-1 0 0,1 0 1 0 0,-1 0 0 0 0,1 1-1 0 0,0-1 1 0 0,-1 0 0 0 0,1 0-1 0 0,0 0 1 0 0,0 0 0 0 0,0 0-1 0 0,-1 0 1 0 0,1 0 0 0 0,0 0-1 0 0,1 0 1 0 0,-1 0 0 0 0,0 0-1 0 0,0 0 1 0 0,0 0 0 0 0,0 1-1 0 0,1-1 1 0 0,0-1 0 0 0,1-3 69 0 0,0 1 1 0 0,1 0 0 0 0,-1 0-1 0 0,6-6 1 0 0,-4 5 123 0 0,0 1-120 0 0,-1 1-1 0 0,1 0 1 0 0,-1-1 0 0 0,1 1-1 0 0,0 0 1 0 0,0 1 0 0 0,0-1-1 0 0,7-3 1 0 0,-9 6-19 0 0,0-1-139 0 0,0 1 1 0 0,-1-1-1 0 0,1 1 0 0 0,0 0 1 0 0,0 0-1 0 0,0 0 0 0 0,0 0 1 0 0,3 0-1 0 0,-3 0 7 0 0,0 0-27 0 0,0 0 1 0 0,0 0-1 0 0,0 1 0 0 0,1-1 1 0 0,-1 0-1 0 0,0 1 0 0 0,0-1 1 0 0,2 2-1 0 0,5 4-1 0 0,7 14 0 0 0,-2 2 0 0 0,-11-17 6 0 0,0 1 1 0 0,0 0-1 0 0,0 1 0 0 0,-1-1 1 0 0,0 0-1 0 0,0 1 0 0 0,0 0 1 0 0,-1-1-1 0 0,0 1 0 0 0,0 8 0 0 0,-1-2 11 0 0,0-1 1 0 0,-1 1-1 0 0,0-1 0 0 0,-6 21 0 0 0,5-22 27 0 0,-1-1 1 0 0,0 1 0 0 0,0-1-1 0 0,-1 0 1 0 0,-1 0 0 0 0,0 0-1 0 0,-10 14 1 0 0,11-17 3 0 0,-2 1 163 0 0,0 1-1 0 0,-1-1 1 0 0,0 1 0 0 0,-12 10-1 0 0,17-19-63 0 0,1 1-3 0 0,-4 3-13 0 0,5-3-126 0 0,1-1-1 0 0,-1 1 1 0 0,0-1 0 0 0,0 1 0 0 0,1-1 0 0 0,-1 1 0 0 0,0-1-1 0 0,1 1 1 0 0,-1-1 0 0 0,0 1 0 0 0,1-1 0 0 0,-1 0 0 0 0,1 1-1 0 0,-1-1 1 0 0,2 1 0 0 0,-2-1-5 0 0,16 13 0 0 0,-12-10 0 0 0,-1 0 0 0 0,1-1 0 0 0,0 1 0 0 0,0-1 0 0 0,0 0 0 0 0,7 3 0 0 0,-6-3 0 0 0,3 2 0 0 0,-6-3 0 0 0,0 1 0 0 0,0-1 0 0 0,0-1 0 0 0,0 1 0 0 0,0 0 0 0 0,0 0 0 0 0,0-1 0 0 0,0 1 0 0 0,1-1 0 0 0,-1 0 0 0 0,0 0 0 0 0,3 0 0 0 0,7 0 0 0 0,0 0 0 0 0,20-3 0 0 0,13-1 0 0 0,-18 4 59 0 0,-23 0-18 0 0,0 0 0 0 0,1 0 0 0 0,-1 0 0 0 0,7 2 0 0 0,-10-2 39 0 0,0 0-67 0 0,0-1-1 0 0,0 1 1 0 0,0 0 0 0 0,0 0-1 0 0,0 0 1 0 0,0 0-1 0 0,0 0 1 0 0,0 0 0 0 0,0 0-1 0 0,0 0 1 0 0,0 0 0 0 0,0 0-1 0 0,0 1 1 0 0,1-1 0 0 0,13 2 1624 0 0,-10-4-1793 0 0,-8 1-1060 0 0,-11 1-799 0 0,3 3 767 0 0</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0:37.966"/>
    </inkml:context>
    <inkml:brush xml:id="br0">
      <inkml:brushProperty name="width" value="0.05" units="cm"/>
      <inkml:brushProperty name="height" value="0.05" units="cm"/>
      <inkml:brushProperty name="color" value="#5D4753"/>
    </inkml:brush>
  </inkml:definitions>
  <inkml:trace contextRef="#ctx0" brushRef="#br0">1167 49 919 0 0,'-1'-4'67'0'0,"-4"-19"12336"0"0,5 2-1474 0 0,-2 42-9117 0 0,-3-2-1748 0 0,3-8-43 0 0,0 1 0 0 0,1 0 1 0 0,0 0-1 0 0,1 21 0 0 0,9 49-10 0 0,-1-15 42 0 0,-5-34-34 0 0,0-4 9 0 0,-2 56 0 0 0,-2-73-20 0 0,0-2 6 0 0,0-1 0 0 0,1 1 0 0 0,2 13 0 0 0,0-2-14 0 0,-1 8 0 0 0,-2-5 20 0 0,0-10 2 0 0,2 25 0 0 0,0-27-22 0 0,0-4 0 0 0,-1 0 0 0 0,0 0 0 0 0,-1 10 0 0 0,1-1 7 0 0,-1 3 16 0 0,-3 32 0 0 0,4-48-15 0 0,-4 10-5 0 0,0 1-3 0 0,-12 29 280 0 0,16-42-209 0 0,-5 10 85 0 0,2-1-87 0 0,3-9-57 0 0,-1 0 0 0 0,1 0 0 0 0,-1 0 0 0 0,0 0 0 0 0,1-1 0 0 0,-1 1 0 0 0,0 0-1 0 0,0-1 1 0 0,-3 4 0 0 0,-7 9 61 0 0,6-7-55 0 0,2 0 27 0 0,-1-1 1 0 0,0 0-1 0 0,0-1 0 0 0,-1 1 0 0 0,0-1 1 0 0,0 1-1 0 0,0-2 0 0 0,-1 1 1 0 0,1 0-1 0 0,-8 3 0 0 0,11-7 167 0 0,-25 11 380 0 0,-13 6-421 0 0,29-13-131 0 0,7-5-36 0 0,0 1 1 0 0,0 0 0 0 0,1 1-1 0 0,-1-1 1 0 0,0 0 0 0 0,1 1-1 0 0,-5 3 1 0 0,-10 4 48 0 0,15-7-41 0 0,0-1 0 0 0,-1 1-1 0 0,1-1 1 0 0,0 0 0 0 0,-1 0-1 0 0,1 0 1 0 0,0 0-1 0 0,-1 0 1 0 0,1-1 0 0 0,-5 1-1 0 0,4-3-2 0 0,-14 1 46 0 0,-2 2 1 0 0,-39 7 0 0 0,13-1-29 0 0,-1-4 93 0 0,-15 3-21 0 0,56-5-89 0 0,3-1-6 0 0,-1 1 0 0 0,1-1 1 0 0,0 0-1 0 0,-1 0 0 0 0,1 0 1 0 0,-1 0-1 0 0,1-1 0 0 0,0 1 1 0 0,-7-3-1 0 0,5 2-4 0 0,3 0 0 0 0,-1 1 0 0 0,1 0 0 0 0,-1-1 0 0 0,1 1 0 0 0,-1 0 0 0 0,1 0 0 0 0,-1 0 0 0 0,1 1 0 0 0,-3 0 0 0 0,-3 0 0 0 0,-48 10 0 0 0,18-5 0 0 0,12-6 64 0 0,18 1-64 0 0,-8 0 0 0 0,-31-7 0 0 0,38 5 0 0 0,1 0 0 0 0,0 0 0 0 0,0 1 0 0 0,0 0 0 0 0,-12 1 0 0 0,10 1 0 0 0,1 0 0 0 0,8-2 0 0 0,-1 1 0 0 0,1-1 0 0 0,-1 1 0 0 0,0-1 0 0 0,1 0 0 0 0,-1 0 0 0 0,1 1 0 0 0,-1-1 0 0 0,0 0 0 0 0,1-1 0 0 0,-1 1 0 0 0,-1 0 0 0 0,-1-1 0 0 0,1 0 0 0 0,-1 0 0 0 0,1 1 0 0 0,-1-1 0 0 0,0 1 0 0 0,-5 1 0 0 0,1-2 0 0 0,2 2 0 0 0,-7 5 0 0 0,7-3 0 0 0,0-1 0 0 0,-20 1 0 0 0,20-2 0 0 0,-15-2 0 0 0,11 0 0 0 0,-38-1 343 0 0,41 1-265 0 0,-9-4 0 0 0,9 4-36 0 0,-5 0-25 0 0,10-1-25 0 0,-15 2-61 0 0,15 0-303 0 0,8-9-6233 0 0</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0:39.851"/>
    </inkml:context>
    <inkml:brush xml:id="br0">
      <inkml:brushProperty name="width" value="0.05" units="cm"/>
      <inkml:brushProperty name="height" value="0.05" units="cm"/>
      <inkml:brushProperty name="color" value="#5D4753"/>
    </inkml:brush>
  </inkml:definitions>
  <inkml:trace contextRef="#ctx0" brushRef="#br0">171 77 1839 0 0,'0'0'83'0'0,"2"-1"-6"0"0,6-2 190 0 0,7-3-471 0 0,-4-4 4619 0 0,1-3 1742 0 0,4-8-4124 0 0,-13 18-1341 0 0,-3 1 22 0 0,3 1-90 0 0,-1 0 1 0 0,0-1 0 0 0,1 0 0 0 0,-1 0 0 0 0,0 1 0 0 0,0-1-1 0 0,2-5 2560 0 0,1 8 32 0 0,-8 2-2108 0 0,-11 3-1620 0 0,8-4 853 0 0,4-1-269 0 0,-14 13 143 0 0,-4 1-61 0 0,-37 33 0 0 0,-10 21 232 0 0,64-68-352 0 0,3-3 24 0 0,5-11 98 0 0,11-17 55 0 0,-12 25-211 0 0,1 0 0 0 0,0 0 0 0 0,6-5 0 0 0,8-9 0 0 0,-14 15 0 0 0,8-14 0 0 0,-10 14 0 0 0,-2 2 0 0 0,19-17 0 0 0,-14 14 11 0 0,-14 12 7 0 0,0 1 0 0 0,-8 10 0 0 0,-3 3-19 0 0,-72 78 1 0 0,52-55 0 0 0,33-39 11 0 0,5-4 106 0 0,3 0-64 0 0,23 15-31 0 0,39 27 95 0 0,-24-16-64 0 0,-36-24-44 0 0,22 11-7 0 0,-16-10-2 0 0,-7-3 2 0 0,1 0-1 0 0,-1 0 0 0 0,0 0 1 0 0,0 1-1 0 0,0 0 0 0 0,0 0 0 0 0,6 4 1078 0 0,-10-5-959 0 0,-4 3-83 0 0,4-4 27 0 0,-1 1 3 0 0,-3 0-25 0 0,2 0-34 0 0,0 0 1 0 0,1-1 0 0 0,-1 0-1 0 0,0 1 1 0 0,1-1 0 0 0,-1 0-1 0 0,0 0 1 0 0,1 0-1 0 0,-4-1 1 0 0,3 1-9 0 0,-1-1 0 0 0,1 1 0 0 0,-1-1 0 0 0,1 1 0 0 0,-1-1 0 0 0,1 0 0 0 0,0-1 0 0 0,-6-1 0 0 0,0-5 1 0 0,9 3-2 0 0,-10-11-11 0 0,10 15 9 0 0,-1-1 0 0 0,0 1 0 0 0,0-1 0 0 0,1 1-1 0 0,-1-1 1 0 0,1 0 0 0 0,-1 1 0 0 0,1-1 0 0 0,0 0 0 0 0,0 1 0 0 0,0-1 0 0 0,0 0 0 0 0,0 0 0 0 0,0 1-1 0 0,0-1 1 0 0,0 0 0 0 0,1 1 0 0 0,-1-1 0 0 0,1 1 0 0 0,0-3 0 0 0,1-1 4 0 0,0 0 0 0 0,1 0 0 0 0,-1 1 0 0 0,5-7 0 0 0,2-3 1 0 0,0-1 0 0 0,-2 0 0 0 0,1 0 1 0 0,6-22-1 0 0,-11 31 30 0 0,-1 3-29 0 0,0 0-1 0 0,-1 0 1 0 0,0 1 0 0 0,0-1-1 0 0,0 0 1 0 0,0 0-1 0 0,1-6 1 0 0,7-33-19 0 0,-8 41-59 0 0,4 8 6 0 0,-4-1 69 0 0,1-1 0 0 0,-1 1 0 0 0,0 0 0 0 0,0-1 0 0 0,0 1 0 0 0,-1 0 0 0 0,0 0 0 0 0,-1 9 0 0 0,0 0 0 0 0,2 6 1 0 0,-1-5-7 0 0,-2 29 0 0 0,-2-25-47 0 0,4-20 53 0 0,0 0 0 0 0,0 0 0 0 0,-1 0 0 0 0,1 0 0 0 0,0 0 0 0 0,0 0 0 0 0,0 0 0 0 0,0 0 0 0 0,0 0 0 0 0,0 0 0 0 0,0 0 0 0 0,0 0 0 0 0,0 0 0 0 0,0 0 0 0 0,0 0 0 0 0,0 0 0 0 0,0 0 0 0 0,0 0 0 0 0,0 0 0 0 0,0 0 0 0 0,0 0 0 0 0,-1 0 0 0 0,1 0 0 0 0,0 0 0 0 0,0 0 0 0 0,0 0 0 0 0,0 0 0 0 0,0 0 0 0 0,0 0 0 0 0,0 0 0 0 0,0 0 0 0 0,0 0 0 0 0,0 0 0 0 0,0 0 0 0 0,0 0 0 0 0,0 0 0 0 0,0 0 0 0 0,0 0 0 0 0,0 0 0 0 0,0 0 0 0 0,0 0 0 0 0,0 1 0 0 0,0-1 0 0 0,0 0 0 0 0,0 0 0 0 0,0 0 0 0 0,-1 0 0 0 0,1 0 0 0 0,0 0 0 0 0,0 0 0 0 0,0 0 0 0 0,0 0 0 0 0,0 0 0 0 0,0 0 0 0 0,0 0 0 0 0,0 0 0 0 0,0 0 0 0 0,0 0 0 0 0,0 0 0 0 0,0 1 0 0 0,1-1 0 0 0,-3-8 0 0 0,1-9 0 0 0,-1-20 38 0 0,0 8-12 0 0,2 15-26 0 0,-1 10 0 0 0,1 0 0 0 0,0-1 0 0 0,0 1 0 0 0,0-1 0 0 0,1 1 0 0 0,-1-1 0 0 0,1 1 0 0 0,3-9 0 0 0,-1 4 0 0 0,-3 10 0 0 0,0-1 0 0 0,0 0 0 0 0,0 0 0 0 0,0 0 0 0 0,0 0 0 0 0,0 0 0 0 0,0 0 0 0 0,0 0 0 0 0,0 0 0 0 0,0 0 0 0 0,0 0 0 0 0,0 0 0 0 0,0 0 0 0 0,0 0 0 0 0,0 0 0 0 0,1 0 0 0 0,-1 0 0 0 0,0 0 0 0 0,0 0 0 0 0,0 0 0 0 0,0 0 0 0 0,0 0 1 0 0,0 0-1 0 0,0 0 0 0 0,0 0 0 0 0,0 0 0 0 0,0 0 0 0 0,0 1 0 0 0,0-1 0 0 0,0 0 0 0 0,0 0 0 0 0,0 0 0 0 0,0 0 0 0 0,1 0 0 0 0,-1-1 0 0 0,0 1 0 0 0,0 0 0 0 0,0 0 0 0 0,0 0 0 0 0,0 0 0 0 0,0 0 0 0 0,0 0 0 0 0,0 0 0 0 0,0 0 0 0 0,0 0 0 0 0,0 0 0 0 0,0 0 0 0 0,0 0 0 0 0,0 0 0 0 0,0 0 0 0 0,0 0 0 0 0,0 0 0 0 0,0 0 0 0 0,0 0 0 0 0,0 0 0 0 0,0 0 0 0 0,1 0 0 0 0,-1 0 0 0 0,0 0 0 0 0,0 0 0 0 0,0 0 0 0 0,0-1 0 0 0,0 1 0 0 0,4 9 2 0 0,5 9-16 0 0,-6-4 0 0 0,0 0-1 0 0,-1 0 1 0 0,0 19-1 0 0,-1-13 17 0 0,1 0-1 0 0,8 31 1 0 0,-9-48-2 0 0,1 14 0 0 0,-4-8 0 0 0,-3-1 11 0 0,4-8-9 0 0,1 0 0 0 0,-1 0 0 0 0,0 1 1 0 0,0-1-1 0 0,1 0 0 0 0,-1 0 0 0 0,0 0 0 0 0,1 0 1 0 0,-1 0-1 0 0,0 0 0 0 0,0 0 0 0 0,1 0 1 0 0,-1 0-1 0 0,0-1 0 0 0,1 1 0 0 0,-1 0 0 0 0,0 0 1 0 0,1-1-1 0 0,-1 1 0 0 0,0 0 0 0 0,1-1 0 0 0,-1 1 1 0 0,1-1-1 0 0,-1 1 0 0 0,0-1 0 0 0,-18-18 24 0 0,11 11 8 0 0,-8-7 17 0 0,10 8-47 0 0,-1 1 0 0 0,0 0 1 0 0,-1 0-1 0 0,-9-6 0 0 0,12 8-40 0 0,-8 5-895 0 0,5 2-4113 0 0</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0:42.317"/>
    </inkml:context>
    <inkml:brush xml:id="br0">
      <inkml:brushProperty name="width" value="0.05" units="cm"/>
      <inkml:brushProperty name="height" value="0.05" units="cm"/>
      <inkml:brushProperty name="color" value="#5D4753"/>
    </inkml:brush>
  </inkml:definitions>
  <inkml:trace contextRef="#ctx0" brushRef="#br0">709 20 1839 0 0,'-24'-13'15240'0'0,"36"6"-10674"0"0,-10 7-4409 0 0,1 0 1 0 0,-1 1-1 0 0,0-1 1 0 0,0 0-1 0 0,0 1 1 0 0,-1-1-1 0 0,1 1 1 0 0,0 0-1 0 0,0 0 1 0 0,0 0-1 0 0,0 0 1 0 0,-1 0-1 0 0,1 0 1 0 0,0 0-1 0 0,-1 0 1 0 0,1 1-1 0 0,-1-1 1 0 0,1 1-1 0 0,-1-1 1 0 0,0 1-1 0 0,1-1 1 0 0,0 4-1 0 0,3 2-9 0 0,0 1 0 0 0,-1-1 0 0 0,-1 1 0 0 0,4 8 0 0 0,117 328 1936 0 0,-121-335-2062 0 0,-1 0-1 0 0,0 0 1 0 0,0 1 0 0 0,-1 11-1 0 0,2 8 11 0 0,27 180 104 0 0,-29-195-136 0 0,4 23 0 0 0,9 16 11 0 0,-12-47-2 0 0,-1 0 0 0 0,0 0 0 0 0,0-1 0 0 0,0 1 0 0 0,-1 11 0 0 0,1 1-10 0 0,2 27 1 0 0,-3-43 6 0 0,0 1-1 0 0,0-1 1 0 0,0 0-1 0 0,0 0 1 0 0,-1 1-1 0 0,1-1 1 0 0,-1 0 0 0 0,1 0-1 0 0,-1 0 1 0 0,-1 4-1 0 0,1-6-5 0 0,1 1 1 0 0,-1 0-1 0 0,1 0 0 0 0,0 0 0 0 0,0 0 0 0 0,-1 0 1 0 0,1 0-1 0 0,0 0 0 0 0,0 0 0 0 0,0 0 0 0 0,0 0 1 0 0,0 0-1 0 0,0 1 0 0 0,1 1 1 0 0,1 0-2 0 0,-4 11 54 0 0,-1-5-31 0 0,-1 0 20 0 0,1-1-20 0 0,1-4-11 0 0,0 0 0 0 0,0-1 0 0 0,0 1 0 0 0,0-1 0 0 0,-1 1 0 0 0,0-1 0 0 0,0 0 0 0 0,0 0 0 0 0,0 0 0 0 0,0 0 0 0 0,-7 4 0 0 0,-3 1 142 0 0,-28 12-1 0 0,25-13-33 0 0,8-4-86 0 0,-1 0 1 0 0,0 0 0 0 0,0 0-1 0 0,1-1 1 0 0,-1-1-1 0 0,-1 1 1 0 0,-11-1 0 0 0,-4-1 73 0 0,-33-5 1 0 0,8 0 161 0 0,33 5-146 0 0,0 1 0 0 0,-30 4 0 0 0,27-2-17 0 0,-27 1 0 0 0,19-4-75 0 0,-24 0 13 0 0,19-4-44 0 0,-17-1 0 0 0,-44-3 0 0 0,82 9 0 0 0,-1 1 0 0 0,0 0 0 0 0,1 1 0 0 0,-1 0 0 0 0,-13 6 0 0 0,-17 4 0 0 0,33-10 0 0 0,2-3 0 0 0,1-2 0 0 0,-1 0 0 0 0,-4-1 0 0 0,4-2-67 0 0,-2-3 11 0 0,9 7 164 0 0,-12-7-4834 0 0,10 3 3099 0 0</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0:42.866"/>
    </inkml:context>
    <inkml:brush xml:id="br0">
      <inkml:brushProperty name="width" value="0.05" units="cm"/>
      <inkml:brushProperty name="height" value="0.05" units="cm"/>
      <inkml:brushProperty name="color" value="#5D4753"/>
    </inkml:brush>
  </inkml:definitions>
  <inkml:trace contextRef="#ctx0" brushRef="#br0">17 1 4143 0 0,'0'0'20759'0'0,"1"2"-20566"0"0,4 21 217 0 0,4 39-1 0 0,1 7 68 0 0,-8-57-353 0 0,-1-1 0 0 0,0 1 1 0 0,-2 20-1 0 0,0-4 91 0 0,0-17-88 0 0,1 1-1 0 0,-2 0 1 0 0,-3 17 0 0 0,-2-11 27 0 0,6-16-6 0 0,-10-16-381 0 0,-3-26-3655 0 0,12 30 2000 0 0</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0:43.793"/>
    </inkml:context>
    <inkml:brush xml:id="br0">
      <inkml:brushProperty name="width" value="0.05" units="cm"/>
      <inkml:brushProperty name="height" value="0.05" units="cm"/>
      <inkml:brushProperty name="color" value="#5D4753"/>
    </inkml:brush>
  </inkml:definitions>
  <inkml:trace contextRef="#ctx0" brushRef="#br0">188 46 1839 0 0,'0'-2'134'0'0,"15"-26"9417"0"0,-14 27-8680 0 0,-1 0 1 0 0,1-1-1 0 0,0 1 1 0 0,-1 0-1 0 0,6-9 5777 0 0,-7 17-4851 0 0,-1-1-1648 0 0,0 0-1 0 0,-1-1 1 0 0,1 1 0 0 0,-1-1 0 0 0,-1 1-1 0 0,1-1 1 0 0,-1 0 0 0 0,0-1 0 0 0,0 1-1 0 0,-8 6 1 0 0,-12 16 175 0 0,-119 156 717 0 0,142-182-233 0 0,2 1-755 0 0,4 8-45 0 0,-2-3-8 0 0,0 0 0 0 0,1-1 1 0 0,-1 1-1 0 0,1-1 1 0 0,0 0-1 0 0,1-1 0 0 0,0 1 1 0 0,7 7-1 0 0,-5-9 0 0 0,13 16 0 0 0,-17-16 0 0 0,12 11 0 0 0,-6-7-1 0 0,-3-3 4 0 0,0 1 0 0 0,0-1 0 0 0,-1 1 0 0 0,5 7 1 0 0,-9-12 901 0 0,8-28-652 0 0,-8 24-244 0 0,1-11 73 0 0,-2 0-27 0 0,0 1 0 0 0,-1-1 0 0 0,-1 1 0 0 0,-4-17 0 0 0,3 16-29 0 0,1 0 0 0 0,0 0 0 0 0,0-27 0 0 0,4-10-40 0 0,-3 64 12 0 0,0 0 0 0 0,-6 19 0 0 0,-1 12-85 0 0,-4 25 71 0 0,12-69 17 0 0,0 0-1 0 0,0 0 1 0 0,0 0 0 0 0,0 0 0 0 0,-1 0-1 0 0,1 0 1 0 0,0 1 0 0 0,0-1 0 0 0,0 0-1 0 0,0 0 1 0 0,0 0 0 0 0,0 0-1 0 0,0 0 1 0 0,0 0 0 0 0,0 0 0 0 0,0 0-1 0 0,0 0 1 0 0,0 0 0 0 0,0 1-1 0 0,0-1 1 0 0,0 0 0 0 0,0 0 0 0 0,0 0-1 0 0,0 0 1 0 0,0 0 0 0 0,0 0 0 0 0,0 0-1 0 0,0 0 1 0 0,0 0 0 0 0,0 0-1 0 0,0 1 1 0 0,0-1 0 0 0,0 0 0 0 0,0 0-1 0 0,0 0 1 0 0,0 0 0 0 0,0 0-1 0 0,0 0 1 0 0,1 0 0 0 0,-1 0 0 0 0,0 0-1 0 0,0 0 1 0 0,0 0 0 0 0,0 0-1 0 0,0 1 1 0 0,0-1 0 0 0,0 0 0 0 0,0 0-1 0 0,0 0 1 0 0,0 0 0 0 0,0 0 0 0 0,0 0-1 0 0,1 0 1 0 0,-1 0 0 0 0,0 0-1 0 0,0 0 1 0 0,0 0 0 0 0,0 0 0 0 0,5-6 17 0 0,5-9-15 0 0,-5 5 6 0 0,-1 0 0 0 0,-1-1 0 0 0,0 1 1 0 0,0-1-1 0 0,-1 0 0 0 0,2-16 0 0 0,-4 16-9 0 0,0 11 0 0 0,0 0 0 0 0,0 0 0 0 0,0-1 0 0 0,0 1 0 0 0,0 0 0 0 0,0 0 0 0 0,0-1 0 0 0,0 1 0 0 0,0 0 0 0 0,-1 0 0 0 0,1 0 0 0 0,0-1 0 0 0,0 1 0 0 0,0 0 0 0 0,0 0 0 0 0,0 0 0 0 0,0-1 0 0 0,-1 1 0 0 0,1 0 0 0 0,0 0 0 0 0,0 0 0 0 0,0 0 0 0 0,-1-1 0 0 0,1 1 0 0 0,0 0 0 0 0,0 0 0 0 0,0 0 0 0 0,-1 0 0 0 0,1 0 0 0 0,0 0 0 0 0,0 0 0 0 0,-1 0 0 0 0,1 0 0 0 0,0 0 0 0 0,0 0 0 0 0,-1 0 0 0 0,1 0 0 0 0,0 0 0 0 0,0 0 0 0 0,0 0 0 0 0,-1 0 0 0 0,1 0 0 0 0,0 0 0 0 0,0 0 0 0 0,-1 0 0 0 0,1 0 0 0 0,0 0 0 0 0,0 0 0 0 0,0 0 0 0 0,-1 0 0 0 0,1 1 0 0 0,0-1 0 0 0,-1 0 0 0 0,-8 6 0 0 0,8-6 0 0 0,-7 7-2 0 0,0 0 0 0 0,1 0 1 0 0,0 1-1 0 0,0 0 0 0 0,-7 11 0 0 0,5 1-51 0 0,7-16-662 0 0,0-5 1700 0 0,2-4-1444 0 0,0 1-3049 0 0</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0:45.692"/>
    </inkml:context>
    <inkml:brush xml:id="br0">
      <inkml:brushProperty name="width" value="0.05" units="cm"/>
      <inkml:brushProperty name="height" value="0.05" units="cm"/>
      <inkml:brushProperty name="color" value="#5D4753"/>
    </inkml:brush>
  </inkml:definitions>
  <inkml:trace contextRef="#ctx0" brushRef="#br0">541 46 9327 0 0,'-12'-5'430'0'0,"-25"-7"-14"0"0,27 9 2314 0 0,12-8 4 0 0,-1 3 3212 0 0,-1 7-5817 0 0,-1 1 1 0 0,1 0-1 0 0,0 0 0 0 0,0-1 0 0 0,0 1 1 0 0,1 0-1 0 0,-1 0 0 0 0,0 0 0 0 0,0-1 1 0 0,0 1-1 0 0,0 0 0 0 0,0 0 0 0 0,0-1 1 0 0,0 1-1 0 0,0 0 0 0 0,0 0 0 0 0,0 0 1 0 0,1-1-1 0 0,-1 1 0 0 0,0 0 0 0 0,0 0 1 0 0,0 0-1 0 0,0 0 0 0 0,1-1 0 0 0,-1 1 1 0 0,0 0-1 0 0,0 0 0 0 0,0 0 0 0 0,1 0 1 0 0,-1 0-1 0 0,0 0 0 0 0,0 0 0 0 0,0 0 1 0 0,1-1-1 0 0,-1 1 0 0 0,0 0 0 0 0,1 0 1 0 0,6 7 793 0 0,6 16-1135 0 0,-8-5 306 0 0,0 1 1 0 0,-1 0 0 0 0,2 28-1 0 0,-4-31-79 0 0,4 70 19 0 0,-4-52-10 0 0,1 0-1 0 0,1-1 1 0 0,10 34-1 0 0,11 42-12 0 0,-25-105-3 0 0,1 1 1 0 0,0 0-1 0 0,-1-1 1 0 0,0 8 0 0 0,0 0 1 0 0,0-5-4 0 0,0 0-1 0 0,0-1 1 0 0,-1 1 0 0 0,0 0-1 0 0,-4 12 1 0 0,-1 10 13 0 0,5-25-7 0 0,1 0 0 0 0,-2 0-1 0 0,1 0 1 0 0,0-1 0 0 0,-1 1-1 0 0,0 0 1 0 0,1-1-1 0 0,-2 1 1 0 0,1-1 0 0 0,0 1-1 0 0,-1-1 1 0 0,1 0 0 0 0,-1 0-1 0 0,0 0 1 0 0,0-1-1 0 0,0 1 1 0 0,0 0 0 0 0,-1-1-1 0 0,1 0 1 0 0,-1 0 0 0 0,1 0-1 0 0,-1-1 1 0 0,0 1-1 0 0,-4 1 1 0 0,-21 7-33 0 0,2 1 233 0 0,-34 7-1 0 0,50-15-113 0 0,1-1 1 0 0,0-1 0 0 0,-1 0-1 0 0,1-1 1 0 0,0 0 0 0 0,-1 0-1 0 0,-10-3 1 0 0,-77-18 108 0 0,76 15-197 0 0,18 5-10 0 0,-1 0 17 0 0,0-1-1 0 0,-1 1 0 0 0,1 0 1 0 0,-1 0-1 0 0,1 1 0 0 0,-10 0 1 0 0,0 0 0 0 0,-9 0 170 0 0,9 1-101 0 0,-1-2-1 0 0,-17-1 1 0 0,32 2-86 0 0,0 0-1 0 0,0 0 1 0 0,0-1 0 0 0,0 1-1 0 0,0 0 1 0 0,0 0 0 0 0,0 0-1 0 0,0-1 1 0 0,0 1 0 0 0,0 0-1 0 0,0-1 1 0 0,0 1 0 0 0,0-1-1 0 0,0 0 1 0 0,0 1 0 0 0,0-1-1 0 0,0 0 1 0 0,0 0-1 0 0,-2-1-57 0 0,2 1-285 0 0</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0:46.303"/>
    </inkml:context>
    <inkml:brush xml:id="br0">
      <inkml:brushProperty name="width" value="0.05" units="cm"/>
      <inkml:brushProperty name="height" value="0.05" units="cm"/>
      <inkml:brushProperty name="color" value="#5D4753"/>
    </inkml:brush>
  </inkml:definitions>
  <inkml:trace contextRef="#ctx0" brushRef="#br0">375 0 8175 0 0,'0'0'742'0'0,"-2"1"-416"0"0,-10 5 1806 0 0,0-1-1 0 0,-1 0 0 0 0,-19 4 1 0 0,30-9-1582 0 0,1 1-80 0 0,-5 0-129 0 0,1 0 1 0 0,0 0-1 0 0,-1 0 1 0 0,1-1 0 0 0,-1 1-1 0 0,1-1 1 0 0,-1-1 0 0 0,-7 0-1 0 0,-1 0 566 0 0,-25 3-1 0 0,29-1-473 0 0,-1-1-1 0 0,1 0 0 0 0,-21-2 1 0 0,15 4-43 0 0,7-1-327 0 0,-1-1-2 0 0,0 1 1 0 0,0 0-1 0 0,0 0 0 0 0,0 1 1 0 0,-12 4-1 0 0,-9 3 251 0 0,30-9-280 0 0</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0:47.950"/>
    </inkml:context>
    <inkml:brush xml:id="br0">
      <inkml:brushProperty name="width" value="0.05" units="cm"/>
      <inkml:brushProperty name="height" value="0.05" units="cm"/>
      <inkml:brushProperty name="color" value="#5D4753"/>
    </inkml:brush>
  </inkml:definitions>
  <inkml:trace contextRef="#ctx0" brushRef="#br0">188 48 3223 0 0,'0'0'5290'0'0,"9"-8"-1112"0"0,4 4-2879 0 0,-9-3 1749 0 0,-4 7-2589 0 0,0-1-1 0 0,0 0 0 0 0,0 1 1 0 0,0-1-1 0 0,0 0 1 0 0,0 1-1 0 0,0-1 0 0 0,-1 1 1 0 0,1-1-1 0 0,0 0 1 0 0,-2-1 1833 0 0,1 0-1834 0 0,-2-3-458 0 0,2-2 0 0 0,-1 2 11 0 0,2 4 378 0 0,-10 2-173 0 0,2 4-172 0 0,1 0 1 0 0,0 1-1 0 0,0 0 0 0 0,1 0 1 0 0,-11 13-1 0 0,-24 40 57 0 0,36-53-95 0 0,-20 35 33 0 0,15-23 63 0 0,-23 30 0 0 0,9-9 2095 0 0,24-37-2142 0 0,0-1-53 0 0,-1 0 1 0 0,1 0 0 0 0,-1 0-1 0 0,1 0 1 0 0,0 0-1 0 0,-1 0 1 0 0,1 0 0 0 0,0 0-1 0 0,0 0 1 0 0,0 0-1 0 0,0 0 1 0 0,0 1-1 0 0,0 0 1 0 0,-1 1-3 0 0,1-2 0 0 0,0 0 0 0 0,0 0 0 0 0,1 0 0 0 0,-1 0 0 0 0,0 0 0 0 0,0 0 0 0 0,0 1 0 0 0,1-1 0 0 0,-1 0 0 0 0,1 0 0 0 0,-1 0 0 0 0,1-1 0 0 0,-1 1 0 0 0,1 0 0 0 0,0 1 0 0 0,9 20 0 0 0,-9-19 0 0 0,7 8 0 0 0,-3-6 0 0 0,8 10 0 0 0,0 2 0 0 0,-1 0 0 0 0,15 27 0 0 0,-16-25 0 0 0,-10-15 0 0 0,10 16 0 0 0,-6-13 11 0 0,-4-5 307 0 0,-1-37-183 0 0,4 1-135 0 0,3-54 0 0 0,-12-23 64 0 0,3 22 0 0 0,2 80-64 0 0,0 9 0 0 0,0 0 0 0 0,0 0 0 0 0,0 0 0 0 0,0-1 0 0 0,0 1 0 0 0,0 0 0 0 0,0 0 0 0 0,0 0 0 0 0,0 0 0 0 0,0 0 0 0 0,0 0 0 0 0,0 0 0 0 0,0-1 0 0 0,0 1 0 0 0,0 0 0 0 0,0 0 0 0 0,0 0 0 0 0,0 0 0 0 0,0 0 0 0 0,0 0 0 0 0,0-1 0 0 0,0 1 0 0 0,0 0 0 0 0,0 0 0 0 0,0 0 0 0 0,0 0 0 0 0,0 0 0 0 0,0 0 0 0 0,0 0 0 0 0,0 0 0 0 0,1-1 0 0 0,-1 1 0 0 0,0 0 0 0 0,0 0 0 0 0,0 0 0 0 0,0 0 0 0 0,0 0 0 0 0,0 0 0 0 0,0 0 0 0 0,1 0 0 0 0,-1 0 0 0 0,0 0 0 0 0,0 0 0 0 0,0 0 0 0 0,0 0 0 0 0,0 0 0 0 0,0 0 0 0 0,1 0 0 0 0,-1 0 0 0 0,0 0 0 0 0,0 0 0 0 0,0 0 0 0 0,0 0 0 0 0,0 0 0 0 0,0 0 0 0 0,0 0 0 0 0,1 0 0 0 0,-1 0 0 0 0,0 0 0 0 0,0 0 0 0 0,0 0 0 0 0,0 0 0 0 0,0 0 0 0 0,0 0 0 0 0,0 1 0 0 0,0-1 0 0 0,1 0 0 0 0,-1 0 0 0 0,0 0 0 0 0,4 5 0 0 0,-1 1-4 0 0,0 0 0 0 0,0 0 0 0 0,-1 0 0 0 0,1 0-1 0 0,-2 1 1 0 0,1-1 0 0 0,0 1 0 0 0,-1-1 0 0 0,0 9 0 0 0,0 8-30 0 0,-3 30 0 0 0,0-6 15 0 0,0 0 19 0 0,0-30 0 0 0,1 0 0 0 0,2 20 0 0 0,0-6 0 0 0,0-29 0 0 0,1-9 0 0 0,3-11 0 0 0,-5 11 8 0 0,0 0 1 0 0,-1 0-1 0 0,0 0 0 0 0,-3-13 1 0 0,-2-12 13 0 0,-16-106-22 0 0,-5 32 0 0 0,23 171-64 0 0,-1 54 64 0 0,4-96-32 0 0,2 27 0 0 0,0 10 43 0 0,-1-59 42 0 0,1-6-37 0 0,-1 0 1 0 0,0 0-1 0 0,0 0 0 0 0,0 0 1 0 0,-1 0-1 0 0,0 0 0 0 0,-1-5 1 0 0,-2-11 33 0 0,1-29-15 0 0,1 0 0 0 0,3 0-1 0 0,9-59 1 0 0,-9 97-35 0 0,-15 45 0 0 0,1 7 146 0 0,2-3-907 0 0,-12 61 0 0 0</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1:08.682"/>
    </inkml:context>
    <inkml:brush xml:id="br0">
      <inkml:brushProperty name="width" value="0.1" units="cm"/>
      <inkml:brushProperty name="height" value="0.1" units="cm"/>
      <inkml:brushProperty name="color" value="#66CC00"/>
    </inkml:brush>
  </inkml:definitions>
  <inkml:trace contextRef="#ctx0" brushRef="#br0">1757 368 919 0 0,'0'0'18512'0'0,"0"-4"-18110"0"0,0-17 5329 0 0,-5 14-3599 0 0,-5-5-1859 0 0,-7-7 661 0 0,16 19-798 0 0,0-1-5 0 0,-26-23 262 0 0,26 23-318 0 0,-1-2-13 0 0,0 1 0 0 0,0-1-1 0 0,-1 0 1 0 0,1 1 0 0 0,-1 0 0 0 0,-5-4 0 0 0,2 2 18 0 0,-32-17 245 0 0,-5 7-13 0 0,38 11-287 0 0,0 1-1 0 0,1-1 0 0 0,-1-1 0 0 0,1 1 1 0 0,-6-6-1 0 0,-16-12 129 0 0,21 16-166 0 0,-2 0 32 0 0,1 0 1 0 0,-1 0-1 0 0,-9-5 0 0 0,7 6 9 0 0,0-1-1 0 0,1 0 1 0 0,0 0 0 0 0,-11-10 0 0 0,17 13-21 0 0,1 1 0 0 0,0 0 1 0 0,-1 0-1 0 0,1 0 0 0 0,-1 0 1 0 0,1 1-1 0 0,-1-1 1 0 0,-2-1-1 0 0,-8-3 40 0 0,11 4-43 0 0,-2-1 6 0 0,0-1 0 0 0,0 1 1 0 0,0 0-1 0 0,0 1 0 0 0,-1-1 1 0 0,-5-1-1 0 0,-20-5 54 0 0,25 7-57 0 0,1 0 1 0 0,0 0-1 0 0,-1 0 0 0 0,1 0 1 0 0,0-1-1 0 0,-6-2 0 0 0,-11-7 6 0 0,4-1-13 0 0,4 5 0 0 0,8 7 0 0 0,1 1 0 0 0,0-2 0 0 0,-14-1 0 0 0,14 2 0 0 0,1 0 0 0 0,1 0 1 0 0,-1 0 0 0 0,0 0-1 0 0,0-1 1 0 0,0 1 0 0 0,0 0 0 0 0,1-1-1 0 0,-1 1 1 0 0,0-1 0 0 0,0 0-1 0 0,1 0 1 0 0,-1 1 0 0 0,0-1-1 0 0,1 0 1 0 0,-3-2 0 0 0,-17-5 52 0 0,9 3-53 0 0,9 6 0 0 0,2-1 0 0 0,0 0 0 0 0,1 1 0 0 0,-1-1 0 0 0,0 0 0 0 0,0 1 0 0 0,0-1 0 0 0,1 0 0 0 0,-1 0 0 0 0,0 0 0 0 0,0 0 0 0 0,0 1 0 0 0,1-1 0 0 0,-1-1 0 0 0,0 1 0 0 0,0 0 0 0 0,0 0 0 0 0,-1 0 0 0 0,-18-3 0 0 0,4 1 0 0 0,10 1 0 0 0,1 0 0 0 0,-1 0 0 0 0,0 1 0 0 0,1 0 0 0 0,-1 0 0 0 0,-9 2 0 0 0,-9 2 0 0 0,19-3 0 0 0,1-1 0 0 0,-1 1 0 0 0,1 0 0 0 0,0 0 0 0 0,-7 2 0 0 0,2-1 0 0 0,-11-1 0 0 0,-46-4-304 0 0,63 3 293 0 0,-15 1 6 0 0,12 0 5 0 0,1 0 0 0 0,-1-1 0 0 0,1 0 0 0 0,-1 0 0 0 0,1 0 0 0 0,-9-2 0 0 0,13 2 0 0 0,-1-1 0 0 0,1 1 0 0 0,-1 0 0 0 0,1-1 0 0 0,-1 1 0 0 0,1 0 0 0 0,-1 0 0 0 0,1 0 0 0 0,-1 0 0 0 0,1 1 0 0 0,0-1 0 0 0,-1 0 0 0 0,1 1 0 0 0,-1-1 0 0 0,0 1 0 0 0,-4 1 0 0 0,-19 4 129 0 0,-23 6 70 0 0,30-11-199 0 0,12-2 0 0 0,1 2 0 0 0,-1-1 0 0 0,1 1 0 0 0,0-1 0 0 0,-8 3 0 0 0,-44 12 0 0 0,46-15 0 0 0,9-1 0 0 0,0 1 0 0 0,0 0 0 0 0,-1 0 0 0 0,1 0 0 0 0,0 0 0 0 0,0 0 0 0 0,-1 1 0 0 0,1-1 0 0 0,0 1 0 0 0,-3 0 0 0 0,-13 3 0 0 0,13-3 0 0 0,1 0 0 0 0,-1 0 0 0 0,1 0 0 0 0,0 0 0 0 0,-6 3 0 0 0,-6 3 0 0 0,-26 8 0 0 0,25-10 0 0 0,-25 11 0 0 0,23-7 0 0 0,13-6 0 0 0,-1 0 0 0 0,0 1 0 0 0,1-1 0 0 0,-1 1 0 0 0,-7 7 0 0 0,5-4 0 0 0,0-1 0 0 0,0 1 0 0 0,-1-2 0 0 0,-20 10 0 0 0,26-13-15 0 0,0 0-1 0 0,0 0 1 0 0,0 0-1 0 0,0 1 1 0 0,0-1 0 0 0,1 1-1 0 0,-1 0 1 0 0,1 0 0 0 0,0 0-1 0 0,-4 5 1 0 0,2-3-16 0 0,-72 79-145 0 0,59-58 159 0 0,15-21 17 0 0,0 1 0 0 0,-1-1 0 0 0,0 0 0 0 0,0 0 1 0 0,0 0-1 0 0,-9 7 0 0 0,9-8 20 0 0,0 0-1 0 0,1 0 0 0 0,-1 0 1 0 0,1 0-1 0 0,0 1 1 0 0,-4 6-1 0 0,-16 40-144 0 0,22-47 114 0 0,-9 13 11 0 0,9-15 0 0 0,-1 1 0 0 0,1-1 0 0 0,-1 1 0 0 0,1-1 0 0 0,0 1 0 0 0,0 0 0 0 0,0-1 0 0 0,-1 6 0 0 0,0 2 0 0 0,-5 7-9 0 0,5-15 22 0 0,1 0-1 0 0,0 0 0 0 0,0 0 1 0 0,0-1-1 0 0,0 1 1 0 0,1 0-1 0 0,-1 0 0 0 0,0 4 1 0 0,-6 13 164 0 0,5-15-158 0 0,-5 9-22 0 0,5 1 3 0 0,0 0 0 0 0,0 26 0 0 0,2-37 0 0 0,1 11 0 0 0,-4 3 0 0 0,2 29 64 0 0,1-41-88 0 0,0 0-1 0 0,1-1 1 0 0,0 1-1 0 0,0-1 1 0 0,0 1-1 0 0,0-1 1 0 0,1 1-1 0 0,2 5 1 0 0,-3-8 92 0 0,-1-1-70 0 0,1 0 1 0 0,-1 0-1 0 0,0 0 1 0 0,0 0-1 0 0,0 0 1 0 0,1 0-1 0 0,-1 0 1 0 0,1 0-1 0 0,-1-1 1 0 0,1 1-1 0 0,-1 0 1 0 0,1 0-1 0 0,-1 0 0 0 0,2 1 1 0 0,9 15-44 0 0,-3-4 78 0 0,1 0 0 0 0,0 0 0 0 0,16 15 0 0 0,-15-17-33 0 0,-6-7 0 0 0,13 7 0 0 0,-14-8 1 0 0,5 2 36 0 0,0 0-1 0 0,13 7 1 0 0,7 3-20 0 0,-25-13-17 0 0,1 0 0 0 0,-1 0 0 0 0,0 0 0 0 0,1-1 0 0 0,-1 1 0 0 0,1-1 0 0 0,3 1 0 0 0,19 4 0 0 0,-18-3 0 0 0,20 6 0 0 0,19 1 0 0 0,-35-7 0 0 0,24 9 0 0 0,27 11 0 0 0,-23-13 0 0 0,104 17 221 0 0,-110-25-210 0 0,0 1-11 0 0,-31-3 0 0 0,51 8 0 0 0,-49-8 24 0 0,1 1 1 0 0,-1 1-1 0 0,0-1 1 0 0,9 5-1 0 0,-5-3 47 0 0,-7-2 32 0 0,0-1-16 0 0,40 3-413 0 0,-8 1 309 0 0,3 2 17 0 0,-13-5 0 0 0,19 3 0 0 0,-38-3 0 0 0,16 0 0 0 0,-14-1 0 0 0,73 0 0 0 0,-55 0 0 0 0,-13-1 0 0 0,22 2 0 0 0,-31-1 0 0 0,0 0 0 0 0,-1 0 0 0 0,1 0 0 0 0,0 0 0 0 0,0 0 0 0 0,3-2 0 0 0,16-1 0 0 0,35-10 0 0 0,-35 7 0 0 0,1 1 0 0 0,29-2 0 0 0,-18 7 0 0 0,-24 0 0 0 0,-6 1 0 0 0,0-1 0 0 0,0-1 0 0 0,0 1 0 0 0,0 0 0 0 0,0-1 0 0 0,0 0 0 0 0,5-1 0 0 0,1-1-10 0 0,15-4 47 0 0,29-12 0 0 0,-22 10-37 0 0,0-1 0 0 0,-29 10 0 0 0,-2-1 0 0 0,10-8 0 0 0,6 2 0 0 0,-9 3 0 0 0,-4 3 0 0 0,0-1 0 0 0,1 1 0 0 0,-1-1 0 0 0,0 1 0 0 0,6 0 0 0 0,10-4 0 0 0,-17 5 0 0 0,14-7 0 0 0,12-3 0 0 0,-22 8 0 0 0,0 0 0 0 0,0-1 0 0 0,12-6 0 0 0,28-16 0 0 0,-29 18 0 0 0,11-3 11 0 0,-18 6 32 0 0,-5 1-34 0 0,3-6 3 0 0,12-14 41 0 0,-12 14-32 0 0,2 1 1 0 0,17-12-1 0 0,-22 17-10 0 0,-4 2 5 0 0,-2 1-14 0 0,1 0 0 0 0,-1 0 0 0 0,1-1 0 0 0,-1 1 0 0 0,1 0 0 0 0,-1-1 1 0 0,1 1-1 0 0,-1 0 0 0 0,1-1 0 0 0,-1 1 0 0 0,0-1 0 0 0,1 1 0 0 0,-1-1 0 0 0,1 1 0 0 0,-1-1 0 0 0,1 0 0 0 0,3-5 11 0 0,-4 5 40 0 0,2-2 11 0 0,2 3-68 0 0,11-18 61 0 0,-13 15-48 0 0,-1 2-9 0 0,0 0 0 0 0,0 0 0 0 0,0-1 0 0 0,-1 1 1 0 0,1 0-1 0 0,0-1 0 0 0,-1 1 0 0 0,1-1 0 0 0,-1 1 0 0 0,0-1 1 0 0,1 1-1 0 0,-1-1 0 0 0,0-2 0 0 0,1 0 6 0 0,0 0-1 0 0,-1-1 1 0 0,1 1 0 0 0,-1-1-1 0 0,0 1 1 0 0,0-1 0 0 0,-1 1-1 0 0,1-1 1 0 0,-1 1 0 0 0,-1-6-1 0 0,-1 1 8 0 0,2 3 45 0 0,1 4 29 0 0,0 1-80 0 0,-1-1 0 0 0,1 0 0 0 0,0 0 0 0 0,0 1 1 0 0,-1-1-1 0 0,1 0 0 0 0,-1 1 0 0 0,1-1 0 0 0,-2-2 0 0 0,0-2-2 0 0,0-2-5 0 0,1 1 0 0 0,0 0 0 0 0,-1 1 0 0 0,0-1 0 0 0,-5-11 0 0 0,-1-10 0 0 0,-13-45 0 0 0,20 70 0 0 0,0 1 0 0 0,1-1 0 0 0,-1 0 0 0 0,1 1 0 0 0,-1-1 0 0 0,1-5 0 0 0,-2-3 0 0 0,-11-18 0 0 0,9 23 0 0 0,-6-11 0 0 0,-9-21 0 0 0,7 11 0 0 0,10 23 0 0 0,-13-16 0 0 0,15 20 0 0 0,-5-6 0 0 0,0 1 0 0 0,0 0 0 0 0,-1 0 0 0 0,1 0 0 0 0,-1 1 0 0 0,0 0 0 0 0,0 0 0 0 0,-1 0 0 0 0,-7-3 0 0 0,-3-2 0 0 0,-34-14 0 0 0,22 16-140 0 0,28 6-17 0 0,-21 1-769 0 0,2 2-2310 0 0</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1:16.567"/>
    </inkml:context>
    <inkml:brush xml:id="br0">
      <inkml:brushProperty name="width" value="0.1" units="cm"/>
      <inkml:brushProperty name="height" value="0.1" units="cm"/>
      <inkml:brushProperty name="color" value="#66CC00"/>
    </inkml:brush>
  </inkml:definitions>
  <inkml:trace contextRef="#ctx0" brushRef="#br0">1215 238 3223 0 0,'18'11'15112'0'0,"-17"-14"-14826"0"0,0 1 1 0 0,0-1-1 0 0,0 0 0 0 0,-1 0 0 0 0,1 0 0 0 0,-1 0 1 0 0,1 0-1 0 0,-1 0 0 0 0,0 0 0 0 0,0 0 0 0 0,0 0 1 0 0,-2-6-1 0 0,1 3-64 0 0,-1 0 1 0 0,0 1-1 0 0,0-1 1 0 0,0 1 0 0 0,-6-11-1 0 0,7 15-50 0 0,-12-18 272 0 0,7 12-203 0 0,0 0 0 0 0,-15-11 0 0 0,-5-5 329 0 0,13 12-389 0 0,1 1 0 0 0,-2 0-1 0 0,1 1 1 0 0,-25-11-1 0 0,27 16-165 0 0,0 0 0 0 0,0 1 0 0 0,0 0 0 0 0,-1 1 0 0 0,1 1 0 0 0,-1-1 0 0 0,-22 2 0 0 0,-13-2 90 0 0,30 0-45 0 0,7 1 5 0 0,0 0 0 0 0,1 0 1 0 0,-1 1-1 0 0,0 1 0 0 0,-15 1 0 0 0,-9 4-54 0 0,19-2-1 0 0,0-2 1 0 0,0 0 0 0 0,0-1-1 0 0,-24-1 1 0 0,16 0 1 0 0,0 0 0 0 0,1 1 0 0 0,-39 8 0 0 0,-1 0 4 0 0,37-4-16 0 0,-3 4 0 0 0,7-2 0 0 0,1 1 0 0 0,0 1 0 0 0,-22 13 0 0 0,5-2 12 0 0,13-9 11 0 0,-34 19 14 0 0,29-1-37 0 0,17-19 0 0 0,-19 14 0 0 0,8-4 107 0 0,9-6-54 0 0,-15 15 22 0 0,28-26-61 0 0,-10 9 85 0 0,7-8-84 0 0,1 1-1 0 0,0-1 1 0 0,0 0 0 0 0,1 1-1 0 0,-1-1 1 0 0,1 1 0 0 0,0 0 0 0 0,-2 7-1 0 0,-3 5 93 0 0,2-4-82 0 0,0 1 1 0 0,1-1 0 0 0,1 1-1 0 0,-2 15 1 0 0,4-21 29 0 0,0-1 1 0 0,1 1-1 0 0,0-1 1 0 0,0 0-1 0 0,1 1 1 0 0,0-1-1 0 0,2 9 1 0 0,-1-7-20 0 0,5 29 92 0 0,0-14-80 0 0,8 16 104 0 0,-14-33-97 0 0,1 12-57 0 0,-2-17 2 0 0,0-1 1 0 0,0 1-1 0 0,0 0 0 0 0,0 0 1 0 0,1 0-1 0 0,-1 0 0 0 0,1 0 1 0 0,-1-1-1 0 0,1 1 0 0 0,2 3 0 0 0,-1-1 8 0 0,2 7 45 0 0,0-4 11 0 0,0 0 3 0 0,19 19-70 0 0,-4 0 67 0 0,-11-16-64 0 0,2-3 0 0 0,23 17 11 0 0,-20-17 31 0 0,0-1-20 0 0,-8-3 31 0 0,8 3 0 0 0,3 0-42 0 0,-2-1-11 0 0,-3 0 0 0 0,3 2 5 0 0,-6-4 25 0 0,14 4-1 0 0,-12-3-18 0 0,-6-2 31 0 0,8 4-31 0 0,1 0 0 0 0,-9-4 31 0 0,6 2-20 0 0,22 10 31 0 0,-10-7-53 0 0,-7-2 0 0 0,-3-5 0 0 0,-1 0 0 0 0,38 0 0 0 0,-34 0 0 0 0,14-4 0 0 0,-10 2 0 0 0,-18 1 0 0 0,4 0 0 0 0,35 0 0 0 0,-21-1 115 0 0,-14 1-90 0 0,0 0 0 0 0,0 0 0 0 0,0 1 0 0 0,0 0 0 0 0,7 0 0 0 0,-8 1-46 0 0,2-2-4 0 0,17-3 9 0 0,-4-1 10 0 0,-9 1-4 0 0,0 1 1 0 0,17-4-1 0 0,-16 4 10 0 0,-1 2 0 0 0,0 0 0 0 0,-1-2 0 0 0,3-1 0 0 0,6-2-1 0 0,1 3 13 0 0,-12 3 10 0 0,-5 0-19 0 0,0 0 0 0 0,0 0 0 0 0,0-1 0 0 0,0 1 0 0 0,0 0 1 0 0,0-1-1 0 0,0 0 0 0 0,0 1 0 0 0,4-3 0 0 0,-3 1-3 0 0,21-6 0 0 0,-21 6 0 0 0,21-7 0 0 0,-20 9 0 0 0,20-9 0 0 0,11-9 64 0 0,-25 15-64 0 0,2-2 0 0 0,1 0 0 0 0,0-1 0 0 0,-7 3 0 0 0,0 0 0 0 0,0 0 0 0 0,-1-1 0 0 0,1 0 0 0 0,7-7 0 0 0,-13 11 0 0 0,30-32 0 0 0,-16 11 176 0 0,-7 14-160 0 0,-1 1-16 0 0,2 0 0 0 0,5-7 0 0 0,-11 9 0 0 0,7-8 0 0 0,-8 8 0 0 0,-1 4 0 0 0,0-1 0 0 0,0 1 0 0 0,0-1 0 0 0,0 1 0 0 0,0-1 0 0 0,0 1 0 0 0,0-1 0 0 0,1 1 0 0 0,-1-1 0 0 0,0 1 0 0 0,0-1 0 0 0,0 1 0 0 0,1-1 0 0 0,-1 1 0 0 0,0-1 0 0 0,1 1 0 0 0,-1-1 0 0 0,0 1 0 0 0,1 0 0 0 0,-1-1 0 0 0,1 0 0 0 0,3-3-2 0 0,-1 0 8 0 0,7-22-82 0 0,-9 21 76 0 0,7-16 11 0 0,-6 17 2 0 0,8-17 27 0 0,-9 16-39 0 0,7-9 66 0 0,-8 13 18 0 0,8-17 131 0 0,-2 5-145 0 0,-2 2 7 0 0,-2 6-65 0 0,0 0 0 0 0,0 0 1 0 0,-1 0-1 0 0,1-8 0 0 0,-2 12 67 0 0,6-27 203 0 0,-1-19-22 0 0,-5 45-197 0 0,-1-21 363 0 0,1 13-374 0 0,0 0 14 0 0,0 5-47 0 0,0 1 1 0 0,0-1-1 0 0,-1 1 1 0 0,0-1 0 0 0,0 1-1 0 0,-1-5 1 0 0,1 4-9 0 0,-10-23-11 0 0,0 11-2283 0 0,-2 10-3614 0 0,11 7 5404 0 0,-2-1 1 0 0</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1:27.763"/>
    </inkml:context>
    <inkml:brush xml:id="br0">
      <inkml:brushProperty name="width" value="0.1" units="cm"/>
      <inkml:brushProperty name="height" value="0.1" units="cm"/>
      <inkml:brushProperty name="color" value="#FFC114"/>
    </inkml:brush>
  </inkml:definitions>
  <inkml:trace contextRef="#ctx0" brushRef="#br0">6186 968 1375 0 0,'0'0'14048'0'0,"-9"-13"-12374"0"0,-11-5 2140 0 0,18 17-3526 0 0,-15-13 288 0 0,16 13-288 0 0,-1-1 1 0 0,-2-2-52 0 0,0-1-1 0 0,0-1 0 0 0,0 1 1 0 0,-3-8-1 0 0,6 11 53 0 0,0 1-1 0 0,-9-14 428 0 0,-2 0 0 0 0,1 0 0 0 0,-28-24 0 0 0,22 27-133 0 0,14 11-507 0 0,0-1 0 0 0,0 0 0 0 0,0 0 1 0 0,0 0-1 0 0,0-1 0 0 0,1 1 0 0 0,-4-4 0 0 0,-73-81 1060 0 0,78 86-1064 0 0,-1-1-1 0 0,-16-13 9 0 0,5 3 49 0 0,-1 0 0 0 0,0 0 0 0 0,-18-9 0 0 0,24 17-104 0 0,3 2-6 0 0,0-1 0 0 0,-1 0 0 0 0,2-1 0 0 0,-1 1 0 0 0,0-1 0 0 0,-6-7 0 0 0,-15-10 44 0 0,-15-5-7 0 0,-80-54 240 0 0,84 58-257 0 0,25 15-26 0 0,-19-13-1 0 0,17 10-12 0 0,-1 0 0 0 0,-18-8 0 0 0,-74-33 132 0 0,101 49-114 0 0,0-1 1 0 0,-1 1-1 0 0,-9-3 1 0 0,-6-1 51 0 0,-10-7-44 0 0,17 7-14 0 0,0 0 1 0 0,-1 1-1 0 0,-18-4 1 0 0,13 6-13 0 0,9 0 0 0 0,0-1 0 0 0,0 1 0 0 0,-13-7 0 0 0,-17-6 0 0 0,31 13 0 0 0,-1 1 0 0 0,1 0 0 0 0,0 1 0 0 0,-1 0 0 0 0,-11 1 0 0 0,7-1 0 0 0,0 1 0 0 0,-1-2 0 0 0,1 0 0 0 0,-20-6 0 0 0,31 7 0 0 0,-4-1 0 0 0,-1 1 0 0 0,0-1 0 0 0,-14 1 0 0 0,4-2 0 0 0,17 2 0 0 0,0 0 0 0 0,0 1 0 0 0,0-1 0 0 0,0 1 0 0 0,-1 0 0 0 0,-2-1 0 0 0,2 1 0 0 0,1 0 0 0 0,-1 0 0 0 0,1-1 0 0 0,0 1 0 0 0,-1-1 0 0 0,1 0 0 0 0,-7-3 0 0 0,-16-2 0 0 0,-52-8 0 0 0,28 7 0 0 0,44 6 0 0 0,0 0 0 0 0,0 0 0 0 0,0-1 0 0 0,-8-3 0 0 0,9 3 0 0 0,1 0 0 0 0,-1 1 0 0 0,1-1 0 0 0,-1 1 0 0 0,1 0 0 0 0,-1 1 0 0 0,-8-1 0 0 0,3 1 0 0 0,0 0 0 0 0,-13-3 0 0 0,-11 1 0 0 0,29 1 0 0 0,1 1 0 0 0,-1-1 0 0 0,0 0 0 0 0,0 0 0 0 0,-5-3 0 0 0,-18-3 0 0 0,-1 3 0 0 0,0 1 0 0 0,-45 1 0 0 0,61 4 0 0 0,10-2 0 0 0,-1 1 0 0 0,1-1 0 0 0,-1 0 0 0 0,1 0 0 0 0,-7-1 0 0 0,-21-1 0 0 0,26 2 0 0 0,1 0 0 0 0,-1 0 0 0 0,0-1 0 0 0,0 0 0 0 0,0 1 0 0 0,-7-4 0 0 0,8 3 0 0 0,-1 0 0 0 0,1 0 0 0 0,-1 0 0 0 0,1 1 0 0 0,-1-1 0 0 0,0 1 0 0 0,-4 1 0 0 0,4-1 0 0 0,-1 0 0 0 0,1 0 0 0 0,0-1 0 0 0,-1 1 0 0 0,1-1 0 0 0,-5-2 0 0 0,-59-11 0 0 0,23 3 0 0 0,43 10 0 0 0,-1 0 0 0 0,1 0 0 0 0,-1 1 0 0 0,1-1 0 0 0,-1 1 0 0 0,0 0 0 0 0,-6 0 0 0 0,7 0 0 0 0,-1 0 0 0 0,0 0 0 0 0,0 0 0 0 0,0-1 0 0 0,-7-1 0 0 0,-4-3 0 0 0,-1 2 0 0 0,1 0 0 0 0,-1 0 0 0 0,1 2 0 0 0,-27-1 0 0 0,-23 2 0 0 0,33-5 0 0 0,24 3 0 0 0,-1 0 0 0 0,0 1 0 0 0,0 0 0 0 0,1 0 0 0 0,-1 1 0 0 0,-9 1 0 0 0,4 0 0 0 0,1-2 0 0 0,-20-1 0 0 0,18 0 0 0 0,-26 1 0 0 0,7 1 0 0 0,-14 2 0 0 0,41-2 0 0 0,-1 0 0 0 0,1 0 0 0 0,0-1 0 0 0,-13-2 0 0 0,-8-1 0 0 0,15 3 0 0 0,0 1 0 0 0,-17 1 0 0 0,-19 3 0 0 0,45-3 0 0 0,0-1 0 0 0,1 0 0 0 0,-1 0 0 0 0,1 0 0 0 0,-1-1 0 0 0,0 1 0 0 0,-4-2 0 0 0,4 1 0 0 0,-1 0 0 0 0,1 0 0 0 0,0 1 0 0 0,-7-1 0 0 0,-75 0 0 0 0,66 2 0 0 0,-1 0 0 0 0,-32-4 0 0 0,44 2 0 0 0,0 1 0 0 0,0 1 0 0 0,1-1 0 0 0,-11 3 0 0 0,-9 1 0 0 0,-1-2 0 0 0,5 0 0 0 0,-40-1 0 0 0,59-1 0 0 0,-1 0 0 0 0,1 1 0 0 0,-1 0 0 0 0,-10 2 0 0 0,10-1 0 0 0,-1-1 0 0 0,1 0 0 0 0,-10 1 0 0 0,-13 0 0 0 0,21-1 0 0 0,0-1 0 0 0,0 0 0 0 0,-15-1 0 0 0,-21 1 0 0 0,41-1 0 0 0,2 1 0 0 0,0 0 0 0 0,0 0 0 0 0,0-1 0 0 0,0 1 0 0 0,0 0 0 0 0,0 0 0 0 0,0 0 0 0 0,0 1 0 0 0,0-1 0 0 0,1 0 0 0 0,-1 0 0 0 0,0 0 0 0 0,0 1 0 0 0,0-1 0 0 0,0 1 0 0 0,-1 0 0 0 0,-5 1 0 0 0,-1 0 0 0 0,1 0 0 0 0,-1 0 0 0 0,0-1 0 0 0,1 0 0 0 0,-15-1 0 0 0,9-2 0 0 0,10 1 0 0 0,0 1 0 0 0,0-1 0 0 0,1 1 0 0 0,-1 0 0 0 0,0 0 0 0 0,0 0 0 0 0,-3 1 0 0 0,-52 4 0 0 0,41-3 0 0 0,6-1 0 0 0,-1 0 0 0 0,-18-1 0 0 0,28 0 0 0 0,1-1 0 0 0,-1 1 0 0 0,0 0 0 0 0,1 0 0 0 0,-1 0 0 0 0,0 0 0 0 0,1 0 0 0 0,-1 1 0 0 0,1-1 0 0 0,-1 0 0 0 0,0 1 0 0 0,1-1 0 0 0,-3 2 0 0 0,-2 0 0 0 0,-46 9 0 0 0,-4-6 0 0 0,35-2 0 0 0,18-3 0 0 0,-1 1 0 0 0,1-1 0 0 0,-1 1 0 0 0,1-1 0 0 0,-1 1 0 0 0,-5 2 0 0 0,8-2 0 0 0,0 0 0 0 0,0-1 0 0 0,-1 0 0 0 0,1 1 0 0 0,0-1 0 0 0,-1 1 0 0 0,1-1 0 0 0,0 0 0 0 0,0 0 0 0 0,-1 0 0 0 0,1 0 0 0 0,-3 0 0 0 0,-1 0 0 0 0,0-1 0 0 0,0 2 0 0 0,0-1 0 0 0,-9 2 0 0 0,-58 7 0 0 0,55-6 0 0 0,10-3 0 0 0,0 1 0 0 0,1 0 0 0 0,-1 1 0 0 0,-7 2 0 0 0,10-2 0 0 0,0-1 0 0 0,1-1 0 0 0,-1 1 0 0 0,0 0 0 0 0,0-1 0 0 0,-5 0 0 0 0,-18 3 0 0 0,-49 13 0 0 0,27-2 0 0 0,48-13 0 0 0,0-1 0 0 0,0 1 0 0 0,0-1 0 0 0,0 0 0 0 0,0 1 0 0 0,0-1 0 0 0,0 0 0 0 0,0 0 0 0 0,0 0 0 0 0,-1 0 0 0 0,1 0 0 0 0,0 0 0 0 0,0 0 0 0 0,-1 0 0 0 0,-2-1 0 0 0,1 1 0 0 0,0 0 0 0 0,-1 0 0 0 0,1 0 0 0 0,0 1 0 0 0,-6 0 0 0 0,-11-1 0 0 0,18 0 0 0 0,0 0 0 0 0,0 0 0 0 0,0 0 0 0 0,1 0 0 0 0,-1 0 0 0 0,0 0 0 0 0,0 0 0 0 0,0 0 0 0 0,0 1 0 0 0,0-1 0 0 0,0 1 0 0 0,0 0 0 0 0,1-1 0 0 0,-3 2 0 0 0,-1 1 0 0 0,0-1 0 0 0,0 0 0 0 0,0-1 0 0 0,0 0 0 0 0,-1 1 0 0 0,1-1 0 0 0,0-1 0 0 0,-1 1 0 0 0,1-1 0 0 0,0 0 0 0 0,-1 0 0 0 0,-6-2 0 0 0,-10 1 0 0 0,-7 5 0 0 0,26-4 0 0 0,1 0 0 0 0,-1 0 0 0 0,1 0 0 0 0,-1 1 0 0 0,1-1 0 0 0,-1 1 0 0 0,1 0 0 0 0,-1 0 0 0 0,1 0 0 0 0,-5 2 0 0 0,5-1 0 0 0,-1-1 0 0 0,1 0 0 0 0,-1 0 0 0 0,0 0 0 0 0,1 0 0 0 0,-1 0 0 0 0,0-1 0 0 0,-4 1 0 0 0,-2-1 0 0 0,-1 0 0 0 0,1 1 0 0 0,0 0 0 0 0,0 0 0 0 0,0 1 0 0 0,0 0 0 0 0,-17 6 0 0 0,5-1 0 0 0,17-6 0 0 0,0 0 0 0 0,0 0 0 0 0,1 0 0 0 0,-1 1 0 0 0,1-1 0 0 0,-6 4 0 0 0,8-4 0 0 0,0 0 0 0 0,0 0 0 0 0,0 0 0 0 0,0 0 0 0 0,0-1 0 0 0,0 1 0 0 0,0 0 0 0 0,0-1 0 0 0,0 1 0 0 0,0-1 0 0 0,0 1 0 0 0,0-1 0 0 0,-1 0 0 0 0,1 1 0 0 0,0-1 0 0 0,0 0 0 0 0,-3 0 0 0 0,-2 0 0 0 0,-46 19 0 0 0,-14 1 0 0 0,40-10 0 0 0,17-6 0 0 0,0 0 0 0 0,-14 4 0 0 0,5-2 0 0 0,-28 5 0 0 0,10 3 0 0 0,1 1 0 0 0,-12 3 0 0 0,-12 14 0 0 0,45-24 0 0 0,-24 11 0 0 0,33-17 0 0 0,-35 13 0 0 0,1 2 0 0 0,-66 40 0 0 0,41-23 0 0 0,64-33 0 0 0,-1-1 0 0 0,0 0 0 0 0,0 0 0 0 0,1 0 0 0 0,-1 1 0 0 0,0-1 0 0 0,1 0 0 0 0,-1 1 0 0 0,0-1 0 0 0,1 1 0 0 0,-1-1 0 0 0,0 1 0 0 0,1-1 0 0 0,-1 1 0 0 0,1-1 0 0 0,-1 1 0 0 0,1 0 0 0 0,-1-1 0 0 0,1 1 0 0 0,-1 1 0 0 0,-1 1 0 0 0,-6 4 0 0 0,-1-1 0 0 0,-13 7 0 0 0,-12 9 0 0 0,-7 7 0 0 0,28-22 0 0 0,2 1 0 0 0,-1 1 0 0 0,1 0 0 0 0,-12 12 0 0 0,17-15 0 0 0,0-1 0 0 0,0 0 0 0 0,0 0 0 0 0,-15 7 0 0 0,13-8 0 0 0,1 1 0 0 0,-1 0 0 0 0,-11 11 0 0 0,-32 43 0 0 0,47-53 0 0 0,-14 10 0 0 0,14-13 0 0 0,1 0 0 0 0,-1 1 0 0 0,0-1 0 0 0,1 1 0 0 0,0 0 0 0 0,0-1 0 0 0,-4 6 0 0 0,-13 24 0 0 0,12-17 0 0 0,6-12 0 0 0,1-1 0 0 0,-1 0 0 0 0,0 0 0 0 0,0 0 0 0 0,0 0 0 0 0,0-1 0 0 0,-4 4 0 0 0,-1 1 0 0 0,1 1 0 0 0,0 0 0 0 0,0 0 0 0 0,1 0 0 0 0,0 0 0 0 0,-7 17 0 0 0,-12 18 0 0 0,19-35 0 0 0,1 1 0 0 0,-1 0 0 0 0,2-1 0 0 0,-1 2 0 0 0,1-1 0 0 0,-3 14 0 0 0,3-5 0 0 0,1-1 0 0 0,-1 31 0 0 0,2-22-18 0 0,1-23 13 0 0,0 0-1 0 0,0 0 0 0 0,0 1 0 0 0,0-1 0 0 0,1 0 1 0 0,-1 0-1 0 0,2 3 0 0 0,5 29 6 0 0,2 10 0 0 0,2-6 0 0 0,9 19 0 0 0,-18-50 0 0 0,4 16 0 0 0,25 42 0 0 0,-30-61 0 0 0,0-3 0 0 0,-1 0 0 0 0,1 0 0 0 0,0-1 0 0 0,0 1 0 0 0,0 0 0 0 0,0-1 0 0 0,0 1 0 0 0,0-1 0 0 0,0 1 0 0 0,0-1 0 0 0,1 1 0 0 0,-1-1 0 0 0,3 2 0 0 0,2 4 0 0 0,21 17 0 0 0,120 80 0 0 0,-125-90 0 0 0,7 3 0 0 0,0-1 0 0 0,51 19 0 0 0,7 3 0 0 0,-50-22 0 0 0,68 20 0 0 0,-103-35 0 0 0,222 68 0 0 0,-88-33 0 0 0,-128-34 0 0 0,21 3 20 0 0,51 3 1 0 0,-4-1 2 0 0,118 18 26 0 0,198 34 94 0 0,-212-23 6 0 0,29 7-206 0 0,-87-22 373 0 0,-95-18-303 0 0,0 0 0 0 0,29-1-1 0 0,8 1-242 0 0,-57-3 223 0 0,153 9 230 0 0,85-4-95 0 0,-170-3-80 0 0,38 0 40 0 0,-55-5-77 0 0,110-8 42 0 0,-46 3-2 0 0,-72 7-38 0 0,178-14-13 0 0,-167 14 0 0 0,4 0 0 0 0,-13-3 37 0 0,87 4 1 0 0,-69 0 231 0 0,-51 0-251 0 0,-1-2 1 0 0,0 0-1 0 0,36-8 0 0 0,18-3-115 0 0,-34 9 97 0 0,85-11 0 0 0,-102 13 0 0 0,0 0 0 0 0,24 1 0 0 0,-22 1 0 0 0,37-5 0 0 0,-38 2 0 0 0,-12 2 0 0 0,-1-1 0 0 0,14-3 0 0 0,-3 0 0 0 0,1 1 0 0 0,27-3 0 0 0,-16 3 0 0 0,-14 3 15 0 0,30 0 0 0 0,-32 1-4 0 0,0 0 1 0 0,23-3-1 0 0,-3-2 6 0 0,-23 4 4 0 0,-1 0 0 0 0,24-7 0 0 0,-18 2 61 0 0,151-40-9 0 0,-98 40-95 0 0,-21-2-32 0 0,67-15 55 0 0,-5-1-1 0 0,-99 21 34 0 0,24-3 0 0 0,8-1 26 0 0,5-2-100 0 0,-14 3 16 0 0,-6 0 31 0 0,2 1 19 0 0,-1-2 0 0 0,0-1 1 0 0,45-19-1 0 0,28-18-26 0 0,-99 42 0 0 0,0 1 0 0 0,0-1 0 0 0,9-7 0 0 0,14-10 0 0 0,-15 12 0 0 0,-9 6 0 0 0,0 0 0 0 0,0-1 0 0 0,0 0 0 0 0,-1 0 0 0 0,1 0 0 0 0,5-6 0 0 0,22-20 0 0 0,-29 27 0 0 0,0 0 0 0 0,0 0 0 0 0,0 1 0 0 0,0-1 0 0 0,0 0 0 0 0,0 1 0 0 0,1 0 0 0 0,3-2 0 0 0,3-3 0 0 0,9-6 0 0 0,-10 4 0 0 0,-4 3 0 0 0,0 0 0 0 0,1 0 0 0 0,-1 0 0 0 0,1 0 0 0 0,7-5 0 0 0,9-8 0 0 0,23-19 0 0 0,-43 36 0 0 0,1 0 0 0 0,-1-1 0 0 0,1 1 0 0 0,-1-1 0 0 0,0 1 0 0 0,0-1 0 0 0,2-2 0 0 0,6-11 0 0 0,-8 12 0 0 0,17-16 0 0 0,-7 7 0 0 0,0 0 0 0 0,-1-1 0 0 0,16-23 0 0 0,-22 30 0 0 0,0-1 0 0 0,0 0 0 0 0,0 0 0 0 0,0 0 0 0 0,-1 0 0 0 0,0-1 0 0 0,-1 0 0 0 0,0 1 0 0 0,2-10 0 0 0,-4-44 0 0 0,0 50 0 0 0,1-20 0 0 0,-7-48 0 0 0,4 68 0 0 0,-2-7 0 0 0,-2-1 0 0 0,-9-24 0 0 0,-5-22 0 0 0,12 46 0 0 0,-46-76 0 0 0,48 85 0 0 0,1 4 0 0 0,0 0 0 0 0,-1 0 0 0 0,0 0 0 0 0,0 1 0 0 0,0-1 0 0 0,-1 2 0 0 0,1-1 0 0 0,-15-7 0 0 0,-20-14 0 0 0,28 17 0 0 0,-23-13 0 0 0,27 17 0 0 0,-1 0 0 0 0,0 1 0 0 0,0-1 0 0 0,-18-3 0 0 0,22 6 0 0 0,1 1-465 0 0,0 0 1 0 0,0 1-1 0 0,-1-1 1 0 0,1 1-1 0 0,0 0 1 0 0,0 1-1 0 0,0-1 1 0 0,0 1-1 0 0,0 0 1 0 0,0 0-1 0 0,0 1 1 0 0,-7 3-1 0 0,-10 2-3399 0 0</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1:36.949"/>
    </inkml:context>
    <inkml:brush xml:id="br0">
      <inkml:brushProperty name="width" value="0.1" units="cm"/>
      <inkml:brushProperty name="height" value="0.1" units="cm"/>
      <inkml:brushProperty name="color" value="#FFC114"/>
    </inkml:brush>
  </inkml:definitions>
  <inkml:trace contextRef="#ctx0" brushRef="#br0">1698 445 455 0 0,'6'-7'12530'0'0,"-3"4"-11181"0"0,-1-1 0 0 0,0 1 0 0 0,2-4 0 0 0,1-3-1499 0 0,-4 6 410 0 0,-1 1-1 0 0,0-1 1 0 0,-1 1-1 0 0,1-1 1 0 0,0 1-1 0 0,-1-1 1 0 0,0 1-1 0 0,0-1 1 0 0,-2-4-1 0 0,1 1-14 0 0,1 4-70 0 0,0 0 1 0 0,-1 0-1 0 0,1 0 0 0 0,-1 1 0 0 0,1-1 1 0 0,-1 1-1 0 0,0-1 0 0 0,0 1 1 0 0,0 0-1 0 0,0-1 0 0 0,-1 1 0 0 0,-4-3 1 0 0,-9-9 809 0 0,16 13-957 0 0,-12-11 388 0 0,0 0 1 0 0,-1 0 0 0 0,-1 2 0 0 0,1-1-1 0 0,-18-8 1 0 0,15 9-88 0 0,1-1 0 0 0,0 0 0 0 0,-24-24 0 0 0,-19-13 687 0 0,33 31-854 0 0,0 2 0 0 0,-51-21 1 0 0,70 34-145 0 0,0 0-1 0 0,0 1 1 0 0,0 0 0 0 0,-12-2 0 0 0,-18-3 29 0 0,-30-9 6 0 0,62 14-52 0 0,-19-3 51 0 0,4 1-42 0 0,4 1-7 0 0,0 0 0 0 0,-1 1 0 0 0,-25 2 0 0 0,-20-2 50 0 0,56 1-53 0 0,0 0 1 0 0,0 0-1 0 0,0 0 0 0 0,0-1 1 0 0,0 0-1 0 0,-8-2 0 0 0,9 1 8 0 0,-1 1 0 0 0,1 0-1 0 0,-1 1 1 0 0,0-1 0 0 0,1 1 0 0 0,-1-1-1 0 0,-6 2 1 0 0,10-1-8 0 0,-9 2 0 0 0,-1-1 0 0 0,-17 0 0 0 0,1 1 0 0 0,11-3 21 0 0,11 0-15 0 0,0 1 0 0 0,0-1 0 0 0,0 1 0 0 0,0 0 1 0 0,-1 1-1 0 0,-5 0 0 0 0,-11 1-6 0 0,17-3 0 0 0,0 2 0 0 0,0-1 0 0 0,0 1 0 0 0,0-1 0 0 0,1 1 0 0 0,-8 3 0 0 0,-17 5 0 0 0,0-1 0 0 0,-44 7 0 0 0,49-13 0 0 0,19-2 0 0 0,0 0 0 0 0,0 1 0 0 0,0-1 0 0 0,0 1 0 0 0,-8 3 0 0 0,-31 11 0 0 0,-35 15 0 0 0,22 0 0 0 0,47-25 0 0 0,1 1 1 0 0,0 0-1 0 0,0 0 0 0 0,0 1 1 0 0,1 0-1 0 0,-14 15 0 0 0,10-9-6 0 0,-20 15-1 0 0,25-24-17 0 0,4-1 19 0 0,-1-1 0 0 0,1 1 0 0 0,0 0 1 0 0,0 0-1 0 0,-5 6 0 0 0,5-5 5 0 0,-12 11 0 0 0,11-13 0 0 0,3-1 0 0 0,0 0 0 0 0,0-1 0 0 0,0 1 0 0 0,0 0 0 0 0,0 0 0 0 0,0 0 0 0 0,0 0 0 0 0,0 0 0 0 0,1 0 0 0 0,-1 0 0 0 0,0 0 0 0 0,1 1 0 0 0,-2 1 0 0 0,-23 32 0 0 0,7-14 0 0 0,15-18 0 0 0,-1 5 0 0 0,-2 5 0 0 0,-14 36 0 0 0,9-23 0 0 0,8-22 0 0 0,-5 21 0 0 0,0 2 0 0 0,5-12 0 0 0,2-5 0 0 0,-4 1 0 0 0,2 2 0 0 0,0 1 0 0 0,2 2 0 0 0,3 2 0 0 0,0-11 0 0 0,-2-6 0 0 0,0 1 0 0 0,0-1 0 0 0,0 0 0 0 0,0 1 0 0 0,1-1 0 0 0,-1 1 0 0 0,1-1 0 0 0,-1 0 0 0 0,1 0 0 0 0,-1 1 0 0 0,1-1 0 0 0,1 2 0 0 0,0-1 0 0 0,0 1 0 0 0,0 0 0 0 0,0-1 0 0 0,0 1 0 0 0,0 0 0 0 0,-1 0 0 0 0,2 4 0 0 0,2 3 0 0 0,13 32 0 0 0,-16-35 0 0 0,8 19 0 0 0,-8-20 0 0 0,12 21 0 0 0,-2-5 0 0 0,15 15 0 0 0,-11-13 0 0 0,-13-21 0 0 0,17 19 0 0 0,-7-7 1 0 0,-8-9-3 0 0,13 5 14 0 0,-13-8 30 0 0,10 5-19 0 0,45 20 169 0 0,-30-12-120 0 0,0 0 4 0 0,61 26-12 0 0,-79-38-64 0 0,0 1 1 0 0,14 1-1 0 0,-10-1 10 0 0,-10-4 9 0 0,-1 0 0 0 0,0 1-1 0 0,0 0 1 0 0,1 0 0 0 0,8 5 0 0 0,-2-1-15 0 0,34 17-4 0 0,1 3 53 0 0,-15-11 22 0 0,27 8-64 0 0,-46-19 31 0 0,21-4 22 0 0,17-3-53 0 0,-36 5-11 0 0,105 18 129 0 0,-105-19-119 0 0,-8 0 0 0 0,1 0 1 0 0,-1-1 0 0 0,1 0-1 0 0,0 0 1 0 0,13-3 0 0 0,-18 3-5 0 0,0-1 0 0 0,1 1-1 0 0,-1 0 1 0 0,1 0 0 0 0,-1 0 0 0 0,1 1 0 0 0,-1-1 0 0 0,5 2 0 0 0,8 1-6 0 0,0-2 10 0 0,-1-1 0 0 0,1 0 0 0 0,0-1 0 0 0,16-3 0 0 0,22-3 12 0 0,56-4-22 0 0,-51 3 0 0 0,-45 6 5 0 0,-3 1 6 0 0,1-1 1 0 0,0-1 0 0 0,-1 0 0 0 0,12-5 0 0 0,-18 7-12 0 0,19-6 64 0 0,-20 6-46 0 0,1-1 0 0 0,-1 1-1 0 0,1-1 1 0 0,-1 0 0 0 0,0-1 0 0 0,0 1 0 0 0,0-1-1 0 0,0 0 1 0 0,0 1 0 0 0,-1-2 0 0 0,7-6 0 0 0,4-3 24 0 0,6-8-42 0 0,-13 14 0 0 0,-1 1 0 0 0,0 1 0 0 0,0-1 0 0 0,1 1 0 0 0,12-8 0 0 0,-8 7 0 0 0,3-1 0 0 0,5-4 0 0 0,-16 7 0 0 0,0 0 0 0 0,2 1 0 0 0,11-13 0 0 0,-2 2 10 0 0,-8 9-1 0 0,-1-1 0 0 0,1-1 1 0 0,-1 1-1 0 0,0-1 0 0 0,-1 0 0 0 0,6-10 1 0 0,0-1 13 0 0,-1 0 1 0 0,0 0-1 0 0,-2-1 1 0 0,10-33-1 0 0,-10 26-11 0 0,-3 8 66 0 0,1-1 0 0 0,-2 1 0 0 0,2-30 0 0 0,-5 46 118 0 0,-1 1-189 0 0,1 0 0 0 0,-1 0 0 0 0,1 0 0 0 0,0 0 0 0 0,-1 0 1 0 0,1 0-1 0 0,0 0 0 0 0,0 0 0 0 0,0 0 0 0 0,-1-1 0 0 0,1 1 0 0 0,1-1 0 0 0,-2-2-3 0 0,-8-43-4 0 0,6 37 2 0 0,2 7 5 0 0,0-1 0 0 0,1 0 0 0 0,-1 0 0 0 0,1 0 0 0 0,0 1-1 0 0,0-1 1 0 0,0 0 0 0 0,1-6 0 0 0,0 0-5 0 0,0 6 5 0 0,-1-1-1 0 0,0 0 0 0 0,0 0 1 0 0,-1 1-1 0 0,1-1 1 0 0,-1 0-1 0 0,-1-5 0 0 0,-2-5 28 0 0,0 0 0 0 0,0 1 0 0 0,-2-1-1 0 0,0 1 1 0 0,-12-22 0 0 0,9 22-34 0 0,5 11 0 0 0,1 2 0 0 0,2-1-2 0 0,-1 1-1 0 0,1 0 1 0 0,-1 0-1 0 0,1 0 1 0 0,-1 0 0 0 0,0 0-1 0 0,1 1 1 0 0,-1-1 0 0 0,0 0-1 0 0,-2 0 1 0 0,-6 3-83 0 0,7-1 31 0 0,1-1-724 0 0,-7 3 1364 0 0</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1:47.871"/>
    </inkml:context>
    <inkml:brush xml:id="br0">
      <inkml:brushProperty name="width" value="0.1" units="cm"/>
      <inkml:brushProperty name="height" value="0.1" units="cm"/>
      <inkml:brushProperty name="color" value="#33CCFF"/>
    </inkml:brush>
  </inkml:definitions>
  <inkml:trace contextRef="#ctx0" brushRef="#br0">1402 380 919 0 0,'0'0'18048'0'0,"7"-9"-15256"0"0,-7 6-2540 0 0,0-1 0 0 0,-1 1 0 0 0,0 0-1 0 0,0 0 1 0 0,0-1 0 0 0,0 1 0 0 0,0 0-1 0 0,0 0 1 0 0,-1 0 0 0 0,0 0 0 0 0,1 0-1 0 0,-5-3 1 0 0,-4-7 637 0 0,-17-15-1 0 0,0 0-155 0 0,11 8-199 0 0,-29-26 0 0 0,36 38-356 0 0,0 1 0 0 0,-1 0 1 0 0,0 0-1 0 0,0 1 0 0 0,-17-8 0 0 0,-55-17 339 0 0,77 29-489 0 0,0-1 0 0 0,-1 1 0 0 0,-9-8 0 0 0,-12-5 19 0 0,-30-12 50 0 0,-8-3 2 0 0,48 25-86 0 0,1 0 0 0 0,-1 1-1 0 0,1 1 1 0 0,-26-3 0 0 0,3 9-14 0 0,29-1 5 0 0,0-1 0 0 0,-13-1 0 0 0,4 0 24 0 0,-30 4 0 0 0,-8 0-31 0 0,36-3 3 0 0,0 2 0 0 0,1 0 0 0 0,-29 8 0 0 0,38-9 0 0 0,-9 4 0 0 0,0 1 0 0 0,1 1 0 0 0,-27 15 0 0 0,28-13 0 0 0,1 1 0 0 0,1 0 0 0 0,-21 19 0 0 0,-42 47 0 0 0,55-52 0 0 0,-3 0 0 0 0,2 2 0 0 0,1 1 0 0 0,1 1 0 0 0,-30 51 0 0 0,46-65 0 0 0,0 1 0 0 0,1 0 0 0 0,0 0 0 0 0,2 0 0 0 0,0 1 0 0 0,0-1 0 0 0,2 1 0 0 0,0 0 0 0 0,1 0 0 0 0,1 26 0 0 0,1-35 6 0 0,0-1 1 0 0,0 1-1 0 0,1 0 1 0 0,0-1-1 0 0,0 1 0 0 0,1-1 1 0 0,0 1-1 0 0,1-1 1 0 0,4 8-1 0 0,28 39 85 0 0,-29-45-70 0 0,0-1 1 0 0,0-1 0 0 0,0 1-1 0 0,1-1 1 0 0,0-1 0 0 0,0 1 0 0 0,1-1-1 0 0,0-1 1 0 0,9 5 0 0 0,22 16 42 0 0,-9-5-13 0 0,-14-10-27 0 0,1 2 1 0 0,23 22-1 0 0,-28-22-3 0 0,1-1 1 0 0,29 21-1 0 0,-35-28-11 0 0,1 0-1 0 0,-1 0 1 0 0,1-1-1 0 0,1-1 1 0 0,-1 1-1 0 0,0-1 1 0 0,12 1-1 0 0,105 11 90 0 0,-34-5-45 0 0,-49-6 20 0 0,49-2-1 0 0,-75-2-65 0 0,6-2 19 0 0,0 0 0 0 0,0-2 0 0 0,0-1 0 0 0,0-1 0 0 0,39-15 0 0 0,-30 10-8 0 0,108-29 120 0 0,-34-2-130 0 0,-93 37 174 0 0,1 1 0 0 0,21-5-1 0 0,-21 5-226 0 0,0 1-1 0 0,21-10 1 0 0,-15 4 40 0 0,-1-2 1 0 0,29-20-1 0 0,-43 26 11 0 0,0 1 0 0 0,-1-1-1 0 0,1 0 1 0 0,-1 0-1 0 0,-1-1 1 0 0,1 1-1 0 0,-1-1 1 0 0,0 0 0 0 0,0 0-1 0 0,3-9 1 0 0,11-21 59 0 0,-13 29-47 0 0,-2 0 0 0 0,1 0 0 0 0,-1 0 0 0 0,3-10-1 0 0,1-7 16 0 0,-3 15-27 0 0,0 0-1 0 0,-1-1 1 0 0,0 1 0 0 0,-1 0-1 0 0,0-1 1 0 0,0 1 0 0 0,-1-1-1 0 0,-1 0 1 0 0,1 1 0 0 0,-1-1-1 0 0,-4-15 1 0 0,-2-3-7 0 0,1 4 0 0 0,-9-27 0 0 0,13 45 0 0 0,-7-17-6 0 0,0 1 1 0 0,-18-31 0 0 0,25 48 1 0 0,-1 0 1 0 0,-1 0 0 0 0,1 1 0 0 0,-1-1 0 0 0,0 1 0 0 0,0-1 0 0 0,0 1-1 0 0,-1 0 1 0 0,1 1 0 0 0,-1-1 0 0 0,0 1 0 0 0,0 0 0 0 0,0 0 0 0 0,0 1-1 0 0,-11-4 1 0 0,14 5-60 0 0,0 1 0 0 0,1-1 0 0 0,-1 1 0 0 0,0 0 0 0 0,0 0 0 0 0,0 0 0 0 0,0 0 0 0 0,0 0 0 0 0,-3 0 0 0 0</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1:51.644"/>
    </inkml:context>
    <inkml:brush xml:id="br0">
      <inkml:brushProperty name="width" value="0.1" units="cm"/>
      <inkml:brushProperty name="height" value="0.1" units="cm"/>
      <inkml:brushProperty name="color" value="#33CCFF"/>
    </inkml:brush>
  </inkml:definitions>
  <inkml:trace contextRef="#ctx0" brushRef="#br0">1598 277 7455 0 0,'0'0'1664'0'0,"1"-5"-706"0"0,1 0-602 0 0,1-13 2200 0 0,-2 18-2484 0 0,17-1 6618 0 0,-18-1-6545 0 0,1 0 0 0 0,-1 0 0 0 0,1 0 0 0 0,-1 0 0 0 0,0 0 0 0 0,0 1-1 0 0,0-1 1 0 0,0 0 0 0 0,0 0 0 0 0,0 0 0 0 0,0 0 0 0 0,-1 0 0 0 0,1 0 0 0 0,-1 0 0 0 0,1 0-1 0 0,-1 1 1 0 0,0-1 0 0 0,0 0 0 0 0,0 0 0 0 0,0 1 0 0 0,0-1 0 0 0,-3-2 0 0 0,-3-6 277 0 0,0 1 1 0 0,-12-11-1 0 0,-12-1 695 0 0,-22-21-123 0 0,52 41-809 0 0,-3 0-152 0 0,1 0 0 0 0,-1 0-1 0 0,1-1 1 0 0,0 1 0 0 0,0-1-1 0 0,-5-3 1 0 0,1 1-6 0 0,3 2 48 0 0,-3-2-16 0 0,0 0 1 0 0,-1 0-1 0 0,1 1 1 0 0,-1 0-1 0 0,0 1 0 0 0,0 0 1 0 0,0 0-1 0 0,-10-1 1 0 0,-3 0 26 0 0,-112-16 542 0 0,107 16-400 0 0,-17-1 4 0 0,11 3-168 0 0,-21-1 0 0 0,-84-4 0 0 0,130 7-64 0 0,-25-6 0 0 0,-9-1 0 0 0,28 4 6 0 0,7 0 10 0 0,0 2 0 0 0,0-1 0 0 0,0 1-1 0 0,-8 0 1 0 0,5 1-4 0 0,1 1 0 0 0,-1 0 0 0 0,1 1-1 0 0,-12 4 1 0 0,5 0-16 0 0,4-2-6 0 0,0-1 0 0 0,-1 0 0 0 0,1 0 0 0 0,-1-1 0 0 0,-16 2 0 0 0,23-5 10 0 0,-12 2 0 0 0,-2 2 0 0 0,-20 2 64 0 0,-116 31 136 0 0,146-36-200 0 0,1 1 0 0 0,-1 0 0 0 0,0 0 0 0 0,-15 7 0 0 0,-52 18 0 0 0,41-14 0 0 0,21-8 0 0 0,1 0 0 0 0,0 1 0 0 0,1 0 0 0 0,-16 10 0 0 0,23-12 0 0 0,-1 0 0 0 0,0 1 0 0 0,1 0 0 0 0,0 0 0 0 0,-5 7 0 0 0,-7 8 11 0 0,-21 14 42 0 0,34-30-46 0 0,1 1-1 0 0,-1-1 1 0 0,1 1 0 0 0,0 0 0 0 0,1 0-1 0 0,-1 1 1 0 0,1-1 0 0 0,0 0-1 0 0,-2 10 1 0 0,-10 25-10 0 0,12-34 8 0 0,-1-2-6 0 0,1 1-1 0 0,0 0 1 0 0,1 0 0 0 0,-1 0 0 0 0,-1 9 0 0 0,-3 19 94 0 0,5-26-57 0 0,0-3-17 0 0,0 0 0 0 0,0 0-1 0 0,1 1 1 0 0,0-1 0 0 0,0 0 0 0 0,0 1 0 0 0,1 5-1 0 0,-2-3-5 0 0,0 0-13 0 0,6 21-2 0 0,-3-17 1 0 0,0-2 3 0 0,-1-1 1 0 0,0 1 0 0 0,0 0-1 0 0,-2 8 1 0 0,2-2 57 0 0,2 12 40 0 0,0-21-84 0 0,0 0 0 0 0,2 12 8 0 0,12 40 119 0 0,-15-54-134 0 0,-1 1 0 0 0,1-1 0 0 0,0 0 1 0 0,1 0-1 0 0,-1 0 0 0 0,4 5 0 0 0,26 25 93 0 0,-28-30-84 0 0,4 2 60 0 0,-6-5-70 0 0,0 0-1 0 0,0 1 0 0 0,-1-1 0 0 0,1 0 0 0 0,0 0 0 0 0,-1 1 0 0 0,1-1 1 0 0,-1 1-1 0 0,0 0 0 0 0,2 2 0 0 0,-3-4-6 0 0,5 5 40 0 0,0 0 0 0 0,0-1 0 0 0,7 6 0 0 0,8 6 54 0 0,-8-6-47 0 0,-1-1 0 0 0,17 8 0 0 0,-12-7-33 0 0,-2-4 27 0 0,-5-4-30 0 0,29 14 40 0 0,17 11 35 0 0,-26-13-27 0 0,-1 1-7 0 0,-22-11-45 0 0,-3-3-8 0 0,1 1 1 0 0,0-1-1 0 0,1 1 1 0 0,-1-1-1 0 0,0 0 0 0 0,0-1 1 0 0,7 1-1 0 0,53 4 60 0 0,-38-3-4 0 0,-1 3-36 0 0,-5-1-20 0 0,-13-2 0 0 0,-3-1 0 0 0,-1 0 0 0 0,1 0 0 0 0,0-1 0 0 0,0 0 0 0 0,0 1 0 0 0,0-1 0 0 0,-1-1 0 0 0,6 0 0 0 0,-5 0 0 0 0,1 1 0 0 0,16 5 0 0 0,5-3 11 0 0,-11 0 31 0 0,5-2-31 0 0,-16-1-10 0 0,-2 0-1 0 0,-1 0 0 0 0,1 0 0 0 0,-1 1 0 0 0,1-1 0 0 0,0 0-1 0 0,-1 1 1 0 0,1 0 0 0 0,0-1 0 0 0,-1 1 0 0 0,1 0 0 0 0,0 0 0 0 0,2 0 0 0 0,11-2 0 0 0,21-2 0 0 0,-23 3 0 0 0,-1-1 0 0 0,15-4 0 0 0,0 1 14 0 0,-18 4 10 0 0,0-1-1 0 0,14-4 0 0 0,-8 0-11 0 0,-1 2 22 0 0,10 3-20 0 0,3-3-14 0 0,-12 0 0 0 0,12-2 0 0 0,-14 3 0 0 0,5-3 0 0 0,-11 4 0 0 0,0 2 0 0 0,27-8 0 0 0,-22 4 0 0 0,-3 1 0 0 0,10-6 0 0 0,-10 7 0 0 0,-6 1 0 0 0,0 1 0 0 0,0-1 0 0 0,-1 0 0 0 0,1 0 0 0 0,0 0 0 0 0,0 0 0 0 0,-1-1 0 0 0,5-2 0 0 0,-4 2 0 0 0,0 0 0 0 0,1 1 0 0 0,0-1 0 0 0,-1 1 0 0 0,1-1 0 0 0,0 1 0 0 0,7-1 0 0 0,-9 1 0 0 0,0 1 0 0 0,0 0 0 0 0,-1-1 0 0 0,1 1 0 0 0,0-1 0 0 0,0 1 0 0 0,-1-1 0 0 0,3-1 0 0 0,-1 0 0 0 0,0 0 0 0 0,0 0 0 0 0,0 1 0 0 0,1-1 0 0 0,-1 1 0 0 0,0 0 0 0 0,6-1 0 0 0,21-7 0 0 0,-2-2 0 0 0,25-10 0 0 0,-41 15 0 0 0,-2 2 0 0 0,2-1 0 0 0,-2-1 0 0 0,2 0 0 0 0,6-4 0 0 0,-16 8 0 0 0,13-9 0 0 0,5-7 0 0 0,-4 8 0 0 0,-7 5 0 0 0,0 0 0 0 0,-1-1 0 0 0,1 0 0 0 0,12-13 0 0 0,-12 9 0 0 0,7-11 0 0 0,7-11 157 0 0,-16 22-149 0 0,0-1 0 0 0,9-19 0 0 0,-1-2-13 0 0,-12 25 16 0 0,-3 5-4 0 0,1-1-1 0 0,0 1 0 0 0,0 0 0 0 0,1 0 0 0 0,-1-1 0 0 0,0 1 0 0 0,1 0 1 0 0,1-2-1 0 0,3-4-3 0 0,-1-1 0 0 0,0 1 0 0 0,4-12 0 0 0,10-19 9 0 0,-18 36-4 0 0,2-1 13 0 0,-1 0 0 0 0,0-1 0 0 0,0 1 0 0 0,0 0 1 0 0,-1-1-1 0 0,0 1 0 0 0,0-1 0 0 0,0 1 0 0 0,0-1 1 0 0,-1 0-1 0 0,1 1 0 0 0,-1-1 0 0 0,-1 0 0 0 0,1 0 1 0 0,-1 1-1 0 0,1-1 0 0 0,-1 1 0 0 0,-2-7 0 0 0,-29-104 250 0 0,30 109-280 0 0,0-1 1 0 0,0 1-1 0 0,-1 0 0 0 0,1 1 1 0 0,-1-1-1 0 0,-1 0 1 0 0,1 1-1 0 0,-1 0 0 0 0,0 0 1 0 0,0 0-1 0 0,0 0 0 0 0,-1 1 1 0 0,1-1-1 0 0,-1 1 0 0 0,0 0 1 0 0,-1 1-1 0 0,1-1 0 0 0,0 1 1 0 0,-1 0-1 0 0,0 0 1 0 0,0 1-1 0 0,0 0 0 0 0,0 0 1 0 0,0 0-1 0 0,0 1 0 0 0,-10-1 1 0 0,-24-3-2776 0 0,8 4-7787 0 0</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2:20.803"/>
    </inkml:context>
    <inkml:brush xml:id="br0">
      <inkml:brushProperty name="width" value="0.1" units="cm"/>
      <inkml:brushProperty name="height" value="0.1" units="cm"/>
      <inkml:brushProperty name="color" value="#AB008B"/>
    </inkml:brush>
  </inkml:definitions>
  <inkml:trace contextRef="#ctx0" brushRef="#br0">7459 709 919 0 0,'35'-3'15648'0'0,"-40"-21"-13860"0"0,4 22-1290 0 0,-1-1-66 0 0,0 0 0 0 0,-1-1 1 0 0,0 1-1 0 0,0 0 1 0 0,-3-2-1 0 0,-46-41 1725 0 0,-72-58 406 0 0,98 85-1974 0 0,-55-33-1 0 0,35 29-143 0 0,-1 1 0 0 0,-61-18-1 0 0,53 20-291 0 0,-16-1-75 0 0,44 14-76 0 0,-30-13 1 0 0,-42-22 61 0 0,56 28 29 0 0,0 2 0 0 0,-57-9 0 0 0,36 8-35 0 0,-90-13 47 0 0,-4-1-17 0 0,66 3-40 0 0,51 12 1 0 0,-48-8 1 0 0,6 6-54 0 0,-83-10 72 0 0,99 23-68 0 0,31 1 5 0 0,-43-6 1 0 0,50 1 44 0 0,9 2-49 0 0,-39-2 1 0 0,-146-2-2 0 0,183 7 0 0 0,8 1 0 0 0,1-2 0 0 0,0 1 0 0 0,-16-4 0 0 0,-33 2 0 0 0,48 0 0 0 0,-1 1 0 0 0,-24 2 0 0 0,-9 0 0 0 0,0 1 0 0 0,8 1 0 0 0,-122 4 0 0 0,152-6 0 0 0,-16 3 0 0 0,-1-2 0 0 0,-31-1 0 0 0,46-1 0 0 0,-22 2 0 0 0,-2 1 0 0 0,-57 4 0 0 0,-101 1 0 0 0,182-7 0 0 0,-79 2 28 0 0,-62 7 8 0 0,118-5-36 0 0,-64 7 0 0 0,-23 3 0 0 0,111-13 0 0 0,1-1 0 0 0,-14 5 0 0 0,-17 2 0 0 0,-87 6 0 0 0,-69 5 0 0 0,-29-6 0 0 0,124-2 0 0 0,-5 0 0 0 0,-70 10 0 0 0,1 0 0 0 0,156-20 0 0 0,-19 6 0 0 0,22-4 0 0 0,1-1 0 0 0,-20 1 0 0 0,-66 2 0 0 0,64-3 0 0 0,-57 6 0 0 0,-10 2 0 0 0,94-9 0 0 0,-13 0 0 0 0,0 2 0 0 0,-39 9 0 0 0,48-9 0 0 0,-28 3 0 0 0,28-4 0 0 0,-28 6 0 0 0,-101 25 0 0 0,119-26 0 0 0,1-1 0 0 0,-40 3 0 0 0,54-7 0 0 0,1 0 0 0 0,0 0 0 0 0,-12 5 0 0 0,-12 2 0 0 0,-57 5 0 0 0,14-3 0 0 0,42-4 0 0 0,10-2 0 0 0,-36 4 0 0 0,-14 0 0 0 0,46-2 0 0 0,23-6 0 0 0,0 1 0 0 0,0-1 0 0 0,-1 0 0 0 0,1 0 0 0 0,-5 0 0 0 0,5-1 0 0 0,1 1 0 0 0,0 0 0 0 0,-1 0 0 0 0,1 0 0 0 0,-5 1 0 0 0,5 0 0 0 0,0-1 0 0 0,-1 0 0 0 0,1 0 0 0 0,-1 0 0 0 0,-4 0 0 0 0,3 0 0 0 0,0 0 0 0 0,1 1 0 0 0,-1-1 0 0 0,1 1 0 0 0,0 1 0 0 0,-1-1 0 0 0,-5 5 0 0 0,-10 3 0 0 0,-6 5 0 0 0,0 1 0 0 0,-8 1 0 0 0,28-13 0 0 0,-1 0 0 0 0,0 0 0 0 0,-11 3 0 0 0,4-2 0 0 0,1 1 0 0 0,-15 8 0 0 0,0 0 0 0 0,2 0 0 0 0,19-10 0 0 0,1 0 0 0 0,-1 0 0 0 0,-9 3 0 0 0,2-2 0 0 0,-1 2 0 0 0,0 0 0 0 0,1 0 0 0 0,1 2 0 0 0,-19 13 0 0 0,-63 59 0 0 0,41-33 0 0 0,-26 26 0 0 0,-28 27 0 0 0,104-96 0 0 0,-1 0 0 0 0,1 1 1 0 0,0-1-1 0 0,1 1 0 0 0,0 0 0 0 0,0 0 1 0 0,0 1-1 0 0,-4 8 0 0 0,-1 8-5 0 0,-8 27 0 0 0,4-11-51 0 0,12-35 56 0 0,-1 0 0 0 0,1 0 0 0 0,-1 0 0 0 0,1 0 0 0 0,1 1 0 0 0,-1-1 0 0 0,0 0 0 0 0,1 0 0 0 0,0 0 0 0 0,0 1 0 0 0,0-1 0 0 0,2 8 0 0 0,0-3 0 0 0,-2-4 0 0 0,1 1 0 0 0,0-1 0 0 0,0 0 0 0 0,0 1 0 0 0,4 8 0 0 0,-3-10 0 0 0,4 5 0 0 0,5-1 0 0 0,1-1 0 0 0,0-1 0 0 0,0 0 0 0 0,0 0 0 0 0,1-1 0 0 0,0 0 0 0 0,0-2 0 0 0,0 1 0 0 0,0-1 0 0 0,23 1 0 0 0,-8-2 0 0 0,0 1 0 0 0,0 2 0 0 0,0 0 0 0 0,0 2 0 0 0,42 17 0 0 0,-36-14 0 0 0,0 0 0 0 0,49 6 0 0 0,-56-11 0 0 0,13 3 0 0 0,-13-2 0 0 0,58 5 0 0 0,-57-10 0 0 0,5 0 0 0 0,55-4 0 0 0,55-7 0 0 0,-89 8 0 0 0,-26 2 0 0 0,0 1 0 0 0,52 10 0 0 0,-26-3 0 0 0,-35-6 0 0 0,104 8 0 0 0,-72-10 0 0 0,-6-1 0 0 0,70 7 0 0 0,-89-2 18 0 0,-1-3 0 0 0,46-1-1 0 0,46 1-6 0 0,-49-2-11 0 0,82 8 0 0 0,5 0 0 0 0,-110-7 0 0 0,75-1 0 0 0,-55 0 0 0 0,69 10 0 0 0,-53-3 0 0 0,-41-4-11 0 0,6 2 48 0 0,58-4 1 0 0,41 1-3 0 0,-52 3-6 0 0,3 2-29 0 0,1 0 0 0 0,136-11 0 0 0,-171 0 0 0 0,-34 2 0 0 0,1 1 0 0 0,52 5 0 0 0,-25-2 0 0 0,85-7 0 0 0,-129 5 0 0 0,14-1 0 0 0,-1 2 0 0 0,30 2 0 0 0,-39-1 0 0 0,0-1 0 0 0,0-1 0 0 0,17-3 0 0 0,28-1 0 0 0,-26 6 0 0 0,35-2 0 0 0,-57 1 0 0 0,0 0 0 0 0,0 1 0 0 0,21 3 0 0 0,-18-1 0 0 0,25 0 0 0 0,130-8 0 0 0,-109 5 0 0 0,55 0 0 0 0,44-5 0 0 0,-106 2 0 0 0,-36 3 0 0 0,-1-1 0 0 0,1-1 0 0 0,21-5 0 0 0,-24 3 0 0 0,1 1 0 0 0,0 1 0 0 0,0 1 0 0 0,26 1 0 0 0,-8-1 0 0 0,-3-1 0 0 0,-21 2 9 0 0,0 0 0 0 0,-1-1 0 0 0,1-1 1 0 0,-1 0-1 0 0,1 0 0 0 0,13-5 0 0 0,-12 4-9 0 0,0 0 0 0 0,0 1 0 0 0,0 1 0 0 0,24 0 0 0 0,1-1 0 0 0,-7 1 0 0 0,31 2 0 0 0,-8 1 0 0 0,-20-6 0 0 0,-27 3 0 0 0,1 0 0 0 0,0 0 0 0 0,9 0 0 0 0,88-1 0 0 0,-93 2 11 0 0,0-1 0 0 0,15-4-1 0 0,-15 3 1 0 0,0 0-1 0 0,15 0 1 0 0,-9 2-11 0 0,-10-1 0 0 0,0 1 0 0 0,0 0 0 0 0,-1 1 0 0 0,11 1 0 0 0,5 1 0 0 0,0-1 0 0 0,0 0 0 0 0,41-4 0 0 0,55-9 0 0 0,-103 9 0 0 0,3 1 0 0 0,0-1 0 0 0,27 3 0 0 0,-34 0 5 0 0,0-2 0 0 0,0 1 0 0 0,0-1 0 0 0,13-4 0 0 0,21-1 23 0 0,-39 5-25 0 0,0 0 0 0 0,0 0-1 0 0,0-1 1 0 0,5-1 0 0 0,-6 1-4 0 0,1 0 1 0 0,0 1-1 0 0,-1-1 1 0 0,9 0-1 0 0,26 0 18 0 0,39-1 30 0 0,-56 3-25 0 0,1-1 1 0 0,28-5-1 0 0,-41 4-14 0 0,37-12 45 0 0,67-6 11 0 0,-85 13-64 0 0,-11 3 0 0 0,1 0 0 0 0,-1 1 0 0 0,1 1 0 0 0,32 0 0 0 0,-37 2 16 0 0,1-1 0 0 0,-1 0-1 0 0,0-1 1 0 0,18-5 0 0 0,-11 3 9 0 0,25-3-1 0 0,-34 7-13 0 0,0-2-1 0 0,-1 1 1 0 0,1-1 0 0 0,-1-1-1 0 0,14-5 1 0 0,-13 4-6 0 0,-1 0 1 0 0,16-2-1 0 0,-24 5 10 0 0,-2 1 298 0 0,-1 0-153 0 0,14-3-124 0 0,20-6 0 0 0,21-14-444 0 0,-53 23 408 0 0,12-7 0 0 0,-11 5 0 0 0,-3 1 0 0 0,0 0 0 0 0,1 1 0 0 0,-1-1 0 0 0,0 0 0 0 0,0 0 0 0 0,1 0 0 0 0,-1 0 0 0 0,0 0 0 0 0,0-1 0 0 0,0 1 0 0 0,0 0 0 0 0,-1 0 0 0 0,1-1 0 0 0,0 1 0 0 0,1-3 0 0 0,9-20 157 0 0,-1 0-1 0 0,13-43 0 0 0,0-2-89 0 0,-18 57-59 0 0,0-2 0 0 0,-1 1 0 0 0,3-22-1 0 0,-6 28-2 0 0,0 0 0 0 0,-1 0 0 0 0,0 0 0 0 0,-1 0 0 0 0,0 0 0 0 0,0 0 0 0 0,0 0 0 0 0,-1 0 0 0 0,-2-7 0 0 0,-3-6 119 0 0,2 5-37 0 0,0 0 1 0 0,-1 1-1 0 0,0 0 1 0 0,-1 0-1 0 0,-1 0 1 0 0,-15-20-1 0 0,8 16-33 0 0,4 3 35 0 0,-1 2 0 0 0,-20-19-1 0 0,28 28-169 0 0,0 1 0 0 0,-1 0 0 0 0,1-1 0 0 0,-1 2-1 0 0,0-1 1 0 0,0 1 0 0 0,0 0 0 0 0,0 0-1 0 0,0 0 1 0 0,-1 0 0 0 0,1 1 0 0 0,-10-1-1 0 0,-13 1-855 0 0</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2:23.723"/>
    </inkml:context>
    <inkml:brush xml:id="br0">
      <inkml:brushProperty name="width" value="0.1" units="cm"/>
      <inkml:brushProperty name="height" value="0.1" units="cm"/>
      <inkml:brushProperty name="color" value="#AB008B"/>
    </inkml:brush>
  </inkml:definitions>
  <inkml:trace contextRef="#ctx0" brushRef="#br0">1676 516 2303 0 0,'1'-2'9427'0'0,"4"-12"-7854"0"0,-4 9 135 0 0,1 0 0 0 0,-1 0 0 0 0,-1 0 1 0 0,1 0-1 0 0,-1-6 0 0 0,-3-10-732 0 0,2 19-257 0 0,1-1-388 0 0,-3-7-154 0 0,-1-1 0 0 0,0 0 1 0 0,0 1-1 0 0,-1-1 0 0 0,0 1 1 0 0,-9-12-1 0 0,13 21-61 0 0,0-3-36 0 0,0 0 0 0 0,-1 0 0 0 0,1 1 0 0 0,-1-1 0 0 0,0 0 1 0 0,-4-6-1 0 0,1 3-1 0 0,-7-19 332 0 0,9 20-328 0 0,0-1-1 0 0,-1 1 0 0 0,1 0 0 0 0,-6-7 1 0 0,1 4-7 0 0,-1 1 0 0 0,1 0 0 0 0,-1 0 1 0 0,-1 1-1 0 0,-13-9 0 0 0,-1 0-36 0 0,0 1 0 0 0,0 0 0 0 0,-1 2 0 0 0,-1 1 0 0 0,-32-10 0 0 0,6 7 7 0 0,-147-38 343 0 0,145 39-377 0 0,45 10-13 0 0,-1 1-1 0 0,0 0 1 0 0,1 1 0 0 0,-1 0 0 0 0,0 1 0 0 0,0 0-1 0 0,0 0 1 0 0,-12 2 0 0 0,-95 8 72 0 0,82-6-72 0 0,0 1 0 0 0,0 1 0 0 0,-37 12 0 0 0,37-7 0 0 0,16-5 0 0 0,-27 11 0 0 0,-55 19 0 0 0,62-17 0 0 0,13-5 0 0 0,-27 9 0 0 0,-40 29 0 0 0,91-51 0 0 0,0 1 0 0 0,0 0 0 0 0,0 0 0 0 0,0 0 0 0 0,0 1 0 0 0,0-1 0 0 0,0 0 0 0 0,1 1 0 0 0,-1-1 0 0 0,1 1 0 0 0,-1-1 0 0 0,1 1 0 0 0,-3 3 0 0 0,-1 2 0 0 0,2-4 0 0 0,-11 15 0 0 0,-5 9 0 0 0,2-2 0 0 0,-46 75 0 0 0,60-93 0 0 0,0-3 0 0 0,-8 20 0 0 0,6-12 41 0 0,-2 1 1 0 0,1-1-1 0 0,-10 12 0 0 0,14-22-38 0 0,0 1 14 0 0,0 0 1 0 0,0 1-1 0 0,0-1 0 0 0,1 0 1 0 0,-1 1-1 0 0,1-1 0 0 0,-2 6 1 0 0,-1 4 51 0 0,-4 7 24 0 0,7-14-82 0 0,0 14 13 0 0,1-5-24 0 0,0 2 0 0 0,1 9 39 0 0,1-20-13 0 0,0-1 0 0 0,0 4 14 0 0,-1-6-27 0 0,-1 0 0 0 0,1 0 1 0 0,0 0-1 0 0,0 0 0 0 0,0-1 1 0 0,0 1-1 0 0,0 0 0 0 0,1-1 1 0 0,-1 1-1 0 0,3 2 0 0 0,16 24-2 0 0,-12-16-11 0 0,-4-7 0 0 0,-1 0 0 0 0,1-1 0 0 0,0 1 0 0 0,1-1 0 0 0,0 0 0 0 0,-1-1 0 0 0,1 1 0 0 0,1-1 0 0 0,9 6 0 0 0,13 7 11 0 0,4 1 53 0 0,-11-9-23 0 0,1-1 0 0 0,-1-1 1 0 0,45 9-1 0 0,0-1 47 0 0,-22-4-68 0 0,-22-5 2 0 0,29 12 0 0 0,-5-4-22 0 0,-15-2-3 0 0,-27-11 6 0 0,1 1-1 0 0,-1-1 0 0 0,0 0 0 0 0,1 0 0 0 0,7 1 1 0 0,35 3 34 0 0,9-1-21 0 0,-24 0-16 0 0,-21-4 0 0 0,2 2 0 0 0,10 5 0 0 0,3 0 0 0 0,1-2 0 0 0,-22-3 0 0 0,21-1 0 0 0,-16-2 0 0 0,-5 0 0 0 0,-1 1 0 0 0,1 0 0 0 0,0 0 0 0 0,0 0 0 0 0,8 2 0 0 0,-8 0-2 0 0,-1 0 3 0 0,16-2 11 0 0,-19 0-12 0 0,23 0 37 0 0,-3-4-21 0 0,10 0-16 0 0,14-6 14 0 0,-30 6-7 0 0,0 0 0 0 0,0 2 0 0 0,0 0 1 0 0,0 0-1 0 0,0 2 0 0 0,17 1 0 0 0,-27 0-7 0 0,-3-1 0 0 0,0 0 0 0 0,0 0 0 0 0,0 0 0 0 0,0 0 0 0 0,0 0 0 0 0,0 0 0 0 0,0-1 0 0 0,0 1 0 0 0,-1-1 0 0 0,4 0 0 0 0,16-2 0 0 0,-16 4 0 0 0,0 0 0 0 0,-1 1 0 0 0,1-1 0 0 0,15-2 0 0 0,73-15 192 0 0,-85 14-191 0 0,28-7 62 0 0,-24 5-63 0 0,-4 2 0 0 0,1-1 0 0 0,-1 0 0 0 0,13-7 0 0 0,5-3 3 0 0,1 0 111 0 0,6-6 14 0 0,5-3-53 0 0,-17 12-62 0 0,-20 10-9 0 0,0 0-1 0 0,0-1 0 0 0,0 1 0 0 0,-1-1 0 0 0,1 1 0 0 0,0-1 0 0 0,0 1 1 0 0,-1-1-1 0 0,1 1 0 0 0,0-1 0 0 0,-1 0 0 0 0,2 0 0 0 0,11-13 7 0 0,2-5 21 0 0,7-12 13 0 0,37-42 73 0 0,-41 50-78 0 0,-11 14-9 0 0,0 0-1 0 0,7-12 1 0 0,-13 19-21 0 0,1-1 0 0 0,-1 1 0 0 0,0-1 0 0 0,1 0 0 0 0,-1 1 0 0 0,0-1 0 0 0,-1 0 0 0 0,1 0 0 0 0,0 0-1 0 0,-1 0 1 0 0,0 1 0 0 0,1-1 0 0 0,-1 0 0 0 0,0 0 0 0 0,-1 0 0 0 0,1 0 0 0 0,-1-3 0 0 0,0 0 22 0 0,0 0-13 0 0,-1-1 1 0 0,1 1-1 0 0,-1 0 0 0 0,0 0 0 0 0,-1 0 1 0 0,0 0-1 0 0,0 0 0 0 0,0 0 1 0 0,0 1-1 0 0,-1 0 0 0 0,0-1 0 0 0,0 1 1 0 0,-8-7-1 0 0,-10-12 50 0 0,-13-11-72 0 0,29 30-193 0 0,0 0 1 0 0,0 0-1 0 0,0 1 0 0 0,-1 0 0 0 0,0 1 1 0 0,0-1-1 0 0,0 1 0 0 0,0 1 0 0 0,0-1 1 0 0,-12-1-1 0 0</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2:43.155"/>
    </inkml:context>
    <inkml:brush xml:id="br0">
      <inkml:brushProperty name="width" value="0.05" units="cm"/>
      <inkml:brushProperty name="height" value="0.05" units="cm"/>
      <inkml:brushProperty name="color" value="#5D4753"/>
    </inkml:brush>
  </inkml:definitions>
  <inkml:trace contextRef="#ctx0" brushRef="#br0">51 184 919 0 0,'1'-2'3'0'0,"0"1"0"0"0,-1 0 0 0 0,0 0 0 0 0,0 0 0 0 0,0 1 0 0 0,0-1 0 0 0,0 0 0 0 0,0 0 0 0 0,0 0 0 0 0,0 0-1 0 0,0 0 1 0 0,0 1 0 0 0,0-1 0 0 0,0 0 0 0 0,-1 0 0 0 0,1 0 0 0 0,0 1 0 0 0,-1-1 0 0 0,1 0-1 0 0,0 0 1 0 0,-1 1 0 0 0,0-2 0 0 0,-18-28 10 0 0,18 27 36 0 0,-1-1-1 0 0,1 1 0 0 0,-1 0 0 0 0,1 0 1 0 0,0-1-1 0 0,0 1 0 0 0,1-1 0 0 0,-2-6 1 0 0,-2-11 4354 0 0,3 18-3542 0 0,0 0 148 0 0,-1 0-1 0 0,1 0 0 0 0,0 0 1 0 0,0-1-1 0 0,0 1 0 0 0,1-1 0 0 0,-1-5 1 0 0,-5-10 10172 0 0,8 28-10768 0 0,2 8-261 0 0,-1 0 0 0 0,1 29-1 0 0,0-3 18 0 0,-1-14-71 0 0,17 113 220 0 0,-14-109-285 0 0,-1-2 3 0 0,13 46-1 0 0,-15-68-32 0 0,0 0 1 0 0,0-1-1 0 0,1 0 0 0 0,0 0 0 0 0,1 0 0 0 0,0 0 1 0 0,0-1-1 0 0,1 1 0 0 0,12 11 0 0 0,-14-15-3 0 0,1-1 0 0 0,0 0 0 0 0,0 0 0 0 0,0 0 0 0 0,0-1 0 0 0,1 1 0 0 0,-1-1 0 0 0,1-1 0 0 0,-1 1 0 0 0,1-1 0 0 0,0 0 0 0 0,0 0 0 0 0,8 0 0 0 0,1-1 10 0 0,-1-1 1 0 0,1 0 0 0 0,-1 0 0 0 0,19-6-1 0 0,-27 6-10 0 0,1-1-1 0 0,-1 0 0 0 0,0 0 1 0 0,-1-1-1 0 0,1 0 0 0 0,0 0 1 0 0,-1 0-1 0 0,0-1 0 0 0,1 0 1 0 0,-1 0-1 0 0,-1 0 0 0 0,1 0 1 0 0,-1-1-1 0 0,0 0 0 0 0,0 0 1 0 0,4-6-1 0 0,-4 4 42 0 0,0-1-1 0 0,0 0 1 0 0,0 0 0 0 0,-1-1-1 0 0,-1 1 1 0 0,1-1 0 0 0,-1 1-1 0 0,-1-1 1 0 0,1 0 0 0 0,-1-17-1 0 0,-2 6 223 0 0,0 0 0 0 0,-2 0 0 0 0,-6-28 0 0 0,-22-57 770 0 0,23 81-863 0 0,1 4-95 0 0,-1 0-1 0 0,-14-27 1 0 0,17 38-56 0 0,0 0 0 0 0,-1 1 0 0 0,0 0 0 0 0,0 0 0 0 0,0 1 0 0 0,-1-1 0 0 0,-11-8 0 0 0,12 11-30 0 0,4 5-49 0 0,17 23-19277 0 0</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2:44.097"/>
    </inkml:context>
    <inkml:brush xml:id="br0">
      <inkml:brushProperty name="width" value="0.05" units="cm"/>
      <inkml:brushProperty name="height" value="0.05" units="cm"/>
      <inkml:brushProperty name="color" value="#5D4753"/>
    </inkml:brush>
  </inkml:definitions>
  <inkml:trace contextRef="#ctx0" brushRef="#br0">0 171 2303 0 0,'0'0'22827'0'0,"2"1"-22543"0"0,5 4-182 0 0,1 1 0 0 0,-1 0 0 0 0,0 1 0 0 0,-1 0 0 0 0,0 0 0 0 0,0 0 0 0 0,0 1 0 0 0,-1-1 0 0 0,6 14 0 0 0,-1-5-50 0 0,-2 0 1 0 0,1 1-1 0 0,-2 0 1 0 0,0 0 0 0 0,-1 1-1 0 0,3 20 1 0 0,-1-16 1056 0 0,-1-40-764 0 0,-5-3 95 0 0,0-36 0 0 0,1-12-5 0 0,-2 61-419 0 0,1 0 0 0 0,-1 0 0 0 0,2 1-1 0 0,-1-1 1 0 0,1 0 0 0 0,5-10 0 0 0,-2 3 3 0 0,-4 12-17 0 0,-1 0 1 0 0,0 0-1 0 0,1 0 0 0 0,-1 0 1 0 0,1 0-1 0 0,0 0 1 0 0,0 0-1 0 0,0 1 1 0 0,1-1-1 0 0,-1 1 1 0 0,0-1-1 0 0,1 1 1 0 0,3-2-1 0 0,-4 2-5 0 0,1 0 1 0 0,-1 0-1 0 0,1 0 0 0 0,0 1 1 0 0,-1-1-1 0 0,1 1 0 0 0,0 0 1 0 0,0 0-1 0 0,0 0 0 0 0,0 0 1 0 0,3 0-1 0 0,-3 1 0 0 0,-1 0 1 0 0,0 0-1 0 0,0 1 0 0 0,0-1 1 0 0,0 0-1 0 0,1 1 0 0 0,-1-1 1 0 0,0 1-1 0 0,0 0 0 0 0,0 0 1 0 0,3 2-1 0 0,-4-3 3 0 0,1 1 0 0 0,-1-1 0 0 0,1 1 0 0 0,-1 0 0 0 0,0 0 0 0 0,0 0 0 0 0,1-1 0 0 0,-1 1 0 0 0,0 1 0 0 0,0-1 0 0 0,0 0 0 0 0,0 0 0 0 0,0 0 0 0 0,0 0 0 0 0,0 1 0 0 0,-1-1 0 0 0,2 3 0 0 0,1 1 0 0 0,4 10 0 0 0,0-1 0 0 0,0 1 0 0 0,-2 1 0 0 0,0-1 0 0 0,3 19 0 0 0,-6-26 0 0 0,-1 5 0 0 0,-1-10 1 0 0,0-1 0 0 0,0 0-1 0 0,0 1 1 0 0,0-1 0 0 0,1 0 0 0 0,-1 1 0 0 0,1-1 0 0 0,-1 0-1 0 0,1 1 1 0 0,0-1 0 0 0,0 0 0 0 0,2 4 0 0 0,-2-4 52 0 0,0-3 0 0 0,1 0-48 0 0,0 0 1 0 0,0 0-1 0 0,0-1 0 0 0,-1 1 0 0 0,1 0 0 0 0,-1-1 0 0 0,1 0 0 0 0,-1 1 0 0 0,1-1 0 0 0,-1 0 0 0 0,0 1 0 0 0,0-1 1 0 0,0 0-1 0 0,0 0 0 0 0,0 0 0 0 0,0 0 0 0 0,0 0 0 0 0,0-4 0 0 0,2-7 36 0 0,3-26-1 0 0,-3 14 1 0 0,18-86 247 0 0,-3 28-208 0 0,-18 82-80 0 0,0 1 0 0 0,0 0 0 0 0,0 0 0 0 0,0 0 0 0 0,0 0 0 0 0,0 0 0 0 0,0 0 0 0 0,0 0 0 0 0,0 0 0 0 0,0-1 0 0 0,0 1 0 0 0,0 0 0 0 0,0 0 0 0 0,0 0 0 0 0,0 0 0 0 0,0 0 0 0 0,0 0 0 0 0,0 0 0 0 0,1 0 0 0 0,-1 0 0 0 0,0 0 0 0 0,0-1 0 0 0,0 1 0 0 0,0 0 0 0 0,0 0 0 0 0,0 0 0 0 0,0 0 0 0 0,0 0 0 0 0,0 0 0 0 0,0 0 0 0 0,0 0 0 0 0,1 0 0 0 0,-1 0 0 0 0,0 0 0 0 0,0 0 0 0 0,0 0 0 0 0,0 0 0 0 0,0 0 0 0 0,0 0 0 0 0,0 0 0 0 0,0 0 0 0 0,0 0 0 0 0,1 0 0 0 0,-1 0 0 0 0,0 0 0 0 0,0 0 0 0 0,0 0 0 0 0,0 0 0 0 0,5 5 0 0 0,2 7 0 0 0,-3 0 7 0 0,-1 0-1 0 0,0 0 1 0 0,-1 1-1 0 0,0-1 1 0 0,0 24-1 0 0,-1-19 2 0 0,1 0 1 0 0,4 21-1 0 0,0-7 5 0 0,-4-19-33 0 0,0-1 0 0 0,1 1 0 0 0,7 19 0 0 0,-9-30-333 0 0,13-18-1426 0 0,-11 11 157 0 0,0 0 0 0 0,0 0 0 0 0,3-14 1 0 0,-2 6-6525 0 0</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2:44.740"/>
    </inkml:context>
    <inkml:brush xml:id="br0">
      <inkml:brushProperty name="width" value="0.05" units="cm"/>
      <inkml:brushProperty name="height" value="0.05" units="cm"/>
      <inkml:brushProperty name="color" value="#5D4753"/>
    </inkml:brush>
  </inkml:definitions>
  <inkml:trace contextRef="#ctx0" brushRef="#br0">22 143 3679 0 0,'-5'-52'1235'0'0,"-2"2"7658"0"0,6 48-7771 0 0,1-2 9 0 0,0 0 0 0 0,-1 0 1 0 0,0 0-1 0 0,1 0 1 0 0,-2 0-1 0 0,0-3 0 0 0,-1 0 3220 0 0,11 28-2727 0 0,4 19-1128 0 0,21 45-1 0 0,5 18-446 0 0,-33-89-45 0 0,7 25 16 0 0,-1 1 0 0 0,10 73 0 0 0,-19-97-22 0 0,7 50 132 0 0,-9-64 81 0 0,0-4-118 0 0,0-45 94 0 0,1-67 147 0 0,0 95-268 0 0,1 0 0 0 0,1 0-1 0 0,10-34 1 0 0,-12 49-66 0 0,0 2 0 0 0,-1 1 0 0 0,0 0 0 0 0,1 0 0 0 0,-1 0 0 0 0,1-1 0 0 0,0 1 0 0 0,-1 0 0 0 0,1 0 0 0 0,0 0 0 0 0,-1 0 0 0 0,1 0 0 0 0,0 0 0 0 0,0 0 0 0 0,0 0 0 0 0,0 1 0 0 0,0-1 0 0 0,2-1 0 0 0,6-3 0 0 0,3 3 0 0 0,-5 3 2 0 0,1-1 0 0 0,-1 1 0 0 0,0 1 0 0 0,1 0 0 0 0,-1 0 0 0 0,0 0-1 0 0,0 1 1 0 0,0-1 0 0 0,-1 2 0 0 0,1-1 0 0 0,11 9 0 0 0,-6-3 0 0 0,0 1 0 0 0,-1 0-1 0 0,0 0 1 0 0,18 23 0 0 0,-25-27-12 0 0,0 0 1 0 0,0 1-1 0 0,-1-1 1 0 0,0 1-1 0 0,0 0 0 0 0,0 0 1 0 0,-1 0-1 0 0,0 0 1 0 0,0 1-1 0 0,-1-1 0 0 0,0 0 1 0 0,0 1-1 0 0,-1-1 1 0 0,0 1-1 0 0,0-1 0 0 0,-1 1 1 0 0,-2 8-1 0 0,2-10 19 0 0,0 0-1 0 0,0 0 1 0 0,-1-1 0 0 0,0 1-1 0 0,-1-1 1 0 0,1 1-1 0 0,-1-1 1 0 0,0 0 0 0 0,0 0-1 0 0,-1 0 1 0 0,1 0 0 0 0,-1-1-1 0 0,0 1 1 0 0,0-1-1 0 0,-1 0 1 0 0,1 0 0 0 0,-1 0-1 0 0,0-1 1 0 0,0 0 0 0 0,0 0-1 0 0,0 0 1 0 0,-7 2-1 0 0,7-4 13 0 0,0 0 0 0 0,0 0-1 0 0,0-1 1 0 0,0 1 0 0 0,0-1-1 0 0,0 0 1 0 0,0-1 0 0 0,0 1-1 0 0,0-1 1 0 0,0 0 0 0 0,0 0-1 0 0,0-1 1 0 0,0 1 0 0 0,0-1 0 0 0,1 0-1 0 0,-1 0 1 0 0,1-1 0 0 0,-1 1-1 0 0,1-1 1 0 0,-8-7 0 0 0,9 8-93 0 0,-1-1 1 0 0,1 0 0 0 0,0 0-1 0 0,-1-1 1 0 0,2 1 0 0 0,-1 0 0 0 0,0-1-1 0 0,1 0 1 0 0,-1 0 0 0 0,1 0-1 0 0,0 0 1 0 0,1 0 0 0 0,-1 0 0 0 0,1 0-1 0 0,-1 0 1 0 0,1-1 0 0 0,1 1-1 0 0,-1-1 1 0 0,1 1 0 0 0,-1 0 0 0 0,1-1-1 0 0,0 1 1 0 0,1-1 0 0 0,0-4-1 0 0,0 6-421 0 0,0 0 0 0 0,0 0 0 0 0,1 1 0 0 0,-1-1 0 0 0,1 0 0 0 0,-1 1 0 0 0,4-5 0 0 0,6-5-1808 0 0</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2:45.196"/>
    </inkml:context>
    <inkml:brush xml:id="br0">
      <inkml:brushProperty name="width" value="0.05" units="cm"/>
      <inkml:brushProperty name="height" value="0.05" units="cm"/>
      <inkml:brushProperty name="color" value="#5D4753"/>
    </inkml:brush>
  </inkml:definitions>
  <inkml:trace contextRef="#ctx0" brushRef="#br0">0 64 15119 0 0,'0'0'5312'0'0,"2"-1"-4074"0"0,13-2 1235 0 0,-14 3-1771 0 0,1 1-212 0 0,4 1-334 0 0,-1 0 1 0 0,0 1-1 0 0,0 0 0 0 0,0 0 1 0 0,0 1-1 0 0,0-1 0 0 0,-1 1 1 0 0,1 0-1 0 0,-1 0 1 0 0,0 0-1 0 0,0 1 0 0 0,-1-1 1 0 0,6 10-1 0 0,8 10 63 0 0,-1 1 1 0 0,11 26-1 0 0,-21-38-168 0 0,0 0-1 0 0,-1 0 1 0 0,-1 0-1 0 0,0 1 1 0 0,-1 0-1 0 0,2 17 1 0 0,-5-26-16 0 0,1-3-6 0 0,-1-1 1 0 0,0 1-1 0 0,0 0 0 0 0,1-1 1 0 0,-1 1-1 0 0,0 0 0 0 0,-1-1 1 0 0,1 1-1 0 0,0-1 0 0 0,0 1 0 0 0,-1 0 1 0 0,1-1-1 0 0,-1 1 0 0 0,1-1 1 0 0,-1 1-1 0 0,0-1 0 0 0,1 1 1 0 0,-3 1-1 0 0,2-1 235 0 0,-1-3-221 0 0,0 1-1 0 0,0 0 1 0 0,0-1-1 0 0,0 0 1 0 0,0 1-1 0 0,0-1 1 0 0,0 0 0 0 0,0 0-1 0 0,0 0 1 0 0,0 0-1 0 0,1 0 1 0 0,-4-3-1 0 0,-16-18 289 0 0,14 12-259 0 0,1 0 1 0 0,0 0-1 0 0,0 0 0 0 0,1-1 0 0 0,0 0 1 0 0,1 0-1 0 0,0 0 0 0 0,1 0 1 0 0,0-1-1 0 0,1 0 0 0 0,0 1 0 0 0,1-1 1 0 0,1-19-1 0 0,0 26-72 0 0,1-1 0 0 0,0 0 0 0 0,0 1 0 0 0,1-1 0 0 0,0 1 0 0 0,0-1 0 0 0,0 1 0 0 0,0 0 0 0 0,1 0 0 0 0,0 0 0 0 0,0 0 0 0 0,0 1 0 0 0,1-1 0 0 0,0 1 0 0 0,-1 0 0 0 0,7-5 0 0 0,-1 1 0 0 0,1 1 0 0 0,0 0 0 0 0,1 1 0 0 0,-1 0 0 0 0,1 1 0 0 0,20-8 0 0 0,41-4-12 0 0,-68 16-12 0 0,0 0-1 0 0,0 1 1 0 0,0-1 0 0 0,0 1 0 0 0,1 0-1 0 0,-1 1 1 0 0,7 0 0 0 0,0 1-210 0 0,25 1-5106 0 0,-24-3-4048 0 0</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2:45.793"/>
    </inkml:context>
    <inkml:brush xml:id="br0">
      <inkml:brushProperty name="width" value="0.05" units="cm"/>
      <inkml:brushProperty name="height" value="0.05" units="cm"/>
      <inkml:brushProperty name="color" value="#5D4753"/>
    </inkml:brush>
  </inkml:definitions>
  <inkml:trace contextRef="#ctx0" brushRef="#br0">230 2 3679 0 0,'0'0'17692'0'0,"-2"0"-16412"0"0,-15-1 284 0 0,7 1-1014 0 0,1 0-1 0 0,-1 0 1 0 0,1 1-1 0 0,-1 0 1 0 0,1 0-1 0 0,-10 4 1 0 0,8-1-268 0 0,1 0 1 0 0,-1 1 0 0 0,1 0-1 0 0,0 1 1 0 0,-13 10 0 0 0,17-12-269 0 0,0 1 1 0 0,1 0-1 0 0,0 0 1 0 0,0 0-1 0 0,0 1 1 0 0,1 0-1 0 0,0 0 1 0 0,0 0 0 0 0,-6 11-1 0 0,10-16-15 0 0,-1 1-1 0 0,0-1 0 0 0,1 0 1 0 0,-1 0-1 0 0,1 0 1 0 0,-1 1-1 0 0,1-1 1 0 0,-1 0-1 0 0,1 0 1 0 0,0 1-1 0 0,0-1 1 0 0,0 0-1 0 0,0 1 1 0 0,0-1-1 0 0,0 0 1 0 0,0 1-1 0 0,0-1 1 0 0,0 0-1 0 0,1 1 1 0 0,0 0-1 0 0,0 3-19 0 0,0-2 14 0 0,-1 0 1 0 0,1 0 0 0 0,0 0-1 0 0,0 0 1 0 0,0 0 0 0 0,0 0-1 0 0,0 0 1 0 0,1 0 0 0 0,-1-1-1 0 0,1 1 1 0 0,0-1 0 0 0,0 1-1 0 0,0-1 1 0 0,0 0 0 0 0,0 1-1 0 0,0-1 1 0 0,6 3 0 0 0,1 2-31 0 0,-2-1 18 0 0,0 0 0 0 0,1-1-1 0 0,0 0 1 0 0,0 0 0 0 0,1-1 0 0 0,-1 0-1 0 0,1-1 1 0 0,0 0 0 0 0,0 0 0 0 0,0-1-1 0 0,0 0 1 0 0,0-1 0 0 0,10 1 0 0 0,-1-2-95 0 0,-14-1 88 0 0,0-1-2 0 0,1 0 25 0 0,-1 1 0 0 0,1-1 0 0 0,-1 0 0 0 0,0-1 0 0 0,1 1 0 0 0,-1-1 0 0 0,0 0 0 0 0,0 0 0 0 0,-1 0 0 0 0,1 0 0 0 0,-1-1 0 0 0,1 1 0 0 0,-1-1 0 0 0,0 0 1 0 0,-1 0-1 0 0,1 0 0 0 0,-1 0 0 0 0,1-1 0 0 0,-1 1 0 0 0,0-1 0 0 0,-1 1 0 0 0,1-1 0 0 0,0-7 0 0 0,1-1 191 0 0,-2 1 1 0 0,0-1-1 0 0,0 1 1 0 0,-1-1-1 0 0,-1 1 1 0 0,0-1-1 0 0,-1 1 1 0 0,-3-15-1 0 0,5 26 644 0 0,-4 12-768 0 0,3-7-64 0 0,0 0 0 0 0,0 0 0 0 0,1 0 0 0 0,-1 0 0 0 0,1 0 0 0 0,0 0 0 0 0,0 0 0 0 0,0 0 0 0 0,1 4 0 0 0,0 3 0 0 0,1 2-1 0 0,1 0-1 0 0,0 0 1 0 0,1 0-1 0 0,0 0 1 0 0,1 0-1 0 0,0-1 1 0 0,11 17-1 0 0,-16-26-113 0 0,1-1-1 0 0,0 0 1 0 0,0 0-1 0 0,1 0 1 0 0,-1 0 0 0 0,0-1-1 0 0,1 1 1 0 0,-1 0-1 0 0,1-1 1 0 0,-1 1-1 0 0,1 0 1 0 0,0-1 0 0 0,0 0-1 0 0,-1 1 1 0 0,1-1-1 0 0,0 0 1 0 0,3 1 0 0 0,-1 0-349 0 0,7 0-2470 0 0,-8-2 2308 0 0,8 0-1405 0 0</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2:46.139"/>
    </inkml:context>
    <inkml:brush xml:id="br0">
      <inkml:brushProperty name="width" value="0.05" units="cm"/>
      <inkml:brushProperty name="height" value="0.05" units="cm"/>
      <inkml:brushProperty name="color" value="#5D4753"/>
    </inkml:brush>
  </inkml:definitions>
  <inkml:trace contextRef="#ctx0" brushRef="#br0">1 25 7831 0 0,'0'0'603'0'0,"0"-18"11160"0"0,2 17-11551 0 0,1 0 0 0 0,-1 0 0 0 0,0 0 0 0 0,1 1 0 0 0,-1-1 0 0 0,1 0 0 0 0,0 1 0 0 0,-1 0 0 0 0,1 0 0 0 0,-1 0 0 0 0,1 0 0 0 0,0 0 0 0 0,-1 0 0 0 0,1 1 0 0 0,3 0 0 0 0,-2 0-58 0 0,0 1 0 0 0,0 0-1 0 0,0 0 1 0 0,-1 0 0 0 0,1 0 0 0 0,-1 0 0 0 0,1 1-1 0 0,-1-1 1 0 0,5 6 0 0 0,13 14 329 0 0,-1 2-1 0 0,-2 0 1 0 0,0 1-1 0 0,-1 0 1 0 0,-1 2-1 0 0,19 45 1 0 0,-12-13-177 0 0,-2 2 0 0 0,14 71 0 0 0,-18-67-155 0 0,35 86-1 0 0,-51-147-111 0 0,-1-4-38 0 0,0 1-1 0 0,1-1 1 0 0,-1 1-1 0 0,0-1 1 0 0,0 1-1 0 0,1-1 1 0 0,-1 0-1 0 0,0 1 1 0 0,1-1-1 0 0,-1 1 1 0 0,0-1-1 0 0,1 0 1 0 0,-1 1-1 0 0,1-1 1 0 0,-1 0-1 0 0,1 1 1 0 0,0-1-1 0 0,5 5-169 0 0,-4-6-1150 0 0,6-5-486 0 0</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2:47.302"/>
    </inkml:context>
    <inkml:brush xml:id="br0">
      <inkml:brushProperty name="width" value="0.05" units="cm"/>
      <inkml:brushProperty name="height" value="0.05" units="cm"/>
      <inkml:brushProperty name="color" value="#5D4753"/>
    </inkml:brush>
  </inkml:definitions>
  <inkml:trace contextRef="#ctx0" brushRef="#br0">0 165 2303 0 0,'0'0'18296'0'0,"11"2"-16360"0"0,-2 2-1720 0 0,-1-1-1 0 0,1 1 0 0 0,-1 1 1 0 0,0 0-1 0 0,0 0 0 0 0,0 0 1 0 0,-1 1-1 0 0,0 0 0 0 0,11 12 1 0 0,-8-6 69 0 0,0 0 0 0 0,-1 2 0 0 0,0-1 0 0 0,13 27 0 0 0,-13-21 42 0 0,-5-12-116 0 0,0 0-1 0 0,-1 1 0 0 0,1-1 0 0 0,-2 1 1 0 0,1 0-1 0 0,-1 0 0 0 0,0 0 0 0 0,1 11 1441 0 0,-8-32-1506 0 0,0-7-75 0 0,1-1-1 0 0,2 1 1 0 0,0-1-1 0 0,1-33 1 0 0,3 21 35 0 0,1 0 1 0 0,9-37-1 0 0,-8 56-92 0 0,1 0 1 0 0,1 1-1 0 0,0 0 0 0 0,0 0 1 0 0,12-17-1 0 0,-15 26-13 0 0,0 0 0 0 0,0 0 0 0 0,1 0 0 0 0,-1 0 0 0 0,5-3 0 0 0,-7 6 0 0 0,-1 0 0 0 0,1 1 0 0 0,0-1 0 0 0,0 0 0 0 0,0 1 0 0 0,-1-1 0 0 0,1 1 0 0 0,0-1 0 0 0,0 1 0 0 0,0-1 0 0 0,0 1 0 0 0,0 0 0 0 0,0-1 0 0 0,0 1 0 0 0,0 0 0 0 0,0 0 0 0 0,0 0 0 0 0,0 0 0 0 0,0 0 0 0 0,0 0 0 0 0,0 0 0 0 0,0 0 0 0 0,0 0 0 0 0,0 0 0 0 0,0 0 0 0 0,0 1 0 0 0,0-1 0 0 0,0 0 0 0 0,0 1 0 0 0,1 0 0 0 0,1 0 0 0 0,2 1 0 0 0,0 1 0 0 0,0 0 0 0 0,-1 0 0 0 0,1 0 0 0 0,0 1 0 0 0,-1-1 0 0 0,0 1 0 0 0,0 0 0 0 0,0 0 0 0 0,0 1 0 0 0,-1-1 0 0 0,0 1 0 0 0,0-1 0 0 0,0 1 0 0 0,0 0 0 0 0,-1 0 0 0 0,3 9 0 0 0,2 7 0 0 0,-1 1 0 0 0,-1 0 0 0 0,3 22 0 0 0,-8-38 0 0 0,8 70 81 0 0,-4-13-23 0 0,-4-62-63 0 0,0-1 1 0 0,0 0-1 0 0,0 0 1 0 0,0 1 0 0 0,0-1-1 0 0,0 0 1 0 0,0 0-1 0 0,0 1 1 0 0,0-1-1 0 0,0 0 1 0 0,0 0 0 0 0,0 0-1 0 0,1 1 1 0 0,-1-1-1 0 0,0 0 1 0 0,0 0-1 0 0,0 1 1 0 0,0-1 0 0 0,0 0-1 0 0,0 0 1 0 0,1 0-1 0 0,-1 0 1 0 0,0 1-1 0 0,0-1 1 0 0,0 0 0 0 0,0 0-1 0 0,1 0 1 0 0,-1 0-1 0 0,0 0 1 0 0,1 1-1 0 0,0-2-79 0 0,0 1-1 0 0,0 0 0 0 0,0-1 0 0 0,0 1 1 0 0,0-1-1 0 0,0 1 0 0 0,0-1 0 0 0,0 1 1 0 0,-1-1-1 0 0,1 0 0 0 0,0 0 0 0 0,0 1 1 0 0,0-1-1 0 0,-1 0 0 0 0,1 0 1 0 0,0-1-1 0 0,14-20-1370 0 0,-10 15 964 0 0,58-90-8226 0 0,-49 72 1651 0 0</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2:47.677"/>
    </inkml:context>
    <inkml:brush xml:id="br0">
      <inkml:brushProperty name="width" value="0.05" units="cm"/>
      <inkml:brushProperty name="height" value="0.05" units="cm"/>
      <inkml:brushProperty name="color" value="#5D4753"/>
    </inkml:brush>
  </inkml:definitions>
  <inkml:trace contextRef="#ctx0" brushRef="#br0">173 57 2303 0 0,'-2'-8'200'0'0,"-15"-25"13652"0"0,16 31-13487 0 0,-1 1 1 0 0,1 0-1 0 0,-1-1 0 0 0,1 1 0 0 0,-1 0 0 0 0,1 0 1 0 0,-1 0-1 0 0,0 0 0 0 0,1 0 0 0 0,-1 1 0 0 0,0-1 1 0 0,0 0-1 0 0,0 1 0 0 0,0-1 0 0 0,0 1 0 0 0,1 0 1 0 0,-1 0-1 0 0,-4 0 0 0 0,3 0-105 0 0,1 1 0 0 0,-1-1 0 0 0,0 1 0 0 0,0 0 0 0 0,1 0 0 0 0,-1 1 0 0 0,0-1 0 0 0,1 0 0 0 0,-1 1 0 0 0,1-1 0 0 0,-3 4 0 0 0,-4 3 30 0 0,0 0 0 0 0,1 1 0 0 0,0 0 0 0 0,-12 21 0 0 0,16-23-274 0 0,0 0 0 0 0,0 0 0 0 0,1 0-1 0 0,0 0 1 0 0,0 1 0 0 0,1 0 0 0 0,0-1-1 0 0,0 1 1 0 0,1 0 0 0 0,0 0 0 0 0,0 0 0 0 0,1 0-1 0 0,1 16 1 0 0,0-19-20 0 0,0 0 0 0 0,0 0-1 0 0,0 0 1 0 0,1 0 0 0 0,0 0 0 0 0,0-1 0 0 0,0 1-1 0 0,0 0 1 0 0,1-1 0 0 0,0 0 0 0 0,0 1 0 0 0,0-1-1 0 0,0 0 1 0 0,1-1 0 0 0,-1 1 0 0 0,1 0 0 0 0,0-1-1 0 0,0 0 1 0 0,1 0 0 0 0,-1 0 0 0 0,0-1 0 0 0,8 4-1 0 0,-3-3-3 0 0,0 0 0 0 0,1-1 1 0 0,-1 0-1 0 0,1 0 0 0 0,-1-1 0 0 0,1 0 0 0 0,0-1 0 0 0,0 0 0 0 0,-1 0 0 0 0,1-1 0 0 0,0-1 0 0 0,9-2 0 0 0,-9 2 7 0 0,1-1-1 0 0,-1 0 1 0 0,1-1 0 0 0,-1 0 0 0 0,-1-1-1 0 0,1 0 1 0 0,-1-1 0 0 0,1 0 0 0 0,-2 0-1 0 0,14-12 1 0 0,-19 15 34 0 0,0 0 0 0 0,1-1 0 0 0,-1 0 0 0 0,0 0 0 0 0,0 0 0 0 0,-1 0 0 0 0,0 0 0 0 0,1 0 0 0 0,-1-1-1 0 0,0 1 1 0 0,-1-1 0 0 0,1 1 0 0 0,-1-1 0 0 0,0 0 0 0 0,0 1 0 0 0,-1-1 0 0 0,1 0 0 0 0,-1 0 0 0 0,0 0 0 0 0,0 0 0 0 0,-1 1 0 0 0,0-1 0 0 0,1 0 0 0 0,-1 0 0 0 0,-1 1 0 0 0,1-1-1 0 0,-1 1 1 0 0,0-1 0 0 0,0 1 0 0 0,0-1 0 0 0,-1 1 0 0 0,1 0 0 0 0,-7-7 0 0 0,2 3 128 0 0,0 0-1 0 0,-1 0 1 0 0,1 1 0 0 0,-1 0 0 0 0,-1 1-1 0 0,0-1 1 0 0,0 2 0 0 0,0-1-1 0 0,0 1 1 0 0,-11-3 0 0 0,14 5-126 0 0,-1 1 0 0 0,-1 0 1 0 0,1 0-1 0 0,0 1 1 0 0,0 0-1 0 0,-1 0 0 0 0,1 1 1 0 0,0 0-1 0 0,-1 0 0 0 0,1 1 1 0 0,0 0-1 0 0,0 0 0 0 0,0 1 1 0 0,-1 0-1 0 0,-9 4 0 0 0,14-5-27 0 0,-1 1 1 0 0,1-1-1 0 0,0 1 0 0 0,-1 0 0 0 0,1 0 0 0 0,0 1 0 0 0,0-1 0 0 0,1 1 0 0 0,-1-1 0 0 0,0 1 0 0 0,1 0 0 0 0,0 0 0 0 0,-1 0 1 0 0,1 0-1 0 0,0 0 0 0 0,1 1 0 0 0,-1-1 0 0 0,1 1 0 0 0,-2 3 0 0 0,2-4-184 0 0,1 0-1 0 0,-1 0 1 0 0,1 1-1 0 0,0-1 1 0 0,0 0 0 0 0,0 0-1 0 0,0 0 1 0 0,0 1-1 0 0,1-1 1 0 0,0 0-1 0 0,-1 0 1 0 0,1 0 0 0 0,0 0-1 0 0,1 0 1 0 0,-1 0-1 0 0,0 0 1 0 0,1 0 0 0 0,0 0-1 0 0,0-1 1 0 0,-1 1-1 0 0,1-1 1 0 0,4 4-1 0 0,9 7-6654 0 0,1 0-2047 0 0</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2:48.009"/>
    </inkml:context>
    <inkml:brush xml:id="br0">
      <inkml:brushProperty name="width" value="0.05" units="cm"/>
      <inkml:brushProperty name="height" value="0.05" units="cm"/>
      <inkml:brushProperty name="color" value="#5D4753"/>
    </inkml:brush>
  </inkml:definitions>
  <inkml:trace contextRef="#ctx0" brushRef="#br0">289 25 9671 0 0,'-4'-2'134'0'0,"0"-1"0"0"0,0 1-1 0 0,0 0 1 0 0,0 0 0 0 0,0 0-1 0 0,-7-1 1 0 0,0 0 3859 0 0,0 1-1 0 0,-23-1 1 0 0,21 2-427 0 0,-2 1-2433 0 0,0 1 1 0 0,-24 4-1 0 0,34-4-1107 0 0,-1 1 0 0 0,1 0-1 0 0,-1 0 1 0 0,1 0 0 0 0,0 0 0 0 0,0 1 0 0 0,0 0 0 0 0,0 0-1 0 0,1 0 1 0 0,-1 1 0 0 0,1 0 0 0 0,0 0 0 0 0,0 0-1 0 0,0 0 1 0 0,0 0 0 0 0,1 1 0 0 0,-6 9 0 0 0,5-7-29 0 0,0 0 1 0 0,1 0-1 0 0,0 0 1 0 0,0 0-1 0 0,0 1 1 0 0,1-1-1 0 0,1 1 1 0 0,-1 0-1 0 0,1-1 1 0 0,0 1-1 0 0,1 0 1 0 0,0 11-1 0 0,1-13 0 0 0,0 0 0 0 0,0 0 0 0 0,1 0 0 0 0,-1-1 0 0 0,1 1 0 0 0,1-1 0 0 0,-1 1 0 0 0,1-1 0 0 0,0 0 1 0 0,0 0-1 0 0,0 0 0 0 0,1 0 0 0 0,0 0 0 0 0,4 4 0 0 0,-2-4 2 0 0,0 0 1 0 0,0 0 0 0 0,0-1 0 0 0,1 0-1 0 0,0 0 1 0 0,0-1 0 0 0,0 1 0 0 0,0-1-1 0 0,0-1 1 0 0,9 2 0 0 0,-7-1-87 0 0,0-2 1 0 0,0 1-1 0 0,0-1 1 0 0,-1-1 0 0 0,1 0-1 0 0,1 0 1 0 0,-2 0-1 0 0,1-1 1 0 0,0-1-1 0 0,0 0 1 0 0,0 0 0 0 0,0 0-1 0 0,-1-1 1 0 0,0 0-1 0 0,1-1 1 0 0,-1 0-1 0 0,0 0 1 0 0,-1-1 0 0 0,10-7-1 0 0,-10 6-318 0 0,-1 0 0 0 0,0-1 0 0 0,0 0 0 0 0,-1 0 0 0 0,0 0 1 0 0,7-13-1 0 0,-8 12-403 0 0,0-1 0 0 0,-1 1 1 0 0,0-1-1 0 0,0 0 0 0 0,-1 0 1 0 0,0 0-1 0 0,-1 0 1 0 0,0 0-1 0 0,0 0 0 0 0,-2-14 1 0 0,-2-2-5411 0 0</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2:48.353"/>
    </inkml:context>
    <inkml:brush xml:id="br0">
      <inkml:brushProperty name="width" value="0.05" units="cm"/>
      <inkml:brushProperty name="height" value="0.05" units="cm"/>
      <inkml:brushProperty name="color" value="#5D4753"/>
    </inkml:brush>
  </inkml:definitions>
  <inkml:trace contextRef="#ctx0" brushRef="#br0">30 53 3223 0 0,'-2'-6'78'0'0,"-1"0"0"0"0,0 0-1 0 0,-1 1 1 0 0,-13-25 23898 0 0,21 32-26016 0 0,2 1 2267 0 0,-1 0 0 0 0,1 1 0 0 0,-1-1 0 0 0,0 1 0 0 0,1 0 1 0 0,-2 1-1 0 0,1-1 0 0 0,0 1 0 0 0,-1 0 0 0 0,0 0 0 0 0,0 0 0 0 0,5 10 1 0 0,2 7 363 0 0,18 45 0 0 0,-22-50-421 0 0,48 166 837 0 0,-46-149-934 0 0,-4-14-39 0 0,1 23 1 0 0,-4-26-36 0 0,1-1-1 0 0,0 0 1 0 0,6 17 0 0 0,-4-18-64 0 0,-3-7 103 0 0,1-1 0 0 0,0 0 0 0 0,0 0 0 0 0,0 0-1 0 0,8 11 1 0 0,-10-17-73 0 0,0 1 0 0 0,0-1 0 0 0,0 0-1 0 0,0 0 1 0 0,1 0 0 0 0,-1 0 0 0 0,0 0 0 0 0,1 0 0 0 0,-1 0-1 0 0,1 0 1 0 0,-1-1 0 0 0,1 1 0 0 0,-1 0 0 0 0,1-1-1 0 0,0 1 1 0 0,-1-1 0 0 0,1 0 0 0 0,0 1 0 0 0,-1-1-1 0 0,1 0 1 0 0,0 0 0 0 0,-1 0 0 0 0,1 0 0 0 0,0-1-1 0 0,0 1 1 0 0,-1 0 0 0 0,1-1 0 0 0,-1 1 0 0 0,1-1-1 0 0,0 0 1 0 0,1 0 0 0 0,5-3-446 0 0,-1 0 0 0 0,0 0 0 0 0,-1 0 0 0 0,1-1 0 0 0,-1 0 0 0 0,7-6 0 0 0,17-20-5303 0 0,-19 19 1955 0 0,5-6-3531 0 0</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2:48.728"/>
    </inkml:context>
    <inkml:brush xml:id="br0">
      <inkml:brushProperty name="width" value="0.05" units="cm"/>
      <inkml:brushProperty name="height" value="0.05" units="cm"/>
      <inkml:brushProperty name="color" value="#5D4753"/>
    </inkml:brush>
  </inkml:definitions>
  <inkml:trace contextRef="#ctx0" brushRef="#br0">202 130 12007 0 0,'-5'-13'1275'0'0,"-12"-4"-1395"0"0,15 15 637 0 0,-1 0 0 0 0,1 1 0 0 0,0 0 0 0 0,-1-1 0 0 0,1 1 1 0 0,-1 0-1 0 0,0 0 0 0 0,1 1 0 0 0,-6-2 0 0 0,5 2-1 0 0,-1 0 0 0 0,0 0 0 0 0,0 0 0 0 0,0 0 0 0 0,1 1 1 0 0,-1-1-1 0 0,0 1 0 0 0,0 0 0 0 0,1 0 0 0 0,-1 0 0 0 0,1 1 0 0 0,-1 0 0 0 0,-3 1 0 0 0,-15 9 873 0 0,17-11-1243 0 0,1 1-1 0 0,-1 0 1 0 0,1 1 0 0 0,0-1-1 0 0,0 1 1 0 0,0 0-1 0 0,0 0 1 0 0,0 0-1 0 0,1 0 1 0 0,-1 1-1 0 0,-3 5 1 0 0,4-5-135 0 0,0 1 1 0 0,1 0 0 0 0,-1 0-1 0 0,1 1 1 0 0,1-1-1 0 0,-1 0 1 0 0,1 1 0 0 0,0-1-1 0 0,0 1 1 0 0,0-1 0 0 0,1 1-1 0 0,0-1 1 0 0,0 1-1 0 0,0-1 1 0 0,1 1 0 0 0,0-1-1 0 0,0 1 1 0 0,0-1 0 0 0,1 1-1 0 0,3 8 1 0 0,-2-8-23 0 0,-1 1-1 0 0,2-1 1 0 0,-1 0 0 0 0,1-1-1 0 0,0 1 1 0 0,0-1 0 0 0,0 1-1 0 0,1-1 1 0 0,-1 0 0 0 0,1-1 0 0 0,1 1-1 0 0,-1-1 1 0 0,1 0 0 0 0,-1 0-1 0 0,1-1 1 0 0,11 5 0 0 0,-8-5-1 0 0,1-1 0 0 0,0 0 1 0 0,-1 0-1 0 0,1-1 0 0 0,0 0 0 0 0,0-1 1 0 0,0 0-1 0 0,0-1 0 0 0,-1 0 0 0 0,1 0 1 0 0,0-1-1 0 0,-1 0 0 0 0,1-1 1 0 0,15-7-1 0 0,-14 6 8 0 0,0-1 0 0 0,0-1 1 0 0,-1 0-1 0 0,0-1 0 0 0,0 0 1 0 0,0 0-1 0 0,-1-1 0 0 0,0 0 1 0 0,0-1-1 0 0,-1 0 0 0 0,12-17 1 0 0,-18 23 51 0 0,0-1 1 0 0,0 0-1 0 0,0 0 1 0 0,0 0 0 0 0,-1 0-1 0 0,1 0 1 0 0,-1 0-1 0 0,0 0 1 0 0,0 0-1 0 0,-1 0 1 0 0,1-1 0 0 0,-1 1-1 0 0,0 0 1 0 0,0-1-1 0 0,-1-5 1 0 0,-1 4 67 0 0,1 0 0 0 0,-1 0 0 0 0,0 0 0 0 0,0 1-1 0 0,-1-1 1 0 0,0 1 0 0 0,0 0 0 0 0,0-1 0 0 0,-8-8 0 0 0,1 4 52 0 0,0-1 0 0 0,-1 2 0 0 0,0-1 1 0 0,-1 2-1 0 0,0-1 0 0 0,0 2 0 0 0,-1-1 0 0 0,-19-7 0 0 0,19 10-132 0 0,-1 0 1 0 0,1 2-1 0 0,-1-1 1 0 0,-1 1-1 0 0,-27-1 0 0 0,32 4-48 0 0,1 0 0 0 0,0 0-1 0 0,0 1 1 0 0,0 0 0 0 0,0 1-1 0 0,0 0 1 0 0,0 0 0 0 0,0 1-1 0 0,1 0 1 0 0,-13 7 0 0 0,19-10-99 0 0,0 1 0 0 0,1 0 0 0 0,-1 1 0 0 0,1-1 0 0 0,-1 0 0 0 0,1 0 0 0 0,-1 1 1 0 0,1-1-1 0 0,0 1 0 0 0,0-1 0 0 0,0 1 0 0 0,-2 1 0 0 0,1 6-2682 0 0,4 0-3340 0 0,2 4-3206 0 0</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2:49.373"/>
    </inkml:context>
    <inkml:brush xml:id="br0">
      <inkml:brushProperty name="width" value="0.05" units="cm"/>
      <inkml:brushProperty name="height" value="0.05" units="cm"/>
      <inkml:brushProperty name="color" value="#5D4753"/>
    </inkml:brush>
  </inkml:definitions>
  <inkml:trace contextRef="#ctx0" brushRef="#br0">1 206 1375 0 0,'0'0'14870'0'0,"1"1"-13662"0"0,14 12 438 0 0,-2 1 1 0 0,25 29 0 0 0,19 40 382 0 0,-30-45-1308 0 0,5 11-10 0 0,20 27 274 0 0,-51-75-168 0 0,-2-2-674 0 0,-30-47 172 0 0,1-1-1 0 0,3-1 1 0 0,-33-86 0 0 0,56 123-273 0 0,0-1 1 0 0,0-1 0 0 0,-2-26-1 0 0,6 33-27 0 0,-1 0-1 0 0,1 0 1 0 0,1-1-1 0 0,0 1 1 0 0,0 0-1 0 0,0 0 1 0 0,1 0 0 0 0,4-11-1 0 0,-3 15-18 0 0,-1-1 1 0 0,1 0-1 0 0,-1 1 0 0 0,1-1 0 0 0,0 1 1 0 0,1 0-1 0 0,-1 0 0 0 0,1 0 0 0 0,0 1 1 0 0,0-1-1 0 0,0 1 0 0 0,0 0 1 0 0,1 0-1 0 0,0 0 0 0 0,-1 1 0 0 0,1-1 1 0 0,0 1-1 0 0,0 0 0 0 0,10-2 0 0 0,-10 3-91 0 0,0 1 0 0 0,0 0 0 0 0,1-1 0 0 0,-1 2 0 0 0,0-1 0 0 0,0 1 0 0 0,0-1 0 0 0,0 1 0 0 0,0 1 0 0 0,0-1-1 0 0,0 1 1 0 0,0 0 0 0 0,0 0 0 0 0,-1 0 0 0 0,1 1 0 0 0,-1-1 0 0 0,0 1 0 0 0,7 6 0 0 0,38 24-6645 0 0,-31-22-1071 0 0</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2:49.827"/>
    </inkml:context>
    <inkml:brush xml:id="br0">
      <inkml:brushProperty name="width" value="0.05" units="cm"/>
      <inkml:brushProperty name="height" value="0.05" units="cm"/>
      <inkml:brushProperty name="color" value="#5D4753"/>
    </inkml:brush>
  </inkml:definitions>
  <inkml:trace contextRef="#ctx0" brushRef="#br0">254 60 8287 0 0,'-4'-6'863'0'0,"0"2"99"0"0,0-1 0 0 0,0 1 0 0 0,0 0 0 0 0,0 0-1 0 0,-1 0 1 0 0,1 0 0 0 0,-1 1 0 0 0,0 0 0 0 0,0 0 0 0 0,0 0 0 0 0,-1 1 0 0 0,1 0 0 0 0,-1 0-1 0 0,-8-2 1 0 0,9 3-658 0 0,1 0 1 0 0,-1 1-1 0 0,0 0 0 0 0,0 0 0 0 0,1 0 0 0 0,-10 1 0 0 0,9 0-228 0 0,0 0 0 0 0,-1 0 0 0 0,1 0 0 0 0,0 1 0 0 0,0-1 0 0 0,0 1 0 0 0,0 0 0 0 0,0 1-1 0 0,0-1 1 0 0,1 1 0 0 0,-1 0 0 0 0,1 0 0 0 0,0 1 0 0 0,0-1 0 0 0,0 1 0 0 0,0 0 0 0 0,1 0 0 0 0,-1 0 0 0 0,-3 7 0 0 0,1 0-75 0 0,1 0 0 0 0,1 0-1 0 0,0 1 1 0 0,0-1 0 0 0,1 1 0 0 0,1 0 0 0 0,0 0 0 0 0,0 0 0 0 0,1 0 0 0 0,1 1 0 0 0,0-1-1 0 0,0 0 1 0 0,2 0 0 0 0,2 13 0 0 0,-4-21-2 0 0,1 0-1 0 0,0-1 1 0 0,0 1-1 0 0,1-1 1 0 0,-1 1 0 0 0,1-1-1 0 0,-1 1 1 0 0,1-1-1 0 0,0 0 1 0 0,1 0-1 0 0,-1 0 1 0 0,0 0 0 0 0,1 0-1 0 0,5 5 1 0 0,-4-5-4 0 0,1 0 0 0 0,0 0 1 0 0,0 0-1 0 0,0-1 0 0 0,0 0 1 0 0,0 0-1 0 0,1 0 0 0 0,-1 0 1 0 0,8 0-1 0 0,-2 0-2 0 0,1-1-1 0 0,0 0 0 0 0,0-1 1 0 0,0-1-1 0 0,0 0 1 0 0,0 0-1 0 0,0-1 1 0 0,21-7-1 0 0,-27 7 43 0 0,0 0-1 0 0,-1 0 1 0 0,1-1-1 0 0,-1 0 1 0 0,1 0-1 0 0,-1 0 1 0 0,0-1-1 0 0,-1 0 1 0 0,1 0-1 0 0,-1 0 1 0 0,1 0-1 0 0,-1-1 1 0 0,-1 1 0 0 0,1-1-1 0 0,-1 0 1 0 0,1 0-1 0 0,-1-1 1 0 0,-1 1-1 0 0,1-1 1 0 0,-1 1-1 0 0,3-12 1 0 0,-3 6 49 0 0,0 0 1 0 0,-1-1-1 0 0,0 1 1 0 0,-1 0-1 0 0,0 0 1 0 0,-1-1-1 0 0,0 1 1 0 0,0 0-1 0 0,-2 0 1 0 0,-6-21-1 0 0,5 21 284 0 0,0 0 0 0 0,-10-18-1 0 0,13 27-175 0 0,-6-4 456 0 0,6 6-640 0 0,1 0 0 0 0,0 0 0 0 0,-1 0-1 0 0,1 0 1 0 0,0 0 0 0 0,-1 0 0 0 0,1 0 0 0 0,0 1 0 0 0,-1-1-1 0 0,1 0 1 0 0,0 0 0 0 0,-1 0 0 0 0,1 0 0 0 0,0 0 0 0 0,0 1 0 0 0,-1-1-1 0 0,1 0 1 0 0,0 0 0 0 0,0 0 0 0 0,-1 1 0 0 0,1-1 0 0 0,0 0-1 0 0,0 0 1 0 0,0 1 0 0 0,-1-1 0 0 0,1 0 0 0 0,0 0 0 0 0,0 1-1 0 0,0-1 1 0 0,0 0 0 0 0,0 1 0 0 0,-1-1 0 0 0,1 0 0 0 0,0 1 0 0 0,0 0-1 0 0,-1 19-92 0 0,7 22-40 0 0,5-5 69 0 0,36 117 40 0 0,-46-151-38 0 0,1 0 0 0 0,-1 0 1 0 0,1 0-1 0 0,-1 0 0 0 0,1 0 0 0 0,0 0 1 0 0,0 0-1 0 0,0 0 0 0 0,0-1 0 0 0,1 1 0 0 0,-1-1 1 0 0,1 1-1 0 0,0-1 0 0 0,0 0 0 0 0,-1 0 1 0 0,1 0-1 0 0,0-1 0 0 0,1 1 0 0 0,-1-1 0 0 0,0 0 1 0 0,0 0-1 0 0,5 1 0 0 0,-5-1-427 0 0,0-1 1 0 0,0 0-1 0 0,0 0 1 0 0,0 0-1 0 0,0 0 0 0 0,6-1 1 0 0,-6 0-569 0 0,1 0 1 0 0,0 0 0 0 0,-1-1-1 0 0,1 1 1 0 0,-1-1 0 0 0,4-2-1 0 0,11-8-7075 0 0</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2:50.173"/>
    </inkml:context>
    <inkml:brush xml:id="br0">
      <inkml:brushProperty name="width" value="0.05" units="cm"/>
      <inkml:brushProperty name="height" value="0.05" units="cm"/>
      <inkml:brushProperty name="color" value="#5D4753"/>
    </inkml:brush>
  </inkml:definitions>
  <inkml:trace contextRef="#ctx0" brushRef="#br0">246 225 4143 0 0,'-18'-8'17475'0'0,"19"18"-16842"0"0,0 0 0 0 0,0 0 0 0 0,1 0 0 0 0,0 0 0 0 0,1-1 0 0 0,0 1 0 0 0,0-1 0 0 0,1 0 0 0 0,6 11 0 0 0,8 9-543 0 0,27 36 0 0 0,-33-47 258 0 0,0-3-315 0 0,0 0 0 0 0,1-1-1 0 0,16 14 1 0 0,-21-22-33 0 0,-2-3-147 0 0,-6-3 31 0 0,1 0-1 0 0,-1 0 0 0 0,1 0 0 0 0,0 0 0 0 0,-1 0 1 0 0,1 0-1 0 0,0 0 0 0 0,-1 0 0 0 0,1 0 0 0 0,0 0 1 0 0,-1-1-1 0 0,1 1 0 0 0,-1 0 0 0 0,1 0 0 0 0,-1-1 1 0 0,1 1-1 0 0,-1 0 0 0 0,1-1 0 0 0,0 1 0 0 0,-1 0 1 0 0,0-1-1 0 0,1 1 0 0 0,-1-1 0 0 0,1 0 0 0 0,9-11-7044 0 0,-6 0-771 0 0</inkml:trace>
  <inkml:trace contextRef="#ctx0" brushRef="#br0" timeOffset="1">41 1 455 0 0,'-13'2'0'0'0,"8"0"0"0"0,-5-2 0 0 0,0 7 9256 0 0,8 4-4640 0 0,5 1-4320 0 0,1 1-6120 0 0</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2:50.502"/>
    </inkml:context>
    <inkml:brush xml:id="br0">
      <inkml:brushProperty name="width" value="0.05" units="cm"/>
      <inkml:brushProperty name="height" value="0.05" units="cm"/>
      <inkml:brushProperty name="color" value="#5D4753"/>
    </inkml:brush>
  </inkml:definitions>
  <inkml:trace contextRef="#ctx0" brushRef="#br0">37 365 2303 0 0,'-7'-6'200'0'0,"5"5"56"0"0,-1-1 0 0 0,1-1-1 0 0,-1 1 1 0 0,1 0 0 0 0,0-1-1 0 0,0 1 1 0 0,0-1 0 0 0,1 1-1 0 0,-3-4 1 0 0,3 2 557 0 0,0 1 0 0 0,0 0 0 0 0,0-1 0 0 0,0 1-1 0 0,0-1 1 0 0,1 0 0 0 0,-1 1 0 0 0,1-1 0 0 0,0 0 0 0 0,0 1-1 0 0,1-6 1 0 0,1 0 1641 0 0,0 0-1 0 0,0 0 0 0 0,6-13 0 0 0,5-9 209 0 0,-13 31-2661 0 0,21-54 631 0 0,5-12-419 0 0,5-3-133 0 0,-26 53-1714 0 0,-12 33-4389 0 0,-3 2 3680 0 0</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2:51.130"/>
    </inkml:context>
    <inkml:brush xml:id="br0">
      <inkml:brushProperty name="width" value="0.05" units="cm"/>
      <inkml:brushProperty name="height" value="0.05" units="cm"/>
      <inkml:brushProperty name="color" value="#5D4753"/>
    </inkml:brush>
  </inkml:definitions>
  <inkml:trace contextRef="#ctx0" brushRef="#br0">57 117 6911 0 0,'-1'2'528'0'0,"-29"37"1513"0"0,5-5 13783 0 0,27-35-15528 0 0,11-5-106 0 0,0 0-1 0 0,0-1 0 0 0,-1-1 0 0 0,0 0 0 0 0,20-18 0 0 0,-2 4 135 0 0,0 1 1 0 0,36-19-1 0 0,-15 10 271 0 0,-23 15-231 0 0,-26 14 224 0 0,7 21-431 0 0,-8-15-151 0 0,0 1 1 0 0,0-1-1 0 0,0 1 0 0 0,0-1 0 0 0,-1 1 0 0 0,0-1 0 0 0,0 1 0 0 0,-1-1 0 0 0,1 1 0 0 0,-1-1 0 0 0,-3 9 0 0 0,-2 5-12 0 0,-17 34 1 0 0,9-21 10 0 0,-20 38 85 0 0,-1 4 156 0 0,27-56-207 0 0,2-3 59 0 0,0 1-1 0 0,-7 27 0 0 0,12-40-86 0 0,0 1 0 0 0,0 0 0 0 0,1-1 0 0 0,0 1 0 0 0,0 0 0 0 0,0-1 0 0 0,0 1 0 0 0,0-1 0 0 0,1 1 0 0 0,-1 0 0 0 0,1-1 0 0 0,0 1-1 0 0,0-1 1 0 0,1 1 0 0 0,-1-1 0 0 0,1 0 0 0 0,3 7 0 0 0,-3-8 1 0 0,0 0 1 0 0,0-1-1 0 0,0 1 1 0 0,0 0-1 0 0,1-1 0 0 0,-1 1 1 0 0,0-1-1 0 0,1 0 1 0 0,-1 0-1 0 0,1 0 0 0 0,-1 0 1 0 0,1 0-1 0 0,-1-1 1 0 0,1 1-1 0 0,0-1 0 0 0,-1 1 1 0 0,1-1-1 0 0,0 0 1 0 0,-1 0-1 0 0,1 0 0 0 0,0 0 1 0 0,-1-1-1 0 0,1 1 1 0 0,3-2-1 0 0,4-1 67 0 0,0 0 0 0 0,0 0-1 0 0,0-1 1 0 0,16-9 0 0 0,125-74-503 0 0,-125 68-1068 0 0,-10 5-4156 0 0</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2:51.476"/>
    </inkml:context>
    <inkml:brush xml:id="br0">
      <inkml:brushProperty name="width" value="0.05" units="cm"/>
      <inkml:brushProperty name="height" value="0.05" units="cm"/>
      <inkml:brushProperty name="color" value="#5D4753"/>
    </inkml:brush>
  </inkml:definitions>
  <inkml:trace contextRef="#ctx0" brushRef="#br0">0 131 13991 0 0,'0'0'1268'0'0,"5"-10"302"0"0,2 2-736 0 0,0 1 0 0 0,1 0 0 0 0,-1 1 0 0 0,2 0 0 0 0,-1 0 0 0 0,0 1 0 0 0,1 0 0 0 0,0 0 0 0 0,16-4 0 0 0,12-4 642 0 0,41-9-1 0 0,-60 17-1262 0 0,8-1 6 0 0,31-5 0 0 0,-55 11-1256 0 0</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14.541"/>
    </inkml:context>
    <inkml:brush xml:id="br0">
      <inkml:brushProperty name="width" value="0.05" units="cm"/>
      <inkml:brushProperty name="height" value="0.05" units="cm"/>
      <inkml:brushProperty name="color" value="#5D4753"/>
    </inkml:brush>
  </inkml:definitions>
  <inkml:trace contextRef="#ctx0" brushRef="#br0">35 17 4607 0 0,'-18'-11'13424'0'0,"18"10"-13142"0"0,-1 1 0 0 0,0 0 1 0 0,0 0-1 0 0,1-1 0 0 0,-1 1 0 0 0,0 0 0 0 0,1 0 0 0 0,-1 0 0 0 0,0 0 1 0 0,0 0-1 0 0,1 0 0 0 0,-1 0 0 0 0,0 0 0 0 0,0 0 0 0 0,1 1 1 0 0,-1-1-1 0 0,-2 1 1476 0 0,2 33-1628 0 0,0-15-36 0 0,3 28-1 0 0,1-19-93 0 0,2 0 0 0 0,0 0 0 0 0,2-1 0 0 0,1 0 0 0 0,1 0 0 0 0,1-1 0 0 0,2 0 0 0 0,0-1 0 0 0,2 0 0 0 0,23 32 0 0 0,-31-51 0 0 0,0 1 0 0 0,1-1 0 0 0,0 0 0 0 0,0-1 0 0 0,0 0 0 0 0,1 0 0 0 0,0 0 0 0 0,0-1 0 0 0,10 4 0 0 0,0 0 0 0 0,-16-7 0 0 0,-1 0 0 0 0,1 0 0 0 0,-1 0 0 0 0,1 0 0 0 0,-1 0 0 0 0,1-1 0 0 0,-1 1 0 0 0,1-1 0 0 0,0 1 0 0 0,0-1 0 0 0,-1 0 0 0 0,1 0 0 0 0,0 1 0 0 0,0-1 0 0 0,-1 0 0 0 0,1-1 0 0 0,0 1 0 0 0,-1 0 0 0 0,1 0 0 0 0,3-2 0 0 0,3 0 0 0 0,-5 2 0 0 0,-2 0 0 0 0,-1 1 0 0 0,1-1 0 0 0,0-1 0 0 0,0 1 0 0 0,0 0 0 0 0,0 0 0 0 0,0 0 0 0 0,-1 0 0 0 0,1 0 0 0 0,0-1 0 0 0,0 1 0 0 0,0 0 0 0 0,-1-1 0 0 0,1 1 0 0 0,0-1 0 0 0,0 1 0 0 0,-1-1 0 0 0,1 1 0 0 0,1-2 0 0 0,1 0 6 0 0,0 0 0 0 0,0-1 0 0 0,0 1 0 0 0,0-1 0 0 0,-1 0 0 0 0,1 0 0 0 0,-1 0 0 0 0,1 0 0 0 0,2-5 0 0 0,13-33 93 0 0,-11 24-77 0 0,-3 6 0 0 0,-1 1 0 0 0,4-21 0 0 0,-4 13-13 0 0,-1 7 53 0 0,-1-1-1 0 0,0 1 0 0 0,0-1 1 0 0,-2 0-1 0 0,1 1 1 0 0,-3-13-1 0 0,-18-68 437 0 0,18 81-369 0 0,-1 1-1 0 0,0 0 1 0 0,0 0-1 0 0,-1 1 1 0 0,0-1-1 0 0,-1 1 1 0 0,0 0-1 0 0,-1 0 1 0 0,0 1-1 0 0,0 0 1 0 0,0 0-1 0 0,-11-8 1 0 0,5 9-14 0 0,-19-6 75 0 0,31 12-419 0 0</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15.499"/>
    </inkml:context>
    <inkml:brush xml:id="br0">
      <inkml:brushProperty name="width" value="0.05" units="cm"/>
      <inkml:brushProperty name="height" value="0.05" units="cm"/>
      <inkml:brushProperty name="color" value="#5D4753"/>
    </inkml:brush>
  </inkml:definitions>
  <inkml:trace contextRef="#ctx0" brushRef="#br0">11 186 14167 0 0,'-11'-2'12175'0'0,"11"3"-12014"0"0,2 9-158 0 0,1 0 0 0 0,-1 0 1 0 0,2 0-1 0 0,7 17 0 0 0,-3-7-3 0 0,13 42 0 0 0,-7-13 0 0 0,-10-33-3 0 0,-1-8 11 0 0,0-1-1 0 0,-2-5 757 0 0,-9-21-388 0 0,1-16-211 0 0,1 0 1 0 0,-2-58-1 0 0,8 78-165 0 0,-1 10 0 0 0,1 0 0 0 0,0 0 0 0 0,0-1 0 0 0,1 1 0 0 0,0 0 0 0 0,0 0 0 0 0,0 0 0 0 0,0 0 0 0 0,4-9 0 0 0,-1 5 0 0 0,6-6 2 0 0,-3 11-14 0 0,-2 2-31 0 0,-5 2 42 0 0,1-1 0 0 0,0 1 1 0 0,0-1-1 0 0,-1 1 0 0 0,1 0 0 0 0,0-1 1 0 0,0 1-1 0 0,0 0 0 0 0,0 0 1 0 0,0 0-1 0 0,0-1 0 0 0,0 1 0 0 0,-1 0 1 0 0,1 0-1 0 0,0 0 0 0 0,1 1 0 0 0,1-1 3 0 0,-1 0-2 0 0,0 0 0 0 0,-1 0 0 0 0,1 0 0 0 0,0 0 0 0 0,-1 0 0 0 0,1 0 0 0 0,0 0 0 0 0,-1 0 0 0 0,1 1 0 0 0,0-1 0 0 0,-1 1 0 0 0,1-1 0 0 0,0 1 0 0 0,-1 0 0 0 0,1 0 0 0 0,-1 0 0 0 0,2 1 0 0 0,2 1 0 0 0,-1 0-1 0 0,-1-1 0 0 0,0 1-1 0 0,0-1 1 0 0,0 1 0 0 0,0 0 0 0 0,0 0-1 0 0,0 0 1 0 0,-1 0 0 0 0,3 5 0 0 0,19 35-26 0 0,-14-23 13 0 0,-5-10 7 0 0,4 10 2 0 0,0 27 17 0 0,-8-45 254 0 0,-1-15-199 0 0,2-27 39 0 0,12-66 0 0 0,-12 94-107 0 0,0-2 8 0 0,1 0 1 0 0,1 0 0 0 0,0 0-1 0 0,0 0 1 0 0,2 1-1 0 0,7-15 1 0 0,-4 8-8 0 0,-4 13 0 0 0,-5 7 0 0 0,0 0 0 0 0,1-1 0 0 0,-1 1 0 0 0,0 0 0 0 0,1 0 0 0 0,-1 0 0 0 0,0-1 0 0 0,1 1 0 0 0,-1 0 0 0 0,0 0 0 0 0,1 0 0 0 0,-1 0 0 0 0,0 0 0 0 0,1 0 0 0 0,-1 0 0 0 0,1 0 0 0 0,-1 0 0 0 0,0 0 0 0 0,1 0 0 0 0,-1 0 0 0 0,1 0 0 0 0,0 1 3 0 0,1 0 0 0 0,-1 0 0 0 0,1 0 0 0 0,-1 0 1 0 0,0 1-1 0 0,0-1 0 0 0,1 0 0 0 0,-1 1 0 0 0,0-1 0 0 0,0 0 0 0 0,0 1 0 0 0,0 0 0 0 0,-1-1 1 0 0,1 1-1 0 0,0 0 0 0 0,-1-1 0 0 0,1 3 0 0 0,8 31 58 0 0,14 68 14 0 0,-13-68-59 0 0,-5-23-3 0 0,-1 1-1 0 0,2 15 0 0 0,-4-21-34 0 0,-2-5-154 0 0,-4-35-2383 0 0,3 18 599 0 0</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16.127"/>
    </inkml:context>
    <inkml:brush xml:id="br0">
      <inkml:brushProperty name="width" value="0.05" units="cm"/>
      <inkml:brushProperty name="height" value="0.05" units="cm"/>
      <inkml:brushProperty name="color" value="#5D4753"/>
    </inkml:brush>
  </inkml:definitions>
  <inkml:trace contextRef="#ctx0" brushRef="#br0">3 39 3679 0 0,'0'0'284'0'0,"-1"-7"-42"0"0,0 3 2978 0 0,1-13 8652 0 0,0 7-3770 0 0,15 21-7463 0 0,-10-5-569 0 0,0 1 0 0 0,-1 0 0 0 0,0 0 0 0 0,0 0 0 0 0,6 15 0 0 0,-1-4-13 0 0,3 11-11 0 0,-1 0 0 0 0,12 51-1 0 0,-6-21-50 0 0,-11-37 8 0 0,-1 0-1 0 0,-2 0 1 0 0,2 25 0 0 0,-5-36 50 0 0,-1-2 11 0 0,1-7 320 0 0,-1-4-320 0 0,-4-19 24 0 0,3 12-57 0 0,-1 1 0 0 0,-1-18 0 0 0,4 11-11 0 0,0-1 0 0 0,1 1 0 0 0,1-1 0 0 0,0 1-1 0 0,1 0 1 0 0,9-29 0 0 0,-11 41-20 0 0,0 2 0 0 0,-1 0 0 0 0,0 0 0 0 0,1 0 0 0 0,0 0 0 0 0,-1 0 0 0 0,1 0 0 0 0,-1 0 0 0 0,1 0 0 0 0,0 0 0 0 0,0 0 0 0 0,1-1 0 0 0,5-6 0 0 0,-6 5 0 0 0,11-9 0 0 0,-10 10-1 0 0,-1 1-1 0 0,1 0 0 0 0,0-1 1 0 0,0 1-1 0 0,0 0 1 0 0,0 0-1 0 0,0 0 1 0 0,0 1-1 0 0,0-1 1 0 0,0 0-1 0 0,0 1 1 0 0,0-1-1 0 0,0 1 0 0 0,0 0 1 0 0,0 0-1 0 0,4 0 1 0 0,4 1-14 0 0,0 0 0 0 0,19 7 0 0 0,-21-6 10 0 0,2 0-35 0 0,-6-2 38 0 0,-1 1 1 0 0,0 0-1 0 0,0 0 0 0 0,0 0 1 0 0,1 0-1 0 0,-1 1 0 0 0,-1-1 1 0 0,1 1-1 0 0,0 0 0 0 0,0 0 1 0 0,2 2-1 0 0,1 0 2 0 0,-1 1 0 0 0,0 0 0 0 0,0 0 0 0 0,0 0 0 0 0,0 1 0 0 0,-1-1 0 0 0,0 1 0 0 0,-1 0 0 0 0,1 0 0 0 0,-1 1 0 0 0,0-1 0 0 0,0 1 0 0 0,-1 0 0 0 0,0-1 0 0 0,0 1 0 0 0,-1 0 0 0 0,0 0 0 0 0,0 0 0 0 0,0 0 0 0 0,-1 0 0 0 0,-1 10 0 0 0,0-9 16 0 0,1-1-1 0 0,-2 1 1 0 0,1-1-1 0 0,-1 1 1 0 0,0-1-1 0 0,-1 0 1 0 0,0 0 0 0 0,0 0-1 0 0,-8 12 1 0 0,8-14 21 0 0,0-1 1 0 0,0 0 0 0 0,-1 1-1 0 0,1-2 1 0 0,-1 1-1 0 0,0 0 1 0 0,0-1 0 0 0,-1 0-1 0 0,1 0 1 0 0,-1 0 0 0 0,1 0-1 0 0,-1-1 1 0 0,0 0-1 0 0,-10 4 1 0 0,10-5 11 0 0,1-1 1 0 0,-1 1-1 0 0,0-1 1 0 0,0 0-1 0 0,0 0 1 0 0,1 0-1 0 0,-1 0 1 0 0,0-1-1 0 0,0 0 0 0 0,0 0 1 0 0,1 0-1 0 0,-1-1 1 0 0,1 0-1 0 0,-1 1 1 0 0,1-1-1 0 0,0-1 1 0 0,-1 1-1 0 0,1-1 0 0 0,-7-6 1 0 0,8 6-205 0 0,0 0 0 0 0,0 0 1 0 0,0 0-1 0 0,0 0 0 0 0,1-1 0 0 0,-1 0 0 0 0,1 1 1 0 0,0-1-1 0 0,0 0 0 0 0,-1-4 0 0 0,2 4-527 0 0,0 1-1 0 0,0-1 1 0 0,0 1 0 0 0,1-1-1 0 0,0 1 1 0 0,-1-1-1 0 0,1 0 1 0 0,1 1 0 0 0,-1-1-1 0 0,0 0 1 0 0,1 1-1 0 0,2-7 1 0 0,4-11-8173 0 0</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16.597"/>
    </inkml:context>
    <inkml:brush xml:id="br0">
      <inkml:brushProperty name="width" value="0.05" units="cm"/>
      <inkml:brushProperty name="height" value="0.05" units="cm"/>
      <inkml:brushProperty name="color" value="#5D4753"/>
    </inkml:brush>
  </inkml:definitions>
  <inkml:trace contextRef="#ctx0" brushRef="#br0">1 11 4143 0 0,'0'0'743'0'0,"12"15"11930"0"0,0-2-10345 0 0,-11-12-1346 0 0,0 1-20 0 0,33 42 1733 0 0,-23-31-2223 0 0,-1 0 0 0 0,0 0 1 0 0,-1 1-1 0 0,9 20 0 0 0,-8-12-153 0 0,-3-8-121 0 0,-2 0 1 0 0,1 0-1 0 0,-2 1 0 0 0,4 17 1 0 0,-8-31 259 0 0,-1-2-347 0 0,-4-9 28 0 0,0-1 0 0 0,1 0 0 0 0,-6-22 0 0 0,6 18-63 0 0,-11-25 1 0 0,12 32-59 0 0,-1 0-1 0 0,1 1 0 0 0,0-1 0 0 0,0-1 0 0 0,1 1 0 0 0,0 0 1 0 0,-1-17-1 0 0,3 21-22 0 0,1 1 1 0 0,-1 0-1 0 0,1-1 1 0 0,-1 1-1 0 0,1 0 1 0 0,0 0-1 0 0,0-1 0 0 0,1 1 1 0 0,-1 0-1 0 0,1 0 1 0 0,-1 0-1 0 0,1 0 1 0 0,0 1-1 0 0,0-1 1 0 0,0 0-1 0 0,0 1 1 0 0,1 0-1 0 0,-1-1 0 0 0,1 1 1 0 0,-1 0-1 0 0,1 0 1 0 0,0 0-1 0 0,0 1 1 0 0,0-1-1 0 0,0 1 1 0 0,4-2-1 0 0,-5 2-4 0 0,0 0 0 0 0,1-1 0 0 0,-1 2 0 0 0,0-1 0 0 0,1 0 0 0 0,-1 0 0 0 0,1 1 0 0 0,3-1 0 0 0,2 0 6 0 0,1 0-229 0 0,0 0-1 0 0,0 1 1 0 0,1 1 0 0 0,-1-1-1 0 0,0 1 1 0 0,0 1 0 0 0,11 2-1 0 0,-10-2-1109 0 0</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17.083"/>
    </inkml:context>
    <inkml:brush xml:id="br0">
      <inkml:brushProperty name="width" value="0.05" units="cm"/>
      <inkml:brushProperty name="height" value="0.05" units="cm"/>
      <inkml:brushProperty name="color" value="#5D4753"/>
    </inkml:brush>
  </inkml:definitions>
  <inkml:trace contextRef="#ctx0" brushRef="#br0">142 4 5527 0 0,'0'0'19240'0'0,"-8"2"-18465"0"0,-12 0-182 0 0,16-1-526 0 0,1-1 0 0 0,-1 0 0 0 0,1 1 0 0 0,-1 0 0 0 0,1-1 0 0 0,-1 1 0 0 0,1 1 0 0 0,-1-1 0 0 0,1 0 0 0 0,0 1 0 0 0,-4 2 0 0 0,-9 7 89 0 0,13-10-133 0 0,-1 1 1 0 0,1 0-1 0 0,0 0 0 0 0,0 0 1 0 0,0 1-1 0 0,1-1 0 0 0,-1 1 1 0 0,1-1-1 0 0,-1 1 0 0 0,1 0 1 0 0,-3 5-1 0 0,-6 10 57 0 0,8-9-80 0 0,2-8 0 0 0,1 0 0 0 0,-1 0 0 0 0,1 0 0 0 0,0 0 0 0 0,0 0 0 0 0,-1 0 0 0 0,1 0 0 0 0,0 0 0 0 0,0 0 0 0 0,0 0 0 0 0,0 0 0 0 0,0 0 0 0 0,0 0 0 0 0,1 0 0 0 0,-1 0 0 0 0,0 0 0 0 0,0 0 0 0 0,1 0 0 0 0,0 1 0 0 0,0 0 0 0 0,0 3-7 0 0,1 0-1 0 0,-1-1 0 0 0,1 0 1 0 0,0 1-1 0 0,0-1 1 0 0,0 0-1 0 0,1 0 1 0 0,0 0-1 0 0,-1 0 1 0 0,1-1-1 0 0,1 1 0 0 0,-1-1 1 0 0,0 1-1 0 0,1-1 1 0 0,0 0-1 0 0,0-1 1 0 0,5 4-1 0 0,-4-3-2 0 0,1-1 1 0 0,-1 1-1 0 0,1-1 0 0 0,-1 0 1 0 0,1-1-1 0 0,0 0 0 0 0,0 0 0 0 0,0 0 1 0 0,-1 0-1 0 0,1-1 0 0 0,0 0 1 0 0,0 0-1 0 0,8-2 0 0 0,-9 1 10 0 0,4 0 0 0 0,0-1 0 0 0,13-4 0 0 0,-20 5 0 0 0,0 1 0 0 0,0-1 0 0 0,0 0 0 0 0,0 0 0 0 0,0 0 0 0 0,0 0 0 0 0,-1-1 0 0 0,1 1 0 0 0,0 0 0 0 0,-1-1 0 0 0,1 1 0 0 0,-1-1 0 0 0,0 0 0 0 0,1 1 0 0 0,-1-1 0 0 0,1-3 0 0 0,0 3-2 0 0,5-14 16 0 0,-7 13-6 0 0,0 0 0 0 0,1-1 0 0 0,-1 1 0 0 0,0-1 0 0 0,0 1 0 0 0,-1 0 0 0 0,0-5 0 0 0,-1-11 68 0 0,1 8-27 0 0,0 1 1 0 0,-1 0-1 0 0,0 0 1 0 0,-7-18-1 0 0,0 0 295 0 0,9 26 289 0 0,1 4-540 0 0,64 80-74 0 0,-60-73-19 0 0,2 0 0 0 0,-1 0 0 0 0,1-1 0 0 0,0 0 0 0 0,1 0 0 0 0,0-1 0 0 0,0 0 0 0 0,10 6 0 0 0,-16-11-8 0 0,0-1 0 0 0,0 0 0 0 0,0 0 0 0 0,0 1 0 0 0,0-1 0 0 0,1-1 0 0 0,-1 1 0 0 0,0 0 0 0 0,0 0-1 0 0,1-1 1 0 0,3 1 0 0 0,1 0-192 0 0,-6-1-62 0 0,1-1 1 0 0,-1 1-1 0 0,0 0 1 0 0,1 0-1 0 0,-1-1 1 0 0,0 1-1 0 0,1-1 1 0 0,-1 1-1 0 0,0-1 1 0 0,0 1-1 0 0,0-1 1 0 0,1 0-1 0 0,-1 0 1 0 0,0 1-1 0 0,0-1 1 0 0,1-1-1 0 0,-1 1-544 0 0</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17.444"/>
    </inkml:context>
    <inkml:brush xml:id="br0">
      <inkml:brushProperty name="width" value="0.05" units="cm"/>
      <inkml:brushProperty name="height" value="0.05" units="cm"/>
      <inkml:brushProperty name="color" value="#5D4753"/>
    </inkml:brush>
  </inkml:definitions>
  <inkml:trace contextRef="#ctx0" brushRef="#br0">1 1 16439 0 0,'0'0'1971'0'0,"2"2"-824"0"0,27 24 3081 0 0,-19-18-3662 0 0,-1 0 0 0 0,-1 0 0 0 0,0 0 0 0 0,0 1 0 0 0,9 13-1 0 0,9 26-139 0 0,-3 0-1 0 0,35 103 0 0 0,-40-100-354 0 0,19 55 41 0 0,41 108 880 0 0,-60-171-505 0 0,-16-61-3663 0 0,-2 6 1425 0 0</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18.464"/>
    </inkml:context>
    <inkml:brush xml:id="br0">
      <inkml:brushProperty name="width" value="0.05" units="cm"/>
      <inkml:brushProperty name="height" value="0.05" units="cm"/>
      <inkml:brushProperty name="color" value="#5D4753"/>
    </inkml:brush>
  </inkml:definitions>
  <inkml:trace contextRef="#ctx0" brushRef="#br0">1 0 455 0 0,'0'0'21494'0'0,"1"2"-21123"0"0,6 15 94 0 0,0 1 0 0 0,4 19 0 0 0,5 13-101 0 0,-2-15-150 0 0,1-1 1 0 0,25 39-1 0 0,-36-67-188 0 0,0 2-18 0 0,0-1 0 0 0,0 1 0 0 0,0 0-1 0 0,3 12 1 0 0,-4-15 53 0 0,3 19-13 0 0,-6-23-838 0 0,-10-1-2643 0 0</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22.784"/>
    </inkml:context>
    <inkml:brush xml:id="br0">
      <inkml:brushProperty name="width" value="0.05" units="cm"/>
      <inkml:brushProperty name="height" value="0.05" units="cm"/>
      <inkml:brushProperty name="color" value="#5D4753"/>
    </inkml:brush>
  </inkml:definitions>
  <inkml:trace contextRef="#ctx0" brushRef="#br0">2 189 3679 0 0,'-1'-47'19652'0'0,"2"48"-19481"0"0,6 5-94 0 0,0 1 1 0 0,0 0-1 0 0,-1 1 1 0 0,0-1-1 0 0,-1 1 1 0 0,9 15-1 0 0,-5-4-47 0 0,0 0 0 0 0,6 21 0 0 0,-13-24 718 0 0,-4-13 595 0 0,-3-8-832 0 0,2 0-458 0 0,0 0 0 0 0,0-1 0 0 0,1 1 0 0 0,0-1 0 0 0,0 0 0 0 0,0 1 0 0 0,0-7 0 0 0,-6-45 323 0 0,6 43-270 0 0,1 1-31 0 0,-1 1-1 0 0,2-1 1 0 0,0 0 0 0 0,2-16 0 0 0,-1 23-66 0 0,0 0 0 0 0,1 0 0 0 0,0 0 1 0 0,0 1-1 0 0,1-1 0 0 0,-1 1 0 0 0,1-1 0 0 0,0 1 0 0 0,1 0 1 0 0,-1 0-1 0 0,1 0 0 0 0,8-8 0 0 0,-11 12-9 0 0,-1 0 0 0 0,1 0 0 0 0,0 0 0 0 0,0 0 0 0 0,0 0 0 0 0,0 1 0 0 0,0-1 0 0 0,0 0 0 0 0,0 0 0 0 0,0 1 0 0 0,1-1 0 0 0,-1 0 0 0 0,0 1 0 0 0,0-1 0 0 0,0 1 0 0 0,3-1 0 0 0,1 0 0 0 0,-4-1-2 0 0,0 2 0 0 0,-1-1 0 0 0,1 1 0 0 0,-1-1-1 0 0,1 1 1 0 0,-1 0 0 0 0,1-1 0 0 0,-1 1 0 0 0,1 0 0 0 0,-1-1 0 0 0,1 1 0 0 0,0 0-1 0 0,-1 0 1 0 0,1 0 0 0 0,-1-1 0 0 0,1 1 0 0 0,0 0 0 0 0,-1 0 0 0 0,1 0-1 0 0,0 0 1 0 0,-1 0 0 0 0,1 0 0 0 0,0 0 0 0 0,0 1 0 0 0,9 0-9 0 0,-6 1 11 0 0,1 1 0 0 0,-1-1-1 0 0,0 1 1 0 0,1 0 0 0 0,-1 0 0 0 0,-1 0-1 0 0,1 1 1 0 0,0 0 0 0 0,-1-1-1 0 0,0 1 1 0 0,0 0 0 0 0,0 1 0 0 0,0-1-1 0 0,0 0 1 0 0,-1 1 0 0 0,0 0 0 0 0,0-1-1 0 0,1 7 1 0 0,4 12 17 0 0,-1-1 0 0 0,4 39 0 0 0,-9-51 1 0 0,2 1-20 0 0,-2-7-1 0 0,0 0-1 0 0,-1 1 1 0 0,1-1-1 0 0,-1 0 1 0 0,0 6-1 0 0,0-8-454 0 0,7-15-8203 0 0,2-3 483 0 0</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23.177"/>
    </inkml:context>
    <inkml:brush xml:id="br0">
      <inkml:brushProperty name="width" value="0.05" units="cm"/>
      <inkml:brushProperty name="height" value="0.05" units="cm"/>
      <inkml:brushProperty name="color" value="#5D4753"/>
    </inkml:brush>
  </inkml:definitions>
  <inkml:trace contextRef="#ctx0" brushRef="#br0">129 18 7831 0 0,'-2'0'8995'0'0,"-5"-3"-6998"0"0,5 2-1422 0 0,-1-1 1 0 0,0 1 0 0 0,1 0 0 0 0,-1 0 0 0 0,0 1 0 0 0,0-1-1 0 0,0 1 1 0 0,0-1 0 0 0,0 1 0 0 0,0 0 0 0 0,0 0 0 0 0,-3 0-1 0 0,2 1-481 0 0,0 0 0 0 0,0 0 0 0 0,0 1-1 0 0,0-1 1 0 0,0 1 0 0 0,1-1 0 0 0,-1 1-1 0 0,0 0 1 0 0,1 1 0 0 0,0-1-1 0 0,0 1 1 0 0,-1-1 0 0 0,1 1 0 0 0,1 0-1 0 0,-1 0 1 0 0,0 0 0 0 0,1 1 0 0 0,0-1-1 0 0,-3 5 1 0 0,3-3-94 0 0,0-1 0 0 0,0 0 0 0 0,1 0 0 0 0,0 1 0 0 0,-1-1 0 0 0,0 8 0 0 0,2-7 0 0 0,1-1 0 0 0,-1 1 0 0 0,1-1 0 0 0,0 0 0 0 0,1 1 0 0 0,2 6 0 0 0,-3-7-4 0 0,1 0-1 0 0,0-1 1 0 0,0 1 0 0 0,0-1-1 0 0,0 1 1 0 0,1-1 0 0 0,-1 0-1 0 0,1 0 1 0 0,0 0 0 0 0,0 0-1 0 0,0 0 1 0 0,0-1 0 0 0,0 1 0 0 0,1-1-1 0 0,-1 0 1 0 0,1 0 0 0 0,-1 0-1 0 0,1 0 1 0 0,0-1 0 0 0,0 0-1 0 0,4 2 1 0 0,-1-2-9 0 0,0 0 0 0 0,1 0-1 0 0,-1 0 1 0 0,0-1 0 0 0,0 0 0 0 0,1 0 0 0 0,-1-1-1 0 0,0 0 1 0 0,0 0 0 0 0,0-1 0 0 0,9-3 0 0 0,-11 3 5 0 0,0 0 1 0 0,0 0 0 0 0,0 0-1 0 0,-1-1 1 0 0,1 0 0 0 0,0 0 0 0 0,-1 0-1 0 0,0-1 1 0 0,0 0 0 0 0,0 1-1 0 0,0-1 1 0 0,-1-1 0 0 0,5-5-1 0 0,-7 8 19 0 0,1-1 0 0 0,-1 0 0 0 0,0 0-1 0 0,1 0 1 0 0,-1 0 0 0 0,-1 0 0 0 0,1 0-1 0 0,0 0 1 0 0,-1 0 0 0 0,0 0 0 0 0,1 0 0 0 0,-1 0-1 0 0,0 0 1 0 0,-1 0 0 0 0,1 0 0 0 0,0 0-1 0 0,-1-1 1 0 0,0 1 0 0 0,0 0 0 0 0,0 1-1 0 0,0-1 1 0 0,0 0 0 0 0,-1 0 0 0 0,-1-3-1 0 0,0 1 86 0 0,-1 1 1 0 0,0-1-1 0 0,0 1 0 0 0,0 0 0 0 0,0 0 0 0 0,-1 0 0 0 0,0 1 0 0 0,1 0 0 0 0,-1 0 0 0 0,-1 0 0 0 0,1 0 0 0 0,0 1 0 0 0,-1-1 0 0 0,1 2 0 0 0,-1-1 0 0 0,1 0 0 0 0,-12 0 0 0 0,12 1-82 0 0,-1 0-1 0 0,1 1 1 0 0,-1-1-1 0 0,0 2 0 0 0,1-1 1 0 0,-1 0-1 0 0,1 1 0 0 0,-1 0 1 0 0,1 1-1 0 0,-1-1 0 0 0,1 1 1 0 0,0 0-1 0 0,0 0 0 0 0,0 0 1 0 0,0 1-1 0 0,0 0 0 0 0,0 0 1 0 0,-8 7-1 0 0,-2 14-1204 0 0,15-24 1051 0 0,0 1 0 0 0,0-1 0 0 0,0 1 0 0 0,-1-1-1 0 0,1 1 1 0 0,0-1 0 0 0,0 1 0 0 0,0 0-1 0 0,1-1 1 0 0,-1 1 0 0 0,0-1 0 0 0,0 1 0 0 0,0-1-1 0 0,0 1 1 0 0,0-1 0 0 0,1 1 0 0 0,-1-1 0 0 0,0 0-1 0 0,0 1 1 0 0,1 0 0 0 0,0 0-905 0 0,4 10-8095 0 0</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23.543"/>
    </inkml:context>
    <inkml:brush xml:id="br0">
      <inkml:brushProperty name="width" value="0.05" units="cm"/>
      <inkml:brushProperty name="height" value="0.05" units="cm"/>
      <inkml:brushProperty name="color" value="#5D4753"/>
    </inkml:brush>
  </inkml:definitions>
  <inkml:trace contextRef="#ctx0" brushRef="#br0">158 0 15775 0 0,'0'0'8212'0'0,"-18"0"-4931"0"0,11 2-3192 0 0,1 0-1 0 0,0 0 0 0 0,0 0 0 0 0,0 1 0 0 0,1 0 0 0 0,-1 0 0 0 0,0 0 0 0 0,1 1 0 0 0,0-1 0 0 0,0 2 0 0 0,0-1 1 0 0,1 0-1 0 0,-7 8 0 0 0,4-4 41 0 0,0 1 0 0 0,1 0 0 0 0,0 1 0 0 0,1-1 1 0 0,0 1-1 0 0,0 0 0 0 0,-4 13 0 0 0,8-18-124 0 0,-1-1 0 0 0,1 1 0 0 0,0 0 0 0 0,0-1 0 0 0,1 1 0 0 0,0 9 0 0 0,1-4-1 0 0,1-1 1 0 0,0 0 0 0 0,5 16-1 0 0,-6-24-16 0 0,5 11-28 0 0,14 2-14 0 0,-16-11 32 0 0,0-1 1 0 0,0 1-1 0 0,0-1 1 0 0,1-1 0 0 0,-1 1-1 0 0,1 0 1 0 0,-1-1-1 0 0,1 0 1 0 0,-1 0-1 0 0,1-1 1 0 0,0 1 0 0 0,0-1-1 0 0,-1 0 1 0 0,1 0-1 0 0,8-2 1 0 0,-7 1-85 0 0,-1-1 0 0 0,0 1 0 0 0,0-1 0 0 0,0-1 0 0 0,0 1 1 0 0,-1-1-1 0 0,1 1 0 0 0,0-1 0 0 0,-1-1 0 0 0,0 1 0 0 0,0-1 0 0 0,0 1 0 0 0,6-8 0 0 0,-6 5-692 0 0,1 0-1 0 0,-1 0 1 0 0,6-10-1 0 0,-1-11-6196 0 0,-3 4-553 0 0</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23.899"/>
    </inkml:context>
    <inkml:brush xml:id="br0">
      <inkml:brushProperty name="width" value="0.05" units="cm"/>
      <inkml:brushProperty name="height" value="0.05" units="cm"/>
      <inkml:brushProperty name="color" value="#5D4753"/>
    </inkml:brush>
  </inkml:definitions>
  <inkml:trace contextRef="#ctx0" brushRef="#br0">1 0 19407 0 0,'0'0'5945'0'0,"2"0"-4686"0"0,3 1-1101 0 0,0 0 0 0 0,-1-1-1 0 0,1 2 1 0 0,0-1 0 0 0,-1 0 0 0 0,1 1 0 0 0,-1 0-1 0 0,1 0 1 0 0,-1 0 0 0 0,0 1 0 0 0,0-1-1 0 0,0 1 1 0 0,0 0 0 0 0,0 0 0 0 0,0 1-1 0 0,-1-1 1 0 0,0 1 0 0 0,0-1 0 0 0,0 1 0 0 0,5 9-1 0 0,0 4-78 0 0,-1 1-1 0 0,0 0 0 0 0,7 36 1 0 0,-5-18 10 0 0,9 59 25 0 0,-14-66-83 0 0,1 0 1 0 0,13 38-1 0 0,-16-59-31 0 0,1-1 0 0 0,0 0 0 0 0,0-1 0 0 0,1 1 0 0 0,0 0 0 0 0,0-1 0 0 0,0 0 0 0 0,1 0 0 0 0,6 7 0 0 0,-10-13-131 0 0,0 1-1 0 0,0 0 1 0 0,0-1 0 0 0,0 1-1 0 0,0-1 1 0 0,0 1 0 0 0,0-1-1 0 0,0 0 1 0 0,0 0 0 0 0,0 1-1 0 0,0-1 1 0 0,0 0 0 0 0,0 0-1 0 0,0 0 1 0 0,0 0 0 0 0,0 0 0 0 0,2 0-1 0 0,10-3-8002 0 0</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24.244"/>
    </inkml:context>
    <inkml:brush xml:id="br0">
      <inkml:brushProperty name="width" value="0.05" units="cm"/>
      <inkml:brushProperty name="height" value="0.05" units="cm"/>
      <inkml:brushProperty name="color" value="#5D4753"/>
    </inkml:brush>
  </inkml:definitions>
  <inkml:trace contextRef="#ctx0" brushRef="#br0">51 137 7831 0 0,'-1'0'8306'0'0,"-6"5"-5878"0"0,3-2-958 0 0,0 1 0 0 0,0-1 1 0 0,1 1-1 0 0,-6 6 0 0 0,7-7-1168 0 0,0 0 0 0 0,0 0 0 0 0,0 1-1 0 0,0-1 1 0 0,1 1 0 0 0,-2 3 0 0 0,1 1-302 0 0,1 0 0 0 0,0-1 1 0 0,0 1-1 0 0,1 0 0 0 0,0-1 0 0 0,1 1 1 0 0,-1 0-1 0 0,3 8 0 0 0,-3-12 3 0 0,1-1-1 0 0,0 0 1 0 0,0 1 0 0 0,0-1-1 0 0,1 0 1 0 0,-1 1-1 0 0,1-1 1 0 0,0 0 0 0 0,0 0-1 0 0,0 0 1 0 0,0-1 0 0 0,0 1-1 0 0,0 0 1 0 0,5 2 0 0 0,-1 0-13 0 0,0 0 0 0 0,1-1 0 0 0,0 0 0 0 0,-1 0 0 0 0,11 3 0 0 0,-1-1-17 0 0,-10-7 3 0 0,-2 1 15 0 0,1 1 0 0 0,-1 0-12 0 0,16-2-2 0 0,-15 0 14 0 0,0 0 1 0 0,0-1 0 0 0,0 1-1 0 0,0-1 1 0 0,0 0-1 0 0,0 0 1 0 0,-1-1-1 0 0,1 1 1 0 0,-1-1 0 0 0,1 0-1 0 0,-1 0 1 0 0,5-5-1 0 0,-6 5 4 0 0,0 0-1 0 0,-1 0 1 0 0,1 0-1 0 0,-1 0 1 0 0,1-1-1 0 0,-1 1 1 0 0,0 0-1 0 0,0-1 1 0 0,-1 0 0 0 0,1 1-1 0 0,-1-1 1 0 0,0 0-1 0 0,0 0 1 0 0,0 0-1 0 0,0 0 1 0 0,0-5-1 0 0,-2-5 141 0 0,0 1 0 0 0,-1 0-1 0 0,-1-1 1 0 0,0 1 0 0 0,0 0 0 0 0,-1 0-1 0 0,-1 1 1 0 0,0-1 0 0 0,-1 1 0 0 0,0 0 0 0 0,-1 0-1 0 0,-11-14 1 0 0,12 18-101 0 0,0-1 62 0 0,0 1-1 0 0,0-1 1 0 0,-1 1-1 0 0,-14-12 1 0 0,19 19-82 0 0,0-1 0 0 0,0 1 0 0 0,0-1 0 0 0,-1 1 0 0 0,1 0 0 0 0,-1 0 0 0 0,1 0 0 0 0,-1 0 0 0 0,1 0 0 0 0,-1 0 0 0 0,1 1 0 0 0,-1-1 0 0 0,0 1 0 0 0,1 0 0 0 0,-1 0 0 0 0,0 0 0 0 0,1 0 0 0 0,-1 0 0 0 0,0 1 0 0 0,1-1 0 0 0,-1 1 0 0 0,1-1 0 0 0,-6 3 0 0 0,3-1-122 0 0,0 0-306 0 0,0 0 0 0 0,1 0-1 0 0,-1 0 1 0 0,1 1 0 0 0,0-1-1 0 0,-5 5 1 0 0,1 2-1250 0 0</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25.797"/>
    </inkml:context>
    <inkml:brush xml:id="br0">
      <inkml:brushProperty name="width" value="0.05" units="cm"/>
      <inkml:brushProperty name="height" value="0.05" units="cm"/>
      <inkml:brushProperty name="color" value="#5D4753"/>
    </inkml:brush>
  </inkml:definitions>
  <inkml:trace contextRef="#ctx0" brushRef="#br0">1 3 2759 0 0,'7'-2'19671'0'0,"1"1"-16358"0"0,-6 2-3185 0 0,-1 0 0 0 0,1 0 0 0 0,0 0 1 0 0,-1 0-1 0 0,1 0 0 0 0,-1 0 0 0 0,1 0 0 0 0,-1 0 0 0 0,1 1 0 0 0,-1-1 0 0 0,0 0 0 0 0,2 2 1 0 0,15 23 173 0 0,-14-19-134 0 0,11 18-7 0 0,-1 0 0 0 0,-1 0 0 0 0,-2 1 0 0 0,14 46 0 0 0,-5-1-121 0 0,16 49-164 0 0,-35-118-692 0 0</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26.377"/>
    </inkml:context>
    <inkml:brush xml:id="br0">
      <inkml:brushProperty name="width" value="0.05" units="cm"/>
      <inkml:brushProperty name="height" value="0.05" units="cm"/>
      <inkml:brushProperty name="color" value="#5D4753"/>
    </inkml:brush>
  </inkml:definitions>
  <inkml:trace contextRef="#ctx0" brushRef="#br0">20 155 16063 0 0,'0'0'738'0'0,"-1"-1"-16"0"0,-6-9 1447 0 0,5 9-1563 0 0,1-1 0 0 0,-1 0 1 0 0,1 0-1 0 0,0 0 0 0 0,0 0 0 0 0,0 0 1 0 0,-2-3-1 0 0,3 4-491 0 0,0 0 1 0 0,0 0-1 0 0,0 0 0 0 0,0 0 1 0 0,1 0-1 0 0,-1 0 0 0 0,0 0 1 0 0,0 0-1 0 0,1 0 1 0 0,-1 0-1 0 0,1 0 0 0 0,-1 0 1 0 0,1 0-1 0 0,-1 1 0 0 0,1-1 1 0 0,-1 0-1 0 0,1 0 0 0 0,1-1 1 0 0,4-4 164 0 0,0-1 1 0 0,0 1 0 0 0,1 0-1 0 0,0 1 1 0 0,15-10-1 0 0,42-18 62 0 0,-53 28-303 0 0,1 0 0 0 0,0 1 0 0 0,0 0 0 0 0,0 0 0 0 0,20-2 0 0 0,-24 6-19 0 0,-1-1-1 0 0,1 1 1 0 0,-1 0 0 0 0,1 1-1 0 0,-1 0 1 0 0,1 0 0 0 0,-1 1 0 0 0,1 0-1 0 0,-1 0 1 0 0,12 5 0 0 0,-13-4-1 0 0,0 0 0 0 0,0 0 1 0 0,0 1-1 0 0,-1-1 0 0 0,10 9 1 0 0,-13-10-11 0 0,-1 0 1 0 0,1 0-1 0 0,0 0 1 0 0,-1 0-1 0 0,0 0 0 0 0,1 1 1 0 0,-1-1-1 0 0,0 0 1 0 0,0 1-1 0 0,0-1 1 0 0,0 1-1 0 0,-1-1 1 0 0,1 1-1 0 0,-1-1 1 0 0,0 1-1 0 0,1-1 1 0 0,-1 1-1 0 0,0 2 1 0 0,-2 8 49 0 0,0 0 0 0 0,0-1 1 0 0,-1 1-1 0 0,0-1 0 0 0,-1 0 1 0 0,-1 0-1 0 0,0 0 0 0 0,0 0 0 0 0,-15 20 1 0 0,-4 2 161 0 0,-48 52 1 0 0,60-73-168 0 0,6-6 10 0 0,10-10-66 0 0,0 1-1 0 0,-1 0 0 0 0,1 0 0 0 0,0 0 1 0 0,0 1-1 0 0,6-2 0 0 0,5-3-63 0 0,-7 3 59 0 0,0 0-1 0 0,0 0 1 0 0,1 1-1 0 0,-1 0 1 0 0,1 0-1 0 0,16 0 1 0 0,-20 2 5 0 0,0 0 0 0 0,0 0 0 0 0,0 1 0 0 0,0 0 0 0 0,0 0 0 0 0,0 0 0 0 0,0 1 0 0 0,0-1 0 0 0,0 1 0 0 0,-1 1 0 0 0,1-1 0 0 0,-1 0 0 0 0,6 5 0 0 0,1 3 2 0 0,0 0 0 0 0,0 0 0 0 0,-1 1 0 0 0,0 1 0 0 0,-1 0 0 0 0,13 23 0 0 0,-6-11 0 0 0,33 41 0 0 0,-43-59 13 0 0,-5-5 133 0 0,-22-9-301 0 0,1 0-3573 0 0</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28.375"/>
    </inkml:context>
    <inkml:brush xml:id="br0">
      <inkml:brushProperty name="width" value="0.05" units="cm"/>
      <inkml:brushProperty name="height" value="0.05" units="cm"/>
      <inkml:brushProperty name="color" value="#5D4753"/>
    </inkml:brush>
  </inkml:definitions>
  <inkml:trace contextRef="#ctx0" brushRef="#br0">31 6 4607 0 0,'0'0'6675'0'0,"-1"-1"-6215"0"0,0 0 0 0 0,1 1 0 0 0,-1-1 0 0 0,0 1 0 0 0,1 0 0 0 0,-1-1 0 0 0,0 1 1 0 0,0-1-1 0 0,1 1 0 0 0,-1 0 0 0 0,0 0 0 0 0,0-1 0 0 0,1 1 0 0 0,-1 0 0 0 0,0 0 0 0 0,-1 0 0 0 0,-2 15-223 0 0,0 0 0 0 0,1 0-1 0 0,1 1 1 0 0,0-1 0 0 0,1 1-1 0 0,1-1 1 0 0,2 26 0 0 0,20 94 397 0 0,-20-128-604 0 0,0 1 0 0 0,0-2 1 0 0,1 1-1 0 0,0 0 0 0 0,0 0 0 0 0,0-1 0 0 0,1 0 0 0 0,0 1 0 0 0,0-1 0 0 0,1-1 0 0 0,-1 1 1 0 0,1-1-1 0 0,1 0 0 0 0,-1 0 0 0 0,1 0 0 0 0,6 4 0 0 0,-7-6 5 0 0,1 0 0 0 0,0 0 0 0 0,-1 0 0 0 0,1-1 0 0 0,1 0 0 0 0,-1 0 0 0 0,0 0 0 0 0,0-1 0 0 0,1 1 0 0 0,-1-2 0 0 0,0 1 0 0 0,1-1 0 0 0,-1 0 0 0 0,1 0 0 0 0,-1-1 0 0 0,0 0 0 0 0,1 0 0 0 0,8-3 0 0 0,-7 2 75 0 0,1-2-1 0 0,-1 1 0 0 0,0-1 0 0 0,0-1 0 0 0,11-7 0 0 0,-16 10-70 0 0,0 0 0 0 0,0 0 1 0 0,-1 0-1 0 0,1-1 0 0 0,-1 1 0 0 0,0-1 0 0 0,0 1 0 0 0,0-1 0 0 0,0 0 0 0 0,0 0 0 0 0,0 0 1 0 0,-1 0-1 0 0,0 0 0 0 0,1 0 0 0 0,-1-1 0 0 0,0 1 0 0 0,1-6 0 0 0,-2-9 186 0 0,-1 1 0 0 0,-1 0 1 0 0,0 0-1 0 0,-1 1 0 0 0,0-1 0 0 0,-2 1 0 0 0,0-1 0 0 0,-1 1 0 0 0,0 0 1 0 0,-2 1-1 0 0,0 0 0 0 0,0 0 0 0 0,-20-25 0 0 0,7 18-241 0 0,20 21-60 0 0,1 14-5505 0 0,1 0-2450 0 0</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29.207"/>
    </inkml:context>
    <inkml:brush xml:id="br0">
      <inkml:brushProperty name="width" value="0.05" units="cm"/>
      <inkml:brushProperty name="height" value="0.05" units="cm"/>
      <inkml:brushProperty name="color" value="#5D4753"/>
    </inkml:brush>
  </inkml:definitions>
  <inkml:trace contextRef="#ctx0" brushRef="#br0">14 160 7831 0 0,'0'0'603'0'0,"-2"-1"-132"0"0,-6-9 834 0 0,8 10-1257 0 0,0 0 0 0 0,0 0 0 0 0,0-1 0 0 0,0 1 0 0 0,0 0 1 0 0,0 0-1 0 0,0 0 0 0 0,0 0 0 0 0,0 0 0 0 0,0 0 0 0 0,0 0 1 0 0,0 0-1 0 0,0 0 0 0 0,0 0 0 0 0,0 0 0 0 0,0-1 0 0 0,0 1 0 0 0,-1 0 1 0 0,1 0-1 0 0,0 0 0 0 0,0 0 0 0 0,0 0 0 0 0,0 0 0 0 0,0 0 1 0 0,0 0-1 0 0,0 0 0 0 0,0 0 0 0 0,0 0 0 0 0,-1 0 0 0 0,1 0 1 0 0,0 0-1 0 0,0 0 0 0 0,0 0 0 0 0,0 0 0 0 0,0 0 0 0 0,0 0 0 0 0,0 0 1 0 0,0 0-1 0 0,0 0 0 0 0,-1 0 0 0 0,1 0 0 0 0,0 0 0 0 0,0 0 1 0 0,0 0-1 0 0,0 0 0 0 0,0 1 0 0 0,0-1 0 0 0,0 0 0 0 0,0 0 0 0 0,0 0 1 0 0,0 0-1 0 0,0 0 0 0 0,0 0 0 0 0,-1 0 0 0 0,1 0 0 0 0,4 16 9037 0 0,43 97-8445 0 0,-46-112-485 0 0,-1 1-101 0 0,0 0 0 0 0,0 0 0 0 0,0 0 0 0 0,0 0 0 0 0,1 0 0 0 0,-1 0-1 0 0,2 4 1 0 0,-1-2 1672 0 0,-5-24-1214 0 0,0 6-346 0 0,2 6-74 0 0,0 0-1 0 0,0 0 0 0 0,1 0 1 0 0,0-1-1 0 0,0 1 1 0 0,1 0-1 0 0,0-1 0 0 0,0 1 1 0 0,3-13-1 0 0,4-4 21 0 0,18-43 0 0 0,-21 61-112 0 0,3 0 0 0 0,4 4 0 0 0,-1 4 0 0 0,4 5-30 0 0,-11-2 11 0 0,-2-2 8 0 0,6 5 0 0 0,-5-5 11 0 0,0 0 0 0 0,0 1 0 0 0,0 0 0 0 0,0 0 0 0 0,0-1-1 0 0,0 1 1 0 0,-1 0 0 0 0,1 0 0 0 0,-1 0 0 0 0,2 6 0 0 0,1 3 0 0 0,1-1 0 0 0,-1 0 0 0 0,5 23 0 0 0,-8-30 110 0 0,0-3-81 0 0,-1 0 0 0 0,1 1 0 0 0,-1-1 0 0 0,0 0 0 0 0,0 0 0 0 0,1 0 0 0 0,-1 1 1 0 0,0-1-1 0 0,0 0 0 0 0,0 0 0 0 0,0 1 0 0 0,-1 1 0 0 0,3-18 38 0 0,0 0 0 0 0,0 0 0 0 0,2 0 0 0 0,7-21 0 0 0,-4 12-18 0 0,-5 16-49 0 0,2-1 0 0 0,-1 1 0 0 0,1 0 0 0 0,0 0 0 0 0,0 1 0 0 0,1-1 0 0 0,0 1 0 0 0,7-8 0 0 0,-5 8 0 0 0,-1 4-12 0 0,-2 3-36 0 0,-2 1 43 0 0,0 1 0 0 0,0-1 0 0 0,0 1-1 0 0,0-1 1 0 0,0 1 0 0 0,0 0 0 0 0,0 0 0 0 0,0 0 0 0 0,-1 0-1 0 0,1 0 1 0 0,-1 0 0 0 0,0 0 0 0 0,3 5 0 0 0,-1 0 1 0 0,2 4 5 0 0,0-1 0 0 0,-2 1 1 0 0,1 0-1 0 0,-1 0 0 0 0,-1 0 0 0 0,0 1 0 0 0,-1-1 1 0 0,0 1-1 0 0,-1 18 0 0 0,0-20 58 0 0,-1-2-23 0 0,0-7-112 0 0</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29.899"/>
    </inkml:context>
    <inkml:brush xml:id="br0">
      <inkml:brushProperty name="width" value="0.05" units="cm"/>
      <inkml:brushProperty name="height" value="0.05" units="cm"/>
      <inkml:brushProperty name="color" value="#5D4753"/>
    </inkml:brush>
  </inkml:definitions>
  <inkml:trace contextRef="#ctx0" brushRef="#br0">1 189 3679 0 0,'-1'-26'2414'0'0,"3"-44"-1"0"0,-1 57-1221 0 0,4-45 5173 0 0,-6 51-4843 0 0,-2-4 2603 0 0,3 11-4113 0 0,0 0 0 0 0,0 0 0 0 0,0 0 1 0 0,0 0-1 0 0,0 0 0 0 0,0 0 0 0 0,0 0 1 0 0,0 0-1 0 0,0 0 0 0 0,-1-1 0 0 0,1 1 0 0 0,0 0 1 0 0,0 0-1 0 0,0 0 0 0 0,0 0 0 0 0,0 0 1 0 0,0 0-1 0 0,0 0 0 0 0,0 0 0 0 0,0 0 0 0 0,0 0 1 0 0,0 0-1 0 0,0 0 0 0 0,0-1 0 0 0,0 1 1 0 0,0 0-1 0 0,0 0 0 0 0,0 0 0 0 0,0 0 0 0 0,0 0 1 0 0,0 0-1 0 0,0 0 0 0 0,0 0 0 0 0,0 0 0 0 0,0 0 1 0 0,0-1-1 0 0,0 1 0 0 0,0 0 0 0 0,0 0 1 0 0,0 0-1 0 0,0 0 0 0 0,0 0 0 0 0,0 0 0 0 0,0 0 1 0 0,0 0-1 0 0,0 0 0 0 0,1 0 0 0 0,-1 0 1 0 0,0 0-1 0 0,0 0 0 0 0,0 0 0 0 0,0 0 0 0 0,0-1 1 0 0,0 1-1 0 0,0 0 0 0 0,0 0 0 0 0,0 0 1 0 0,0 0-1 0 0,0 0 0 0 0,1 0 0 0 0,-1 0 0 0 0,0 0 1 0 0,0 0-1 0 0,0 0 0 0 0,0 0 0 0 0,0 0 0 0 0,8 5 1339 0 0,11 10 473 0 0,-14-8-1806 0 0,0 0 1 0 0,0 0-1 0 0,-1 1 1 0 0,0-1-1 0 0,0 1 0 0 0,-1 0 1 0 0,0 0-1 0 0,0 0 1 0 0,1 9-1 0 0,1 10 150 0 0,1 41 1 0 0,3 16-2 0 0,5 25 230 0 0,-13-107-10 0 0,-2 4 550 0 0,0-17-750 0 0,-1-19-172 0 0,3-6 87 0 0,-1 23-63 0 0,0 1-1 0 0,1-1 1 0 0,0 0-1 0 0,1 0 1 0 0,6-20-1 0 0,-4 24-38 0 0,4-7 0 0 0,-7 15 0 0 0,-1 0 0 0 0,0 0 0 0 0,1 0 0 0 0,-1 1 0 0 0,0-1 0 0 0,1 0 0 0 0,-1 1 0 0 0,1-1 0 0 0,0 0 0 0 0,-1 1 0 0 0,1-1 0 0 0,-1 0 0 0 0,1 1 0 0 0,0-1 0 0 0,-1 1 0 0 0,1-1 0 0 0,0 1 0 0 0,0 0 0 0 0,-1-1 0 0 0,1 1 0 0 0,0 0 0 0 0,0-1 0 0 0,0 1 0 0 0,0 0 0 0 0,-1 0 0 0 0,1 0 0 0 0,2 0 0 0 0,-1-1 0 0 0,5 0-7 0 0,0 0 0 0 0,0 0 0 0 0,0 0-1 0 0,0 1 1 0 0,0 0 0 0 0,0 0 0 0 0,0 0 0 0 0,0 1 0 0 0,0 0 0 0 0,0 1-1 0 0,0 0 1 0 0,0 0 0 0 0,-1 0 0 0 0,1 1 0 0 0,-1 0 0 0 0,0 0 0 0 0,0 0 0 0 0,0 1-1 0 0,0 0 1 0 0,0 0 0 0 0,-1 1 0 0 0,0 0 0 0 0,0 0 0 0 0,0 0 0 0 0,0 0-1 0 0,-1 1 1 0 0,5 8 0 0 0,-4-7 7 0 0,-1 1-1 0 0,-1 0 1 0 0,1-1-1 0 0,-2 2 1 0 0,1-1 0 0 0,-1 0-1 0 0,0 0 1 0 0,1 14-1 0 0,-3-16 3 0 0,0-1-1 0 0,0 0 0 0 0,0 1 0 0 0,-1-1 0 0 0,0 0 0 0 0,0 0 0 0 0,0 1 1 0 0,0-1-1 0 0,-1 0 0 0 0,0 0 0 0 0,0-1 0 0 0,-1 1 0 0 0,1 0 0 0 0,-1-1 1 0 0,-4 6-1 0 0,4-7 22 0 0,0 0 0 0 0,0 0 0 0 0,-1 0 0 0 0,1 0 0 0 0,-1-1 0 0 0,1 0 0 0 0,-1 1 1 0 0,0-1-1 0 0,0-1 0 0 0,0 1 0 0 0,0 0 0 0 0,0-1 0 0 0,-1 0 0 0 0,1 0 0 0 0,0 0 0 0 0,0-1 0 0 0,-1 1 1 0 0,-5-1-1 0 0,2 0 45 0 0,0-1 0 0 0,-1 1 0 0 0,1-2 1 0 0,0 1-1 0 0,0-1 0 0 0,0 0 1 0 0,0-1-1 0 0,-13-6 0 0 0,16 7-126 0 0,-1-1 0 0 0,1-1-1 0 0,1 1 1 0 0,-1-1 0 0 0,0 0 0 0 0,1 0-1 0 0,0 0 1 0 0,0 0 0 0 0,0-1 0 0 0,0 0-1 0 0,1 0 1 0 0,-1 0 0 0 0,1 0 0 0 0,1 0-1 0 0,-1-1 1 0 0,1 1 0 0 0,0-1 0 0 0,-2-7-1 0 0,4-2-2705 0 0,3 7-4179 0 0</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30.292"/>
    </inkml:context>
    <inkml:brush xml:id="br0">
      <inkml:brushProperty name="width" value="0.05" units="cm"/>
      <inkml:brushProperty name="height" value="0.05" units="cm"/>
      <inkml:brushProperty name="color" value="#5D4753"/>
    </inkml:brush>
  </inkml:definitions>
  <inkml:trace contextRef="#ctx0" brushRef="#br0">0 117 4143 0 0,'0'0'319'0'0,"3"-16"4905"0"0,-3 14-4179 0 0,1 0-1 0 0,-1-1 1 0 0,1 1 0 0 0,0 0-1 0 0,0 0 1 0 0,0 0 0 0 0,0 0-1 0 0,1 0 1 0 0,2-3 1066 0 0,-2 5-2006 0 0,0 0-1 0 0,0-1 1 0 0,0 1 0 0 0,0 0-1 0 0,0 0 1 0 0,0 0-1 0 0,0 0 1 0 0,2 1-1 0 0,-1 0-52 0 0,-1 1 0 0 0,1-1-1 0 0,-1 0 1 0 0,1 1-1 0 0,-1 0 1 0 0,0 0-1 0 0,1 0 1 0 0,-1 0-1 0 0,2 3 1 0 0,-1-3 11 0 0,3 6 48 0 0,0 0-1 0 0,0 0 1 0 0,7 12-1 0 0,-1 0 56 0 0,-8-13-76 0 0,0 0-1 0 0,-1 1 1 0 0,4 8-1 0 0,-3-5 97 0 0,-3-9 142 0 0,-1-2-238 0 0,0 0-1 0 0,0 1 1 0 0,0-1-1 0 0,0 0 1 0 0,1 1-1 0 0,-1-1 1 0 0,0 0-1 0 0,0 1 1 0 0,0-1-1 0 0,0 0 0 0 0,0 1 1 0 0,0-1-1 0 0,0 0 1 0 0,0 1-1 0 0,0-1 1 0 0,0 0-1 0 0,0 1 1 0 0,0-1-1 0 0,0 0 1 0 0,0 1-1 0 0,-1-1 1 0 0,1 0-1 0 0,0 1 1 0 0,0-1-1 0 0,0 1 1 0 0,-3-2-56 0 0,1 0 0 0 0,0 0 0 0 0,0 0 0 0 0,0 0 1 0 0,0 0-1 0 0,0 0 0 0 0,1 0 0 0 0,-1-1 0 0 0,0 1 0 0 0,1-1 1 0 0,-1 1-1 0 0,0-1 0 0 0,1 0 0 0 0,0 0 0 0 0,-1 1 0 0 0,1-1 1 0 0,0 0-1 0 0,-1-3 0 0 0,-4-6 125 0 0,-8-25 1 0 0,12 29-103 0 0,-14-56 252 0 0,15 59-296 0 0,1 0-1 0 0,-1 1 0 0 0,1-1 1 0 0,0 0-1 0 0,0 0 0 0 0,0 0 1 0 0,0 1-1 0 0,1-1 0 0 0,0 0 0 0 0,0 0 1 0 0,0 1-1 0 0,2-7 0 0 0,-2 9-11 0 0,-1 0-1 0 0,1-1 0 0 0,0 1 1 0 0,-1 0-1 0 0,1 0 0 0 0,0 0 1 0 0,0 0-1 0 0,0 0 0 0 0,0 0 1 0 0,0 0-1 0 0,0 0 0 0 0,0 0 1 0 0,1 1-1 0 0,-1-1 0 0 0,0 0 1 0 0,0 1-1 0 0,1-1 0 0 0,-1 1 1 0 0,0-1-1 0 0,1 1 0 0 0,-1 0 1 0 0,0-1-1 0 0,1 1 0 0 0,-1 0 1 0 0,0 0-1 0 0,1 0 0 0 0,-1 0 0 0 0,1 0 1 0 0,1 1-1 0 0,1-1 1 0 0,27-1-60 0 0,-18 0-51 0 0,0 0 0 0 0,19 3 0 0 0,32-2-3380 0 0,-46 1-1039 0 0,-12-1 1209 0 0,5 0-3728 0 0</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30.749"/>
    </inkml:context>
    <inkml:brush xml:id="br0">
      <inkml:brushProperty name="width" value="0.05" units="cm"/>
      <inkml:brushProperty name="height" value="0.05" units="cm"/>
      <inkml:brushProperty name="color" value="#5D4753"/>
    </inkml:brush>
  </inkml:definitions>
  <inkml:trace contextRef="#ctx0" brushRef="#br0">177 33 919 0 0,'0'0'2094'0'0,"0"-9"2566"0"0,1-2 1512 0 0,-3 4-3761 0 0,2 6-2341 0 0,-1 1 0 0 0,1-1 0 0 0,0 1 0 0 0,-1 0 0 0 0,1-1 1 0 0,-1 1-1 0 0,1 0 0 0 0,-1-1 0 0 0,0 1 0 0 0,1 0 0 0 0,-1-1 0 0 0,1 1 0 0 0,-1 0 0 0 0,1 0 0 0 0,-1 0 1 0 0,0-1-1 0 0,1 1 0 0 0,-1 0 0 0 0,0 0 0 0 0,1 0 0 0 0,-1 0 0 0 0,1 0 0 0 0,-1 0 0 0 0,0 1 1 0 0,-6-1 242 0 0,1 1 0 0 0,-1 0 0 0 0,1 0 0 0 0,-1 1 1 0 0,1-1-1 0 0,0 1 0 0 0,0 1 0 0 0,0-1 0 0 0,0 1 1 0 0,-10 7-1 0 0,8-5-101 0 0,0 1 1 0 0,1 0 0 0 0,0 0-1 0 0,0 1 1 0 0,1-1 0 0 0,0 1-1 0 0,-6 9 1 0 0,10-13-190 0 0,-1 1 0 0 0,1-1 0 0 0,0 0 0 0 0,1 1 1 0 0,-1-1-1 0 0,1 1 0 0 0,-1 0 0 0 0,1-1 0 0 0,0 1 0 0 0,1 0 0 0 0,-1 0 0 0 0,0 4 0 0 0,0-5-23 0 0,1-2 0 0 0,-1 0 0 0 0,1 0 0 0 0,0 0 0 0 0,0 0 0 0 0,-1 0 0 0 0,1 0 0 0 0,0 0 0 0 0,0 0 0 0 0,0 0 0 0 0,0 0 0 0 0,0 0 0 0 0,0 0 0 0 0,1 0 0 0 0,-1 0 0 0 0,0-1 0 0 0,0 1 0 0 0,1 2 0 0 0,0-1 0 0 0,-1-1 0 0 0,0 0 0 0 0,0 1 0 0 0,1-1 0 0 0,-1 0 0 0 0,0 0 0 0 0,1 0 0 0 0,-1 0 0 0 0,1 0 0 0 0,0 1 0 0 0,-1-1 0 0 0,1 0 0 0 0,1 1 0 0 0,6 11 0 0 0,-5-9 0 0 0,-1-1-1 0 0,1 0 0 0 0,0 0 1 0 0,0 0-1 0 0,0 0 1 0 0,0-1-1 0 0,0 1 0 0 0,1-1 1 0 0,-1 1-1 0 0,1-1 1 0 0,-1 0-1 0 0,1-1 1 0 0,0 1-1 0 0,0-1 0 0 0,0 1 1 0 0,0-1-1 0 0,0 0 1 0 0,0-1-1 0 0,0 1 0 0 0,7-1 1 0 0,-7 0 12 0 0,1 0-1 0 0,0 0 1 0 0,0-1 0 0 0,0 1 0 0 0,0-1 0 0 0,-1-1-1 0 0,1 1 1 0 0,0-1 0 0 0,-1 0 0 0 0,1 0 0 0 0,-1 0-1 0 0,0 0 1 0 0,0-1 0 0 0,1 1 0 0 0,-2-1 0 0 0,1 0-1 0 0,5-6 1 0 0,-6 5 8 0 0,-1 1-1 0 0,0-1 1 0 0,0 1 0 0 0,0-1-1 0 0,0 0 1 0 0,-1 1-1 0 0,1-1 1 0 0,-1 0 0 0 0,0 0-1 0 0,0 0 1 0 0,0-7-1 0 0,0-2 72 0 0,0-1-1 0 0,-2-16 1 0 0,-1 16 105 0 0,-1 0 1 0 0,0 1 0 0 0,-6-18-1 0 0,8 28 387 0 0,2 5-253 0 0,2 9-188 0 0,7 16-215 0 0,4 2 104 0 0,3 6-9 0 0,-4-15-5 0 0,-8-11-44 0 0,0-1 0 0 0,1 0 0 0 0,0 0 1 0 0,0 0-1 0 0,12 10 0 0 0,-18-18-63 0 0,1 1 0 0 0,-1-1 1 0 0,1 1-1 0 0,-1-1 0 0 0,1 0 0 0 0,0 1 0 0 0,-1-1 0 0 0,1 0 1 0 0,0 0-1 0 0,-1 0 0 0 0,1 1 0 0 0,-1-1 0 0 0,1 0 0 0 0,0 0 0 0 0,0 0 1 0 0,1 0-1 0 0,0 0-199 0 0,11-1-839 0 0</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31.110"/>
    </inkml:context>
    <inkml:brush xml:id="br0">
      <inkml:brushProperty name="width" value="0.05" units="cm"/>
      <inkml:brushProperty name="height" value="0.05" units="cm"/>
      <inkml:brushProperty name="color" value="#5D4753"/>
    </inkml:brush>
  </inkml:definitions>
  <inkml:trace contextRef="#ctx0" brushRef="#br0">1 1 6911 0 0,'0'2'8394'0'0,"1"4"-7988"0"0,1 0 1 0 0,0-1-1 0 0,0 1 1 0 0,0 0 0 0 0,0-1-1 0 0,1 1 1 0 0,0-1 0 0 0,0 0-1 0 0,6 8 1 0 0,6 5 965 0 0,22 20 0 0 0,-23-25-768 0 0,-1 1 0 0 0,14 18 0 0 0,-13-10-188 0 0,-1-1 0 0 0,-1 2 0 0 0,-1 0 0 0 0,-1 0 0 0 0,0 1 0 0 0,-2 0 0 0 0,-1 0 0 0 0,-1 1 0 0 0,5 48 0 0 0,3 43 485 0 0,-14-97-2129 0 0</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31.738"/>
    </inkml:context>
    <inkml:brush xml:id="br0">
      <inkml:brushProperty name="width" value="0.05" units="cm"/>
      <inkml:brushProperty name="height" value="0.05" units="cm"/>
      <inkml:brushProperty name="color" value="#5D4753"/>
    </inkml:brush>
  </inkml:definitions>
  <inkml:trace contextRef="#ctx0" brushRef="#br0">6 108 8751 0 0,'0'0'674'0'0,"0"-2"-152"0"0,-5-10 8506 0 0,11 17-4745 0 0,20 28-3445 0 0,-2 0 0 0 0,36 65 0 0 0,-47-76-459 0 0,1 4 198 0 0,-13-25-378 0 0,-1-1-177 0 0,0 0-1 0 0,0 0 1 0 0,0 0-1 0 0,0 0 1 0 0,0 0-1 0 0,0 0 1 0 0,0 0-1 0 0,0 0 1 0 0,0 0-1 0 0,0 0 1 0 0,0 0-1 0 0,0 0 1 0 0,0 0-1 0 0,0 0 1 0 0,1 0-1 0 0,-1 0 1 0 0,0 0-1 0 0,0 0 1 0 0,0 0-1 0 0,0 0 1 0 0,0 0-1 0 0,0 0 1 0 0,0 0-1 0 0,0 0 1 0 0,0 0-1 0 0,0 0 1 0 0,0 0-1 0 0,0 0 1 0 0,0 0-1 0 0,0 0 1 0 0,0 0-1 0 0,0 0 1 0 0,0 0-1 0 0,0 0 0 0 0,0 1 1 0 0,0-1-1 0 0,0 0 1 0 0,0 0-1 0 0,0 0 1 0 0,0 0-1 0 0,0 0 1 0 0,0 0-1 0 0,0 0 1 0 0,0 0-1 0 0,0 0 1 0 0,0 0-1 0 0,0 0 1 0 0,0 0-1 0 0,0 0 1 0 0,0 0-1 0 0,0 0 1 0 0,0 0-1 0 0,0 0 1 0 0,0 0-1 0 0,0 0 1 0 0,0 1-1 0 0,3-8 292 0 0,2-12-147 0 0,-5-14 77 0 0,2-71 181 0 0,-1 89-392 0 0,1 0 0 0 0,0 1 0 0 0,2-1 0 0 0,-1 1 0 0 0,7-14 0 0 0,-8 23-25 0 0,0 0 1 0 0,1 1 0 0 0,0-1-1 0 0,0 1 1 0 0,0-1-1 0 0,4-3 1 0 0,-6 7-8 0 0,-1 0 0 0 0,1 0 0 0 0,0 0 0 0 0,-1 0-1 0 0,1 0 1 0 0,0 1 0 0 0,0-1 0 0 0,0 0 0 0 0,-1 1 0 0 0,1-1 0 0 0,0 0 0 0 0,0 1-1 0 0,0-1 1 0 0,0 1 0 0 0,0-1 0 0 0,0 1 0 0 0,0 0 0 0 0,1-1 0 0 0,-1 1 0 0 0,0 0-1 0 0,0 0 1 0 0,0 0 0 0 0,0 0 0 0 0,0 0 0 0 0,0 0 0 0 0,0 0 0 0 0,0 0 0 0 0,1 0-1 0 0,-1 0 1 0 0,0 1 0 0 0,0-1 0 0 0,0 0 0 0 0,0 1 0 0 0,0-1 0 0 0,0 1 0 0 0,0-1-1 0 0,1 2 1 0 0,1-1-7 0 0,-2 1 3 0 0,0-1 0 0 0,0 0 0 0 0,1 0 0 0 0,-1 0 0 0 0,0 0 0 0 0,0 1 0 0 0,0-1 0 0 0,-1 0 0 0 0,1 1 0 0 0,0-1 0 0 0,-1 1 0 0 0,2 2 0 0 0,1 3-4 0 0,2 4-1 0 0,0 0-1 0 0,-1 0 0 0 0,0 0 1 0 0,-1 1-1 0 0,0 0 1 0 0,-1-1-1 0 0,1 20 1 0 0,8 31-128 0 0,-11-61 26 0 0,0 1 0 0 0,0-1 0 0 0,1 1 1 0 0,-1-1-1 0 0,1 1 0 0 0,-1-1 0 0 0,1 1 1 0 0,0-1-1 0 0,0 1 0 0 0,-1-1 0 0 0,1 0 0 0 0,0 0 1 0 0,0 1-1 0 0,0-1 0 0 0,0 0 0 0 0,0 0 1 0 0,1 0-1 0 0,-1 0 0 0 0,0 0 0 0 0,0 0 1 0 0,1 0-1 0 0,-1-1 0 0 0,1 1 0 0 0,-1 0 0 0 0,1-1 1 0 0,-1 1-1 0 0,1-1 0 0 0,-1 0 0 0 0,1 1 1 0 0,-1-1-1 0 0,1 0 0 0 0,-1 0 0 0 0,1 0 1 0 0,-1 0-1 0 0,1 0 0 0 0,0 0 0 0 0,1-1 0 0 0,11-2-2082 0 0</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32.100"/>
    </inkml:context>
    <inkml:brush xml:id="br0">
      <inkml:brushProperty name="width" value="0.05" units="cm"/>
      <inkml:brushProperty name="height" value="0.05" units="cm"/>
      <inkml:brushProperty name="color" value="#5D4753"/>
    </inkml:brush>
  </inkml:definitions>
  <inkml:trace contextRef="#ctx0" brushRef="#br0">174 41 16151 0 0,'-6'-3'466'0'0,"-1"0"1"0"0,1 1-1 0 0,-1 0 0 0 0,1 0 0 0 0,-1 0 1 0 0,0 1-1 0 0,0 0 0 0 0,1 0 0 0 0,-1 1 0 0 0,0 0 1 0 0,0 0-1 0 0,-9 2 0 0 0,12-1-284 0 0,0 0 0 0 0,0 0 0 0 0,0 0 0 0 0,1 0 0 0 0,-1 1 0 0 0,0-1 0 0 0,1 1 0 0 0,-1 0 0 0 0,1 0 0 0 0,-1 0 0 0 0,1 1 0 0 0,0-1 0 0 0,0 1 0 0 0,0 0 0 0 0,1 0 0 0 0,-1 0 0 0 0,0 0 0 0 0,1 1 0 0 0,0-1 0 0 0,0 0 0 0 0,0 1 0 0 0,-2 5 0 0 0,3-4-182 0 0,0-1-1 0 0,0 1 1 0 0,0 0 0 0 0,1-1 0 0 0,0 1-1 0 0,0 0 1 0 0,0 0 0 0 0,0-1 0 0 0,1 1 0 0 0,-1 0-1 0 0,3 5 1 0 0,2 9-22 0 0,11 24 0 0 0,-15-40 22 0 0,0 1-1 0 0,1 0-1 0 0,0 0 1 0 0,0-1 0 0 0,0 1-1 0 0,0 0 1 0 0,1-1 0 0 0,-1 0-1 0 0,1 1 1 0 0,0-1 0 0 0,0 0-1 0 0,0-1 1 0 0,1 1 0 0 0,-1 0-1 0 0,0-1 1 0 0,1 0 0 0 0,0 0-1 0 0,0 0 1 0 0,-1 0 0 0 0,1 0-1 0 0,0-1 1 0 0,0 0 0 0 0,1 0-1 0 0,5 1 1 0 0,-2-1-1 0 0,-1-1 0 0 0,0 0-1 0 0,0 0 1 0 0,1-1 0 0 0,-1 0-1 0 0,0 0 1 0 0,0-1 0 0 0,0 0 0 0 0,0 0-1 0 0,0-1 1 0 0,-1 1 0 0 0,1-1-1 0 0,6-5 1 0 0,-3 2 25 0 0,-1 0 0 0 0,0 0 0 0 0,0-1 0 0 0,-1 0 0 0 0,0-1 0 0 0,0 0 0 0 0,13-16 0 0 0,-19 21 2 0 0,0-1 0 0 0,0 1-1 0 0,-1 0 1 0 0,1 0 0 0 0,-1-1-1 0 0,1 1 1 0 0,-1-1 0 0 0,0 1-1 0 0,0-1 1 0 0,-1 1 0 0 0,1-1-1 0 0,-1 0 1 0 0,0 1-1 0 0,0-1 1 0 0,0 0 0 0 0,0 1-1 0 0,-1-1 1 0 0,1 0 0 0 0,-1 1-1 0 0,0-1 1 0 0,0 1 0 0 0,0-1-1 0 0,-1 1 1 0 0,1 0 0 0 0,-1-1-1 0 0,0 1 1 0 0,-2-4 0 0 0,-1 1 58 0 0,0-1 0 0 0,0 1 1 0 0,-1 0-1 0 0,0 1 0 0 0,0-1 0 0 0,0 1 1 0 0,-1 0-1 0 0,0 1 0 0 0,0 0 1 0 0,0 0-1 0 0,0 0 0 0 0,-11-3 0 0 0,11 5-22 0 0,1 0 0 0 0,0 0-1 0 0,-1 1 1 0 0,1 0 0 0 0,-1 0-1 0 0,0 1 1 0 0,1 0 0 0 0,-1 0-1 0 0,0 0 1 0 0,1 1 0 0 0,-1 0-1 0 0,1 0 1 0 0,-1 1 0 0 0,1 0-1 0 0,-11 4 1 0 0,14-5-180 0 0,0 1 0 0 0,0-1 0 0 0,0 1 0 0 0,0 0 0 0 0,0 0-1 0 0,1 0 1 0 0,-1 0 0 0 0,1 1 0 0 0,0-1 0 0 0,-1 0 0 0 0,1 1 0 0 0,0 0 0 0 0,-3 5 0 0 0,5-7 26 0 0,-1 1 1 0 0,1 0 0 0 0,-1-1-1 0 0,1 1 1 0 0,0 0-1 0 0,-1-1 1 0 0,1 1 0 0 0,0 0-1 0 0,0-1 1 0 0,0 1-1 0 0,1 0 1 0 0,-1-1 0 0 0,0 1-1 0 0,1 0 1 0 0,-1-1 0 0 0,1 1-1 0 0,-1 0 1 0 0,1-1-1 0 0,0 1 1 0 0,0-1 0 0 0,-1 1-1 0 0,1-1 1 0 0,0 0-1 0 0,0 1 1 0 0,1-1 0 0 0,-1 0-1 0 0,0 0 1 0 0,3 2-1 0 0,8 7-2016 0 0</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32.461"/>
    </inkml:context>
    <inkml:brush xml:id="br0">
      <inkml:brushProperty name="width" value="0.05" units="cm"/>
      <inkml:brushProperty name="height" value="0.05" units="cm"/>
      <inkml:brushProperty name="color" value="#5D4753"/>
    </inkml:brush>
  </inkml:definitions>
  <inkml:trace contextRef="#ctx0" brushRef="#br0">167 62 6447 0 0,'0'0'499'0'0,"-1"-2"141"0"0,-1-3 1466 0 0,-1-1-1 0 0,0 0 1 0 0,0 1 0 0 0,-1 0-1 0 0,1 0 1 0 0,-7-7-1 0 0,-7-1 104 0 0,16 12-1621 0 0,-1 1-120 0 0,-3-1-347 0 0,1 1 0 0 0,-1 0 0 0 0,1 0 0 0 0,-1 0 0 0 0,1 1 0 0 0,-1-1 0 0 0,1 1 0 0 0,-1 0 0 0 0,1 1 0 0 0,-1-1-1 0 0,-7 4 1 0 0,9-3-105 0 0,0 0-1 0 0,-1 0 1 0 0,1 0-1 0 0,0 0 0 0 0,0 0 1 0 0,0 1-1 0 0,1-1 0 0 0,-1 1 1 0 0,0 0-1 0 0,1 0 0 0 0,0 0 1 0 0,0 0-1 0 0,0 0 0 0 0,0 1 1 0 0,-2 4-1 0 0,1-1-15 0 0,1 1 0 0 0,0-1 0 0 0,1 1 0 0 0,-1-1 0 0 0,2 1 0 0 0,-1 0 0 0 0,1 0 0 0 0,0 0 0 0 0,0-1 0 0 0,1 1 0 0 0,0 0 0 0 0,1-1 0 0 0,0 1 0 0 0,0-1 0 0 0,0 1 0 0 0,6 11 0 0 0,-3-9-3 0 0,0-1 1 0 0,1 1-1 0 0,-1-1 0 0 0,2-1 0 0 0,10 13 0 0 0,-14-18-8 0 0,0 0-1 0 0,0-1 1 0 0,0 1 0 0 0,1-1-1 0 0,-1 0 1 0 0,1 0-1 0 0,-1 0 1 0 0,1 0-1 0 0,-1-1 1 0 0,1 0 0 0 0,0 1-1 0 0,0-1 1 0 0,0 0-1 0 0,0-1 1 0 0,0 1-1 0 0,0-1 1 0 0,7 0-1 0 0,-5 0-292 0 0,-1-1-1 0 0,0 0 1 0 0,0 0-1 0 0,0 0 1 0 0,1 0-1 0 0,-1-1 1 0 0,0 0-1 0 0,-1 0 1 0 0,1 0-1 0 0,0-1 1 0 0,-1 1-1 0 0,1-1 1 0 0,-1 0-1 0 0,0-1 1 0 0,0 1-1 0 0,0-1 1 0 0,5-5-1 0 0,3-5-1575 0 0</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32.809"/>
    </inkml:context>
    <inkml:brush xml:id="br0">
      <inkml:brushProperty name="width" value="0.05" units="cm"/>
      <inkml:brushProperty name="height" value="0.05" units="cm"/>
      <inkml:brushProperty name="color" value="#5D4753"/>
    </inkml:brush>
  </inkml:definitions>
  <inkml:trace contextRef="#ctx0" brushRef="#br0">0 0 8751 0 0,'0'0'14077'0'0,"0"2"-13586"0"0,4 11-178 0 0,0-1 0 0 0,0 0 0 0 0,1-1 0 0 0,0 1 0 0 0,1-1 0 0 0,13 19 0 0 0,-4-6 48 0 0,20 29-67 0 0,-23-37-169 0 0,-2 0-1 0 0,0 0 1 0 0,14 31-1 0 0,-14-18-92 0 0,-4-12-6 0 0,0 0 0 0 0,13 22-1 0 0,-12-33-276 0 0</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33.154"/>
    </inkml:context>
    <inkml:brush xml:id="br0">
      <inkml:brushProperty name="width" value="0.05" units="cm"/>
      <inkml:brushProperty name="height" value="0.05" units="cm"/>
      <inkml:brushProperty name="color" value="#5D4753"/>
    </inkml:brush>
  </inkml:definitions>
  <inkml:trace contextRef="#ctx0" brushRef="#br0">96 142 10591 0 0,'-33'-30'2656'0'0,"30"28"-1624"0"0,1 0 1 0 0,-1 0-1 0 0,0 0 1 0 0,0 1-1 0 0,0-1 0 0 0,-5-1 1301 0 0,7 3-2209 0 0,1 0 0 0 0,-1 0 0 0 0,0 0 0 0 0,1 0 0 0 0,-1 1 0 0 0,0-1 0 0 0,1 0 0 0 0,-1 0 0 0 0,1 0 0 0 0,-1 1 0 0 0,0-1 0 0 0,1 0 0 0 0,-1 1 0 0 0,1-1 0 0 0,-1 1 0 0 0,1-1 0 0 0,-1 0 0 0 0,1 1 0 0 0,-1-1 0 0 0,1 1 0 0 0,-1 0-1 0 0,-11 12 582 0 0,10-9-663 0 0,0 0 0 0 0,0 0 1 0 0,1 0-1 0 0,0 1 0 0 0,-1-1 1 0 0,1 0-1 0 0,1 0 0 0 0,-1 1 1 0 0,1-1-1 0 0,0 0 0 0 0,0 7 0 0 0,0-4-2 0 0,1-1 0 0 0,0 1 0 0 0,0-1-1 0 0,1 0 1 0 0,-1 1 0 0 0,1-1-1 0 0,4 7 1 0 0,-3-6-40 0 0,1 0 0 0 0,1 0 0 0 0,-1 0 0 0 0,1-1 0 0 0,0 0 0 0 0,1 0 0 0 0,-1 0 0 0 0,11 8 0 0 0,-13-12 0 0 0,1 1 0 0 0,-1-1 0 0 0,1 0 0 0 0,0 0 0 0 0,0 0 0 0 0,0-1 0 0 0,0 1 0 0 0,0-1 0 0 0,0 0 0 0 0,0 0 0 0 0,0 0 0 0 0,1-1 0 0 0,-1 1 0 0 0,0-1 0 0 0,1 0 0 0 0,-1 0 0 0 0,8-2 0 0 0,-3 0 49 0 0,0 0-1 0 0,1-1 1 0 0,-1-1 0 0 0,0 1-1 0 0,0-1 1 0 0,-1-1-1 0 0,1 1 1 0 0,-1-2 0 0 0,11-8-1 0 0,-16 12-26 0 0,0-1-1 0 0,0 0 0 0 0,0 1 1 0 0,-1-1-1 0 0,1 0 1 0 0,-1-1-1 0 0,0 1 0 0 0,0 0 1 0 0,0-1-1 0 0,0 1 1 0 0,-1-1-1 0 0,1 1 0 0 0,-1-1 1 0 0,0 0-1 0 0,0 0 1 0 0,0 1-1 0 0,-1-1 0 0 0,1 0 1 0 0,-1 0-1 0 0,0 0 1 0 0,0 0-1 0 0,0 0 0 0 0,-1 0 1 0 0,1 0-1 0 0,-1 1 1 0 0,-1-5-1 0 0,-3-7 200 0 0,-1 1 0 0 0,-1 1 1 0 0,0-1-1 0 0,-1 1 0 0 0,0 0 0 0 0,-1 1 0 0 0,0 0 1 0 0,-19-18-1 0 0,23 25-133 0 0,0 0 0 0 0,-1 1 0 0 0,1 0 0 0 0,-1 0 0 0 0,-9-4-1 0 0,13 7-78 0 0,-1 0-1 0 0,1 0 1 0 0,-1 0-1 0 0,1 0 0 0 0,-1 1 1 0 0,1-1-1 0 0,-1 1 1 0 0,1 0-1 0 0,-1 0 1 0 0,0 0-1 0 0,1 0 0 0 0,-1 0 1 0 0,1 0-1 0 0,-1 1 1 0 0,1-1-1 0 0,-6 3 0 0 0,7-3-40 0 0,0 1 1 0 0,0 0-1 0 0,0-1 0 0 0,0 1 0 0 0,1 0 0 0 0,-1 0 0 0 0,0 0 0 0 0,0 0 0 0 0,0 0 0 0 0,1 0 0 0 0,-1 0 0 0 0,0 0 1 0 0,1 0-1 0 0,-1 0 0 0 0,1 0 0 0 0,-1 1 0 0 0,1-1 0 0 0,0 1 0 0 0,-4 21-1815 0 0,6-10 150 0 0,3 0-78 0 0</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07T15:43:33.530"/>
    </inkml:context>
    <inkml:brush xml:id="br0">
      <inkml:brushProperty name="width" value="0.05" units="cm"/>
      <inkml:brushProperty name="height" value="0.05" units="cm"/>
      <inkml:brushProperty name="color" value="#5D4753"/>
    </inkml:brush>
  </inkml:definitions>
  <inkml:trace contextRef="#ctx0" brushRef="#br0">29 0 18223 0 0,'0'0'1654'0'0,"-3"0"-1364"0"0,-8 1-710 0 0,-1 0 5565 0 0,10 13-3818 0 0,2-5-1143 0 0,1 0-1 0 0,0-1 1 0 0,1 1-1 0 0,0-1 1 0 0,1 0 0 0 0,0 0-1 0 0,0 0 1 0 0,8 15-1 0 0,1 5 98 0 0,6 21 128 0 0,-3 2 0 0 0,12 68 0 0 0,-10-38-97 0 0,-10-55-194 0 0,1-1 0 0 0,12 25-1 0 0,-19-46-108 0 0,-1-2-3 0 0,1-1-1 0 0,-1 0 1 0 0,1 1-1 0 0,0-1 1 0 0,-1 0-1 0 0,1 0 1 0 0,0 1-1 0 0,0-1 1 0 0,0 0-1 0 0,0 0 1 0 0,1 1-1 0 0,-1-1 12 0 0,-1 0-1 0 0,1 0 0 0 0,0 0 1 0 0,0 0-1 0 0,-1-1 1 0 0,1 1-1 0 0,0 0 1 0 0,0-1-1 0 0,0 1 1 0 0,0 0-1 0 0,0-1 1 0 0,0 1-1 0 0,0-1 1 0 0,0 0-1 0 0,0 1 1 0 0,0-1-1 0 0,0 0 1 0 0,0 0-1 0 0,0 1 1 0 0,0-1-1 0 0,0 0 0 0 0,0 0 1 0 0,0 0-1 0 0,1 0 1 0 0,-1 0-1 0 0,2-1 1 0 0,-1 0 20 0 0,0 0 0 0 0,1 0 0 0 0,-1 0 0 0 0,0-1 0 0 0,0 1 1 0 0,1 0-1 0 0,-1-1 0 0 0,0 0 0 0 0,2-2 0 0 0,-3 3-28 0 0,0 0-1 0 0,0 0 1 0 0,-1 0-1 0 0,1 0 1 0 0,0 0-1 0 0,0 1 1 0 0,0-1-1 0 0,0 0 1 0 0,0 1 0 0 0,0-1-1 0 0,0 0 1 0 0,0 1-1 0 0,0 0 1 0 0,0-1-1 0 0,0 1 1 0 0,0-1-1 0 0,1 1 1 0 0,1 0 0 0 0,2-1-4 0 0,23-9 45 0 0,1-1-37 0 0,32-8 0 0 0,-45 14 44 0 0,23-9 0 0 0,10-4-47 0 0,-42 15-10 0 0,0 0 0 0 0,0 0 0 0 0,0 0 0 0 0,7-6 0 0 0,22-10 0 0 0,-35 19 0 0 0,12-6 0 0 0,5-5 0 0 0,-16 9 0 0 0,15-3 0 0 0,-9 4 19 0 0,-7 1 502 0 0,-2 0-599 0 0,-1 1 0 0 0,1-1-1 0 0,0 1 1 0 0,0 0 0 0 0,-1-1 0 0 0,1 1-1 0 0,0 0 1 0 0,0 0 0 0 0,0 0 0 0 0,0 0-1 0 0,0 0 1 0 0,0 0 0 0 0,0 0 0 0 0,-1 2-1 0 0,-2 1-1831 0 0</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8:25:20.783"/>
    </inkml:context>
    <inkml:brush xml:id="br0">
      <inkml:brushProperty name="width" value="0.2" units="cm"/>
      <inkml:brushProperty name="height" value="0.2" units="cm"/>
      <inkml:brushProperty name="color" value="#004F8B"/>
    </inkml:brush>
  </inkml:definitions>
  <inkml:trace contextRef="#ctx0" brushRef="#br0">3535 580 9671 0 0,'-1'-1'8182'0'0,"-4"-5"-8285"0"0,1 0 1 0 0,-1 0-1 0 0,0 1 1 0 0,0-1-1 0 0,0 2 1 0 0,-8-6-1 0 0,-12 0-125 0 0,20 8 490 0 0,-1 0 0 0 0,1 0-1 0 0,-1 0 1 0 0,-6-6-1 0 0,4 1-54 0 0,0-1 0 0 0,0 0-1 0 0,1-1 1 0 0,0 0-1 0 0,0-1 1 0 0,1 0 0 0 0,-9-17-1 0 0,6 10-229 0 0,0 2 0 0 0,-12-16 0 0 0,13 22-27 0 0,0-1-1 0 0,0 2 1 0 0,-1-1-1 0 0,0 2 1 0 0,0-1-1 0 0,-17-8 1 0 0,-54-36 110 0 0,3 1 225 0 0,30 25-140 0 0,-98-52 142 0 0,-4 15-79 0 0,120 55-204 0 0,-1 2-1 0 0,1 2 1 0 0,-1 1-1 0 0,-41 3 1 0 0,-117 27-7 0 0,157-22 4 0 0,-30 8-13 0 0,1 4 0 0 0,0 3 0 0 0,1 3 0 0 0,1 4 0 0 0,-78 52 0 0 0,54-30-13 0 0,40-24 1 0 0,-60 47 1 0 0,77-50 23 0 0,1 1 0 0 0,-30 38 0 0 0,39-42 0 0 0,2 0 0 0 0,-1 2 0 0 0,2 0 0 0 0,-15 33 0 0 0,-2 17 6 0 0,26-60-69 0 0,0 1-1 0 0,0 0 0 0 0,0 0 1 0 0,-1 22-1 0 0,3-24-24 0 0,1-7 0 0 0,0 0-176 0 0,0 8 176 0 0,0-8 216 0 0,-2-4-121 0 0,-1 0 0 0 0,1 0-1 0 0,0 0 1 0 0,0 0 0 0 0,0-1-1 0 0,0 1 1 0 0,1-1 0 0 0,-4-2-1 0 0,0-1-2 0 0,-7-4-7 0 0,-20-13-1 0 0,25 19-33 0 0,0 0-1 0 0,0 1 0 0 0,-10-2 1 0 0,12 3 16 0 0,-1 0 1 0 0,1 1 0 0 0,-1 0-1 0 0,0 1 1 0 0,1 0-1 0 0,-11 3 1 0 0,-33 17-88 0 0,31-12 76 0 0,-2 1 32 0 0,1 2-1 0 0,-26 19 1 0 0,-35 37 56 0 0,44-36 20 0 0,15-14-73 0 0,1 1 1 0 0,0 1-1 0 0,-28 38 0 0 0,28-27-3 0 0,0 0 0 0 0,1 2 0 0 0,2 1 0 0 0,0 1 0 0 0,2 0 0 0 0,1 2 0 0 0,1 0 0 0 0,-13 56 0 0 0,20-70-4 0 0,2 0-1 0 0,1 1 0 0 0,0-1 1 0 0,1 1-1 0 0,0-1 1 0 0,2 1-1 0 0,0 0 1 0 0,1 0-1 0 0,1 0 0 0 0,0-1 1 0 0,2 1-1 0 0,0-1 1 0 0,10 36-1 0 0,-6-38 3 0 0,-6-17 4 0 0,9 26 9 0 0,-11-27 44 0 0,-1-3 14 0 0,-2 1-52 0 0,1 0 0 0 0,-1 0-1 0 0,1 0 1 0 0,-1 0 0 0 0,0-1 0 0 0,1 0 0 0 0,-1 0-1 0 0,0 0 1 0 0,1 0 0 0 0,-1 0 0 0 0,1-1 0 0 0,-5-1-1 0 0,-3 0-9 0 0,-1 0-12 0 0,-1 2-1 0 0,1 0 1 0 0,-1 1-1 0 0,0 0 1 0 0,1 1-1 0 0,0 1 1 0 0,-1 1 0 0 0,1 0-1 0 0,0 1 1 0 0,-16 9-1 0 0,-73 49-6 0 0,65-41-36 0 0,1 3 0 0 0,-39 37 0 0 0,50-40 31 0 0,2 1 0 0 0,-29 38 0 0 0,-32 61-6 0 0,67-97 0 0 0,1 0 1 0 0,-23 54 0 0 0,-12 63-29 0 0,36-93 27 0 0,2 0-1 0 0,1 1 1 0 0,1 0-1 0 0,-3 65 1 0 0,1 206-115 0 0,12-265 107 0 0,5 60 1 0 0,-4-94 29 0 0,1 0 0 0 0,1-1 0 0 0,0 0 0 0 0,1 0 0 0 0,13 37 0 0 0,-14-49 16 0 0,0-1 0 0 0,0 0-1 0 0,0 0 1 0 0,1-1 0 0 0,0 0-1 0 0,0 0 1 0 0,1 0 0 0 0,-1-1-1 0 0,1 0 1 0 0,0 0 0 0 0,0-1-1 0 0,0 0 1 0 0,1 0 0 0 0,0-1-1 0 0,-1-1 1 0 0,1 1 0 0 0,0-1 0 0 0,12 2-1 0 0,-3-1 20 0 0,0-1-1 0 0,0-2 1 0 0,0 0-1 0 0,0-1 1 0 0,0-1-1 0 0,0-2 1 0 0,23-6-1 0 0,4-9-32 0 0,-30 11 0 0 0,-1-4 0 0 0,-3 0 0 0 0,-5-1 15 0 0,-4 12-10 0 0,0-1 1 0 0,0 0-1 0 0,0 0 0 0 0,0 0 1 0 0,0 1-1 0 0,0-1 0 0 0,0 0 1 0 0,-1 0-1 0 0,1 1 0 0 0,0-1 0 0 0,0 0 1 0 0,0 0-1 0 0,-1 1 0 0 0,1-1 1 0 0,0 1-1 0 0,-1-1 0 0 0,1 0 1 0 0,-1 1-1 0 0,1-1 0 0 0,0 1 1 0 0,-1-1-1 0 0,1 1 0 0 0,-1-1 1 0 0,1 1-1 0 0,-2-1 0 0 0,-11-8 56 0 0,10 8-62 0 0,0 0 0 0 0,-1 0 1 0 0,1 1-1 0 0,0 0 0 0 0,0 0 1 0 0,-1 0-1 0 0,1 0 0 0 0,0 1 1 0 0,-1-1-1 0 0,1 1 1 0 0,0 0-1 0 0,0 1 0 0 0,0-1 1 0 0,0 1-1 0 0,0-1 0 0 0,-5 5 1 0 0,-1 2-39 0 0,0 0 1 0 0,0 1-1 0 0,-13 17 0 0 0,8-8-21 0 0,1 0 0 0 0,0 0 0 0 0,1 2 0 0 0,0 0 0 0 0,-11 28 0 0 0,8-11 119 0 0,2 0 1 0 0,1 1-1 0 0,2 0 0 0 0,-13 69 0 0 0,12-31 36 0 0,-5 87-1 0 0,14-130-94 0 0,1 0 0 0 0,2 0 0 0 0,1 0 0 0 0,0 0-1 0 0,9 43 1 0 0,-2-27 128 0 0,3-1 0 0 0,1 0-1 0 0,19 52 1 0 0,-18-66-24 0 0,0-1 1 0 0,2 0-1 0 0,0-2 1 0 0,36 52 0 0 0,-22-43-84 0 0,2-2 1 0 0,68 64 0 0 0,-52-61 167 0 0,88 54 1 0 0,-132-92-170 0 0,12 8 97 0 0,0-2-1 0 0,1-1 1 0 0,31 11-1 0 0,-20-12 55 0 0,0-2 0 0 0,40 0 0 0 0,-52-5-127 0 0,0-2 0 0 0,-1 0 0 0 0,1-1 0 0 0,0-1-1 0 0,27-13 1 0 0,46-32 319 0 0,-86 47-350 0 0,-2 2-5 0 0,-1-1 1 0 0,1 1-1 0 0,0-1 0 0 0,-1 1 0 0 0,1-1 1 0 0,0 1-1 0 0,-1 0 0 0 0,1-1 1 0 0,0 1-1 0 0,0 0 0 0 0,-1 0 0 0 0,1 0 1 0 0,0 0-1 0 0,0 0 0 0 0,16 1 6 0 0,-13 2-14 0 0,-1-1-2 0 0,0 0 10 0 0,13 16 37 0 0,72 107-33 0 0,3 3-13 0 0,-75-109-3 0 0,1-1 0 0 0,0-1 0 0 0,32 23 0 0 0,-13-16-34 0 0,40 19 0 0 0,-23-19 8 0 0,103 24 0 0 0,-111-38 45 0 0,0-3 0 0 0,0-3 0 0 0,1-3 0 0 0,-1-2-1 0 0,0-3 1 0 0,69-17 0 0 0,-78 9 59 0 0,0-1-1 0 0,-1-3 1 0 0,0-2 0 0 0,59-43-1 0 0,-72 45-9 0 0,0-2 0 0 0,-1-1 0 0 0,25-28 0 0 0,-33 30-21 0 0,0 0-1 0 0,0 0 1 0 0,-2-2 0 0 0,1 0-1 0 0,12-29 1 0 0,-20 39-47 0 0,-1 3-5 0 0,-1 0 1 0 0,1 0 0 0 0,0 1-1 0 0,0-1 1 0 0,1 1-1 0 0,0 0 1 0 0,-1 0 0 0 0,8-6-1 0 0,-10 9 9 0 0,0 1 0 0 0,1-1 0 0 0,-1 1 0 0 0,0-1 0 0 0,0 1 0 0 0,1 0 0 0 0,-1 0 0 0 0,1 0 0 0 0,2-2 0 0 0,-1 1 0 0 0,-1 1 0 0 0,0 0 0 0 0,-1 0 0 0 0,1 0 0 0 0,0 0 0 0 0,0 0 0 0 0,0 0 0 0 0,0 1 0 0 0,0-1 0 0 0,-1 1 0 0 0,1 0 0 0 0,0 0 0 0 0,0 0 0 0 0,2 0 0 0 0,-2 0 0 0 0,-1 0 0 0 0,0 0 0 0 0,1 0 0 0 0,-1 0 0 0 0,1 0 0 0 0,-1 1 0 0 0,0-1 0 0 0,1 0 0 0 0,-1 1 0 0 0,0 0 0 0 0,1-1 0 0 0,0 2 0 0 0,2 1 0 0 0,77 42 0 0 0,-58-30 0 0 0,0-1 0 0 0,36 13 0 0 0,-13-14 88 0 0,0-2 0 0 0,1-4 0 0 0,-1-1 0 0 0,1-4 0 0 0,69-8 0 0 0,-91 3-75 0 0,81-10 25 0 0,-78 7-31 0 0,49-18-1 0 0,-44 11 38 0 0,0-2 1 0 0,50-35-1 0 0,-73 43-32 0 0,0-1-1 0 0,-1 0 1 0 0,1-1 0 0 0,-1 0 0 0 0,-1-1-1 0 0,1-1 1 0 0,-1 0 0 0 0,-1 0-1 0 0,1-1 1 0 0,-1 0 0 0 0,-1-1 0 0 0,6-14-1 0 0,-8 15 6 0 0,0-1-1 0 0,-1 1 0 0 0,0-1 1 0 0,0 0-1 0 0,-1 0 0 0 0,-1-1 1 0 0,1-25-1 0 0,0 19 2 0 0,0-1 1 0 0,4-22-1 0 0,-2 18-9 0 0,-1 10-9 0 0,0 0 0 0 0,5-15 0 0 0,1 0 0 0 0,-6 26 0 0 0,-1 1 0 0 0,-1 0 0 0 0,1 0 0 0 0,0 1 0 0 0,0-1 0 0 0,0 1 0 0 0,4-3 0 0 0,4-2 0 0 0,-6 5-6 0 0,0 0 0 0 0,1 1 1 0 0,-1-1-1 0 0,0 1 0 0 0,1 1 0 0 0,-1-1 0 0 0,1 1 0 0 0,-1 0 0 0 0,1 1 1 0 0,-1-1-1 0 0,9 3 0 0 0,3 3-33 0 0,-1 1 1 0 0,16 9 0 0 0,6 4 7 0 0,-12-11 31 0 0,1-1 0 0 0,0-1 0 0 0,1-3 0 0 0,-1 0 0 0 0,41-3 0 0 0,-43-2 0 0 0,42-11 0 0 0,-37 6 0 0 0,-3-1 7 0 0,1-1 0 0 0,-2-1 1 0 0,27-16-1 0 0,72-50 41 0 0,-102 59-15 0 0,-1-1 0 0 0,0-2 0 0 0,-1 0 0 0 0,-1-2 0 0 0,0-1 0 0 0,-1-1 0 0 0,-1-1 0 0 0,20-35-1 0 0,-31 47-9 0 0,0 0-1 0 0,-1 0 1 0 0,0-1-1 0 0,0 0 1 0 0,-1 0-1 0 0,-1 0 1 0 0,0-1-1 0 0,0 0 0 0 0,-1 0 1 0 0,0 0-1 0 0,1-18 1 0 0,-2-15 61 0 0,-1-1-1 0 0,-6-47 1 0 0,4 58-42 0 0,-4-32-93 0 0,-22-115-1 0 0,23 140-88 0 0,5 44 138 0 0,0-1 0 0 0,1 1-1 0 0,-1-1 1 0 0,0 1 0 0 0,1-1-1 0 0,-1 1 1 0 0,0 0 0 0 0,1-1-1 0 0,-1 1 1 0 0,1 0 0 0 0,-1-1-1 0 0,1 1 1 0 0,-1 0 0 0 0,1 0-1 0 0,-1 0 1 0 0,1-1 0 0 0,0 1-1 0 0,-1 0 3 0 0,6-1 4 0 0,-1 0 1 0 0,1 0-1 0 0,-1 0 1 0 0,1 1-1 0 0,-1 0 0 0 0,1 1 1 0 0,-1 0-1 0 0,1 0 1 0 0,-1 1-1 0 0,7 2 1 0 0,7 1-1 0 0,4 1 7 0 0,1-2-1 0 0,34 0 1 0 0,-46-4-6 0 0,1-1-1 0 0,-1-1 1 0 0,1-1-1 0 0,-1 0 1 0 0,0-1 0 0 0,17-9-1 0 0,-11 3 21 0 0,0-1 1 0 0,0-2-1 0 0,0 0 0 0 0,-2-1 1 0 0,1-2-1 0 0,-1 0 0 0 0,23-32 1 0 0,-18 18 17 0 0,-2-1 1 0 0,-1-2-1 0 0,-1 0 1 0 0,0-2 0 0 0,22-69-1 0 0,-32 83-43 0 0,-1 0 0 0 0,0 0 0 0 0,-2 0 0 0 0,0-1 0 0 0,-1 0 0 0 0,3-40 0 0 0,-6 29 0 0 0,0-1 0 0 0,-2 1 0 0 0,-8-62 0 0 0,3 50 0 0 0,-2 0 0 0 0,-23-77 0 0 0,25 98 0 0 0,-2 1 0 0 0,0 0 0 0 0,-1 1 0 0 0,-1 1 0 0 0,0 0 0 0 0,-22-30 0 0 0,26 42 0 0 0,0 3-13 0 0,6 4-51 0 0,4 1-56 0 0,14-8 56 0 0,1 0 0 0 0,-1-2 0 0 0,0-1 0 0 0,21-20 0 0 0,-31 25 41 0 0,0-1 0 0 0,0 1 0 0 0,-1-1 0 0 0,1-1 0 0 0,-1 0 0 0 0,-1 0 0 0 0,6-12 0 0 0,-8 14 17 0 0,0 0 1 0 0,0 1-1 0 0,-1-2 1 0 0,1 1-1 0 0,-1 0 1 0 0,-1 0-1 0 0,1-1 0 0 0,-1 1 1 0 0,0-1-1 0 0,0 0 1 0 0,-1 1-1 0 0,0-9 1 0 0,0-7 15 0 0,-13-172 161 0 0,0 60-111 0 0,-21-156 168 0 0,29 255-212 0 0,-1 0 0 0 0,-2 1 0 0 0,-12-38-1 0 0,13 54-5 0 0,0 0-1 0 0,0 1 1 0 0,-1 0-1 0 0,-1 1 0 0 0,0 0 1 0 0,-1 1-1 0 0,-12-15 1 0 0,7 11 6 0 0,-2 2 1 0 0,0 1 0 0 0,-35-27-1 0 0,21 22 10 0 0,-53-25-1 0 0,62 37-41 0 0,1 2 0 0 0,-1 2 0 0 0,-1 0 0 0 0,-39-2 0 0 0,61 8 16 0 0,-7 0-23 0 0,0 0 1 0 0,-1 0 0 0 0,1 1 0 0 0,0 0 0 0 0,-1 1-1 0 0,-12 5 1 0 0,19-6-39 0 0,0-2-21 0 0,-7-1-12 0 0,6 1-2 0 0,2-1 36 0 0,-8-18 35 0 0,4-1-15 0 0,4 8 30 0 0,-1 2 10 0 0,1 0 0 0 0,0-1 0 0 0,0-16 0 0 0,0 2 0 0 0,-1 8-6 0 0,0 1-1 0 0,0-1 1 0 0,-1 1 0 0 0,-1 0-1 0 0,0 0 1 0 0,-1 1-1 0 0,0 0 1 0 0,-1 0 0 0 0,-11-23-1 0 0,13 31 7 0 0,-1 0 0 0 0,0 0 0 0 0,0 1 0 0 0,0 0 0 0 0,-1 0 0 0 0,1 1 0 0 0,-10-7 0 0 0,-47-32 0 0 0,17 14 0 0 0,26 18-19 0 0,-1 1-1 0 0,0 0 0 0 0,0 3 1 0 0,-1 0-1 0 0,-34-8 1 0 0,29 13-48 0 0,-1 2 0 0 0,0 1 1 0 0,-52 8-1 0 0,49-2-51 0 0,-33 12-1 0 0,13-2-17 0 0,20-5 123 0 0,23-7 47 0 0,-1 0 0 0 0,0-1 0 0 0,0 0 0 0 0,0-1 0 0 0,0 0 0 0 0,0 0 0 0 0,-11-2-1 0 0,4-1 10 0 0,13 1-31 0 0,-13-4 28 0 0,-9-2-44 0 0,0 2 0 0 0,-49-3 0 0 0,69 7 4 0 0,-15 2 0 0 0,11 2 4 0 0,5-3-7 0 0,0 1-1 0 0,0 0 1 0 0,1-1 0 0 0,-1 0 0 0 0,0 0 0 0 0,0 0 0 0 0,-5-1 0 0 0,-22-1-1048 0 0,29 2 692 0 0</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8:26:05.798"/>
    </inkml:context>
    <inkml:brush xml:id="br0">
      <inkml:brushProperty name="width" value="0.2" units="cm"/>
      <inkml:brushProperty name="height" value="0.2" units="cm"/>
      <inkml:brushProperty name="color" value="#004F8B"/>
    </inkml:brush>
  </inkml:definitions>
  <inkml:trace contextRef="#ctx0" brushRef="#br0">3139 515 9671 0 0,'0'-1'8182'0'0,"-4"-4"-8285"0"0,0-1 1 0 0,-1 1-1 0 0,1 1 1 0 0,-1-1-1 0 0,1 1 1 0 0,-8-5-1 0 0,-10 0-125 0 0,18 8 490 0 0,-1-1 0 0 0,0 0-1 0 0,0 0 1 0 0,-6-4-1 0 0,4-1-54 0 0,0 0 0 0 0,0 0-1 0 0,1-1 1 0 0,-1 0-1 0 0,2-1 1 0 0,-1 0 0 0 0,-7-15-1 0 0,5 9-229 0 0,-1 1 0 0 0,-9-13 0 0 0,11 19-27 0 0,0-1-1 0 0,-1 2 1 0 0,1-1-1 0 0,-1 1 1 0 0,-1 1-1 0 0,-13-9 1 0 0,-49-31 110 0 0,2 1 225 0 0,27 22-140 0 0,-87-47 142 0 0,-3 15-79 0 0,106 48-204 0 0,0 1-1 0 0,1 2 1 0 0,-2 2-1 0 0,-36 2 1 0 0,-104 24-7 0 0,140-20 4 0 0,-27 8-13 0 0,0 3 0 0 0,1 2 0 0 0,0 4 0 0 0,1 3 0 0 0,-68 46 0 0 0,47-26-13 0 0,36-22 1 0 0,-54 42 1 0 0,69-45 23 0 0,1 2 0 0 0,-28 33 0 0 0,37-37 0 0 0,-1 0 0 0 0,2 2 0 0 0,-1-1 0 0 0,-12 31 0 0 0,-1 13 6 0 0,22-52-69 0 0,0 1-1 0 0,1-1 0 0 0,0 1 1 0 0,-2 19-1 0 0,3-20-24 0 0,0-8 0 0 0,1 1-176 0 0,0 6 176 0 0,0-6 216 0 0,-1-4-121 0 0,-1 0 0 0 0,0 0-1 0 0,0 0 1 0 0,0 0 0 0 0,1 0-1 0 0,-1 0 1 0 0,0-1 0 0 0,-2-1-1 0 0,-1-2-2 0 0,-5-3-7 0 0,-18-11-1 0 0,22 16-33 0 0,-1 0-1 0 0,1 1 0 0 0,-9-1 1 0 0,10 2 16 0 0,0 0 1 0 0,0 1 0 0 0,0 0-1 0 0,0 1 1 0 0,0-1-1 0 0,-9 4 1 0 0,-29 15-88 0 0,27-11 76 0 0,-2 1 32 0 0,1 1-1 0 0,-23 18 1 0 0,-31 33 56 0 0,39-33 20 0 0,13-12-73 0 0,1 1 1 0 0,1 1-1 0 0,-25 33 0 0 0,23-24-3 0 0,2 1 0 0 0,0 2 0 0 0,1 0 0 0 0,2 1 0 0 0,0 0 0 0 0,2 2 0 0 0,0 0 0 0 0,-11 50 0 0 0,18-63-4 0 0,1 1-1 0 0,1-1 0 0 0,1 1 1 0 0,0 0-1 0 0,1 0 1 0 0,0 0-1 0 0,1 1 1 0 0,1-1-1 0 0,1 0 0 0 0,0 0 1 0 0,1-1-1 0 0,1 1 1 0 0,8 31-1 0 0,-5-32 3 0 0,-4-17 4 0 0,6 24 9 0 0,-9-25 44 0 0,-1-2 14 0 0,-1 2-52 0 0,-1-2 0 0 0,1 1-1 0 0,0 0 1 0 0,0-1 0 0 0,-1 1 0 0 0,1-1 0 0 0,0 0-1 0 0,-1 0 1 0 0,1 0 0 0 0,0-1 0 0 0,-1 1 0 0 0,-2-2-1 0 0,-4 0-9 0 0,-1 1-12 0 0,-1 0-1 0 0,1 1 1 0 0,0 1-1 0 0,-1 1 1 0 0,1-1-1 0 0,0 2 1 0 0,0 0 0 0 0,0 1-1 0 0,0 0 1 0 0,-13 9-1 0 0,-67 43-6 0 0,59-36-36 0 0,1 1 0 0 0,-35 34 0 0 0,45-35 31 0 0,1 0 0 0 0,-25 35 0 0 0,-29 53-6 0 0,59-86 0 0 0,2 1 1 0 0,-20 47 0 0 0,-12 56-29 0 0,32-83 27 0 0,2 1-1 0 0,1 0 1 0 0,2 1-1 0 0,-4 57 1 0 0,1 183-115 0 0,11-235 107 0 0,4 53 1 0 0,-3-83 29 0 0,1-1 0 0 0,0 0 0 0 0,1 0 0 0 0,0-1 0 0 0,12 34 0 0 0,-12-45 16 0 0,-1 1 0 0 0,1-1-1 0 0,0 0 1 0 0,0-1 0 0 0,0 1-1 0 0,1-1 1 0 0,0 0 0 0 0,0-1-1 0 0,0 1 1 0 0,0-1 0 0 0,1-1-1 0 0,-1 1 1 0 0,1-1 0 0 0,0-1-1 0 0,0 1 1 0 0,0-1 0 0 0,0-1 0 0 0,11 3-1 0 0,-3-1 20 0 0,1-2-1 0 0,-1-1 1 0 0,0 0-1 0 0,0-1 1 0 0,1-1-1 0 0,-1-1 1 0 0,21-6-1 0 0,3-8-32 0 0,-27 9 0 0 0,-1-3 0 0 0,-1 0 0 0 0,-6 0 15 0 0,-3 10-10 0 0,0-1 1 0 0,0 0-1 0 0,0 0 0 0 0,0 1 1 0 0,0-1-1 0 0,0 0 0 0 0,0 1 1 0 0,0-1-1 0 0,-1 0 0 0 0,1 1 0 0 0,0-1 1 0 0,0 1-1 0 0,-1-1 0 0 0,1 0 1 0 0,0 1-1 0 0,0-1 0 0 0,-1 1 1 0 0,1-1-1 0 0,-1 1 0 0 0,1-1 1 0 0,0 1-1 0 0,-1-1 0 0 0,1 1 1 0 0,-1 0-1 0 0,0-1 0 0 0,-10-7 56 0 0,8 7-62 0 0,0 0 0 0 0,0 1 1 0 0,0-1-1 0 0,0 1 0 0 0,0 0 1 0 0,0 0-1 0 0,0 0 0 0 0,0 1 1 0 0,0-1-1 0 0,1 1 1 0 0,-1 0-1 0 0,0 0 0 0 0,0 1 1 0 0,0-1-1 0 0,1 1 0 0 0,-5 3 1 0 0,-1 2-39 0 0,0 0 1 0 0,0 0-1 0 0,-12 17 0 0 0,8-9-21 0 0,0 1 0 0 0,1 1 0 0 0,0 0 0 0 0,1 1 0 0 0,-11 25 0 0 0,8-10 119 0 0,2 0 1 0 0,0 0-1 0 0,2 1 0 0 0,-11 61 0 0 0,9-27 36 0 0,-3 77-1 0 0,12-116-94 0 0,2 1 0 0 0,1-1 0 0 0,0 0 0 0 0,1 1-1 0 0,8 37 1 0 0,-2-24 128 0 0,2 0 0 0 0,2 0-1 0 0,17 46 1 0 0,-17-59-24 0 0,1-1 1 0 0,0 0-1 0 0,2-1 1 0 0,31 45 0 0 0,-19-37-84 0 0,1-2 1 0 0,61 57 0 0 0,-46-55 167 0 0,77 49 1 0 0,-116-83-170 0 0,10 8 97 0 0,1-2-1 0 0,-1-1 1 0 0,29 10-1 0 0,-18-11 55 0 0,0-2 0 0 0,35 1 0 0 0,-46-5-127 0 0,0-1 0 0 0,0-1 0 0 0,0-1 0 0 0,0-1-1 0 0,25-11 1 0 0,40-28 319 0 0,-77 41-350 0 0,-1 1-5 0 0,0 1 1 0 0,-1-1-1 0 0,1 1 0 0 0,-1 0 0 0 0,1-1 1 0 0,0 1-1 0 0,-1 0 0 0 0,1 0 1 0 0,0-1-1 0 0,-1 1 0 0 0,1 0 0 0 0,-1 0 1 0 0,1 0-1 0 0,1 0 0 0 0,12 1 6 0 0,-10 2-14 0 0,-2-1-2 0 0,1-1 10 0 0,11 15 37 0 0,65 96-33 0 0,1 2-13 0 0,-65-98-3 0 0,0 0 0 0 0,0-1 0 0 0,29 21 0 0 0,-13-15-34 0 0,37 17 0 0 0,-21-17 8 0 0,92 22 0 0 0,-99-34 45 0 0,0-3 0 0 0,0-2 0 0 0,0-3 0 0 0,0-2-1 0 0,0-2 1 0 0,62-17 0 0 0,-70 10 59 0 0,-1-2-1 0 0,1-2 1 0 0,-1-2 0 0 0,52-38-1 0 0,-63 40-9 0 0,-1-2 0 0 0,0-1 0 0 0,22-25 0 0 0,-29 27-21 0 0,-1 0-1 0 0,0 0 1 0 0,0-2 0 0 0,-1 0-1 0 0,12-26 1 0 0,-19 35-47 0 0,-1 3-5 0 0,1-1 1 0 0,-1 1 0 0 0,1 1-1 0 0,0-1 1 0 0,0 0-1 0 0,0 1 1 0 0,0 0 0 0 0,7-7-1 0 0,-9 10 9 0 0,0-1 0 0 0,0 1 0 0 0,0 0 0 0 0,0 0 0 0 0,1-1 0 0 0,-1 1 0 0 0,0 0 0 0 0,0 0 0 0 0,3-1 0 0 0,-1 1 0 0 0,-1 0 0 0 0,-1-1 0 0 0,1 1 0 0 0,-1 1 0 0 0,1-1 0 0 0,0 0 0 0 0,-1 1 0 0 0,1-1 0 0 0,0 1 0 0 0,-1-1 0 0 0,1 1 0 0 0,0 0 0 0 0,-1 0 0 0 0,3 0 0 0 0,-3 0 0 0 0,0 0 0 0 0,1 0 0 0 0,-1 0 0 0 0,0 0 0 0 0,0 1 0 0 0,1-1 0 0 0,-1 0 0 0 0,0 1 0 0 0,0-1 0 0 0,0 1 0 0 0,0-1 0 0 0,2 2 0 0 0,0 0 0 0 0,68 39 0 0 0,-51-28 0 0 0,1-1 0 0 0,31 12 0 0 0,-11-12 88 0 0,0-3 0 0 0,1-2 0 0 0,-1-2 0 0 0,1-3 0 0 0,61-7 0 0 0,-82 2-75 0 0,74-9 25 0 0,-70 7-31 0 0,43-16-1 0 0,-38 9 38 0 0,-1-2 1 0 0,45-30-1 0 0,-65 38-32 0 0,-1-1-1 0 0,1 0 1 0 0,-1-1 0 0 0,0-1 0 0 0,0 1-1 0 0,-1-2 1 0 0,0 1 0 0 0,0-1-1 0 0,0-1 1 0 0,-1 0 0 0 0,-1 0 0 0 0,6-13-1 0 0,-7 13 6 0 0,-1 0-1 0 0,0 0 0 0 0,0-1 1 0 0,-1 1-1 0 0,0-1 0 0 0,-1 0 1 0 0,1-23-1 0 0,-1 17 2 0 0,1 0 1 0 0,4-20-1 0 0,-3 16-9 0 0,-1 8-9 0 0,1 1 0 0 0,4-14 0 0 0,2 0 0 0 0,-7 24 0 0 0,0 0 0 0 0,-1 1 0 0 0,1-1 0 0 0,-1 1 0 0 0,1 0 0 0 0,0 0 0 0 0,3-3 0 0 0,4-1 0 0 0,-5 4-6 0 0,-1 1 0 0 0,1-1 1 0 0,0 1-1 0 0,0 0 0 0 0,0 1 0 0 0,0-1 0 0 0,0 1 0 0 0,0 0 0 0 0,0 0 1 0 0,0 1-1 0 0,8 2 0 0 0,1 2-33 0 0,1 1 1 0 0,13 8 0 0 0,6 4 7 0 0,-10-10 31 0 0,0-1 0 0 0,0-1 0 0 0,1-2 0 0 0,-1-1 0 0 0,36-1 0 0 0,-37-4 0 0 0,37-8 0 0 0,-34 4 0 0 0,-2 0 7 0 0,1-1 0 0 0,-1-1 1 0 0,23-14-1 0 0,64-45 41 0 0,-91 53-15 0 0,0-1 0 0 0,-1-2 0 0 0,0 0 0 0 0,-1-1 0 0 0,0-2 0 0 0,-1 0 0 0 0,-1-2 0 0 0,18-30-1 0 0,-27 41-9 0 0,-1 1-1 0 0,-1-1 1 0 0,1-1-1 0 0,-1 1 1 0 0,-1-1-1 0 0,1 0 1 0 0,-2 0-1 0 0,1 0 0 0 0,-1 0 1 0 0,-1-1-1 0 0,2-15 1 0 0,-2-14 61 0 0,-2-1-1 0 0,-3-41 1 0 0,2 51-42 0 0,-4-29-93 0 0,-18-101-1 0 0,19 124-88 0 0,5 39 138 0 0,0-1 0 0 0,1 1-1 0 0,-1-1 1 0 0,0 1 0 0 0,0 0-1 0 0,1-1 1 0 0,-1 1 0 0 0,1 0-1 0 0,-1-1 1 0 0,0 1 0 0 0,1 0-1 0 0,-1 0 1 0 0,1-1 0 0 0,-1 1-1 0 0,0 0 1 0 0,1 0 0 0 0,0 0-1 0 0,-1 0 3 0 0,5-2 4 0 0,0 1 1 0 0,0 1-1 0 0,0-1 1 0 0,0 1-1 0 0,0 0 0 0 0,0 1 1 0 0,0 0-1 0 0,-1 0 1 0 0,1 0-1 0 0,6 3 1 0 0,5 1-1 0 0,5 0 7 0 0,0-2-1 0 0,31 1 1 0 0,-41-4-6 0 0,0-1-1 0 0,0-1 1 0 0,0 0-1 0 0,0-1 1 0 0,-1-1 0 0 0,16-7-1 0 0,-10 2 21 0 0,1-1 1 0 0,-2-1-1 0 0,1-1 0 0 0,-1-1 1 0 0,0 0-1 0 0,-1-2 0 0 0,21-27 1 0 0,-17 15 17 0 0,-1-1 1 0 0,-1-1-1 0 0,0 0 1 0 0,-2-2 0 0 0,21-62-1 0 0,-29 75-43 0 0,0-1 0 0 0,-2 0 0 0 0,0 0 0 0 0,0 0 0 0 0,-1-1 0 0 0,2-35 0 0 0,-5 26 0 0 0,0-1 0 0 0,-2 1 0 0 0,-7-56 0 0 0,3 45 0 0 0,-2 1 0 0 0,-20-70 0 0 0,21 88 0 0 0,-1 0 0 0 0,0 1 0 0 0,-1 0 0 0 0,0 1 0 0 0,-1 1 0 0 0,-19-27 0 0 0,22 37 0 0 0,1 2-13 0 0,5 4-51 0 0,4 2-56 0 0,12-8 56 0 0,1-1 0 0 0,-1-1 0 0 0,0 0 0 0 0,19-19 0 0 0,-27 23 41 0 0,-1 0 0 0 0,0-1 0 0 0,-1-1 0 0 0,1 1 0 0 0,-1-1 0 0 0,0 0 0 0 0,5-11 0 0 0,-7 13 17 0 0,-1 0 1 0 0,1 0-1 0 0,-1 0 1 0 0,0-1-1 0 0,0 1 1 0 0,-1-1-1 0 0,0 1 0 0 0,0-1 1 0 0,0 0-1 0 0,0 0 1 0 0,-1 1-1 0 0,1-9 1 0 0,-2-4 15 0 0,-10-155 161 0 0,-1 54-111 0 0,-18-138 168 0 0,26 226-212 0 0,-2 0 0 0 0,-1 1 0 0 0,-11-35-1 0 0,12 49-5 0 0,0 1-1 0 0,0 0 1 0 0,-2 0-1 0 0,1 0 0 0 0,-2 2 1 0 0,1-1-1 0 0,-11-12 1 0 0,4 9 6 0 0,1 2 1 0 0,-2 1 0 0 0,-30-24-1 0 0,19 20 10 0 0,-48-24-1 0 0,56 35-41 0 0,0 1 0 0 0,-1 1 0 0 0,0 1 0 0 0,-35-2 0 0 0,54 7 16 0 0,-6-1-23 0 0,-1 1 1 0 0,1 1 0 0 0,0 0 0 0 0,-1 0 0 0 0,1 1-1 0 0,-12 4 1 0 0,17-5-39 0 0,0-2-21 0 0,-6-1-12 0 0,6 1-2 0 0,1-1 36 0 0,-7-15 35 0 0,4-3-15 0 0,2 10 30 0 0,1 0 10 0 0,-1 0 0 0 0,2-1 0 0 0,-1-14 0 0 0,0 2 0 0 0,0 7-6 0 0,-1 1-1 0 0,0-1 1 0 0,-1 1 0 0 0,0 0-1 0 0,-1 0 1 0 0,0 0-1 0 0,-1 1 1 0 0,0 0 0 0 0,-10-21-1 0 0,11 28 7 0 0,0 0 0 0 0,0 0 0 0 0,-1 1 0 0 0,0 0 0 0 0,0 0 0 0 0,0 0 0 0 0,-7-6 0 0 0,-43-27 0 0 0,14 11 0 0 0,24 16-19 0 0,0 1-1 0 0,-1 1 0 0 0,0 2 1 0 0,0 0-1 0 0,-31-7 1 0 0,25 12-48 0 0,1 1 0 0 0,-1 1 1 0 0,-47 7-1 0 0,45-1-51 0 0,-30 10-1 0 0,11-2-17 0 0,19-5 123 0 0,19-5 47 0 0,0 0 0 0 0,0-1 0 0 0,0 0 0 0 0,0-1 0 0 0,0 0 0 0 0,0-1 0 0 0,-11-1-1 0 0,6-1 10 0 0,10 2-31 0 0,-12-4 28 0 0,-7-3-44 0 0,0 2 0 0 0,-44-2 0 0 0,61 6 4 0 0,-13 3 0 0 0,10 0 4 0 0,5-1-7 0 0,-1-1-1 0 0,1 1 1 0 0,-1-1 0 0 0,1 0 0 0 0,-1 0 0 0 0,1 0 0 0 0,-5-1 0 0 0,-20-1-1048 0 0,26 2 692 0 0</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8:29:48.937"/>
    </inkml:context>
    <inkml:brush xml:id="br0">
      <inkml:brushProperty name="width" value="0.2" units="cm"/>
      <inkml:brushProperty name="height" value="0.2" units="cm"/>
      <inkml:brushProperty name="color" value="#004F8B"/>
    </inkml:brush>
  </inkml:definitions>
  <inkml:trace contextRef="#ctx0" brushRef="#br0">3140 515 9671 0 0,'0'-1'8182'0'0,"-4"-4"-8285"0"0,0-1 1 0 0,-1 1-1 0 0,1 1 1 0 0,-1-1-1 0 0,1 1 1 0 0,-8-5-1 0 0,-10 0-125 0 0,18 8 490 0 0,-1-1 0 0 0,0 0-1 0 0,0 0 1 0 0,-6-4-1 0 0,4-1-54 0 0,0 0 0 0 0,0 0-1 0 0,1-1 1 0 0,-1 0-1 0 0,2-1 1 0 0,-1 0 0 0 0,-7-15-1 0 0,5 9-229 0 0,-1 1 0 0 0,-9-13 0 0 0,11 19-27 0 0,0-1-1 0 0,-1 2 1 0 0,1-1-1 0 0,-1 1 1 0 0,-1 1-1 0 0,-13-9 1 0 0,-49-31 110 0 0,2 1 225 0 0,27 22-140 0 0,-87-47 142 0 0,-3 15-79 0 0,106 48-204 0 0,0 1-1 0 0,0 2 1 0 0,-1 2-1 0 0,-36 2 1 0 0,-104 24-7 0 0,140-20 4 0 0,-27 8-13 0 0,0 3 0 0 0,1 2 0 0 0,0 4 0 0 0,1 3 0 0 0,-68 46 0 0 0,47-26-13 0 0,36-22 1 0 0,-54 42 1 0 0,69-45 23 0 0,1 2 0 0 0,-28 33 0 0 0,37-37 0 0 0,-1 0 0 0 0,2 2 0 0 0,-1-1 0 0 0,-12 31 0 0 0,-1 13 6 0 0,22-52-69 0 0,0 1-1 0 0,1-1 0 0 0,0 1 1 0 0,-2 19-1 0 0,3-20-24 0 0,0-8 0 0 0,1 1-176 0 0,0 6 176 0 0,0-6 216 0 0,-1-4-121 0 0,-1 0 0 0 0,0 0-1 0 0,0 0 1 0 0,0 0 0 0 0,1 0-1 0 0,-1 0 1 0 0,0-1 0 0 0,-2-1-1 0 0,-1-2-2 0 0,-5-3-7 0 0,-18-11-1 0 0,22 16-33 0 0,-1 0-1 0 0,1 1 0 0 0,-9-1 1 0 0,10 2 16 0 0,0 0 1 0 0,0 1 0 0 0,0 0-1 0 0,0 1 1 0 0,0-1-1 0 0,-9 4 1 0 0,-29 15-88 0 0,27-11 76 0 0,-2 1 32 0 0,1 1-1 0 0,-23 18 1 0 0,-31 33 56 0 0,39-33 20 0 0,13-12-73 0 0,1 1 1 0 0,1 1-1 0 0,-25 33 0 0 0,23-24-3 0 0,2 1 0 0 0,0 2 0 0 0,1 0 0 0 0,2 1 0 0 0,0 0 0 0 0,2 2 0 0 0,0 0 0 0 0,-11 50 0 0 0,18-63-4 0 0,1 1-1 0 0,1-1 0 0 0,1 1 1 0 0,0 0-1 0 0,1 0 1 0 0,0 0-1 0 0,1 1 1 0 0,1-1-1 0 0,1 0 0 0 0,0 0 1 0 0,1-1-1 0 0,1 1 1 0 0,8 31-1 0 0,-5-32 3 0 0,-4-17 4 0 0,6 24 9 0 0,-9-25 44 0 0,-1-2 14 0 0,-1 2-52 0 0,-1-2 0 0 0,1 1-1 0 0,0 0 1 0 0,0-1 0 0 0,-1 1 0 0 0,1-1 0 0 0,0 0-1 0 0,-1 0 1 0 0,1 0 0 0 0,0-1 0 0 0,-1 1 0 0 0,-2-2-1 0 0,-4 0-9 0 0,-1 1-12 0 0,-1 0-1 0 0,1 1 1 0 0,0 1-1 0 0,-1 1 1 0 0,1-1-1 0 0,0 2 1 0 0,0 0 0 0 0,0 1-1 0 0,0 0 1 0 0,-13 9-1 0 0,-67 43-6 0 0,59-36-36 0 0,1 1 0 0 0,-35 34 0 0 0,45-35 31 0 0,1 0 0 0 0,-25 35 0 0 0,-29 53-6 0 0,59-86 0 0 0,2 1 1 0 0,-20 47 0 0 0,-12 56-29 0 0,32-83 27 0 0,2 1-1 0 0,1 0 1 0 0,2 1-1 0 0,-4 57 1 0 0,1 183-115 0 0,11-235 107 0 0,4 53 1 0 0,-3-83 29 0 0,1-1 0 0 0,0 0 0 0 0,1 0 0 0 0,0-1 0 0 0,12 34 0 0 0,-12-45 16 0 0,-1 1 0 0 0,1-1-1 0 0,0 0 1 0 0,0-1 0 0 0,0 1-1 0 0,1-1 1 0 0,0 0 0 0 0,0-1-1 0 0,0 1 1 0 0,0-1 0 0 0,1-1-1 0 0,-1 1 1 0 0,1-1 0 0 0,0-1-1 0 0,0 1 1 0 0,0-1 0 0 0,0-1 0 0 0,11 3-1 0 0,-3-1 20 0 0,1-2-1 0 0,-1-1 1 0 0,0 0-1 0 0,0-1 1 0 0,1-1-1 0 0,-1-1 1 0 0,21-6-1 0 0,3-8-32 0 0,-27 9 0 0 0,-1-3 0 0 0,-1 0 0 0 0,-6 0 15 0 0,-3 10-10 0 0,0-1 1 0 0,0 0-1 0 0,0 0 0 0 0,0 1 1 0 0,0-1-1 0 0,0 0 0 0 0,0 1 1 0 0,0-1-1 0 0,-1 0 0 0 0,1 1 0 0 0,0-1 1 0 0,0 1-1 0 0,-1-1 0 0 0,1 0 1 0 0,0 1-1 0 0,0-1 0 0 0,-1 1 1 0 0,1-1-1 0 0,-1 1 0 0 0,1-1 1 0 0,0 1-1 0 0,-1-1 0 0 0,1 1 1 0 0,-1 0-1 0 0,0-1 0 0 0,-10-7 56 0 0,8 7-62 0 0,0 0 0 0 0,0 1 1 0 0,0-1-1 0 0,0 1 0 0 0,0 0 1 0 0,0 0-1 0 0,0 0 0 0 0,0 1 1 0 0,0-1-1 0 0,1 1 1 0 0,-1 0-1 0 0,0 0 0 0 0,0 1 1 0 0,0-1-1 0 0,1 1 0 0 0,-5 3 1 0 0,-1 2-39 0 0,0 0 1 0 0,0 0-1 0 0,-12 17 0 0 0,8-9-21 0 0,0 1 0 0 0,1 1 0 0 0,0 0 0 0 0,1 1 0 0 0,-11 25 0 0 0,8-10 119 0 0,2 0 1 0 0,0 0-1 0 0,2 1 0 0 0,-11 61 0 0 0,9-27 36 0 0,-3 77-1 0 0,12-116-94 0 0,2 1 0 0 0,1-1 0 0 0,0 0 0 0 0,1 1-1 0 0,8 37 1 0 0,-2-24 128 0 0,2 0 0 0 0,2 0-1 0 0,17 46 1 0 0,-17-59-24 0 0,1-1 1 0 0,0 0-1 0 0,2-1 1 0 0,31 45 0 0 0,-19-37-84 0 0,1-2 1 0 0,61 57 0 0 0,-46-55 167 0 0,77 49 1 0 0,-116-83-170 0 0,10 8 97 0 0,1-2-1 0 0,-1-1 1 0 0,29 10-1 0 0,-18-11 55 0 0,0-2 0 0 0,35 1 0 0 0,-46-5-127 0 0,0-1 0 0 0,0-1 0 0 0,0-1 0 0 0,0-1-1 0 0,25-11 1 0 0,40-28 319 0 0,-77 41-350 0 0,-1 1-5 0 0,0 1 1 0 0,-1-1-1 0 0,1 1 0 0 0,-1 0 0 0 0,1-1 1 0 0,0 1-1 0 0,-1 0 0 0 0,1 0 1 0 0,0-1-1 0 0,-1 1 0 0 0,1 0 0 0 0,-1 0 1 0 0,1 0-1 0 0,1 0 0 0 0,12 1 6 0 0,-10 2-14 0 0,-2-1-2 0 0,1-1 10 0 0,11 15 37 0 0,65 96-33 0 0,1 2-13 0 0,-65-98-3 0 0,0 0 0 0 0,0-1 0 0 0,29 21 0 0 0,-13-15-34 0 0,37 17 0 0 0,-21-17 8 0 0,92 22 0 0 0,-99-34 45 0 0,0-3 0 0 0,0-2 0 0 0,0-3 0 0 0,0-2-1 0 0,0-2 1 0 0,62-17 0 0 0,-70 10 59 0 0,-1-2-1 0 0,1-2 1 0 0,-1-2 0 0 0,52-38-1 0 0,-63 40-9 0 0,-1-2 0 0 0,0-1 0 0 0,22-25 0 0 0,-29 27-21 0 0,-1 0-1 0 0,0 0 1 0 0,0-2 0 0 0,-1 0-1 0 0,12-26 1 0 0,-19 35-47 0 0,-1 3-5 0 0,1-1 1 0 0,-1 1 0 0 0,1 1-1 0 0,0-1 1 0 0,0 0-1 0 0,0 1 1 0 0,0 0 0 0 0,7-7-1 0 0,-9 10 9 0 0,0-1 0 0 0,0 1 0 0 0,0 0 0 0 0,0 0 0 0 0,1-1 0 0 0,-1 1 0 0 0,0 0 0 0 0,0 0 0 0 0,3-1 0 0 0,-1 1 0 0 0,-1 0 0 0 0,-1-1 0 0 0,1 1 0 0 0,-1 1 0 0 0,1-1 0 0 0,0 0 0 0 0,-1 1 0 0 0,1-1 0 0 0,0 1 0 0 0,-1-1 0 0 0,1 1 0 0 0,0 0 0 0 0,-1 0 0 0 0,3 0 0 0 0,-3 0 0 0 0,0 0 0 0 0,1 0 0 0 0,-1 0 0 0 0,0 0 0 0 0,0 1 0 0 0,1-1 0 0 0,-1 0 0 0 0,0 1 0 0 0,0-1 0 0 0,0 1 0 0 0,0-1 0 0 0,2 2 0 0 0,0 0 0 0 0,69 39 0 0 0,-52-28 0 0 0,1-1 0 0 0,31 12 0 0 0,-11-12 88 0 0,0-3 0 0 0,1-2 0 0 0,-1-2 0 0 0,1-3 0 0 0,61-7 0 0 0,-82 2-75 0 0,74-9 25 0 0,-70 7-31 0 0,43-16-1 0 0,-38 9 38 0 0,-1-2 1 0 0,45-30-1 0 0,-65 38-32 0 0,-1-1-1 0 0,1 0 1 0 0,-1-1 0 0 0,0-1 0 0 0,0 1-1 0 0,-1-2 1 0 0,0 1 0 0 0,0-1-1 0 0,0-1 1 0 0,-1 0 0 0 0,-1 0 0 0 0,6-13-1 0 0,-7 13 6 0 0,-1 0-1 0 0,0 0 0 0 0,0-1 1 0 0,-1 1-1 0 0,0-1 0 0 0,-1 0 1 0 0,1-23-1 0 0,-1 17 2 0 0,1 0 1 0 0,4-20-1 0 0,-3 16-9 0 0,-1 8-9 0 0,1 1 0 0 0,4-14 0 0 0,2 0 0 0 0,-7 24 0 0 0,0 0 0 0 0,-1 1 0 0 0,1-1 0 0 0,-1 1 0 0 0,1 0 0 0 0,0 0 0 0 0,3-3 0 0 0,4-1 0 0 0,-5 4-6 0 0,-1 1 0 0 0,1-1 1 0 0,0 1-1 0 0,0 0 0 0 0,0 1 0 0 0,0-1 0 0 0,0 1 0 0 0,0 0 0 0 0,0 0 1 0 0,0 1-1 0 0,8 2 0 0 0,1 2-33 0 0,1 1 1 0 0,13 8 0 0 0,6 4 7 0 0,-10-10 31 0 0,0-1 0 0 0,0-1 0 0 0,1-2 0 0 0,-1-1 0 0 0,36-1 0 0 0,-37-4 0 0 0,37-8 0 0 0,-34 4 0 0 0,-2 0 7 0 0,1-1 0 0 0,-1-1 1 0 0,23-14-1 0 0,64-45 41 0 0,-91 53-15 0 0,0-1 0 0 0,-1-2 0 0 0,0 0 0 0 0,-1-1 0 0 0,0-2 0 0 0,-1 0 0 0 0,-1-2 0 0 0,18-30-1 0 0,-27 41-9 0 0,-1 1-1 0 0,-1-1 1 0 0,1-1-1 0 0,-1 1 1 0 0,-1-1-1 0 0,1 0 1 0 0,-2 0-1 0 0,1 0 0 0 0,-1 0 1 0 0,-1-1-1 0 0,2-15 1 0 0,-2-14 61 0 0,-2-1-1 0 0,-3-41 1 0 0,2 51-42 0 0,-4-29-93 0 0,-18-101-1 0 0,19 124-88 0 0,5 39 138 0 0,0-1 0 0 0,1 1-1 0 0,-1-1 1 0 0,0 1 0 0 0,0 0-1 0 0,1-1 1 0 0,-1 1 0 0 0,1 0-1 0 0,-1-1 1 0 0,0 1 0 0 0,1 0-1 0 0,-1 0 1 0 0,1-1 0 0 0,-1 1-1 0 0,0 0 1 0 0,1 0 0 0 0,0 0-1 0 0,-1 0 3 0 0,5-2 4 0 0,0 1 1 0 0,0 1-1 0 0,0-1 1 0 0,0 1-1 0 0,0 0 0 0 0,0 1 1 0 0,0 0-1 0 0,-1 0 1 0 0,1 0-1 0 0,6 3 1 0 0,5 1-1 0 0,5 0 7 0 0,0-2-1 0 0,31 1 1 0 0,-41-4-6 0 0,0-1-1 0 0,0-1 1 0 0,0 0-1 0 0,0-1 1 0 0,-1-1 0 0 0,16-7-1 0 0,-10 2 21 0 0,1-1 1 0 0,-2-1-1 0 0,1-1 0 0 0,-1-1 1 0 0,0 0-1 0 0,-1-2 0 0 0,21-27 1 0 0,-17 15 17 0 0,-1-1 1 0 0,-1-1-1 0 0,0 0 1 0 0,-2-2 0 0 0,21-62-1 0 0,-29 75-43 0 0,0-1 0 0 0,-2 0 0 0 0,0 0 0 0 0,0 0 0 0 0,-1-1 0 0 0,2-35 0 0 0,-5 26 0 0 0,0-1 0 0 0,-2 1 0 0 0,-7-56 0 0 0,3 45 0 0 0,-2 1 0 0 0,-20-70 0 0 0,21 88 0 0 0,-1 0 0 0 0,0 1 0 0 0,-1 0 0 0 0,0 1 0 0 0,-1 1 0 0 0,-19-27 0 0 0,22 37 0 0 0,1 2-13 0 0,5 4-51 0 0,4 2-56 0 0,12-8 56 0 0,1-1 0 0 0,-1-1 0 0 0,0 0 0 0 0,19-19 0 0 0,-27 23 41 0 0,-1 0 0 0 0,0-1 0 0 0,-1-1 0 0 0,1 1 0 0 0,-1-1 0 0 0,0 0 0 0 0,5-11 0 0 0,-7 13 17 0 0,-1 0 1 0 0,1 0-1 0 0,-1 0 1 0 0,0-1-1 0 0,0 1 1 0 0,-1-1-1 0 0,0 1 0 0 0,0-1 1 0 0,0 0-1 0 0,0 0 1 0 0,-1 1-1 0 0,1-9 1 0 0,-2-4 15 0 0,-10-155 161 0 0,-1 54-111 0 0,-18-138 168 0 0,26 226-212 0 0,-2 0 0 0 0,-1 1 0 0 0,-11-35-1 0 0,12 49-5 0 0,0 1-1 0 0,0 0 1 0 0,-2 0-1 0 0,1 0 0 0 0,-2 2 1 0 0,1-1-1 0 0,-11-12 1 0 0,4 9 6 0 0,1 2 1 0 0,-2 1 0 0 0,-30-24-1 0 0,19 20 10 0 0,-48-24-1 0 0,56 35-41 0 0,0 1 0 0 0,-1 1 0 0 0,0 1 0 0 0,-35-2 0 0 0,54 7 16 0 0,-6-1-23 0 0,-1 1 1 0 0,1 1 0 0 0,0 0 0 0 0,-1 0 0 0 0,1 1-1 0 0,-12 4 1 0 0,17-5-39 0 0,0-2-21 0 0,-6-1-12 0 0,6 1-2 0 0,1-1 36 0 0,-7-15 35 0 0,4-3-15 0 0,2 10 30 0 0,1 0 10 0 0,-1 0 0 0 0,2-1 0 0 0,-1-14 0 0 0,0 2 0 0 0,0 7-6 0 0,-1 1-1 0 0,0-1 1 0 0,-1 1 0 0 0,0 0-1 0 0,-1 0 1 0 0,0 0-1 0 0,-1 1 1 0 0,0 0 0 0 0,-10-21-1 0 0,11 28 7 0 0,0 0 0 0 0,0 0 0 0 0,-1 1 0 0 0,0 0 0 0 0,0 0 0 0 0,0 0 0 0 0,-7-6 0 0 0,-43-27 0 0 0,14 11 0 0 0,24 16-19 0 0,0 1-1 0 0,-1 1 0 0 0,0 2 1 0 0,0 0-1 0 0,-31-7 1 0 0,25 12-48 0 0,1 1 0 0 0,-1 1 1 0 0,-47 7-1 0 0,45-1-51 0 0,-30 10-1 0 0,11-2-17 0 0,19-5 123 0 0,19-5 47 0 0,0 0 0 0 0,0-1 0 0 0,0 0 0 0 0,0-1 0 0 0,0 0 0 0 0,0-1 0 0 0,-11-1-1 0 0,6-1 10 0 0,10 2-31 0 0,-12-4 28 0 0,-7-3-44 0 0,0 2 0 0 0,-44-2 0 0 0,61 6 4 0 0,-13 3 0 0 0,10 0 4 0 0,5-1-7 0 0,-1-1-1 0 0,1 1 1 0 0,-1-1 0 0 0,1 0 0 0 0,-1 0 0 0 0,1 0 0 0 0,-5-1 0 0 0,-20-1-1048 0 0,26 2 692 0 0</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8:29:58.228"/>
    </inkml:context>
    <inkml:brush xml:id="br0">
      <inkml:brushProperty name="width" value="0.2" units="cm"/>
      <inkml:brushProperty name="height" value="0.2" units="cm"/>
      <inkml:brushProperty name="color" value="#004F8B"/>
    </inkml:brush>
  </inkml:definitions>
  <inkml:trace contextRef="#ctx0" brushRef="#br0">3140 515 9671 0 0,'0'-1'8182'0'0,"-4"-4"-8285"0"0,0-1 1 0 0,-1 1-1 0 0,1 1 1 0 0,-1-1-1 0 0,1 1 1 0 0,-8-5-1 0 0,-10 0-125 0 0,18 8 490 0 0,-1-1 0 0 0,0 0-1 0 0,0 0 1 0 0,-6-4-1 0 0,4-1-54 0 0,0 0 0 0 0,0 0-1 0 0,1-1 1 0 0,-1 0-1 0 0,2-1 1 0 0,-1 0 0 0 0,-7-15-1 0 0,5 9-229 0 0,-1 1 0 0 0,-9-13 0 0 0,11 19-27 0 0,0-1-1 0 0,-1 2 1 0 0,1-1-1 0 0,-1 1 1 0 0,-1 1-1 0 0,-13-9 1 0 0,-49-31 110 0 0,2 1 225 0 0,27 22-140 0 0,-87-47 142 0 0,-3 15-79 0 0,106 48-204 0 0,0 1-1 0 0,0 2 1 0 0,-1 2-1 0 0,-36 2 1 0 0,-104 24-7 0 0,140-20 4 0 0,-27 8-13 0 0,0 3 0 0 0,1 2 0 0 0,0 4 0 0 0,1 3 0 0 0,-68 46 0 0 0,47-26-13 0 0,36-22 1 0 0,-54 42 1 0 0,69-45 23 0 0,1 2 0 0 0,-28 33 0 0 0,37-37 0 0 0,-1 0 0 0 0,2 2 0 0 0,-1-1 0 0 0,-12 31 0 0 0,-1 13 6 0 0,22-52-69 0 0,0 1-1 0 0,1-1 0 0 0,0 1 1 0 0,-2 19-1 0 0,3-20-24 0 0,0-8 0 0 0,1 1-176 0 0,0 6 176 0 0,0-6 216 0 0,-1-4-121 0 0,-1 0 0 0 0,0 0-1 0 0,0 0 1 0 0,0 0 0 0 0,1 0-1 0 0,-1 0 1 0 0,0-1 0 0 0,-2-1-1 0 0,-1-2-2 0 0,-5-3-7 0 0,-18-11-1 0 0,22 16-33 0 0,-1 0-1 0 0,1 1 0 0 0,-9-1 1 0 0,10 2 16 0 0,0 0 1 0 0,0 1 0 0 0,0 0-1 0 0,0 1 1 0 0,0-1-1 0 0,-9 4 1 0 0,-29 15-88 0 0,27-11 76 0 0,-2 1 32 0 0,1 1-1 0 0,-23 18 1 0 0,-31 33 56 0 0,39-33 20 0 0,13-12-73 0 0,1 1 1 0 0,1 1-1 0 0,-25 33 0 0 0,23-24-3 0 0,2 1 0 0 0,0 2 0 0 0,1 0 0 0 0,2 1 0 0 0,0 0 0 0 0,2 2 0 0 0,0 0 0 0 0,-11 50 0 0 0,18-63-4 0 0,1 1-1 0 0,1-1 0 0 0,1 1 1 0 0,0 0-1 0 0,1 0 1 0 0,0 0-1 0 0,1 1 1 0 0,1-1-1 0 0,1 0 0 0 0,0 0 1 0 0,1-1-1 0 0,1 1 1 0 0,8 31-1 0 0,-5-32 3 0 0,-4-17 4 0 0,6 24 9 0 0,-9-25 44 0 0,-1-2 14 0 0,-1 2-52 0 0,-1-2 0 0 0,1 1-1 0 0,0 0 1 0 0,0-1 0 0 0,-1 1 0 0 0,1-1 0 0 0,0 0-1 0 0,-1 0 1 0 0,1 0 0 0 0,0-1 0 0 0,-1 1 0 0 0,-2-2-1 0 0,-4 0-9 0 0,-1 1-12 0 0,-1 0-1 0 0,1 1 1 0 0,0 1-1 0 0,-1 1 1 0 0,1-1-1 0 0,0 2 1 0 0,0 0 0 0 0,0 1-1 0 0,0 0 1 0 0,-13 9-1 0 0,-67 43-6 0 0,59-36-36 0 0,1 1 0 0 0,-35 34 0 0 0,45-35 31 0 0,1 0 0 0 0,-25 35 0 0 0,-29 53-6 0 0,59-86 0 0 0,2 1 1 0 0,-20 47 0 0 0,-12 56-29 0 0,32-83 27 0 0,2 1-1 0 0,1 0 1 0 0,2 1-1 0 0,-4 57 1 0 0,1 183-115 0 0,11-235 107 0 0,4 53 1 0 0,-3-83 29 0 0,1-1 0 0 0,0 0 0 0 0,1 0 0 0 0,0-1 0 0 0,12 34 0 0 0,-12-45 16 0 0,-1 1 0 0 0,1-1-1 0 0,0 0 1 0 0,0-1 0 0 0,0 1-1 0 0,1-1 1 0 0,0 0 0 0 0,0-1-1 0 0,0 1 1 0 0,0-1 0 0 0,1-1-1 0 0,-1 1 1 0 0,1-1 0 0 0,0-1-1 0 0,0 1 1 0 0,0-1 0 0 0,0-1 0 0 0,11 3-1 0 0,-3-1 20 0 0,1-2-1 0 0,-1-1 1 0 0,0 0-1 0 0,0-1 1 0 0,1-1-1 0 0,-1-1 1 0 0,21-6-1 0 0,3-8-32 0 0,-27 9 0 0 0,-1-3 0 0 0,-1 0 0 0 0,-6 0 15 0 0,-3 10-10 0 0,0-1 1 0 0,0 0-1 0 0,0 0 0 0 0,0 1 1 0 0,0-1-1 0 0,0 0 0 0 0,0 1 1 0 0,0-1-1 0 0,-1 0 0 0 0,1 1 0 0 0,0-1 1 0 0,0 1-1 0 0,-1-1 0 0 0,1 0 1 0 0,0 1-1 0 0,0-1 0 0 0,-1 1 1 0 0,1-1-1 0 0,-1 1 0 0 0,1-1 1 0 0,0 1-1 0 0,-1-1 0 0 0,1 1 1 0 0,-1 0-1 0 0,0-1 0 0 0,-10-7 56 0 0,8 7-62 0 0,0 0 0 0 0,0 1 1 0 0,0-1-1 0 0,0 1 0 0 0,0 0 1 0 0,0 0-1 0 0,0 0 0 0 0,0 1 1 0 0,0-1-1 0 0,1 1 1 0 0,-1 0-1 0 0,0 0 0 0 0,0 1 1 0 0,0-1-1 0 0,1 1 0 0 0,-5 3 1 0 0,-1 2-39 0 0,0 0 1 0 0,0 0-1 0 0,-12 17 0 0 0,8-9-21 0 0,0 1 0 0 0,1 1 0 0 0,0 0 0 0 0,1 1 0 0 0,-11 25 0 0 0,8-10 119 0 0,2 0 1 0 0,0 0-1 0 0,2 1 0 0 0,-11 61 0 0 0,9-27 36 0 0,-3 77-1 0 0,12-116-94 0 0,2 1 0 0 0,1-1 0 0 0,0 0 0 0 0,1 1-1 0 0,8 37 1 0 0,-2-24 128 0 0,2 0 0 0 0,2 0-1 0 0,17 46 1 0 0,-17-59-24 0 0,1-1 1 0 0,0 0-1 0 0,2-1 1 0 0,31 45 0 0 0,-19-37-84 0 0,1-2 1 0 0,61 57 0 0 0,-46-55 167 0 0,77 49 1 0 0,-116-83-170 0 0,10 8 97 0 0,1-2-1 0 0,-1-1 1 0 0,29 10-1 0 0,-18-11 55 0 0,0-2 0 0 0,35 1 0 0 0,-46-5-127 0 0,0-1 0 0 0,0-1 0 0 0,0-1 0 0 0,0-1-1 0 0,25-11 1 0 0,40-28 319 0 0,-77 41-350 0 0,-1 1-5 0 0,0 1 1 0 0,-1-1-1 0 0,1 1 0 0 0,-1 0 0 0 0,1-1 1 0 0,0 1-1 0 0,-1 0 0 0 0,1 0 1 0 0,0-1-1 0 0,-1 1 0 0 0,1 0 0 0 0,-1 0 1 0 0,1 0-1 0 0,1 0 0 0 0,12 1 6 0 0,-10 2-14 0 0,-2-1-2 0 0,1-1 10 0 0,11 15 37 0 0,65 96-33 0 0,1 2-13 0 0,-65-98-3 0 0,0 0 0 0 0,0-1 0 0 0,29 21 0 0 0,-13-15-34 0 0,37 17 0 0 0,-21-17 8 0 0,92 22 0 0 0,-99-34 45 0 0,0-3 0 0 0,0-2 0 0 0,0-3 0 0 0,0-2-1 0 0,0-2 1 0 0,62-17 0 0 0,-70 10 59 0 0,-1-2-1 0 0,1-2 1 0 0,-1-2 0 0 0,52-38-1 0 0,-63 40-9 0 0,-1-2 0 0 0,0-1 0 0 0,22-25 0 0 0,-29 27-21 0 0,-1 0-1 0 0,0 0 1 0 0,0-2 0 0 0,-1 0-1 0 0,12-26 1 0 0,-19 35-47 0 0,-1 3-5 0 0,1-1 1 0 0,-1 1 0 0 0,1 1-1 0 0,0-1 1 0 0,0 0-1 0 0,0 1 1 0 0,0 0 0 0 0,7-7-1 0 0,-9 10 9 0 0,0-1 0 0 0,0 1 0 0 0,0 0 0 0 0,0 0 0 0 0,1-1 0 0 0,-1 1 0 0 0,0 0 0 0 0,0 0 0 0 0,3-1 0 0 0,-1 1 0 0 0,-1 0 0 0 0,-1-1 0 0 0,1 1 0 0 0,-1 1 0 0 0,1-1 0 0 0,0 0 0 0 0,-1 1 0 0 0,1-1 0 0 0,0 1 0 0 0,-1-1 0 0 0,1 1 0 0 0,0 0 0 0 0,-1 0 0 0 0,3 0 0 0 0,-3 0 0 0 0,0 0 0 0 0,1 0 0 0 0,-1 0 0 0 0,0 0 0 0 0,0 1 0 0 0,1-1 0 0 0,-1 0 0 0 0,0 1 0 0 0,0-1 0 0 0,0 1 0 0 0,0-1 0 0 0,2 2 0 0 0,0 0 0 0 0,69 39 0 0 0,-52-28 0 0 0,1-1 0 0 0,31 12 0 0 0,-11-12 88 0 0,0-3 0 0 0,1-2 0 0 0,-1-2 0 0 0,1-3 0 0 0,61-7 0 0 0,-82 2-75 0 0,74-9 25 0 0,-70 7-31 0 0,43-16-1 0 0,-38 9 38 0 0,-1-2 1 0 0,45-30-1 0 0,-65 38-32 0 0,-1-1-1 0 0,1 0 1 0 0,-1-1 0 0 0,0-1 0 0 0,0 1-1 0 0,-1-2 1 0 0,0 1 0 0 0,0-1-1 0 0,0-1 1 0 0,-1 0 0 0 0,-1 0 0 0 0,6-13-1 0 0,-7 13 6 0 0,-1 0-1 0 0,0 0 0 0 0,0-1 1 0 0,-1 1-1 0 0,0-1 0 0 0,-1 0 1 0 0,1-23-1 0 0,-1 17 2 0 0,1 0 1 0 0,4-20-1 0 0,-3 16-9 0 0,-1 8-9 0 0,1 1 0 0 0,4-14 0 0 0,2 0 0 0 0,-7 24 0 0 0,0 0 0 0 0,-1 1 0 0 0,1-1 0 0 0,-1 1 0 0 0,1 0 0 0 0,0 0 0 0 0,3-3 0 0 0,4-1 0 0 0,-5 4-6 0 0,-1 1 0 0 0,1-1 1 0 0,0 1-1 0 0,0 0 0 0 0,0 1 0 0 0,0-1 0 0 0,0 1 0 0 0,0 0 0 0 0,0 0 1 0 0,0 1-1 0 0,8 2 0 0 0,1 2-33 0 0,1 1 1 0 0,13 8 0 0 0,6 4 7 0 0,-10-10 31 0 0,0-1 0 0 0,0-1 0 0 0,1-2 0 0 0,-1-1 0 0 0,36-1 0 0 0,-37-4 0 0 0,37-8 0 0 0,-34 4 0 0 0,-2 0 7 0 0,1-1 0 0 0,-1-1 1 0 0,23-14-1 0 0,64-45 41 0 0,-91 53-15 0 0,0-1 0 0 0,-1-2 0 0 0,0 0 0 0 0,-1-1 0 0 0,0-2 0 0 0,-1 0 0 0 0,-1-2 0 0 0,18-30-1 0 0,-27 41-9 0 0,-1 1-1 0 0,-1-1 1 0 0,1-1-1 0 0,-1 1 1 0 0,-1-1-1 0 0,1 0 1 0 0,-2 0-1 0 0,1 0 0 0 0,-1 0 1 0 0,-1-1-1 0 0,2-15 1 0 0,-2-14 61 0 0,-2-1-1 0 0,-3-41 1 0 0,2 51-42 0 0,-4-29-93 0 0,-18-101-1 0 0,19 124-88 0 0,5 39 138 0 0,0-1 0 0 0,1 1-1 0 0,-1-1 1 0 0,0 1 0 0 0,0 0-1 0 0,1-1 1 0 0,-1 1 0 0 0,1 0-1 0 0,-1-1 1 0 0,0 1 0 0 0,1 0-1 0 0,-1 0 1 0 0,1-1 0 0 0,-1 1-1 0 0,0 0 1 0 0,1 0 0 0 0,0 0-1 0 0,-1 0 3 0 0,5-2 4 0 0,0 1 1 0 0,0 1-1 0 0,0-1 1 0 0,0 1-1 0 0,0 0 0 0 0,0 1 1 0 0,0 0-1 0 0,-1 0 1 0 0,1 0-1 0 0,6 3 1 0 0,5 1-1 0 0,5 0 7 0 0,0-2-1 0 0,31 1 1 0 0,-41-4-6 0 0,0-1-1 0 0,0-1 1 0 0,0 0-1 0 0,0-1 1 0 0,-1-1 0 0 0,16-7-1 0 0,-10 2 21 0 0,1-1 1 0 0,-2-1-1 0 0,1-1 0 0 0,-1-1 1 0 0,0 0-1 0 0,-1-2 0 0 0,21-27 1 0 0,-17 15 17 0 0,-1-1 1 0 0,-1-1-1 0 0,0 0 1 0 0,-2-2 0 0 0,21-62-1 0 0,-29 75-43 0 0,0-1 0 0 0,-2 0 0 0 0,0 0 0 0 0,0 0 0 0 0,-1-1 0 0 0,2-35 0 0 0,-5 26 0 0 0,0-1 0 0 0,-2 1 0 0 0,-7-56 0 0 0,3 45 0 0 0,-2 1 0 0 0,-20-70 0 0 0,21 88 0 0 0,-1 0 0 0 0,0 1 0 0 0,-1 0 0 0 0,0 1 0 0 0,-1 1 0 0 0,-19-27 0 0 0,22 37 0 0 0,1 2-13 0 0,5 4-51 0 0,4 2-56 0 0,12-8 56 0 0,1-1 0 0 0,-1-1 0 0 0,0 0 0 0 0,19-19 0 0 0,-27 23 41 0 0,-1 0 0 0 0,0-1 0 0 0,-1-1 0 0 0,1 1 0 0 0,-1-1 0 0 0,0 0 0 0 0,5-11 0 0 0,-7 13 17 0 0,-1 0 1 0 0,1 0-1 0 0,-1 0 1 0 0,0-1-1 0 0,0 1 1 0 0,-1-1-1 0 0,0 1 0 0 0,0-1 1 0 0,0 0-1 0 0,0 0 1 0 0,-1 1-1 0 0,1-9 1 0 0,-2-4 15 0 0,-10-155 161 0 0,-1 54-111 0 0,-18-138 168 0 0,26 226-212 0 0,-2 0 0 0 0,-1 1 0 0 0,-11-35-1 0 0,12 49-5 0 0,0 1-1 0 0,0 0 1 0 0,-2 0-1 0 0,1 0 0 0 0,-2 2 1 0 0,1-1-1 0 0,-11-12 1 0 0,4 9 6 0 0,1 2 1 0 0,-2 1 0 0 0,-30-24-1 0 0,19 20 10 0 0,-48-24-1 0 0,56 35-41 0 0,0 1 0 0 0,-1 1 0 0 0,0 1 0 0 0,-35-2 0 0 0,54 7 16 0 0,-6-1-23 0 0,-1 1 1 0 0,1 1 0 0 0,0 0 0 0 0,-1 0 0 0 0,1 1-1 0 0,-12 4 1 0 0,17-5-39 0 0,0-2-21 0 0,-6-1-12 0 0,6 1-2 0 0,1-1 36 0 0,-7-15 35 0 0,4-3-15 0 0,2 10 30 0 0,1 0 10 0 0,-1 0 0 0 0,2-1 0 0 0,-1-14 0 0 0,0 2 0 0 0,0 7-6 0 0,-1 1-1 0 0,0-1 1 0 0,-1 1 0 0 0,0 0-1 0 0,-1 0 1 0 0,0 0-1 0 0,-1 1 1 0 0,0 0 0 0 0,-10-21-1 0 0,11 28 7 0 0,0 0 0 0 0,0 0 0 0 0,-1 1 0 0 0,0 0 0 0 0,0 0 0 0 0,0 0 0 0 0,-7-6 0 0 0,-43-27 0 0 0,14 11 0 0 0,24 16-19 0 0,0 1-1 0 0,-1 1 0 0 0,0 2 1 0 0,0 0-1 0 0,-31-7 1 0 0,25 12-48 0 0,1 1 0 0 0,-1 1 1 0 0,-47 7-1 0 0,45-1-51 0 0,-30 10-1 0 0,11-2-17 0 0,19-5 123 0 0,19-5 47 0 0,0 0 0 0 0,0-1 0 0 0,0 0 0 0 0,0-1 0 0 0,0 0 0 0 0,0-1 0 0 0,-11-1-1 0 0,6-1 10 0 0,10 2-31 0 0,-12-4 28 0 0,-7-3-44 0 0,0 2 0 0 0,-44-2 0 0 0,61 6 4 0 0,-13 3 0 0 0,10 0 4 0 0,5-1-7 0 0,-1-1-1 0 0,1 1 1 0 0,-1-1 0 0 0,1 0 0 0 0,-1 0 0 0 0,1 0 0 0 0,-5-1 0 0 0,-20-1-1048 0 0,26 2 692 0 0</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8:29:58.229"/>
    </inkml:context>
    <inkml:brush xml:id="br0">
      <inkml:brushProperty name="width" value="0.2" units="cm"/>
      <inkml:brushProperty name="height" value="0.2" units="cm"/>
      <inkml:brushProperty name="color" value="#004F8B"/>
    </inkml:brush>
  </inkml:definitions>
  <inkml:trace contextRef="#ctx0" brushRef="#br0">3140 515 9671 0 0,'0'-1'8182'0'0,"-4"-4"-8285"0"0,0-1 1 0 0,-1 1-1 0 0,1 1 1 0 0,-1-1-1 0 0,1 1 1 0 0,-8-5-1 0 0,-10 0-125 0 0,18 8 490 0 0,-1-1 0 0 0,0 0-1 0 0,0 0 1 0 0,-6-4-1 0 0,4-1-54 0 0,0 0 0 0 0,0 0-1 0 0,1-1 1 0 0,-1 0-1 0 0,2-1 1 0 0,-1 0 0 0 0,-7-15-1 0 0,5 9-229 0 0,-1 1 0 0 0,-9-13 0 0 0,11 19-27 0 0,0-1-1 0 0,-1 2 1 0 0,1-1-1 0 0,-1 1 1 0 0,-1 1-1 0 0,-13-9 1 0 0,-49-31 110 0 0,2 1 225 0 0,27 22-140 0 0,-87-47 142 0 0,-3 15-79 0 0,106 48-204 0 0,0 1-1 0 0,0 2 1 0 0,-1 2-1 0 0,-36 2 1 0 0,-104 24-7 0 0,140-20 4 0 0,-27 8-13 0 0,0 3 0 0 0,1 2 0 0 0,0 4 0 0 0,1 3 0 0 0,-68 46 0 0 0,47-26-13 0 0,36-22 1 0 0,-54 42 1 0 0,69-45 23 0 0,1 2 0 0 0,-28 33 0 0 0,37-37 0 0 0,-1 0 0 0 0,2 2 0 0 0,-1-1 0 0 0,-12 31 0 0 0,-1 13 6 0 0,22-52-69 0 0,0 1-1 0 0,1-1 0 0 0,0 1 1 0 0,-2 19-1 0 0,3-20-24 0 0,0-8 0 0 0,1 1-176 0 0,0 6 176 0 0,0-6 216 0 0,-1-4-121 0 0,-1 0 0 0 0,0 0-1 0 0,0 0 1 0 0,0 0 0 0 0,1 0-1 0 0,-1 0 1 0 0,0-1 0 0 0,-2-1-1 0 0,-1-2-2 0 0,-5-3-7 0 0,-18-11-1 0 0,22 16-33 0 0,-1 0-1 0 0,1 1 0 0 0,-9-1 1 0 0,10 2 16 0 0,0 0 1 0 0,0 1 0 0 0,0 0-1 0 0,0 1 1 0 0,0-1-1 0 0,-9 4 1 0 0,-29 15-88 0 0,27-11 76 0 0,-2 1 32 0 0,1 1-1 0 0,-23 18 1 0 0,-31 33 56 0 0,39-33 20 0 0,13-12-73 0 0,1 1 1 0 0,1 1-1 0 0,-25 33 0 0 0,23-24-3 0 0,2 1 0 0 0,0 2 0 0 0,1 0 0 0 0,2 1 0 0 0,0 0 0 0 0,2 2 0 0 0,0 0 0 0 0,-11 50 0 0 0,18-63-4 0 0,1 1-1 0 0,1-1 0 0 0,1 1 1 0 0,0 0-1 0 0,1 0 1 0 0,0 0-1 0 0,1 1 1 0 0,1-1-1 0 0,1 0 0 0 0,0 0 1 0 0,1-1-1 0 0,1 1 1 0 0,8 31-1 0 0,-5-32 3 0 0,-4-17 4 0 0,6 24 9 0 0,-9-25 44 0 0,-1-2 14 0 0,-1 2-52 0 0,-1-2 0 0 0,1 1-1 0 0,0 0 1 0 0,0-1 0 0 0,-1 1 0 0 0,1-1 0 0 0,0 0-1 0 0,-1 0 1 0 0,1 0 0 0 0,0-1 0 0 0,-1 1 0 0 0,-2-2-1 0 0,-4 0-9 0 0,-1 1-12 0 0,-1 0-1 0 0,1 1 1 0 0,0 1-1 0 0,-1 1 1 0 0,1-1-1 0 0,0 2 1 0 0,0 0 0 0 0,0 1-1 0 0,0 0 1 0 0,-13 9-1 0 0,-67 43-6 0 0,59-36-36 0 0,1 1 0 0 0,-35 34 0 0 0,45-35 31 0 0,1 0 0 0 0,-25 35 0 0 0,-29 53-6 0 0,59-86 0 0 0,2 1 1 0 0,-20 47 0 0 0,-12 56-29 0 0,32-83 27 0 0,2 1-1 0 0,1 0 1 0 0,2 1-1 0 0,-4 57 1 0 0,1 183-115 0 0,11-235 107 0 0,4 53 1 0 0,-3-83 29 0 0,1-1 0 0 0,0 0 0 0 0,1 0 0 0 0,0-1 0 0 0,12 34 0 0 0,-12-45 16 0 0,-1 1 0 0 0,1-1-1 0 0,0 0 1 0 0,0-1 0 0 0,0 1-1 0 0,1-1 1 0 0,0 0 0 0 0,0-1-1 0 0,0 1 1 0 0,0-1 0 0 0,1-1-1 0 0,-1 1 1 0 0,1-1 0 0 0,0-1-1 0 0,0 1 1 0 0,0-1 0 0 0,0-1 0 0 0,11 3-1 0 0,-3-1 20 0 0,1-2-1 0 0,-1-1 1 0 0,0 0-1 0 0,0-1 1 0 0,1-1-1 0 0,-1-1 1 0 0,21-6-1 0 0,3-8-32 0 0,-27 9 0 0 0,-1-3 0 0 0,-1 0 0 0 0,-6 0 15 0 0,-3 10-10 0 0,0-1 1 0 0,0 0-1 0 0,0 0 0 0 0,0 1 1 0 0,0-1-1 0 0,0 0 0 0 0,0 1 1 0 0,0-1-1 0 0,-1 0 0 0 0,1 1 0 0 0,0-1 1 0 0,0 1-1 0 0,-1-1 0 0 0,1 0 1 0 0,0 1-1 0 0,0-1 0 0 0,-1 1 1 0 0,1-1-1 0 0,-1 1 0 0 0,1-1 1 0 0,0 1-1 0 0,-1-1 0 0 0,1 1 1 0 0,-1 0-1 0 0,0-1 0 0 0,-10-7 56 0 0,8 7-62 0 0,0 0 0 0 0,0 1 1 0 0,0-1-1 0 0,0 1 0 0 0,0 0 1 0 0,0 0-1 0 0,0 0 0 0 0,0 1 1 0 0,0-1-1 0 0,1 1 1 0 0,-1 0-1 0 0,0 0 0 0 0,0 1 1 0 0,0-1-1 0 0,1 1 0 0 0,-5 3 1 0 0,-1 2-39 0 0,0 0 1 0 0,0 0-1 0 0,-12 17 0 0 0,8-9-21 0 0,0 1 0 0 0,1 1 0 0 0,0 0 0 0 0,1 1 0 0 0,-11 25 0 0 0,8-10 119 0 0,2 0 1 0 0,0 0-1 0 0,2 1 0 0 0,-11 61 0 0 0,9-27 36 0 0,-3 77-1 0 0,12-116-94 0 0,2 1 0 0 0,1-1 0 0 0,0 0 0 0 0,1 1-1 0 0,8 37 1 0 0,-2-24 128 0 0,2 0 0 0 0,2 0-1 0 0,17 46 1 0 0,-17-59-24 0 0,1-1 1 0 0,0 0-1 0 0,2-1 1 0 0,31 45 0 0 0,-19-37-84 0 0,1-2 1 0 0,61 57 0 0 0,-46-55 167 0 0,77 49 1 0 0,-116-83-170 0 0,10 8 97 0 0,1-2-1 0 0,-1-1 1 0 0,29 10-1 0 0,-18-11 55 0 0,0-2 0 0 0,35 1 0 0 0,-46-5-127 0 0,0-1 0 0 0,0-1 0 0 0,0-1 0 0 0,0-1-1 0 0,25-11 1 0 0,40-28 319 0 0,-77 41-350 0 0,-1 1-5 0 0,0 1 1 0 0,-1-1-1 0 0,1 1 0 0 0,-1 0 0 0 0,1-1 1 0 0,0 1-1 0 0,-1 0 0 0 0,1 0 1 0 0,0-1-1 0 0,-1 1 0 0 0,1 0 0 0 0,-1 0 1 0 0,1 0-1 0 0,1 0 0 0 0,12 1 6 0 0,-10 2-14 0 0,-2-1-2 0 0,1-1 10 0 0,11 15 37 0 0,65 96-33 0 0,1 2-13 0 0,-65-98-3 0 0,0 0 0 0 0,0-1 0 0 0,29 21 0 0 0,-13-15-34 0 0,37 17 0 0 0,-21-17 8 0 0,92 22 0 0 0,-99-34 45 0 0,0-3 0 0 0,0-2 0 0 0,0-3 0 0 0,0-2-1 0 0,0-2 1 0 0,62-17 0 0 0,-70 10 59 0 0,-1-2-1 0 0,1-2 1 0 0,-1-2 0 0 0,52-38-1 0 0,-63 40-9 0 0,-1-2 0 0 0,0-1 0 0 0,22-25 0 0 0,-29 27-21 0 0,-1 0-1 0 0,0 0 1 0 0,0-2 0 0 0,-1 0-1 0 0,12-26 1 0 0,-19 35-47 0 0,-1 3-5 0 0,1-1 1 0 0,-1 1 0 0 0,1 1-1 0 0,0-1 1 0 0,0 0-1 0 0,0 1 1 0 0,0 0 0 0 0,7-7-1 0 0,-9 10 9 0 0,0-1 0 0 0,0 1 0 0 0,0 0 0 0 0,0 0 0 0 0,1-1 0 0 0,-1 1 0 0 0,0 0 0 0 0,0 0 0 0 0,3-1 0 0 0,-1 1 0 0 0,-1 0 0 0 0,-1-1 0 0 0,1 1 0 0 0,-1 1 0 0 0,1-1 0 0 0,0 0 0 0 0,-1 1 0 0 0,1-1 0 0 0,0 1 0 0 0,-1-1 0 0 0,1 1 0 0 0,0 0 0 0 0,-1 0 0 0 0,3 0 0 0 0,-3 0 0 0 0,0 0 0 0 0,1 0 0 0 0,-1 0 0 0 0,0 0 0 0 0,0 1 0 0 0,1-1 0 0 0,-1 0 0 0 0,0 1 0 0 0,0-1 0 0 0,0 1 0 0 0,0-1 0 0 0,2 2 0 0 0,0 0 0 0 0,69 39 0 0 0,-52-28 0 0 0,1-1 0 0 0,31 12 0 0 0,-11-12 88 0 0,0-3 0 0 0,1-2 0 0 0,-1-2 0 0 0,1-3 0 0 0,61-7 0 0 0,-82 2-75 0 0,74-9 25 0 0,-70 7-31 0 0,43-16-1 0 0,-38 9 38 0 0,-1-2 1 0 0,45-30-1 0 0,-65 38-32 0 0,-1-1-1 0 0,1 0 1 0 0,-1-1 0 0 0,0-1 0 0 0,0 1-1 0 0,-1-2 1 0 0,0 1 0 0 0,0-1-1 0 0,0-1 1 0 0,-1 0 0 0 0,-1 0 0 0 0,6-13-1 0 0,-7 13 6 0 0,-1 0-1 0 0,0 0 0 0 0,0-1 1 0 0,-1 1-1 0 0,0-1 0 0 0,-1 0 1 0 0,1-23-1 0 0,-1 17 2 0 0,1 0 1 0 0,4-20-1 0 0,-3 16-9 0 0,-1 8-9 0 0,1 1 0 0 0,4-14 0 0 0,2 0 0 0 0,-7 24 0 0 0,0 0 0 0 0,-1 1 0 0 0,1-1 0 0 0,-1 1 0 0 0,1 0 0 0 0,0 0 0 0 0,3-3 0 0 0,4-1 0 0 0,-5 4-6 0 0,-1 1 0 0 0,1-1 1 0 0,0 1-1 0 0,0 0 0 0 0,0 1 0 0 0,0-1 0 0 0,0 1 0 0 0,0 0 0 0 0,0 0 1 0 0,0 1-1 0 0,8 2 0 0 0,1 2-33 0 0,1 1 1 0 0,13 8 0 0 0,6 4 7 0 0,-10-10 31 0 0,0-1 0 0 0,0-1 0 0 0,1-2 0 0 0,-1-1 0 0 0,36-1 0 0 0,-37-4 0 0 0,37-8 0 0 0,-34 4 0 0 0,-2 0 7 0 0,1-1 0 0 0,-1-1 1 0 0,23-14-1 0 0,64-45 41 0 0,-91 53-15 0 0,0-1 0 0 0,-1-2 0 0 0,0 0 0 0 0,-1-1 0 0 0,0-2 0 0 0,-1 0 0 0 0,-1-2 0 0 0,18-30-1 0 0,-27 41-9 0 0,-1 1-1 0 0,-1-1 1 0 0,1-1-1 0 0,-1 1 1 0 0,-1-1-1 0 0,1 0 1 0 0,-2 0-1 0 0,1 0 0 0 0,-1 0 1 0 0,-1-1-1 0 0,2-15 1 0 0,-2-14 61 0 0,-2-1-1 0 0,-3-41 1 0 0,2 51-42 0 0,-4-29-93 0 0,-18-101-1 0 0,19 124-88 0 0,5 39 138 0 0,0-1 0 0 0,1 1-1 0 0,-1-1 1 0 0,0 1 0 0 0,0 0-1 0 0,1-1 1 0 0,-1 1 0 0 0,1 0-1 0 0,-1-1 1 0 0,0 1 0 0 0,1 0-1 0 0,-1 0 1 0 0,1-1 0 0 0,-1 1-1 0 0,0 0 1 0 0,1 0 0 0 0,0 0-1 0 0,-1 0 3 0 0,5-2 4 0 0,0 1 1 0 0,0 1-1 0 0,0-1 1 0 0,0 1-1 0 0,0 0 0 0 0,0 1 1 0 0,0 0-1 0 0,-1 0 1 0 0,1 0-1 0 0,6 3 1 0 0,5 1-1 0 0,5 0 7 0 0,0-2-1 0 0,31 1 1 0 0,-41-4-6 0 0,0-1-1 0 0,0-1 1 0 0,0 0-1 0 0,0-1 1 0 0,-1-1 0 0 0,16-7-1 0 0,-10 2 21 0 0,1-1 1 0 0,-2-1-1 0 0,1-1 0 0 0,-1-1 1 0 0,0 0-1 0 0,-1-2 0 0 0,21-27 1 0 0,-17 15 17 0 0,-1-1 1 0 0,-1-1-1 0 0,0 0 1 0 0,-2-2 0 0 0,21-62-1 0 0,-29 75-43 0 0,0-1 0 0 0,-2 0 0 0 0,0 0 0 0 0,0 0 0 0 0,-1-1 0 0 0,2-35 0 0 0,-5 26 0 0 0,0-1 0 0 0,-2 1 0 0 0,-7-56 0 0 0,3 45 0 0 0,-2 1 0 0 0,-20-70 0 0 0,21 88 0 0 0,-1 0 0 0 0,0 1 0 0 0,-1 0 0 0 0,0 1 0 0 0,-1 1 0 0 0,-19-27 0 0 0,22 37 0 0 0,1 2-13 0 0,5 4-51 0 0,4 2-56 0 0,12-8 56 0 0,1-1 0 0 0,-1-1 0 0 0,0 0 0 0 0,19-19 0 0 0,-27 23 41 0 0,-1 0 0 0 0,0-1 0 0 0,-1-1 0 0 0,1 1 0 0 0,-1-1 0 0 0,0 0 0 0 0,5-11 0 0 0,-7 13 17 0 0,-1 0 1 0 0,1 0-1 0 0,-1 0 1 0 0,0-1-1 0 0,0 1 1 0 0,-1-1-1 0 0,0 1 0 0 0,0-1 1 0 0,0 0-1 0 0,0 0 1 0 0,-1 1-1 0 0,1-9 1 0 0,-2-4 15 0 0,-10-155 161 0 0,-1 54-111 0 0,-18-138 168 0 0,26 226-212 0 0,-2 0 0 0 0,-1 1 0 0 0,-11-35-1 0 0,12 49-5 0 0,0 1-1 0 0,0 0 1 0 0,-2 0-1 0 0,1 0 0 0 0,-2 2 1 0 0,1-1-1 0 0,-11-12 1 0 0,4 9 6 0 0,1 2 1 0 0,-2 1 0 0 0,-30-24-1 0 0,19 20 10 0 0,-48-24-1 0 0,56 35-41 0 0,0 1 0 0 0,-1 1 0 0 0,0 1 0 0 0,-35-2 0 0 0,54 7 16 0 0,-6-1-23 0 0,-1 1 1 0 0,1 1 0 0 0,0 0 0 0 0,-1 0 0 0 0,1 1-1 0 0,-12 4 1 0 0,17-5-39 0 0,0-2-21 0 0,-6-1-12 0 0,6 1-2 0 0,1-1 36 0 0,-7-15 35 0 0,4-3-15 0 0,2 10 30 0 0,1 0 10 0 0,-1 0 0 0 0,2-1 0 0 0,-1-14 0 0 0,0 2 0 0 0,0 7-6 0 0,-1 1-1 0 0,0-1 1 0 0,-1 1 0 0 0,0 0-1 0 0,-1 0 1 0 0,0 0-1 0 0,-1 1 1 0 0,0 0 0 0 0,-10-21-1 0 0,11 28 7 0 0,0 0 0 0 0,0 0 0 0 0,-1 1 0 0 0,0 0 0 0 0,0 0 0 0 0,0 0 0 0 0,-7-6 0 0 0,-43-27 0 0 0,14 11 0 0 0,24 16-19 0 0,0 1-1 0 0,-1 1 0 0 0,0 2 1 0 0,0 0-1 0 0,-31-7 1 0 0,25 12-48 0 0,1 1 0 0 0,-1 1 1 0 0,-47 7-1 0 0,45-1-51 0 0,-30 10-1 0 0,11-2-17 0 0,19-5 123 0 0,19-5 47 0 0,0 0 0 0 0,0-1 0 0 0,0 0 0 0 0,0-1 0 0 0,0 0 0 0 0,0-1 0 0 0,-11-1-1 0 0,6-1 10 0 0,10 2-31 0 0,-12-4 28 0 0,-7-3-44 0 0,0 2 0 0 0,-44-2 0 0 0,61 6 4 0 0,-13 3 0 0 0,10 0 4 0 0,5-1-7 0 0,-1-1-1 0 0,1 1 1 0 0,-1-1 0 0 0,1 0 0 0 0,-1 0 0 0 0,1 0 0 0 0,-5-1 0 0 0,-20-1-1048 0 0,26 2 692 0 0</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42.675"/>
    </inkml:context>
    <inkml:brush xml:id="br0">
      <inkml:brushProperty name="width" value="0.1" units="cm"/>
      <inkml:brushProperty name="height" value="0.1" units="cm"/>
      <inkml:brushProperty name="color" value="#004F8B"/>
    </inkml:brush>
  </inkml:definitions>
  <inkml:trace contextRef="#ctx0" brushRef="#br0">62 51 3223 0 0,'-5'26'518'0'0,"5"-26"-395"0"0,0 1 0 0 0,0 0 1 0 0,0-1-1 0 0,0 1 0 0 0,-14 14 6495 0 0,2-8-2643 0 0,11-5-3560 0 0,-2 1-339 0 0,0 1 1 0 0,0-1 0 0 0,0 0 0 0 0,1 1-1 0 0,0 0 1 0 0,0-1 0 0 0,0 1 0 0 0,0 0 0 0 0,0 0-1 0 0,1 0 1 0 0,0 0 0 0 0,0 0 0 0 0,0 1-1 0 0,0-1 1 0 0,1 0 0 0 0,-1 1 0 0 0,1-1-1 0 0,0 5 1 0 0,4 9 150 0 0,1-1 0 0 0,0 1 0 0 0,1-1 0 0 0,11 22 0 0 0,11 31 322 0 0,-21-48-8 0 0,-4-15-87 0 0,0 0 0 0 0,-1 0 1 0 0,0 1-1 0 0,0-1 0 0 0,-1 1 0 0 0,1 8 0 0 0,-5-19-207 0 0,3 3-238 0 0,-1 0 0 0 0,1 0 1 0 0,0 0-1 0 0,-1 0 0 0 0,1 0 0 0 0,0-1 0 0 0,-1 1 1 0 0,1 0-1 0 0,0 0 0 0 0,0 0 0 0 0,-1-1 0 0 0,1 1 1 0 0,0 0-1 0 0,0 0 0 0 0,-1 0 0 0 0,1-1 1 0 0,0 1-1 0 0,0 0 0 0 0,0-1 0 0 0,-1 1 0 0 0,1 0 1 0 0,0 0-1 0 0,0-1 0 0 0,-4-11 72 0 0,-29-104 856 0 0,30 103-802 0 0,1 1-1 0 0,1-1 1 0 0,0 1 0 0 0,1-1 0 0 0,0 1 0 0 0,1-1-1 0 0,3-21 1 0 0,0 20-83 0 0,-1-1 1 0 0,2 1-1 0 0,0 0 0 0 0,7-13 0 0 0,-7 19-56 0 0,-1 0 0 0 0,2 0 0 0 0,-1 1 0 0 0,1 0 0 0 0,0 0 0 0 0,1 1 0 0 0,0-1 0 0 0,0 1 0 0 0,0 1 0 0 0,1-1-1 0 0,-1 1 1 0 0,1 1 0 0 0,1 0 0 0 0,15-7 0 0 0,-12 9-8 0 0,3 4-36 0 0,-7 0-379 0 0,1 0-1 0 0,-1 1 1 0 0,1 0-1 0 0,7 4 1 0 0,-1 1-712 0 0</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43.199"/>
    </inkml:context>
    <inkml:brush xml:id="br0">
      <inkml:brushProperty name="width" value="0.1" units="cm"/>
      <inkml:brushProperty name="height" value="0.1" units="cm"/>
      <inkml:brushProperty name="color" value="#004F8B"/>
    </inkml:brush>
  </inkml:definitions>
  <inkml:trace contextRef="#ctx0" brushRef="#br0">254 33 14831 0 0,'-4'-15'332'0'0,"4"12"818"0"0,-2 2-1022 0 0,-11-11 30 0 0,12 11-76 0 0,0 1 0 0 0,1 0-1 0 0,-1 0 1 0 0,0 0 0 0 0,1 0 0 0 0,-1 0-1 0 0,1 0 1 0 0,-1 0 0 0 0,0 0 0 0 0,1 0-1 0 0,-1 0 1 0 0,0 0 0 0 0,1 0 0 0 0,-1 1-1 0 0,0-1 1 0 0,1 0 0 0 0,-2 1 0 0 0,1 0 188 0 0,-12 0 1313 0 0,-23-1 0 0 0,19 0-811 0 0,14 0-714 0 0,1 1 1 0 0,-1-1-1 0 0,1 1 0 0 0,-1 0 1 0 0,0 0-1 0 0,1 0 0 0 0,0 0 1 0 0,-1 0-1 0 0,1 0 0 0 0,0 1 1 0 0,-1-1-1 0 0,-2 3 0 0 0,-26 26 587 0 0,25-24-608 0 0,-3 3-40 0 0,1 1 0 0 0,0 0 0 0 0,0 1-1 0 0,1 0 1 0 0,1 0 0 0 0,-1 0 0 0 0,2 1 0 0 0,-8 22-1 0 0,10-26 1 0 0,1 0 0 0 0,0 1-1 0 0,0 0 1 0 0,1 0-1 0 0,0-1 1 0 0,1 1-1 0 0,0 0 1 0 0,0 0-1 0 0,1 0 1 0 0,0-1-1 0 0,0 1 1 0 0,1 0-1 0 0,4 12 1 0 0,16 19-76 0 0,-21-39 64 0 0,0 0-1 0 0,1 1 1 0 0,-1-1-1 0 0,0 0 0 0 0,0 0 1 0 0,1 0-1 0 0,-1 0 1 0 0,0 0-1 0 0,1 0 1 0 0,-1 0-1 0 0,1 0 1 0 0,-1-1-1 0 0,1 1 0 0 0,0 0 1 0 0,-1-1-1 0 0,1 1 1 0 0,0-1-1 0 0,-1 0 1 0 0,1 0-1 0 0,0 0 1 0 0,0 0-1 0 0,-1 0 1 0 0,1 0-1 0 0,0 0 0 0 0,-1 0 1 0 0,3-1-1 0 0,7-1-217 0 0,0 0 0 0 0,20-8 0 0 0,-20 6 36 0 0,-1 1-56 0 0,0-1-1 0 0,1 0 1 0 0,9-7-1 0 0,-16 8 198 0 0,1 0 0 0 0,-1 0 0 0 0,1-1-1 0 0,-1 0 1 0 0,0 1 0 0 0,-1-2 0 0 0,1 1-1 0 0,3-5 1 0 0,-3 3 44 0 0,0-1-1 0 0,-1 1 0 0 0,1-1 1 0 0,-1 0-1 0 0,-1 0 1 0 0,1 0-1 0 0,-1 0 0 0 0,0-1 1 0 0,-1 1-1 0 0,1-10 1 0 0,-1 7 194 0 0,0 0 0 0 0,-1-1 1 0 0,0 1-1 0 0,-1 0 0 0 0,0 0 1 0 0,0 0-1 0 0,-6-18 0 0 0,-1-16 1307 0 0,8 43-914 0 0,-1-1-38 0 0,-5-12 359 0 0,9 24 255 0 0,11 32-559 0 0,-11-28-608 0 0,0-1-1 0 0,8 20 0 0 0,-6-20 2 0 0,-1 0 0 0 0,3 16-1 0 0,-6-21-657 0 0,1 0-1 0 0,0 0 1 0 0,1 0-1 0 0,0 0 1 0 0,6 12-1 0 0,-7-16 112 0 0,1 0 0 0 0,-1-1 0 0 0,0 1 0 0 0,1-1-1 0 0,0 0 1 0 0,0 1 0 0 0,0-1 0 0 0,0-1 0 0 0,1 1 0 0 0,-1 0-1 0 0,1-1 1 0 0,5 4 0 0 0</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43.741"/>
    </inkml:context>
    <inkml:brush xml:id="br0">
      <inkml:brushProperty name="width" value="0.1" units="cm"/>
      <inkml:brushProperty name="height" value="0.1" units="cm"/>
      <inkml:brushProperty name="color" value="#004F8B"/>
    </inkml:brush>
  </inkml:definitions>
  <inkml:trace contextRef="#ctx0" brushRef="#br0">1 89 12319 0 0,'0'-4'11031'0'0,"6"19"-9486"0"0,4 24-2348 0 0,18 124 1018 0 0,-25-149-186 0 0,8 21-1 0 0,-1-7 28 0 0,2 0-33 0 0,-12-27 41 0 0,1-3-2 0 0,1 0 0 0 0,-1 0 1 0 0,0-1-1 0 0,-1 1 0 0 0,1 0 0 0 0,0-1 0 0 0,-1 1 0 0 0,1-3 0 0 0,-1 3-1 0 0,5-26 313 0 0,-1 0-1 0 0,-1-41 1 0 0,-3 45-259 0 0,1 1 0 0 0,1 0 0 0 0,1 0 0 0 0,9-31 0 0 0,-8 41-115 0 0,1 1 0 0 0,1 0 0 0 0,0 1 0 0 0,0 0 0 0 0,13-17 0 0 0,-3 4-83 0 0,-16 24 81 0 0,1 0-1 0 0,-1 0 1 0 0,1 1-1 0 0,-1-1 1 0 0,1 0-1 0 0,-1 0 1 0 0,1 0 0 0 0,-1 0-1 0 0,1 0 1 0 0,-1 0-1 0 0,0 1 1 0 0,1-1-1 0 0,-1 0 1 0 0,1 0-1 0 0,-1 1 1 0 0,0-1-1 0 0,1 0 1 0 0,-1 1-1 0 0,0-1 1 0 0,1 1-1 0 0,0-1 2 0 0,34 32-63 0 0,-35-31 64 0 0,1 0 0 0 0,0 0 0 0 0,0-1 0 0 0,0 1 0 0 0,0 0 0 0 0,0-1 0 0 0,0 1 0 0 0,0-1 0 0 0,1 1 0 0 0,-1-1 0 0 0,0 1 0 0 0,0-1 0 0 0,0 0 0 0 0,0 1 0 0 0,2-1 0 0 0,3 1 0 0 0,1 6 0 0 0,1-1 0 0 0,-1 1 0 0 0,0 1 0 0 0,11 13 0 0 0,-10-11 0 0 0,-3-3-11 0 0,-1 1 0 0 0,0-1-1 0 0,0 1 1 0 0,0 0 0 0 0,-1 0 0 0 0,0 1-1 0 0,-1-1 1 0 0,0 1 0 0 0,2 13 0 0 0,1 5-5 0 0,-3-15 31 0 0,0 1 0 0 0,0 0 0 0 0,-2 0 0 0 0,-1 24 0 0 0,0-24 38 0 0,-1-4-134 0 0,6-18-1581 0 0,0-3 637 0 0</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44.123"/>
    </inkml:context>
    <inkml:brush xml:id="br0">
      <inkml:brushProperty name="width" value="0.1" units="cm"/>
      <inkml:brushProperty name="height" value="0.1" units="cm"/>
      <inkml:brushProperty name="color" value="#004F8B"/>
    </inkml:brush>
  </inkml:definitions>
  <inkml:trace contextRef="#ctx0" brushRef="#br0">271 57 13591 0 0,'0'0'1364'0'0,"4"-9"-1240"0"0,-3 9 72 0 0,-1-1 1 0 0,1 0-1 0 0,-1 0 0 0 0,1 0 0 0 0,-1 0 1 0 0,0 0-1 0 0,1 0 0 0 0,-1-1 0 0 0,0 1 0 0 0,0 0 1 0 0,0 0-1 0 0,1 0 0 0 0,-1 0 0 0 0,0 0 1 0 0,-1 0-1 0 0,1 0 0 0 0,0 0 0 0 0,0 0 0 0 0,0-1 1 0 0,-1-1-1 0 0,0 2 27 0 0,0 0 0 0 0,0 0 0 0 0,0 0-1 0 0,-1 0 1 0 0,1 0 0 0 0,0 0 0 0 0,0 0 0 0 0,-1 0 0 0 0,1 1 0 0 0,0-1 0 0 0,-1 0-1 0 0,1 1 1 0 0,-1-1 0 0 0,-2 0 0 0 0,-8-3 373 0 0,10 3-499 0 0,0 0 0 0 0,0 0 1 0 0,0 0-1 0 0,0 0 0 0 0,0 1 0 0 0,0-1 1 0 0,0 1-1 0 0,0 0 0 0 0,-1-1 1 0 0,1 1-1 0 0,0 0 0 0 0,0 0 0 0 0,0 1 1 0 0,0-1-1 0 0,-3 1 0 0 0,-23 7 404 0 0,1 2-1 0 0,-29 13 0 0 0,50-19-448 0 0,-1 0-1 0 0,0 1 1 0 0,1 0-1 0 0,0 0 0 0 0,0 0 1 0 0,0 1-1 0 0,1 0 0 0 0,0 0 1 0 0,0 0-1 0 0,0 0 0 0 0,1 1 1 0 0,0 0-1 0 0,0 0 1 0 0,-5 15-1 0 0,7-16-55 0 0,-1 1 1 0 0,2-1 0 0 0,-1 1-1 0 0,1 0 1 0 0,0 0 0 0 0,0 0-1 0 0,1-1 1 0 0,0 1-1 0 0,0 0 1 0 0,0 0 0 0 0,1 0-1 0 0,0 0 1 0 0,1-1-1 0 0,-1 1 1 0 0,1 0 0 0 0,1-1-1 0 0,4 11 1 0 0,-3-12 2 0 0,-1 1 0 0 0,1-1 0 0 0,0 0 0 0 0,0 0 0 0 0,1-1 0 0 0,0 1 0 0 0,0-1 0 0 0,0 0-1 0 0,6 4 1 0 0,0-1-2 0 0,2-1-1 0 0,-1 0 0 0 0,14 5 0 0 0,-20-9-22 0 0,-1-1 0 0 0,1 0 0 0 0,-1 0 0 0 0,1 0 0 0 0,0-1 0 0 0,-1 0 0 0 0,12-1-1 0 0,-7 1 6 0 0,-1 0-8 0 0,1-1 0 0 0,-1 0 1 0 0,1 0-1 0 0,-1-1 0 0 0,0 0 0 0 0,1-1 1 0 0,-1 0-1 0 0,0 0 0 0 0,-1-1 0 0 0,10-5 1 0 0,-9 4-276 0 0,-1 0 0 0 0,1-1 0 0 0,-1 0 0 0 0,8-8 0 0 0,-11 9-1386 0 0,0 0 1 0 0,-1 0-1 0 0,0 0 0 0 0,4-9 1 0 0</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44.472"/>
    </inkml:context>
    <inkml:brush xml:id="br0">
      <inkml:brushProperty name="width" value="0.1" units="cm"/>
      <inkml:brushProperty name="height" value="0.1" units="cm"/>
      <inkml:brushProperty name="color" value="#004F8B"/>
    </inkml:brush>
  </inkml:definitions>
  <inkml:trace contextRef="#ctx0" brushRef="#br0">0 1 6911 0 0,'1'1'12639'0'0,"6"8"-12094"0"0,0 0 0 0 0,-1 0 0 0 0,0 1 0 0 0,-1-1 1 0 0,0 1-1 0 0,0 0 0 0 0,3 12 0 0 0,7 28-25 0 0,1 1 199 0 0,16 97 1 0 0,-6 85 398 0 0,-26-226-1105 0 0,1 0 0 0 0,0 0 0 0 0,1 0 0 0 0,-1 0 0 0 0,1 0 0 0 0,1 0 0 0 0,-1-1 0 0 0,1 1-1 0 0,1-1 1 0 0,-1 0 0 0 0,7 9 0 0 0,-8-13-193 0 0,-1-1-1 0 0,1 0 0 0 0,-1 0 1 0 0,1 0-1 0 0,0 0 1 0 0,-1 0-1 0 0,1 0 1 0 0,0-1-1 0 0,0 1 1 0 0,0-1-1 0 0,-1 1 0 0 0,1-1 1 0 0,0 1-1 0 0,2-1 1 0 0,30 0-6214 0 0</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44.821"/>
    </inkml:context>
    <inkml:brush xml:id="br0">
      <inkml:brushProperty name="width" value="0.1" units="cm"/>
      <inkml:brushProperty name="height" value="0.1" units="cm"/>
      <inkml:brushProperty name="color" value="#004F8B"/>
    </inkml:brush>
  </inkml:definitions>
  <inkml:trace contextRef="#ctx0" brushRef="#br0">104 131 5527 0 0,'0'0'423'0'0,"-2"-9"-262"0"0,-16-25 10384 0 0,10 24-8552 0 0,6 9-1513 0 0,0-1 0 0 0,0 1 1 0 0,-1 0-1 0 0,1 0 0 0 0,0 0 1 0 0,-1 0-1 0 0,1 0 0 0 0,-1 1 1 0 0,-4-1-1 0 0,5 0 11 0 0,0 1 30 0 0,-18 11 435 0 0,18-9-940 0 0,0 1 0 0 0,-1 0-1 0 0,2 0 1 0 0,-1 0 0 0 0,0 0-1 0 0,0 0 1 0 0,1 0 0 0 0,0 0-1 0 0,-1 0 1 0 0,1 1 0 0 0,0-1-1 0 0,1 0 1 0 0,-2 8 0 0 0,1 1 34 0 0,1 1 1 0 0,1 18-1 0 0,0-21-55 0 0,0-1 0 0 0,1 1 0 0 0,1-1 0 0 0,-1 0 0 0 0,1 0 1 0 0,1 0-1 0 0,0-1 0 0 0,0 1 0 0 0,1-1 0 0 0,0 0 0 0 0,0 0 0 0 0,9 9 0 0 0,-10-13-3 0 0,0 0 0 0 0,0-1 0 0 0,0 0 0 0 0,1 0 0 0 0,-1 0 0 0 0,1 0 0 0 0,0-1 0 0 0,0 1 0 0 0,0-1 0 0 0,0 0 0 0 0,0-1 0 0 0,0 1 0 0 0,8 0 0 0 0,-5-1-17 0 0,-1-1 0 0 0,0 0 0 0 0,1-1 0 0 0,-1 1 0 0 0,0-1 1 0 0,0-1-1 0 0,0 1 0 0 0,0-1 0 0 0,8-3 0 0 0,-2-1-13 0 0,0 0 0 0 0,-1-1 0 0 0,0 0 1 0 0,0-1-1 0 0,0 0 0 0 0,-1-1 0 0 0,-1 0 0 0 0,1-1 0 0 0,15-19 0 0 0,-23 25 99 0 0,0-1 0 0 0,0 1-1 0 0,-1 0 1 0 0,0-1 0 0 0,0 1 0 0 0,0-1 0 0 0,-1 1-1 0 0,1-1 1 0 0,-1 0 0 0 0,0 0 0 0 0,0 0 0 0 0,-1 0-1 0 0,1 1 1 0 0,-1-1 0 0 0,0 0 0 0 0,-1 0-1 0 0,1 0 1 0 0,-1 0 0 0 0,0 0 0 0 0,0 0 0 0 0,-1 1-1 0 0,1-1 1 0 0,-1 0 0 0 0,0 1 0 0 0,0-1-1 0 0,-1 1 1 0 0,1 0 0 0 0,-5-6 0 0 0,0 2 109 0 0,-1 0 1 0 0,0 0-1 0 0,0 1 1 0 0,-1 0 0 0 0,0 0-1 0 0,0 1 1 0 0,-1 1-1 0 0,1-1 1 0 0,-1 1 0 0 0,0 1-1 0 0,-1 0 1 0 0,1 0-1 0 0,-1 1 1 0 0,-17-3-1 0 0,19 4-148 0 0,-1 1 0 0 0,1 0-1 0 0,-17-1 1 0 0,22 2-34 0 0,1 1-1 0 0,0-1 1 0 0,0 1 0 0 0,0-1 0 0 0,0 1 0 0 0,0 0 0 0 0,0 0 0 0 0,0 1-1 0 0,0-1 1 0 0,0 1 0 0 0,0-1 0 0 0,1 1 0 0 0,-1 0 0 0 0,0 0 0 0 0,-2 3-1 0 0,-13 15-2065 0 0</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46.141"/>
    </inkml:context>
    <inkml:brush xml:id="br0">
      <inkml:brushProperty name="width" value="0.1" units="cm"/>
      <inkml:brushProperty name="height" value="0.1" units="cm"/>
      <inkml:brushProperty name="color" value="#004F8B"/>
    </inkml:brush>
  </inkml:definitions>
  <inkml:trace contextRef="#ctx0" brushRef="#br0">1 116 4143 0 0,'1'4'9285'0'0,"4"13"-8242"0"0,-5-15-469 0 0,0 0-453 0 0,1 0 0 0 0,-1 0 0 0 0,1-1 0 0 0,-1 1 0 0 0,1 0 0 0 0,0 0 0 0 0,2 3 1 0 0,-1-1 21 0 0,-1 0-52 0 0,20 45 537 0 0,20 73-1 0 0,-39-99 3309 0 0,-3-25-3676 0 0,-3-6-112 0 0,0 0-1 0 0,1-1 0 0 0,0 0 1 0 0,0 1-1 0 0,1-1 0 0 0,-3-18 1 0 0,3 12 15 0 0,1-1 0 0 0,1 1 0 0 0,2-24 0 0 0,0 26-27 0 0,1 0-1 0 0,5-14 0 0 0,0 2-29 0 0,-7 20-106 0 0,1 0 0 0 0,0 0 0 0 0,0 1 0 0 0,1-1 0 0 0,5-8 0 0 0,-7 11 0 0 0,-1 1 0 0 0,1-1 0 0 0,0 1 0 0 0,0 0 0 0 0,0-1 0 0 0,0 1 0 0 0,0 0 0 0 0,0 0 0 0 0,0 0 0 0 0,1 0 0 0 0,-1 0 0 0 0,0 0 0 0 0,1 0 0 0 0,-1 0 0 0 0,3-1 0 0 0,3-1 0 0 0,-7 3 0 0 0,10-5 0 0 0,-7 5-1 0 0,5 3-37 0 0,3 4 6 0 0,-10-6 28 0 0,0 0 0 0 0,0-1-1 0 0,0 1 1 0 0,0 0-1 0 0,0 0 1 0 0,0-1-1 0 0,-1 1 1 0 0,1 0-1 0 0,0 0 1 0 0,-1 0-1 0 0,1 0 1 0 0,-1 0-1 0 0,1 0 1 0 0,0 1-1 0 0,2 4-4 0 0,5 7 1 0 0,0 0-1 0 0,-1 1 0 0 0,0-1 0 0 0,-1 2 0 0 0,7 23 0 0 0,-3-11-39 0 0,1-2 24 0 0,-8-14 51 0 0,0-1 1 0 0,2 13-1 0 0,-4-19 1603 0 0,3-24-1246 0 0,3-25-116 0 0,5-22-17 0 0,-9 59-212 0 0,-1-1 0 0 0,1 1 0 0 0,0 0-1 0 0,1 0 1 0 0,7-13 0 0 0,-2 8-26 0 0,0-1 0 0 0,1 1 0 0 0,1 1-1 0 0,14-14 1 0 0,-13 16-13 0 0,-9 10 0 0 0,0-1 0 0 0,4-3 0 0 0,3 8 0 0 0,-6 0-4 0 0,0-1 1 0 0,0 2-1 0 0,0-1 0 0 0,-1 0 0 0 0,0 1 0 0 0,1 0 1 0 0,-1 0-1 0 0,3 7 0 0 0,16 47-44 0 0,-15-39 42 0 0,6 24 25 0 0,-7-19 11 0 0,15 34 1 0 0,-20-57 48 0 0,-1-10-2119 0 0</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47.037"/>
    </inkml:context>
    <inkml:brush xml:id="br0">
      <inkml:brushProperty name="width" value="0.1" units="cm"/>
      <inkml:brushProperty name="height" value="0.1" units="cm"/>
      <inkml:brushProperty name="color" value="#004F8B"/>
    </inkml:brush>
  </inkml:definitions>
  <inkml:trace contextRef="#ctx0" brushRef="#br0">36 898 919 0 0,'2'-1'2623'0'0,"11"-14"3793"0"0,2-2-2189 0 0,52-38-1701 0 0,-26 22-1568 0 0,-32 27-750 0 0,0-1 0 0 0,0 0 0 0 0,-1 0 1 0 0,0-1-1 0 0,13-16 0 0 0,-16 15-78 0 0,0 0 0 0 0,0 1 0 0 0,-1-2-1 0 0,5-16 1 0 0,-6 15 43 0 0,2-1-1 0 0,-1 1 0 0 0,8-12 1 0 0,-6 11 15 0 0,0 0 0 0 0,0 0 0 0 0,-2-1 0 0 0,1 1 0 0 0,2-19 0 0 0,8-69 814 0 0,-14 93-926 0 0,1-10-32 0 0,-2 0-1 0 0,0 0 1 0 0,-1 0-1 0 0,0 1 1 0 0,-2-1-1 0 0,0 0 1 0 0,-7-21-1 0 0,1 11 0 0 0,-1 1 0 0 0,-1 0 0 0 0,-24-40 0 0 0,29 57-57 0 0,0 0 0 0 0,0 1 0 0 0,-1-1 0 0 0,0 1 0 0 0,0 1 0 0 0,-1-1 0 0 0,0 1 0 0 0,0 0 0 0 0,-12-7 0 0 0,17 13 9 0 0,0-1-1 0 0,0 0 1 0 0,-1 1 0 0 0,1-1-1 0 0,0 1 1 0 0,-1 0 0 0 0,1 0-1 0 0,0 1 1 0 0,-1-1-1 0 0,1 1 1 0 0,-1-1 0 0 0,1 1-1 0 0,-1 0 1 0 0,1 0 0 0 0,-1 1-1 0 0,1-1 1 0 0,-1 1-1 0 0,1 0 1 0 0,-1 0 0 0 0,1 0-1 0 0,0 0 1 0 0,0 0 0 0 0,-1 1-1 0 0,1 0 1 0 0,0-1-1 0 0,0 1 1 0 0,0 0 0 0 0,1 0-1 0 0,-1 1 1 0 0,0-1 0 0 0,-3 5-1 0 0,-1 2-13 0 0,-1 1-1 0 0,2-1 1 0 0,-1 1 0 0 0,2 1-1 0 0,-1-1 1 0 0,1 1-1 0 0,1 0 1 0 0,0 0-1 0 0,1 0 1 0 0,0 1 0 0 0,0-1-1 0 0,-1 20 1 0 0,2 2 18 0 0,1 0 0 0 0,2 1 0 0 0,5 40 0 0 0,6-7-66 0 0,2-1-1 0 0,41 117 0 0 0,-19-60 347 0 0,-10-31-22 0 0,36 119 399 0 0,-31-115-7 0 0,-17-56-259 0 0,9 44 1 0 0,-14-35-236 0 0,9 37 147 0 0,-8-68-183 0 0,-9-16-98 0 0,0 0-1 0 0,0-1 1 0 0,0 1 0 0 0,0 0-1 0 0,0 0 1 0 0,0 0-1 0 0,0 3 1 0 0,2 42 251 0 0,-3-44-192 0 0,-2-5-469 0 0,1 1 54 0 0,-1-1-1 0 0,1 0 1 0 0,0 1-1 0 0,0-1 0 0 0,-1 0 1 0 0,1 0-1 0 0,0 0 1 0 0,1 0-1 0 0,-1 0 1 0 0,0-2-1 0 0,-4-15-7672 0 0</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47.527"/>
    </inkml:context>
    <inkml:brush xml:id="br0">
      <inkml:brushProperty name="width" value="0.1" units="cm"/>
      <inkml:brushProperty name="height" value="0.1" units="cm"/>
      <inkml:brushProperty name="color" value="#004F8B"/>
    </inkml:brush>
  </inkml:definitions>
  <inkml:trace contextRef="#ctx0" brushRef="#br0">225 26 4143 0 0,'-18'3'10884'0'0,"17"-4"-10838"0"0,-4-2 718 0 0,-1 0 0 0 0,0 0 0 0 0,0 1 1 0 0,-7-3-1 0 0,11 5-641 0 0,0-1 0 0 0,0 1-1 0 0,0-1 1 0 0,0 1 0 0 0,0 0 0 0 0,0 0 0 0 0,0 0-1 0 0,0 0 1 0 0,0 0 0 0 0,0 1 0 0 0,0-1 0 0 0,0 1-1 0 0,0-1 1 0 0,0 1 0 0 0,1-1 0 0 0,-1 1-1 0 0,0 0 1 0 0,0 0 0 0 0,-2 2 0 0 0,-5 4 287 0 0,6-5-316 0 0,1 0 1 0 0,0 0-1 0 0,0 0 0 0 0,0-1 0 0 0,-1 1 1 0 0,1-1-1 0 0,-1 0 0 0 0,1 1 0 0 0,-1-1 1 0 0,0 0-1 0 0,-4 1 0 0 0,2-2-69 0 0,1 1 1 0 0,0 1-1 0 0,-1-1 0 0 0,1 1 0 0 0,0 0 1 0 0,0 0-1 0 0,0 0 0 0 0,0 0 0 0 0,1 1 1 0 0,-1-1-1 0 0,1 1 0 0 0,-1 0 0 0 0,1 0 1 0 0,0 0-1 0 0,0 1 0 0 0,0-1 0 0 0,1 1 0 0 0,-1-1 1 0 0,1 1-1 0 0,0 0 0 0 0,0 0 0 0 0,0 0 1 0 0,0 0-1 0 0,1 1 0 0 0,0-1 0 0 0,0 0 1 0 0,0 1-1 0 0,-1 8 0 0 0,2-9-31 0 0,-1 0-1 0 0,1 1 1 0 0,0-1-1 0 0,1 0 1 0 0,-1 1-1 0 0,1-1 1 0 0,0 0-1 0 0,-1 0 1 0 0,2 0-1 0 0,-1 0 1 0 0,1 0-1 0 0,-1 0 1 0 0,1 0-1 0 0,0 0 1 0 0,0 0-1 0 0,1-1 1 0 0,-1 1-1 0 0,1-1 0 0 0,0 0 1 0 0,0 1-1 0 0,0-1 1 0 0,0-1-1 0 0,0 1 1 0 0,8 4-1 0 0,-1 0 0 0 0,0-1-1 0 0,0 0 1 0 0,1-1-1 0 0,0-1 0 0 0,0 1 1 0 0,22 4-1 0 0,-14-4 75 0 0,-10-2-58 0 0,-1-1-1 0 0,1 0 1 0 0,0 0 0 0 0,0-1 0 0 0,0 0-1 0 0,16-1 1 0 0,-12-1-8 0 0,-8 1 0 0 0,1 0 0 0 0,-1-1 0 0 0,1 0 0 0 0,0 0 0 0 0,-1 0 0 0 0,1-1 0 0 0,-1 0 0 0 0,0 0-1 0 0,0 0 1 0 0,1-1 0 0 0,5-3 0 0 0,-1-1 47 0 0,-1 0 1 0 0,-1-1-1 0 0,16-16 0 0 0,-21 21 6 0 0,0-1 0 0 0,0 0-1 0 0,-1 0 1 0 0,1 0 0 0 0,-1-1-1 0 0,0 1 1 0 0,0 0 0 0 0,0-1-1 0 0,-1 1 1 0 0,0-1-1 0 0,0 0 1 0 0,1-5 0 0 0,-1 0 261 0 0,-1 1-1 0 0,0-1 1 0 0,0 1 0 0 0,-3-14-1 0 0,2 19-199 0 0,0 1-1 0 0,0-1 0 0 0,0 0 1 0 0,0 1-1 0 0,-1 0 0 0 0,0-1 0 0 0,0 1 1 0 0,0 0-1 0 0,0 0 0 0 0,0 0 0 0 0,-1 0 1 0 0,1 0-1 0 0,-7-4 0 0 0,-1-2 133 0 0,0 1 0 0 0,-1 0 0 0 0,-15-8 0 0 0,20 13-210 0 0,0 1 0 0 0,0 0 0 0 0,0 0 0 0 0,-1 0 0 0 0,1 1 0 0 0,0 0 0 0 0,-1 0 0 0 0,-12 0 0 0 0,7 2-31 0 0,0 0 0 0 0,0 1-1 0 0,1 0 1 0 0,-1 1-1 0 0,-21 8 1 0 0,31-10-125 0 0,7 12-4077 0 0,0-2 2808 0 0,0 0 1 0 0,1 0 0 0 0,11 15 0 0 0,3-4-692 0 0</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47.893"/>
    </inkml:context>
    <inkml:brush xml:id="br0">
      <inkml:brushProperty name="width" value="0.1" units="cm"/>
      <inkml:brushProperty name="height" value="0.1" units="cm"/>
      <inkml:brushProperty name="color" value="#004F8B"/>
    </inkml:brush>
  </inkml:definitions>
  <inkml:trace contextRef="#ctx0" brushRef="#br0">28 200 13935 0 0,'0'0'315'0'0,"3"3"45"0"0,3 6 14 0 0,0 1 1 0 0,0 0-1 0 0,-1 1 1 0 0,0-1-1 0 0,0 1 1 0 0,3 17-1 0 0,10 21 234 0 0,8 24 323 0 0,-5-11 2995 0 0,-21-64-3826 0 0,-1 0 0 0 0,0 1 0 0 0,1-1 0 0 0,-1 1 0 0 0,0-1 0 0 0,0 1 0 0 0,0 0 0 0 0,0-1 0 0 0,0 1 0 0 0,0 0 0 0 0,0 0 0 0 0,-2-2-1 0 0,-5-5 210 0 0,-57-86 586 0 0,56 80-643 0 0,1-1 1 0 0,0 0 0 0 0,2-1 0 0 0,-10-29 0 0 0,15 37-227 0 0,0 0 0 0 0,0 0-1 0 0,1 0 1 0 0,0 0 0 0 0,0 0 0 0 0,1 1 0 0 0,0-1-1 0 0,0 0 1 0 0,1 0 0 0 0,0 1 0 0 0,0-1 0 0 0,1 1-1 0 0,0-1 1 0 0,0 1 0 0 0,5-7 0 0 0,-3 5-34 0 0,0 1 0 0 0,1 0 0 0 0,0 0 0 0 0,0 0 0 0 0,1 1 0 0 0,0 0 0 0 0,0 1 0 0 0,0-1 0 0 0,1 1 0 0 0,0 0 0 0 0,15-7 0 0 0,-12 8 58 0 0,0 1-1 0 0,1 0 0 0 0,-1 1 1 0 0,1 0-1 0 0,-1 0 0 0 0,1 2 0 0 0,0-1 1 0 0,13 1-1 0 0,-9 2-985 0 0,27 3 1 0 0,15 10-6904 0 0,-36-6 284 0 0</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48.275"/>
    </inkml:context>
    <inkml:brush xml:id="br0">
      <inkml:brushProperty name="width" value="0.1" units="cm"/>
      <inkml:brushProperty name="height" value="0.1" units="cm"/>
      <inkml:brushProperty name="color" value="#004F8B"/>
    </inkml:brush>
  </inkml:definitions>
  <inkml:trace contextRef="#ctx0" brushRef="#br0">0 299 11631 0 0,'0'0'895'0'0,"1"-2"-480"0"0,-1 1-354 0 0,1 0 0 0 0,-1 0 0 0 0,0 0 1 0 0,1 0-1 0 0,-1 0 0 0 0,1 0 0 0 0,-1 0 0 0 0,1 0 1 0 0,0 0-1 0 0,-1 0 0 0 0,1 0 0 0 0,0 1 0 0 0,0-1 1 0 0,-1 0-1 0 0,1 0 0 0 0,0 1 0 0 0,2-2 1 0 0,18-3 1244 0 0,0 0-577 0 0,5-5-51 0 0,34-19 0 0 0,-36 16-577 0 0,-6 3 263 0 0,-1-1 0 0 0,27-21 0 0 0,-42 30-300 0 0,0 0 1 0 0,0 0-1 0 0,0 0 0 0 0,-1 0 0 0 0,1-1 0 0 0,0 1 1 0 0,-1 0-1 0 0,0-1 0 0 0,0 1 0 0 0,0-1 0 0 0,0 1 1 0 0,0-1-1 0 0,1-3 0 0 0,3-37 935 0 0,-4 30-517 0 0,-1 8-258 0 0,0 1 0 0 0,0-1 0 0 0,-1 1 0 0 0,1 0 0 0 0,-1-1 0 0 0,0 1 0 0 0,0 0 0 0 0,-3-7 0 0 0,4 9-165 0 0,-1 1 1 0 0,0-1 0 0 0,1 1-1 0 0,-1-1 1 0 0,0 1 0 0 0,0 0 0 0 0,0-1-1 0 0,0 1 1 0 0,0 0 0 0 0,0 0-1 0 0,0-1 1 0 0,0 1 0 0 0,-1 0 0 0 0,1 0-1 0 0,0 0 1 0 0,-1 1 0 0 0,1-1-1 0 0,-1 0 1 0 0,1 0 0 0 0,-1 1 0 0 0,1-1-1 0 0,-1 1 1 0 0,1-1 0 0 0,-1 1-1 0 0,-2 0 1 0 0,-5 0 16 0 0,1 1 1 0 0,-1 0-1 0 0,1 0 0 0 0,0 1 0 0 0,0 0 0 0 0,-1 1 0 0 0,2-1 1 0 0,-1 2-1 0 0,0-1 0 0 0,1 1 0 0 0,-1 0 0 0 0,1 1 1 0 0,0 0-1 0 0,0 0 0 0 0,1 0 0 0 0,0 1 0 0 0,0 0 1 0 0,0 0-1 0 0,1 0 0 0 0,-9 13 0 0 0,-33 46 188 0 0,45-61-261 0 0,-1 1 0 0 0,0 0 0 0 0,1 0 0 0 0,0 0 0 0 0,0 1 0 0 0,1-1 0 0 0,0 0 0 0 0,0 1 0 0 0,0-1 0 0 0,0 1 0 0 0,1-1 0 0 0,0 1 0 0 0,0-1 0 0 0,0 1 0 0 0,1-1 0 0 0,0 1-1 0 0,2 7 1 0 0,0-8-6 0 0,0 0-1 0 0,1 0 0 0 0,-1 0 1 0 0,1-1-1 0 0,0 1 0 0 0,0-1 1 0 0,1 0-1 0 0,-1 0 0 0 0,1-1 1 0 0,0 1-1 0 0,9 4 0 0 0,6 5-38 0 0,-15-8-7 0 0,1-1 0 0 0,0 0 1 0 0,1-1-1 0 0,-1 1 0 0 0,0-1 1 0 0,1-1-1 0 0,0 1 0 0 0,0-1 1 0 0,0 0-1 0 0,0 0 0 0 0,0-1 1 0 0,0 0-1 0 0,0-1 0 0 0,0 1 1 0 0,0-1-1 0 0,0 0 0 0 0,14-3 1 0 0,-1-1-1808 0 0,21-7 0 0 0,-2-2-5088 0 0,-16 3 493 0 0</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48.641"/>
    </inkml:context>
    <inkml:brush xml:id="br0">
      <inkml:brushProperty name="width" value="0.1" units="cm"/>
      <inkml:brushProperty name="height" value="0.1" units="cm"/>
      <inkml:brushProperty name="color" value="#004F8B"/>
    </inkml:brush>
  </inkml:definitions>
  <inkml:trace contextRef="#ctx0" brushRef="#br0">125 89 12319 0 0,'0'-3'75'0'0,"0"-1"-1"0"0,0 1 0 0 0,-1 0 0 0 0,1 0 0 0 0,-1 0 1 0 0,0 0-1 0 0,0 0 0 0 0,0 0 0 0 0,0 0 1 0 0,-1 0-1 0 0,1 1 0 0 0,-1-1 0 0 0,1 0 0 0 0,-1 1 1 0 0,0-1-1 0 0,0 1 0 0 0,-5-4 0 0 0,3 2 373 0 0,0 1 0 0 0,0-1 0 0 0,-1 2-1 0 0,0-1 1 0 0,0 0 0 0 0,1 1 0 0 0,-1 0-1 0 0,-1 0 1 0 0,1 0 0 0 0,0 1 0 0 0,0 0-1 0 0,-11-2 1 0 0,-5 1 2392 0 0,17 14-2449 0 0,3-1-355 0 0,2-8-38 0 0,0-1-1 0 0,0 1 0 0 0,0-1 1 0 0,0 1-1 0 0,0-1 1 0 0,0 0-1 0 0,1 1 0 0 0,0-1 1 0 0,-1 0-1 0 0,1 0 1 0 0,0 0-1 0 0,0 0 0 0 0,0-1 1 0 0,0 1-1 0 0,0 0 1 0 0,4 1-1 0 0,5 4-24 0 0,0-1 0 0 0,15 5 0 0 0,-13-5 21 0 0,110 37-127 0 0,-114-41 132 0 0,15 7-21 0 0,0 1-1 0 0,33 19 1 0 0,-47-23 16 0 0,-5-3-8 0 0,0 0 0 0 0,0 1 1 0 0,0-1-1 0 0,0 1 0 0 0,-1 0 0 0 0,9 10 1 0 0,-11-11 47 0 0,0 0 1 0 0,0 0-1 0 0,0 0 1 0 0,0 0-1 0 0,0 0 1 0 0,-1 0 0 0 0,0 1-1 0 0,1-1 1 0 0,-1 0-1 0 0,0 1 1 0 0,-1-1 0 0 0,2 8-1 0 0,-3-9 63 0 0,0-1 0 0 0,0 1-1 0 0,0-1 1 0 0,0 1 0 0 0,0-1 0 0 0,0 1 0 0 0,-1-1-1 0 0,1 0 1 0 0,-3 2 0 0 0,-1 2 211 0 0,-4 6 92 0 0,-1-1-1 0 0,0 0 0 0 0,-1-1 0 0 0,0 0 0 0 0,0-1 0 0 0,-1 0 0 0 0,0 0 0 0 0,0-1 1 0 0,-19 7-1 0 0,22-11-257 0 0,0-1 1 0 0,0 0-1 0 0,0 0 1 0 0,-1 0-1 0 0,1-2 0 0 0,0 1 1 0 0,-1-1-1 0 0,1 0 1 0 0,-18-3-1 0 0,23 2-253 0 0,0 0-1 0 0,0 1 1 0 0,1-1 0 0 0,-1-1-1 0 0,0 1 1 0 0,1 0-1 0 0,-1-1 1 0 0,1 0 0 0 0,0 0-1 0 0,-1 0 1 0 0,1 0 0 0 0,0 0-1 0 0,0-1 1 0 0,0 1-1 0 0,1-1 1 0 0,-1 0 0 0 0,1 0-1 0 0,-1 0 1 0 0,1 0-1 0 0,0 0 1 0 0,0 0 0 0 0,0-1-1 0 0,1 1 1 0 0,-1-1 0 0 0,1 1-1 0 0,-2-8 1 0 0,0-14-1451 0 0</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49.009"/>
    </inkml:context>
    <inkml:brush xml:id="br0">
      <inkml:brushProperty name="width" value="0.1" units="cm"/>
      <inkml:brushProperty name="height" value="0.1" units="cm"/>
      <inkml:brushProperty name="color" value="#004F8B"/>
    </inkml:brush>
  </inkml:definitions>
  <inkml:trace contextRef="#ctx0" brushRef="#br0">0 21 11863 0 0,'0'0'1075'0'0,"2"-1"-883"0"0,35-18 5316 0 0,-30 24-5053 0 0,-1-1 0 0 0,0 2 0 0 0,0-1 1 0 0,0 1-1 0 0,-1 0 0 0 0,0 0 0 0 0,7 12 0 0 0,-9-14-311 0 0,13 20 250 0 0,0 2-1 0 0,-2 0 0 0 0,-1 1 1 0 0,10 30-1 0 0,31 116 930 0 0,-38-115-1149 0 0,16 73 188 0 0,-8-30 111 0 0,-15-62-422 0 0,18 56 107 0 0,-23-82-144 0 0,2 0 0 0 0,0-1 0 0 0,0 1 0 0 0,1-1 0 0 0,10 13 0 0 0,-14-21-163 0 0,1-1-1 0 0,-1 0 1 0 0,1 0 0 0 0,-1 0-1 0 0,1 0 1 0 0,0 0-1 0 0,0-1 1 0 0,0 0 0 0 0,1 1-1 0 0,4 0 1 0 0,-3 0-79 0 0,7 3-829 0 0</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49.377"/>
    </inkml:context>
    <inkml:brush xml:id="br0">
      <inkml:brushProperty name="width" value="0.1" units="cm"/>
      <inkml:brushProperty name="height" value="0.1" units="cm"/>
      <inkml:brushProperty name="color" value="#004F8B"/>
    </inkml:brush>
  </inkml:definitions>
  <inkml:trace contextRef="#ctx0" brushRef="#br0">1 54 6447 0 0,'0'0'499'0'0,"2"0"89"0"0,55-13 9965 0 0,37-7-7665 0 0,-50 13-2749 0 0,-18 2-440 0 0,-1 1 0 0 0,1 1 1 0 0,45 2-1 0 0,-48 3-6835 0 0</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28.829"/>
    </inkml:context>
    <inkml:brush xml:id="br0">
      <inkml:brushProperty name="width" value="0.1" units="cm"/>
      <inkml:brushProperty name="height" value="0.1" units="cm"/>
      <inkml:brushProperty name="color" value="#004F8B"/>
    </inkml:brush>
  </inkml:definitions>
  <inkml:trace contextRef="#ctx0" brushRef="#br0">90 36 4143 0 0,'0'0'191'0'0,"-1"-2"-11"0"0,-35-27 9256 0 0,28 33-7195 0 0,-3-11 2118 0 0,11 7-4197 0 0,-3 0 1133 0 0,2 0-1133 0 0,-8-1 429 0 0,8 1-582 0 0,1 0 0 0 0,0 0-1 0 0,0 0 1 0 0,-1 0 0 0 0,1 0-1 0 0,0 0 1 0 0,-1-1 0 0 0,1 1 0 0 0,0 0-1 0 0,0 0 1 0 0,-1 0 0 0 0,1 0-1 0 0,0 0 1 0 0,-1 0 0 0 0,1 0 0 0 0,0 0-1 0 0,0 0 1 0 0,-1 1 0 0 0,1-1-1 0 0,0 0 1 0 0,-1 0 0 0 0,1 0 0 0 0,0 0-1 0 0,0 0 1 0 0,-1 0 0 0 0,1 0-1 0 0,0 1 1 0 0,0-1 0 0 0,-1 0 0 0 0,1 0-1 0 0,0 0 1 0 0,0 1 0 0 0,0-1-1 0 0,0 0 1 0 0,-1 0 0 0 0,1 1 0 0 0,0-1-1 0 0,0 0 1 0 0,0 0 0 0 0,0 1-1 0 0,0-1 1 0 0,0 0 0 0 0,-1 0 0 0 0,1 1-1 0 0,0-1 1 0 0,0 1 0 0 0,-6 26 1361 0 0,5-34-415 0 0,-1 36-742 0 0,3-23-152 0 0,1-6-36 0 0,12-22 99 0 0,-13 20-114 0 0,0 0 148 0 0,1 2-97 0 0,4 2-45 0 0,0-1-1 0 0,-1 1 1 0 0,9 5 0 0 0,1 0-3 0 0,-8-4-10 0 0,0 0 0 0 0,0 1 1 0 0,0 0-1 0 0,6 6 0 0 0,-12-9-7 0 0,1 1 0 0 0,-1-1-1 0 0,1 0 1 0 0,0 0 0 0 0,0 1 0 0 0,-1-1 0 0 0,1-1-1 0 0,0 1 1 0 0,0 0 0 0 0,0 0 0 0 0,0-1 0 0 0,0 1-1 0 0,0-1 1 0 0,0 1 0 0 0,0-1 0 0 0,0 0 0 0 0,0 0-1 0 0,1 0 1 0 0,2 0 0 0 0,-3-1-99 0 0,1 1 0 0 0,0 0 0 0 0,-1 0 0 0 0,1 0 0 0 0,-1 0 1 0 0,1 1-1 0 0,-1-1 0 0 0,1 1 0 0 0,-1-1 0 0 0,1 1 0 0 0,-1 0 0 0 0,5 2 0 0 0,24 19 188 0 0,-29-20 97 0 0,19 9 850 0 0,-12-7-958 0 0,9 5-53 0 0,-2-3-25 0 0,-4-4 4 0 0,-7-3 16 0 0,-5 0-14 0 0,0 1 0 0 0,0 0 1 0 0,0 0-1 0 0,1 0 0 0 0,-1 0 1 0 0,0 0-1 0 0,0-1 0 0 0,1 1 0 0 0,-1 0 1 0 0,0 0-1 0 0,0 0 0 0 0,1 0 1 0 0,-1 0-1 0 0,0 0 0 0 0,1 0 1 0 0,-1 0-1 0 0,0 0 0 0 0,0 0 0 0 0,1 0 1 0 0,-1 0-1 0 0,0 0 0 0 0,0 0 1 0 0,1 0-1 0 0,-1 0 0 0 0,0 0 1 0 0,1 1-1 0 0,-1-1 0 0 0,0 0 0 0 0,1 0 1 0 0,-1 2 0 0 0,1-1 1 0 0,0 1 0 0 0,0-1-1 0 0,-1 1 1 0 0,1 0-1 0 0,-1-1 1 0 0,0 1 0 0 0,1 0-1 0 0,-1 0 1 0 0,0-1-1 0 0,0 4 1 0 0,0-1 7 0 0,0 1-1 0 0,0-1 1 0 0,0 1-1 0 0,-1-1 1 0 0,0 1-1 0 0,0-1 1 0 0,0 1-1 0 0,0-1 1 0 0,-1 0-1 0 0,1 0 1 0 0,-1 1-1 0 0,-1-1 1 0 0,1 0-1 0 0,0-1 1 0 0,-1 1 0 0 0,0 0-1 0 0,0-1 1 0 0,-3 4-1 0 0,-13 19 101 0 0,14-19-36 0 0,0 0 0 0 0,-10 11 0 0 0,-4 1 192 0 0,10-8 109 0 0,-2-1 0 0 0,-13 12 0 0 0,15-15-54 0 0,-16 18 0 0 0,13-12-68 0 0,-12-3-2096 0 0</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31.105"/>
    </inkml:context>
    <inkml:brush xml:id="br0">
      <inkml:brushProperty name="width" value="0.1" units="cm"/>
      <inkml:brushProperty name="height" value="0.1" units="cm"/>
      <inkml:brushProperty name="color" value="#004F8B"/>
    </inkml:brush>
  </inkml:definitions>
  <inkml:trace contextRef="#ctx0" brushRef="#br0">227 91 1375 0 0,'1'-2'107'0'0,"17"-33"1016"0"0,4-18 15319 0 0,-24 59-16306 0 0,0 0 0 0 0,0 0 0 0 0,0 0 0 0 0,-4 6 1 0 0,-6 14 142 0 0,-36 144 41 0 0,15-45-80 0 0,2-36 134 0 0,-16 61 820 0 0,41-131-1018 0 0,-11 34 688 0 0,-34 74 0 0 0,48-122-1169 0 0,-2 5 848 0 0</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31.629"/>
    </inkml:context>
    <inkml:brush xml:id="br0">
      <inkml:brushProperty name="width" value="0.1" units="cm"/>
      <inkml:brushProperty name="height" value="0.1" units="cm"/>
      <inkml:brushProperty name="color" value="#004F8B"/>
    </inkml:brush>
  </inkml:definitions>
  <inkml:trace contextRef="#ctx0" brushRef="#br0">323 0 3223 0 0,'0'0'13143'0'0,"-1"2"-12872"0"0,-4 6-120 0 0,0-1 0 0 0,1 1 0 0 0,0 0 1 0 0,-3 9-1 0 0,-8 16-14 0 0,13-29-105 0 0,0 0 0 0 0,1 0 1 0 0,0 0-1 0 0,-1 0 0 0 0,1 6 0 0 0,-5 12 64 0 0,-2 3-14 0 0,-6 40 0 0 0,0 3 28 0 0,8-52-24 0 0,0-1 1 0 0,-11 22 0 0 0,0-1 58 0 0,-73 185 2068 0 0,74-185-1712 0 0,7-12-43 0 0,-1-1-1 0 0,-1 0 0 0 0,-25 36 1 0 0,35-58-353 0 0,1 0-99 0 0,0-1-1 0 0,0 0 0 0 0,0 1 1 0 0,0-1-1 0 0,0 0 0 0 0,0 1 1 0 0,0-1-1 0 0,0 0 0 0 0,-1 1 1 0 0,1-1-1 0 0,0 0 0 0 0,0 1 1 0 0,0-1-1 0 0,0 0 1 0 0,-1 0-1 0 0,1 1 0 0 0,0-1 1 0 0,0 0-1 0 0,-1 0 0 0 0,1 1 1 0 0,0-1-1 0 0,-1 0 0 0 0,-6 7 96 0 0,6-6 242 0 0</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32.153"/>
    </inkml:context>
    <inkml:brush xml:id="br0">
      <inkml:brushProperty name="width" value="0.1" units="cm"/>
      <inkml:brushProperty name="height" value="0.1" units="cm"/>
      <inkml:brushProperty name="color" value="#004F8B"/>
    </inkml:brush>
  </inkml:definitions>
  <inkml:trace contextRef="#ctx0" brushRef="#br0">25 65 9151 0 0,'0'0'831'0'0,"-2"0"-686"0"0,2 0-124 0 0,0 0 0 0 0,-1 1 0 0 0,1-1 0 0 0,-1 0 0 0 0,1 0 0 0 0,-1 0 0 0 0,1 0 0 0 0,0 0 0 0 0,-1 0-1 0 0,1 0 1 0 0,-1 0 0 0 0,1 0 0 0 0,-1 0 0 0 0,1 0 0 0 0,0 0 0 0 0,-1 0 0 0 0,1 0 0 0 0,-1-1 0 0 0,1 1-1 0 0,0 0 1 0 0,-1 0 0 0 0,1 0 0 0 0,-1-1 0 0 0,1 1 0 0 0,0 0 0 0 0,-1 0 0 0 0,1-1 0 0 0,0 1 0 0 0,-1 0 0 0 0,1-1-1 0 0,0 1 1 0 0,0 0 0 0 0,-1-1 0 0 0,1 1 0 0 0,0 0 0 0 0,0-1 0 0 0,0 1 0 0 0,0-1 0 0 0,-1 1 0 0 0,1 0 0 0 0,0-1-1 0 0,-9-15 6812 0 0,11 16-6526 0 0,12 5 78 0 0,-11-4-321 0 0,-1 0 0 0 0,0 0 0 0 0,1-1 0 0 0,-1 1 1 0 0,1 0-1 0 0,-1-1 0 0 0,1 0 0 0 0,5 1 0 0 0,11-2 295 0 0,-14 1-245 0 0,1 0-1 0 0,-1-1 1 0 0,10-1-1 0 0,-11 1-67 0 0,1 1-1 0 0,0-1 1 0 0,0 1-1 0 0,0 0 1 0 0,0 0-1 0 0,0 1 1 0 0,0 0-1 0 0,7 1 1 0 0,-6 0-1 0 0,0-1 0 0 0,0 0 1 0 0,0 0-1 0 0,0-1 0 0 0,7 0 1 0 0,14-5 64 0 0,-21 3-86 0 0,0 1-1 0 0,0 0 1 0 0,-1 0-1 0 0,1 1 1 0 0,0 0-1 0 0,0 0 1 0 0,8 1-1 0 0,-10 0-14 0 0,1 0 1 0 0,-1-1-1 0 0,0 1 0 0 0,1-1 1 0 0,-1 0-1 0 0,0 0 0 0 0,1 0 0 0 0,-1-1 1 0 0,0 1-1 0 0,1-1 0 0 0,-1 0 0 0 0,0 0 1 0 0,0-1-1 0 0,6-2 0 0 0,6-2 27 0 0,-1 1 1 0 0,2 1-1 0 0,-1 0 0 0 0,0 1 0 0 0,23-2 0 0 0,6-1 58 0 0,-18 4 6 0 0,-1 0 1 0 0,34 2-1 0 0,10 0 252 0 0,-53-1-186 0 0,-4 0 22 0 0,0 1 0 0 0,1 0 0 0 0,-1 0 0 0 0,14 4 0 0 0,35 2 624 0 0,-60-6-778 0 0,0 0-1 0 0,0 0 1 0 0,-1 1 0 0 0,1-1-1 0 0,0-1 1 0 0,-1 1-1 0 0,1 0 1 0 0,0 0-1 0 0,-1-1 1 0 0,1 1 0 0 0,0-1-1 0 0,-1 1 1 0 0,1-1-1 0 0,0 0 1 0 0,-1 1 0 0 0,1-1-1 0 0,1-1 1 0 0,-2 1-4 0 0</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32.661"/>
    </inkml:context>
    <inkml:brush xml:id="br0">
      <inkml:brushProperty name="width" value="0.1" units="cm"/>
      <inkml:brushProperty name="height" value="0.1" units="cm"/>
      <inkml:brushProperty name="color" value="#004F8B"/>
    </inkml:brush>
  </inkml:definitions>
  <inkml:trace contextRef="#ctx0" brushRef="#br0">39 78 11519 0 0,'-10'-25'264'0'0,"9"25"-194"0"0,-1 0 0 0 0,1 0 0 0 0,0 0 0 0 0,0 1-1 0 0,0-1 1 0 0,-1 0 0 0 0,1 1 0 0 0,0-1-1 0 0,0 1 1 0 0,0-1 0 0 0,0 1 0 0 0,0 0 0 0 0,-13 9 5150 0 0,22-22-5052 0 0,1 5-94 0 0,-5 5-55 0 0,0 1 0 0 0,-1 0 1 0 0,1 0-1 0 0,8-1 0 0 0,4-1 30 0 0,-14 3-45 0 0,0-1 1 0 0,0 1 0 0 0,0 0-1 0 0,-1 0 1 0 0,1 0-1 0 0,0 0 1 0 0,0 0-1 0 0,0 0 1 0 0,0 1-1 0 0,0-1 1 0 0,0 1-1 0 0,0-1 1 0 0,0 1 0 0 0,0 0-1 0 0,0-1 1 0 0,-1 1-1 0 0,1 0 1 0 0,0 0-1 0 0,-1 1 1 0 0,1-1-1 0 0,-1 0 1 0 0,4 3-1 0 0,-1 0-1 0 0,-1-3 7 0 0,-1 0 0 0 0,0 1 0 0 0,1-1 0 0 0,-1 0 0 0 0,1 0 0 0 0,-1-1 0 0 0,1 1 0 0 0,-1 0 0 0 0,1-1 0 0 0,-1 0 0 0 0,1 1 0 0 0,0-1 0 0 0,-1 0 0 0 0,1 0 0 0 0,2-1 0 0 0,8-1 84 0 0,24-7 0 0 0,-12 3 10 0 0,2-1 7 0 0,-20 4-66 0 0,1 1 1 0 0,0 0-1 0 0,13-1 1 0 0,-11 3-37 0 0,2 0 13 0 0,-1-1 0 0 0,0 0 0 0 0,0-1 0 0 0,13-3 0 0 0,-7 0-4 0 0,0 1 1 0 0,1 0 0 0 0,-1 1-1 0 0,1 2 1 0 0,-1-1 0 0 0,1 2-1 0 0,23 2 1 0 0,-13 1 276 0 0,1 0 1 0 0,-1-2 0 0 0,1-2-1 0 0,-1 0 1 0 0,37-7-1 0 0,-28 5 817 0 0,-35 4-1055 0 0,-1 0-1 0 0,0-1 1 0 0,0 1-1 0 0,1 0 1 0 0,-1 0-1 0 0,0 0 1 0 0,0 0-1 0 0,0 0 1 0 0,0 0 0 0 0,0 0-1 0 0,-1 0 1 0 0,1 1-1 0 0,0-1 1 0 0,0 0-1 0 0,0 2 1 0 0,0-1 26 0 0,2 1 620 0 0,-3-3-673 0 0,-1 0 0 0 0,1 0 0 0 0,-1-1 0 0 0,0 1-1 0 0,1 0 1 0 0,-1 0 0 0 0,1 0 0 0 0,-1 0 0 0 0,1 0 0 0 0,-1 0-1 0 0,0 0 1 0 0,1 0 0 0 0,-1 0 0 0 0,1 0 0 0 0,-1 0 0 0 0,1 0 0 0 0,-1 0-1 0 0,1 0 1 0 0,-2 1 0 0 0,-13 3-1667 0 0</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34.047"/>
    </inkml:context>
    <inkml:brush xml:id="br0">
      <inkml:brushProperty name="width" value="0.1" units="cm"/>
      <inkml:brushProperty name="height" value="0.1" units="cm"/>
      <inkml:brushProperty name="color" value="#004F8B"/>
    </inkml:brush>
  </inkml:definitions>
  <inkml:trace contextRef="#ctx0" brushRef="#br0">445 8 8287 0 0,'-4'12'6451'0'0,"-30"-19"-4088"0"0,-16-4-671 0 0,46 10-1591 0 0,0 1 1 0 0,-1 0-1 0 0,1 0 1 0 0,0 0-1 0 0,0 0 0 0 0,-1 1 1 0 0,1 0-1 0 0,0-1 1 0 0,-6 3-1 0 0,-5 3 155 0 0,0-1 0 0 0,-1-1 0 0 0,-16 3 0 0 0,29-7-219 0 0,0 0 0 0 0,0 0 0 0 0,1 0 0 0 0,-1 0 0 0 0,0-1 0 0 0,-5 0-1 0 0,6 0-18 0 0,0 0 0 0 0,0 1 0 0 0,0 0-1 0 0,1-1 1 0 0,-1 1 0 0 0,0 0 0 0 0,0 0-1 0 0,0 0 1 0 0,0 0 0 0 0,0 0 0 0 0,0 0-1 0 0,0 1 1 0 0,0-1 0 0 0,0 1 0 0 0,0-1-1 0 0,-1 2 1 0 0,-6 3 76 0 0,1 1 0 0 0,-10 9-1 0 0,-4 4 41 0 0,7-8-84 0 0,2 1 0 0 0,-1 1-1 0 0,2 0 1 0 0,-15 19 0 0 0,27-31-50 0 0,0-1 0 0 0,-1 1 0 0 0,1-1 0 0 0,-1 1 0 0 0,1-1 0 0 0,-1 0 0 0 0,0 1 0 0 0,1-1 0 0 0,-1 1 0 0 0,1-1 0 0 0,-1 0 0 0 0,0 0 0 0 0,1 1 0 0 0,-1-1 0 0 0,0 0 0 0 0,1 0 0 0 0,-2 0 0 0 0,1 0 0 0 0,1 0 0 0 0,-1 0 0 0 0,1 1 0 0 0,0-1 0 0 0,-1 0 0 0 0,1 0 0 0 0,-1 0 0 0 0,1 0 0 0 0,0 0 0 0 0,-1 0 0 0 0,1 1 0 0 0,-1-1 0 0 0,1 0 0 0 0,0 0 0 0 0,-1 1 0 0 0,1-1 0 0 0,0 0 0 0 0,-1 0 0 0 0,1 1 0 0 0,0-1 0 0 0,0 0 0 0 0,-1 1 0 0 0,1-1 0 0 0,0 1 0 0 0,0-1 0 0 0,0 0 0 0 0,-1 1 0 0 0,1 0 0 0 0,-3 11-2 0 0,0 1 0 0 0,1-1 0 0 0,0 1 0 0 0,1 0 0 0 0,0-1-1 0 0,1 1 1 0 0,0 0 0 0 0,1 0 0 0 0,1-1 0 0 0,0 1 0 0 0,6 21 0 0 0,-6-31 2 0 0,-1 0-1 0 0,0 0 1 0 0,1 0 0 0 0,-1 0 0 0 0,1 0 0 0 0,0-1 0 0 0,0 1-1 0 0,0-1 1 0 0,0 1 0 0 0,1-1 0 0 0,-1 1 0 0 0,1-1-1 0 0,-1 0 1 0 0,1 0 0 0 0,0-1 0 0 0,0 1 0 0 0,0 0 0 0 0,0-1-1 0 0,0 0 1 0 0,0 0 0 0 0,0 0 0 0 0,0 0 0 0 0,6 1-1 0 0,-1-1-5 0 0,0 0 0 0 0,-1-1-1 0 0,1 0 1 0 0,0 0-1 0 0,0-1 1 0 0,-1 0-1 0 0,1 0 1 0 0,13-5-1 0 0,-6 1 20 0 0,-1-2 0 0 0,15-7-1 0 0,17-8 14 0 0,-27 14-13 0 0,-6 4 34 0 0,0-2 1 0 0,17-9-1 0 0,-26 12-36 0 0,0 1-1 0 0,0-1 0 0 0,0 0 1 0 0,0-1-1 0 0,-1 1 1 0 0,0-1-1 0 0,1 1 0 0 0,-1-1 1 0 0,-1 0-1 0 0,1 0 1 0 0,2-5-1 0 0,-4 6-108 0 0,1 0-1 0 0,-1-1 1 0 0,1 0 0 0 0,-1 1-1 0 0,0-1 1 0 0,-1 0-1 0 0,1 0 1 0 0,-1 1-1 0 0,0-1 1 0 0,0 0 0 0 0,0 0-1 0 0,0 0 1 0 0,0 0-1 0 0,-1 1 1 0 0,-1-7 0 0 0,0 7-701 0 0,0 0 1 0 0,0 0 0 0 0,0 0-1 0 0,0 1 1 0 0,0-1 0 0 0,-4-2-1 0 0,-2-4 214 0 0,5 6 310 0 0,1 0 0 0 0,1-1 0 0 0,-1 1 0 0 0,0 0 0 0 0,1 0 0 0 0,0-1 0 0 0,0 1 0 0 0,0-1 1 0 0,0 1-1 0 0,0-1 0 0 0,0-6 0 0 0,1-4 827 0 0,2-24 1 0 0,0 8 205 0 0,-2 13 3860 0 0,-1 29-2640 0 0,1-9-1604 0 0,-1 0-1 0 0,1-1 1 0 0,-1 1-1 0 0,0 0 1 0 0,0-1-1 0 0,0 1 0 0 0,0-1 1 0 0,0 1-1 0 0,-3 2 1 0 0,4-3-354 0 0,-1-1-1 0 0,1 1 1 0 0,0-1 0 0 0,-1 1 0 0 0,1-1 0 0 0,0 1-1 0 0,0-1 1 0 0,0 0 0 0 0,0 1 0 0 0,0-1 0 0 0,1 1-1 0 0,-1-1 1 0 0,0 1 0 0 0,1 1 0 0 0,0 2 32 0 0,3 17 55 0 0,3-1-68 0 0,-2-9-25 0 0,4 33-27 0 0,-7-33 9 0 0,0 0 0 0 0,1 0 0 0 0,0 0-1 0 0,1 0 1 0 0,1 0 0 0 0,9 19-1 0 0,-13-29-131 0 0,1 0 0 0 0,-1-1-1 0 0,0 1 1 0 0,1-1-1 0 0,-1 1 1 0 0,1-1-1 0 0,3 2 1 0 0,13 6-7278 0 0</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34.490"/>
    </inkml:context>
    <inkml:brush xml:id="br0">
      <inkml:brushProperty name="width" value="0.1" units="cm"/>
      <inkml:brushProperty name="height" value="0.1" units="cm"/>
      <inkml:brushProperty name="color" value="#004F8B"/>
    </inkml:brush>
  </inkml:definitions>
  <inkml:trace contextRef="#ctx0" brushRef="#br0">20 114 6447 0 0,'-16'-15'11746'0'0,"15"12"-11242"0"0,0-2 493 0 0,0 7-576 0 0,1 2-238 0 0,-1 1 0 0 0,1 0 0 0 0,0 0 0 0 0,1 7 0 0 0,0-10 102 0 0,0 1-227 0 0,13 40 22 0 0,3-1 1 0 0,43 77 0 0 0,-45-97-78 0 0,-8-16-12 0 0,-4-5 21 0 0,0 1 0 0 0,0 0-1 0 0,-1 0 1 0 0,1 0 0 0 0,-1 0-1 0 0,4 3 1 0 0,-5-3 640 0 0,-5-15-405 0 0,-37-96 1194 0 0,33 78-933 0 0,-10-56 0 0 0,18 67-421 0 0,2 13-86 0 0,0 1 1 0 0,1 0-1 0 0,-1 0 1 0 0,1 0-1 0 0,0 0 0 0 0,1 0 1 0 0,0 1-1 0 0,-1 0 1 0 0,2-1-1 0 0,-1 1 1 0 0,8-6-1 0 0,-12 10-1 0 0,1 1 0 0 0,-1 0 0 0 0,0-1 0 0 0,1 1 0 0 0,-1-1 0 0 0,1 1 0 0 0,-1 0 0 0 0,1-1 0 0 0,0 1 0 0 0,-1 0 0 0 0,1 0 0 0 0,-1 0 0 0 0,1-1 0 0 0,-1 1 0 0 0,1 0 0 0 0,0 0 0 0 0,-1 0 0 0 0,1 0 0 0 0,0 0 0 0 0,12 4 0 0 0,-12-3 0 0 0,0-1 0 0 0,0 1 0 0 0,0-1 0 0 0,0 0 0 0 0,-1 1 0 0 0,1-1 0 0 0,0 0 0 0 0,0 0 0 0 0,0 1 0 0 0,0-1 0 0 0,0 0 0 0 0,0 0 0 0 0,0 0 0 0 0,0 0 0 0 0,0 0 0 0 0,0-1 0 0 0,-1 1 0 0 0,1 0 0 0 0,0 0 0 0 0,0 0 0 0 0,0-1 0 0 0,0 1 0 0 0,0 0 0 0 0,0-1 0 0 0,-1 1 0 0 0,1-1 0 0 0,0 1 0 0 0,0-1 0 0 0,-1 0 0 0 0,1 1 0 0 0,0-1 0 0 0,-1 0 0 0 0,2 0 0 0 0,2-3-6 0 0,1 1-1 0 0,0 0 1 0 0,0 0-1 0 0,0 1 1 0 0,1-1-1 0 0,-1 1 1 0 0,1 0-1 0 0,-1 1 1 0 0,1-1-1 0 0,8 0 1 0 0,4-2-3 0 0,36-2-151 0 0,-43 5-17 0 0,-8 1-666 0 0</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35.523"/>
    </inkml:context>
    <inkml:brush xml:id="br0">
      <inkml:brushProperty name="width" value="0.1" units="cm"/>
      <inkml:brushProperty name="height" value="0.1" units="cm"/>
      <inkml:brushProperty name="color" value="#004F8B"/>
    </inkml:brush>
  </inkml:definitions>
  <inkml:trace contextRef="#ctx0" brushRef="#br0">1 35 10103 0 0,'0'0'919'0'0,"3"-12"3213"0"0,14-11-1149 0 0,-15 24-2610 0 0,1 1-252 0 0,0 0-1 0 0,-1 1 1 0 0,1-1 0 0 0,-1 0 0 0 0,0 1-1 0 0,1 0 1 0 0,-1-1 0 0 0,0 1 0 0 0,0 0-1 0 0,-1 0 1 0 0,1 0 0 0 0,-1 0 0 0 0,2 4-1 0 0,2 8 83 0 0,5 26-1 0 0,-4-15-72 0 0,34 157 411 0 0,-32-135-409 0 0,1 90 1 0 0,-3-50 442 0 0,-1-3 172 0 0,-7-39-354 0 0,2-44-462 0 0,-1 0-504 0 0,-2 2 218 0 0,1-6 177 0 0,0-11 83 0 0,0 2-26 0 0,1 9-1 0 0,1-1 22 0 0,-2-21 310 0 0,1 0 0 0 0,2-1-1 0 0,0 1 1 0 0,1 0 0 0 0,8-32 0 0 0,-7 44-75 0 0,1 1-1 0 0,1 0 1 0 0,0 0 0 0 0,11-19 0 0 0,-16 30-136 0 0,1-2 12 0 0,1 0 1 0 0,-1 1-1 0 0,1-1 0 0 0,-1 0 1 0 0,1 1-1 0 0,-1 0 0 0 0,1-1 1 0 0,0 1-1 0 0,0 0 0 0 0,-1 0 0 0 0,4-1 1 0 0,-1-1-4 0 0,3 0-8 0 0,0 0 0 0 0,0 1 0 0 0,0 0 0 0 0,1 0 0 0 0,8-2 0 0 0,-6 2 0 0 0,-6 2 0 0 0,-4-1 0 0 0,1 1 0 0 0,0 0 0 0 0,0 0 0 0 0,0 0 0 0 0,0 0 0 0 0,0-1 0 0 0,-1 2 0 0 0,1-1 0 0 0,0 0 0 0 0,0 0 0 0 0,0 0 0 0 0,0 0 0 0 0,0 0 0 0 0,0 1 0 0 0,0-1 0 0 0,27 7 0 0 0,-21-5-1 0 0,3 0-6 0 0,0 0 0 0 0,-1 1 0 0 0,1 0 0 0 0,-1 0 0 0 0,0 1 0 0 0,0 0 0 0 0,0 1 0 0 0,14 9 0 0 0,-16-9 7 0 0,1 1 0 0 0,-1 0 0 0 0,0 1 0 0 0,-1 0 0 0 0,0 0 0 0 0,0 0 0 0 0,0 1 0 0 0,-1-1 0 0 0,6 13 0 0 0,37 80 0 0 0,-41-84 0 0 0,-4-11 0 0 0,0 0 0 0 0,-1 1 0 0 0,0-1 0 0 0,0 1 0 0 0,1 8 0 0 0,3 48 26 0 0,-5-53-16 0 0,-1 0 1 0 0,0-1 0 0 0,-1 1-1 0 0,0 0 1 0 0,-2 9-1 0 0,1-13 64 0 0,0 0-1 0 0,-1 0 0 0 0,1 0 0 0 0,-1 0 0 0 0,0-1 0 0 0,0 1 0 0 0,0-1 0 0 0,0 0 0 0 0,-1 0 0 0 0,0 0 0 0 0,0 0 0 0 0,0-1 0 0 0,-8 6 0 0 0,-72 14 959 0 0,78-20-950 0 0,-1-2 1 0 0,0 1-1 0 0,1-1 1 0 0,-1 1-1 0 0,0-2 0 0 0,0 1 1 0 0,0-1-1 0 0,-9-1 0 0 0,-7 0 127 0 0,19 2-173 0 0,0-1-1 0 0,0 0 0 0 0,0 0 1 0 0,1-1-1 0 0,-1 1 1 0 0,0-1-1 0 0,0 0 1 0 0,0 0-1 0 0,1 0 0 0 0,-1-1 1 0 0,0 1-1 0 0,-5-4 1 0 0,-76-58 119 0 0,73 54-197 0 0,11 7 2 0 0,-1 1 1 0 0,1 0-1 0 0,0-1 0 0 0,0 0 1 0 0,-1 1-1 0 0,1-1 0 0 0,0 0 1 0 0,1 1-1 0 0,-1-1 0 0 0,0 0 1 0 0,0 0-1 0 0,1 0 0 0 0,-1 0 1 0 0,1 0-1 0 0,-1-2 0 0 0,0-32-3955 0 0,1 27 100 0 0</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35.985"/>
    </inkml:context>
    <inkml:brush xml:id="br0">
      <inkml:brushProperty name="width" value="0.1" units="cm"/>
      <inkml:brushProperty name="height" value="0.1" units="cm"/>
      <inkml:brushProperty name="color" value="#004F8B"/>
    </inkml:brush>
  </inkml:definitions>
  <inkml:trace contextRef="#ctx0" brushRef="#br0">208 17 919 0 0,'-1'-2'17251'0'0,"-17"-13"-14654"0"0,16 15-1831 0 0,-6 1-537 0 0,-1 0 1 0 0,0 1-1 0 0,1 0 1 0 0,-1 0 0 0 0,1 0-1 0 0,0 1 1 0 0,0 1 0 0 0,0-1-1 0 0,0 1 1 0 0,1 1 0 0 0,-1-1-1 0 0,-6 7 1 0 0,11-10-196 0 0,1 1 1 0 0,-1 0-1 0 0,1-1 0 0 0,-1 0 1 0 0,0 0-1 0 0,0 1 0 0 0,1-2 1 0 0,-1 1-1 0 0,0 0 1 0 0,0-1-1 0 0,0 1 0 0 0,0-1 1 0 0,-5 0-1 0 0,8 0-30 0 0,-1 0 0 0 0,0 1 0 0 0,0-1-1 0 0,1 0 1 0 0,-1 0 0 0 0,0 0 0 0 0,1 1 0 0 0,-1-1 0 0 0,0 0-1 0 0,1 1 1 0 0,-1-1 0 0 0,0 0 0 0 0,1 1 0 0 0,-1-1-1 0 0,1 1 1 0 0,-1-1 0 0 0,1 1 0 0 0,-1-1 0 0 0,1 1 0 0 0,-1 0-1 0 0,1-1 1 0 0,-1 1 0 0 0,1-1 0 0 0,-1 2 0 0 0,-5 18 40 0 0,4-13-40 0 0,-6 26-4 0 0,9-20 0 0 0,1-4 0 0 0,2 8 0 0 0,-2-14 0 0 0,0-1 0 0 0,-1 1 0 0 0,1-1 0 0 0,0 0 0 0 0,5 4 0 0 0,7 10 0 0 0,-11-12 0 0 0,2 4-6 0 0,0 1 1 0 0,1-1-1 0 0,11 12 1 0 0,-15-18 2 0 0,1 0 1 0 0,-1 0-1 0 0,1 0 1 0 0,0 0-1 0 0,0 0 1 0 0,0-1-1 0 0,0 1 1 0 0,0-1-1 0 0,0 0 1 0 0,0 0-1 0 0,0 0 1 0 0,0 0-1 0 0,1 0 1 0 0,5 0-1 0 0,-3-1 2 0 0,0 1-1 0 0,0 1 1 0 0,-1-1-1 0 0,1 1 1 0 0,0 0-1 0 0,-1 0 1 0 0,8 5-1 0 0,-8-5 1 0 0,1 1-1 0 0,-1-1 1 0 0,1 1-1 0 0,0-2 0 0 0,-1 1 1 0 0,10 1-1 0 0,-6-2-25 0 0,30 1 1 0 0,-36-2 25 0 0,-1 0 0 0 0,1 0 0 0 0,0 0-1 0 0,-1-1 1 0 0,1 1 0 0 0,0-1 0 0 0,-1 0-1 0 0,1 0 1 0 0,-1 0 0 0 0,1 0 0 0 0,3-2-1 0 0,11-13-54 0 0,-12 11 27 0 0,0 0 1 0 0,0 1-1 0 0,8-5 1 0 0,-10 7 22 0 0,0-1 1 0 0,0 1-1 0 0,0-1 1 0 0,0 0 0 0 0,0 1-1 0 0,-1-1 1 0 0,1 0-1 0 0,-1-1 1 0 0,0 1-1 0 0,0 0 1 0 0,0-1-1 0 0,0 1 1 0 0,-1-1 0 0 0,2-4-1 0 0,1-4-2 0 0,-1-1 0 0 0,2-23-1 0 0,-3 23-4 0 0,-2 11 48 0 0,0 0-1 0 0,0 0 1 0 0,0 1 0 0 0,0-1-1 0 0,0 0 1 0 0,0 0 0 0 0,0 0-1 0 0,-1 1 1 0 0,1-1 0 0 0,-1 0 0 0 0,1 0-1 0 0,-1 1 1 0 0,0-1 0 0 0,0 0-1 0 0,0 1 1 0 0,1-1 0 0 0,-1 1-1 0 0,-1-1 1 0 0,0-1 0 0 0,-3-1 122 0 0,1 0 0 0 0,0 1 0 0 0,-1-1 0 0 0,-9-4 0 0 0,-4-3 117 0 0,6 4-167 0 0,-1 0-1 0 0,1 1 1 0 0,-1 0 0 0 0,0 1-1 0 0,-25-6 1 0 0,34 11-144 0 0,0-1 0 0 0,0 1 1 0 0,-1 0-1 0 0,1 0 0 0 0,0 1 0 0 0,0-1 0 0 0,0 1 0 0 0,0 0 1 0 0,-7 2-1 0 0,-19 4-659 0 0,18-6-600 0 0,1 2-72 0 0</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36.366"/>
    </inkml:context>
    <inkml:brush xml:id="br0">
      <inkml:brushProperty name="width" value="0.1" units="cm"/>
      <inkml:brushProperty name="height" value="0.1" units="cm"/>
      <inkml:brushProperty name="color" value="#004F8B"/>
    </inkml:brush>
  </inkml:definitions>
  <inkml:trace contextRef="#ctx0" brushRef="#br0">1 30 12983 0 0,'2'-30'6507'0'0,"2"32"-6227"0"0,0 0 1 0 0,0 0-1 0 0,0 0 1 0 0,-1 0-1 0 0,1 0 1 0 0,0 1-1 0 0,-1 0 1 0 0,0-1-1 0 0,0 1 1 0 0,1 1-1 0 0,-2-1 1 0 0,1 0-1 0 0,3 5 1 0 0,0 2-108 0 0,0 1 1 0 0,-1 0 0 0 0,7 19-1 0 0,8 27 59 0 0,-3 1 0 0 0,12 78 0 0 0,-26-117-217 0 0,34 255 1002 0 0,-35-252-880 0 0,1 1-1 0 0,1-1 1 0 0,8 25 0 0 0,-8-33-189 0 0,0-1 1 0 0,1 0 0 0 0,10 19-1 0 0</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36.859"/>
    </inkml:context>
    <inkml:brush xml:id="br0">
      <inkml:brushProperty name="width" value="0.1" units="cm"/>
      <inkml:brushProperty name="height" value="0.1" units="cm"/>
      <inkml:brushProperty name="color" value="#004F8B"/>
    </inkml:brush>
  </inkml:definitions>
  <inkml:trace contextRef="#ctx0" brushRef="#br0">49 249 2759 0 0,'-2'12'13356'0'0,"16"-14"-11905"0"0,-12 2-1385 0 0,0 0 1 0 0,-1 0 0 0 0,1-1-1 0 0,0 1 1 0 0,-1-1-1 0 0,1 1 1 0 0,-1-1 0 0 0,1 0-1 0 0,-1 0 1 0 0,1 1-1 0 0,-1-1 1 0 0,1 0-1 0 0,-1 0 1 0 0,0 0 0 0 0,0-1-1 0 0,1 1 1 0 0,-1 0-1 0 0,0 0 1 0 0,2-4 0 0 0,-2 4-25 0 0,0-1 1 0 0,1 0 0 0 0,-1 1 0 0 0,1-1 0 0 0,-1 0 0 0 0,1 1 0 0 0,3-3 0 0 0,-1 4 79 0 0,2 3-72 0 0,0-2-1 0 0,1 1 1 0 0,10 1 0 0 0,-14-3-33 0 0,0 1 1 0 0,0-1 0 0 0,0 0-1 0 0,-1 0 1 0 0,1-1 0 0 0,0 1-1 0 0,0-1 1 0 0,-1 1 0 0 0,1-1-1 0 0,0 0 1 0 0,-1 0 0 0 0,4-2-1 0 0,-4 3-22 0 0,4-4 118 0 0,0 0 0 0 0,0 1 0 0 0,0 0 0 0 0,10-3 0 0 0,-10 4-12 0 0,0-1 0 0 0,0 1 0 0 0,0-1-1 0 0,-1-1 1 0 0,1 1 0 0 0,8-9 0 0 0,2 0 225 0 0,-14 11-273 0 0,-1 0 0 0 0,1-1 0 0 0,-1 1-1 0 0,0-1 1 0 0,1 0 0 0 0,-1 1 0 0 0,0-1 0 0 0,0 0 0 0 0,0 0-1 0 0,0 0 1 0 0,-1 0 0 0 0,2-3 0 0 0,5-29 664 0 0,-4 18-302 0 0,-2 12-302 0 0,-1 0 1 0 0,1 0-1 0 0,-1 0 1 0 0,1 0 0 0 0,-1 0-1 0 0,-1 1 1 0 0,1-1-1 0 0,0 0 1 0 0,-1 0-1 0 0,0 0 1 0 0,0 0 0 0 0,0 1-1 0 0,0-1 1 0 0,-3-4-1 0 0,3 6-56 0 0,0 0 0 0 0,-1 0 0 0 0,1 0 0 0 0,-1 0 0 0 0,0 0 0 0 0,0 0 0 0 0,1 1-1 0 0,-1-1 1 0 0,0 1 0 0 0,0-1 0 0 0,-1 1 0 0 0,1 0 0 0 0,0 0 0 0 0,0 0 0 0 0,-1 0 0 0 0,1 0 0 0 0,0 1 0 0 0,-1-1 0 0 0,1 0-1 0 0,-1 1 1 0 0,1 0 0 0 0,-1 0 0 0 0,-3 0 0 0 0,-66 9 647 0 0,61-9-621 0 0,7 0-56 0 0,0 0 0 0 0,-1 0 0 0 0,1 0 0 0 0,-1 0 0 0 0,1 1 0 0 0,0 0 0 0 0,-1-1 1 0 0,1 2-1 0 0,0-1 0 0 0,0 0 0 0 0,-6 4 0 0 0,-2 3-12 0 0,1 0 1 0 0,0 1-1 0 0,0 0 0 0 0,-14 17 0 0 0,7-7-11 0 0,7-11-4 0 0,11-8 0 0 0,-1 0 0 0 0,0 0 0 0 0,0 1 0 0 0,1-1 0 0 0,-1 0 0 0 0,0 1 0 0 0,1-1 0 0 0,-1 1 0 0 0,0-1 0 0 0,1 1 0 0 0,-1-1 0 0 0,1 1 0 0 0,-1-1 0 0 0,1 1 0 0 0,-1-1 0 0 0,1 1 0 0 0,-1 0 0 0 0,1-1 0 0 0,-1 1 0 0 0,1 0 0 0 0,0 0 0 0 0,-1-1 0 0 0,1 1 0 0 0,0 0 0 0 0,0 0 0 0 0,0-1 0 0 0,0 1 0 0 0,-1 0 0 0 0,1 1 0 0 0,0 1 0 0 0,-1 2 0 0 0,-1-1 0 0 0,1 1 0 0 0,1 0 0 0 0,-2 7 0 0 0,3-11 0 0 0,-1-1 0 0 0,0 1 0 0 0,0 0 0 0 0,0 0 0 0 0,0-1 0 0 0,0 1 0 0 0,1 0 0 0 0,-1 0 0 0 0,0-1 0 0 0,1 1 0 0 0,-1 0 0 0 0,0-1 0 0 0,2 2 0 0 0,1 3 0 0 0,-3-3 0 0 0,1 0 0 0 0,-1 0 1 0 0,1 0-1 0 0,0-1 0 0 0,-1 1 0 0 0,1 0 0 0 0,0 0 0 0 0,0-1 0 0 0,0 1 1 0 0,1-1-1 0 0,-1 1 0 0 0,2 1 0 0 0,3 2-15 0 0,-2 2 1 0 0,1 0 0 0 0,0-1 0 0 0,1 0-1 0 0,0 0 1 0 0,0 0 0 0 0,0 0 0 0 0,1-1 0 0 0,7 5 0 0 0,3-2 12 0 0,0-1-1 0 0,1 0 1 0 0,0-1-1 0 0,23 5 1 0 0,-32-10-183 0 0,-1 0 0 0 0,1 0 0 0 0,-1 0-1 0 0,1-1 1 0 0,-1 0 0 0 0,1-1 0 0 0,9-2 0 0 0,-14 3 112 0 0,1 0 0 0 0,-1 0 0 0 0,0 0 1 0 0,1 0-1 0 0,4 2 0 0 0,-5-1 134 0 0,0-1-1 0 0,0 1 1 0 0,0-1-1 0 0,1 0 0 0 0,-1 0 1 0 0,4-1-1 0 0,2-1-600 0 0,0 0-1 0 0,-1-1 0 0 0,1 0 0 0 0,-1 0 0 0 0,11-7 0 0 0,3-3-1431 0 0</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37.227"/>
    </inkml:context>
    <inkml:brush xml:id="br0">
      <inkml:brushProperty name="width" value="0.1" units="cm"/>
      <inkml:brushProperty name="height" value="0.1" units="cm"/>
      <inkml:brushProperty name="color" value="#004F8B"/>
    </inkml:brush>
  </inkml:definitions>
  <inkml:trace contextRef="#ctx0" brushRef="#br0">167 1 6447 0 0,'0'0'298'0'0,"-2"0"-10"0"0,-23 1 66 0 0,-6 2 5565 0 0,25-2-4432 0 0,0 0 1 0 0,1 0-1 0 0,-1-1 1 0 0,-10 1-1 0 0,12-2-1181 0 0,0 1-1 0 0,0 0 1 0 0,0 0 0 0 0,0 1-1 0 0,0-1 1 0 0,0 1 0 0 0,0 0-1 0 0,0 0 1 0 0,0 0 0 0 0,0 1-1 0 0,-5 2 1 0 0,7-3-223 0 0,1 0 0 0 0,0 0 1 0 0,-1 0-1 0 0,1 0 0 0 0,0 0 0 0 0,0 0 0 0 0,-1 1 1 0 0,1-1-1 0 0,0 0 0 0 0,0 0 0 0 0,1 1 0 0 0,-2 1 0 0 0,1-1-233 0 0,2 0-126 0 0,1 1 457 0 0,0 0 0 0 0,0 0 0 0 0,0 0 0 0 0,1 0 0 0 0,4 4 0 0 0,5 6-174 0 0,-7-7-1 0 0,1 0 0 0 0,0 0-1 0 0,0 0 1 0 0,1-1 0 0 0,0 0 0 0 0,0 0-1 0 0,0 0 1 0 0,1-1 0 0 0,9 4 0 0 0,7 1-285 0 0,43 10 1 0 0,-49-16 152 0 0,-1 2 1 0 0,1 0-1 0 0,-1 1 1 0 0,0 1 0 0 0,19 11-1 0 0,-19-8-16 0 0,24 11 0 0 0,-38-20 129 0 0,0 1-1 0 0,0 0 0 0 0,1 1 1 0 0,-1-1-1 0 0,-1 1 1 0 0,5 3-1 0 0,-4-3 12 0 0,-1-1 0 0 0,1 1 0 0 0,0-1 0 0 0,0 0 0 0 0,4 3 0 0 0,-7-5 0 0 0,1 1-1 0 0,-1 0 0 0 0,1-1 0 0 0,-1 1 0 0 0,0 0 0 0 0,1 0 1 0 0,-1-1-1 0 0,0 1 0 0 0,1 0 0 0 0,-1 0 0 0 0,0 0 0 0 0,0 0 0 0 0,0-1 1 0 0,0 1-1 0 0,1 0 0 0 0,-1 0 0 0 0,-1 1 0 0 0,1-1 1 0 0,1 2 56 0 0,-1 0 0 0 0,0 0 0 0 0,0-1 0 0 0,-1 1 0 0 0,1 0 0 0 0,-1-1-1 0 0,1 1 1 0 0,-1-1 0 0 0,0 1 0 0 0,0 0 0 0 0,0-1 0 0 0,0 0 0 0 0,0 1 0 0 0,-1-1 0 0 0,1 0 0 0 0,-1 1-1 0 0,1-1 1 0 0,-1 0 0 0 0,0 0 0 0 0,0 0 0 0 0,0-1 0 0 0,-4 4 0 0 0,-4 2 313 0 0,0-1 0 0 0,0 0 1 0 0,-20 8-1 0 0,30-14-364 0 0,-7 2 159 0 0,1 0 1 0 0,-1 0-1 0 0,1-1 1 0 0,-1 0-1 0 0,0 0 1 0 0,-10-1-1 0 0,-19 4 229 0 0,16-1-430 0 0,0 0 0 0 0,0-1 1 0 0,0-1-1 0 0,-21-2 0 0 0,31 0-2652 0 0,-1-1-1 0 0,-18-4 1 0 0,-2-6-6097 0 0</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37.737"/>
    </inkml:context>
    <inkml:brush xml:id="br0">
      <inkml:brushProperty name="width" value="0.1" units="cm"/>
      <inkml:brushProperty name="height" value="0.1" units="cm"/>
      <inkml:brushProperty name="color" value="#004F8B"/>
    </inkml:brush>
  </inkml:definitions>
  <inkml:trace contextRef="#ctx0" brushRef="#br0">1 221 13991 0 0,'0'0'675'0'0,"1"-2"-291"0"0,55-62 381 0 0,-33 36 335 0 0,-13 15-347 0 0,13-23 1 0 0,-15 22-410 0 0,19-24 0 0 0,-24 35-341 0 0,1 1 1 0 0,-1-1-1 0 0,0 1 1 0 0,1 0-1 0 0,-1 0 1 0 0,1 0-1 0 0,0 0 0 0 0,0 0 1 0 0,0 1-1 0 0,0 0 1 0 0,7-2-1 0 0,-2 2-67 0 0</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39.791"/>
    </inkml:context>
    <inkml:brush xml:id="br0">
      <inkml:brushProperty name="width" value="0.1" units="cm"/>
      <inkml:brushProperty name="height" value="0.1" units="cm"/>
      <inkml:brushProperty name="color" value="#004F8B"/>
    </inkml:brush>
  </inkml:definitions>
  <inkml:trace contextRef="#ctx0" brushRef="#br0">130 313 3223 0 0,'-27'-8'18151'0'0,"28"11"-18149"0"0,1 0 0 0 0,-1 1 1 0 0,1-1-1 0 0,0 0 0 0 0,0 0 0 0 0,0-1 0 0 0,0 1 1 0 0,5 4-1 0 0,-6-7 1 0 0,-1 0 0 0 0,1 0 0 0 0,0 0 0 0 0,0 0 0 0 0,0 0 0 0 0,0 0 0 0 0,0-1 0 0 0,-1 1 0 0 0,1 0 0 0 0,0-1 0 0 0,0 1 0 0 0,-1 0 0 0 0,1-1 1 0 0,0 1-1 0 0,0-1 0 0 0,0 0 0 0 0,16-14-2 0 0,-5 6-1 0 0,-9 6 1 0 0,1 0-1 0 0,-1 1 0 0 0,1-2 1 0 0,-1 1-1 0 0,0 0 0 0 0,0 0 1 0 0,4-7-1 0 0,-2 3 8 0 0,-4 6-5 0 0,0 0-1 0 0,0 0 1 0 0,0 0 0 0 0,0 0-1 0 0,0 0 1 0 0,0 0 0 0 0,0 0-1 0 0,0 1 1 0 0,0-1 0 0 0,0 0 0 0 0,1 1-1 0 0,-1-1 1 0 0,0 1 0 0 0,0 0-1 0 0,1-1 1 0 0,-1 1 0 0 0,0 0 0 0 0,3 0-1 0 0,-2-1-1 0 0,-1 1 0 0 0,1 0 0 0 0,-1 0 0 0 0,1-1 0 0 0,-1 1 0 0 0,1-1 0 0 0,-1 1 0 0 0,0-1 0 0 0,1 1 0 0 0,-1-1 0 0 0,1 0 0 0 0,1-1 0 0 0,1-2 19 0 0,1 0 0 0 0,-1 0 0 0 0,0 0 0 0 0,-1-1 0 0 0,1 1 0 0 0,-1-1 0 0 0,0 0 0 0 0,0 0 1 0 0,0 0-1 0 0,-1 0 0 0 0,1 0 0 0 0,-1-1 0 0 0,-1 1 0 0 0,1-1 0 0 0,-1 1 0 0 0,2-12 0 0 0,2-9-8 0 0,-4 20 1 0 0,0 1 0 0 0,0-1 0 0 0,1-10 0 0 0,-2 11 22 0 0,0 0 1 0 0,0 0-1 0 0,-1-1 0 0 0,-2-9 1 0 0,2 12-25 0 0,0 0 1 0 0,0 1-1 0 0,0-1 1 0 0,-1 1 0 0 0,0-1-1 0 0,1 1 1 0 0,-1 0-1 0 0,0 0 1 0 0,0-1 0 0 0,-4-2-1 0 0,3 2 8 0 0,1 1-7 0 0,-1-1-1 0 0,1 1 1 0 0,0 0 0 0 0,-1 0-1 0 0,1 0 1 0 0,-1 0 0 0 0,0 0-1 0 0,1 1 1 0 0,-1-1-1 0 0,0 1 1 0 0,0 0 0 0 0,0 0-1 0 0,0 0 1 0 0,0 0 0 0 0,-1 0-1 0 0,1 1 1 0 0,0-1 0 0 0,-6 1-1 0 0,-2 1-11 0 0,6-1 0 0 0,-1 0 0 0 0,0 0 0 0 0,1 1 0 0 0,-1 0 0 0 0,1 0 0 0 0,-1 0 0 0 0,1 1 0 0 0,-1 0 0 0 0,1 0 0 0 0,0 0 0 0 0,0 1 0 0 0,-7 4 0 0 0,-5 6 0 0 0,-31 27 0 0 0,42-35 0 0 0,1 0 0 0 0,0 1 0 0 0,0 0 0 0 0,0 0 0 0 0,-7 13 0 0 0,7-7-3 0 0,-1 0 0 0 0,1 0 0 0 0,1 0-1 0 0,-4 18 1 0 0,7-28-77 0 0,3 1 0 0 0,3 7 56 0 0,-1-1 11 0 0,0 0-1 0 0,1-1 1 0 0,8 11-1 0 0,-11-16 14 0 0,0 0 0 0 0,1-1 0 0 0,-1 0-1 0 0,1 1 1 0 0,0-1 0 0 0,-1 0 0 0 0,1 0 0 0 0,0-1 0 0 0,0 1 0 0 0,0-1 0 0 0,1 1 0 0 0,-1-1-1 0 0,0 0 1 0 0,4 1 0 0 0,3 0 8 0 0,0 0 1 0 0,0 1-1 0 0,0 1 0 0 0,0 0 1 0 0,-1 0-1 0 0,0 1 0 0 0,0 0 1 0 0,15 10-1 0 0,-17-9 5 0 0,-6-4-10 0 0,1 0-1 0 0,0 0 1 0 0,0 0-1 0 0,0 0 1 0 0,0-1-1 0 0,1 1 1 0 0,-1-1-1 0 0,0 0 1 0 0,1 0-1 0 0,-1 1 1 0 0,1-1-1 0 0,-1-1 1 0 0,1 1-1 0 0,-1 0 1 0 0,5 0-1 0 0,-4-2-2 0 0,1 0 0 0 0,0 0 0 0 0,0-1 0 0 0,-1 1 0 0 0,1-1 0 0 0,-1 0 0 0 0,1 0 0 0 0,3-3 0 0 0,16-9 0 0 0,-8 9 43 0 0,1 0-1 0 0,16-4 0 0 0,12-3-2081 0 0,-31 8 943 0 0</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40.269"/>
    </inkml:context>
    <inkml:brush xml:id="br0">
      <inkml:brushProperty name="width" value="0.1" units="cm"/>
      <inkml:brushProperty name="height" value="0.1" units="cm"/>
      <inkml:brushProperty name="color" value="#004F8B"/>
    </inkml:brush>
  </inkml:definitions>
  <inkml:trace contextRef="#ctx0" brushRef="#br0">16 0 3223 0 0,'-16'7'18208'0'0,"33"25"-18152"0"0,-2 1 0 0 0,18 60 0 0 0,0-14 22 0 0,-25-60-81 0 0,-4-11 56 0 0,-4-7 81 0 0,5 11 1416 0 0,1-34-977 0 0,6-37-1 0 0,3-17 737 0 0,-12 67-1346 0 0,0 0-1 0 0,0 1 1 0 0,1-1 0 0 0,0 0 0 0 0,1 1 0 0 0,5-9-1 0 0,-8 15 43 0 0,1-1 0 0 0,-1 0-1 0 0,0 1 1 0 0,1 0-1 0 0,0-1 1 0 0,-1 1 0 0 0,1 0-1 0 0,0 0 1 0 0,0 1-1 0 0,7-4 1 0 0,3 1-6 0 0,-8 5-3 0 0,-3 0-3 0 0,-1-1 5 0 0,1 0-1 0 0,-1 1 1 0 0,0-1 0 0 0,1 0-1 0 0,-1 1 1 0 0,0-1 0 0 0,1 1 0 0 0,-1-1-1 0 0,0 1 1 0 0,0-1 0 0 0,1 1-1 0 0,-1 0 1 0 0,0 0 0 0 0,0 0-1 0 0,0-1 1 0 0,0 1 0 0 0,0 0-1 0 0,0 0 1 0 0,0 0 0 0 0,0 1-1 0 0,0-1 1 0 0,-1 0 0 0 0,1 0-1 0 0,0 0 1 0 0,-1 1 0 0 0,1-1-1 0 0,-1 0 1 0 0,1 1 0 0 0,-1-1-1 0 0,1 3 1 0 0,9 34-46 0 0,-2-14 36 0 0,-4-22 14 0 0,-4-2-3 0 0,0-1-1 0 0,0 1 1 0 0,0 0-1 0 0,0 0 0 0 0,0 0 1 0 0,0 0-1 0 0,1 0 1 0 0,-1 0-1 0 0,0 0 1 0 0,0 0-1 0 0,0 0 1 0 0,0 0-1 0 0,0 0 0 0 0,1 0 1 0 0,-1 0-1 0 0,0 1 1 0 0,0-1-1 0 0,0 0 1 0 0,0 0-1 0 0,0 0 1 0 0,0 0-1 0 0,0 0 1 0 0,1 0-1 0 0,-1 0 0 0 0,0 0 1 0 0,0 0-1 0 0,0 0 1 0 0,0 0-1 0 0,0 1 1 0 0,0-1-1 0 0,0 0 1 0 0,0 0-1 0 0,0 0 0 0 0,0 0 1 0 0,1 0-1 0 0,-1 0 1 0 0,0 0-1 0 0,0 1 1 0 0,0-1-1 0 0,1 5-6 0 0,0 1 4 0 0,11 19 16 0 0,-6-13 36 0 0,-1 0-1 0 0,0 1 1 0 0,-1 0-1 0 0,-1 0 1 0 0,2 15-1 0 0,5 15 441 0 0,-5-5 45 0 0,-2-18-260 0 0,-3-18-128 0 0,32-29-5004 0 0,-8 11 3054 0 0</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40.939"/>
    </inkml:context>
    <inkml:brush xml:id="br0">
      <inkml:brushProperty name="width" value="0.1" units="cm"/>
      <inkml:brushProperty name="height" value="0.1" units="cm"/>
      <inkml:brushProperty name="color" value="#004F8B"/>
    </inkml:brush>
  </inkml:definitions>
  <inkml:trace contextRef="#ctx0" brushRef="#br0">51 247 13615 0 0,'0'0'1034'0'0,"0"2"-702"0"0,0 6-140 0 0,0-7-136 0 0,0-1 1 0 0,0 1 0 0 0,0-1-1 0 0,0 1 1 0 0,0-1 0 0 0,0 1-1 0 0,1 0 1 0 0,-1-1 0 0 0,0 1 0 0 0,0-1-1 0 0,0 1 1 0 0,1-1 0 0 0,-1 1-1 0 0,0-1 1 0 0,1 1 0 0 0,-1-1-1 0 0,0 0 1 0 0,1 1 0 0 0,-1-1-1 0 0,1 1 1 0 0,-1-1 0 0 0,1 0 0 0 0,-1 1-1 0 0,1-1 1 0 0,-1 0 0 0 0,1 0-1 0 0,-1 1 1 0 0,1-1 0 0 0,-1 0-1 0 0,1 0 1 0 0,-1 0 0 0 0,1 0 0 0 0,0 0-1 0 0,-1 0 1 0 0,1 0 0 0 0,-1 0-1 0 0,1 0 1 0 0,-1 0 0 0 0,1 0-1 0 0,0 0 1 0 0,-1 0 0 0 0,1 0-1 0 0,-1 0 1 0 0,1-1 0 0 0,2 1-240 0 0,5 0 210 0 0,1-1 1 0 0,0 0-1 0 0,-1 0 0 0 0,1-1 1 0 0,-1 0-1 0 0,0-1 1 0 0,0 0-1 0 0,0 0 1 0 0,9-5-1 0 0,16-10 62 0 0,-20 12-25 0 0,-1 0-1 0 0,0-1 1 0 0,0-1-1 0 0,12-10 1 0 0,-21 15-9 0 0,0-1 1 0 0,0 1-1 0 0,0 0 0 0 0,0-1 0 0 0,-1 1 1 0 0,1-1-1 0 0,-1 0 0 0 0,0 1 0 0 0,0-1 1 0 0,-1 0-1 0 0,1-1 0 0 0,-1 1 0 0 0,0 0 1 0 0,0 0-1 0 0,0 0 0 0 0,-1-1 0 0 0,1-7 1 0 0,-1 8-5 0 0,0-1 0 0 0,0 1 1 0 0,0 0-1 0 0,-1 0 0 0 0,0-1 1 0 0,0 1-1 0 0,0 0 0 0 0,0 0 1 0 0,0 0-1 0 0,-1 0 0 0 0,0 0 1 0 0,0 0-1 0 0,0 1 0 0 0,0-1 1 0 0,-1 0-1 0 0,1 1 0 0 0,-1 0 1 0 0,0 0-1 0 0,0 0 0 0 0,0 0 1 0 0,0 0-1 0 0,0 0 0 0 0,-8-3 1 0 0,7 3-13 0 0,-1 1 1 0 0,1 1 0 0 0,-1-1 0 0 0,1 1-1 0 0,-1 0 1 0 0,1 0 0 0 0,-1 0 0 0 0,0 0-1 0 0,0 1 1 0 0,-7 0 0 0 0,0 1 42 0 0,0 0 0 0 0,0 0 0 0 0,-13 4 0 0 0,18-3-66 0 0,0 0-1 0 0,0 1 1 0 0,1 0 0 0 0,-1 0-1 0 0,1 1 1 0 0,-1-1 0 0 0,1 1-1 0 0,0 1 1 0 0,1-1 0 0 0,-1 1-1 0 0,1 0 1 0 0,0 0 0 0 0,0 1-1 0 0,0-1 1 0 0,1 1 0 0 0,0 0-1 0 0,0 0 1 0 0,0 1 0 0 0,1-1-1 0 0,-3 9 1 0 0,1 0-41 0 0,1 0-1 0 0,0 1 0 0 0,-1 19 1 0 0,4-28 25 0 0,1 0 1 0 0,0 0 0 0 0,1 0-1 0 0,-1-1 1 0 0,1 1-1 0 0,1 0 1 0 0,-1 0-1 0 0,1-1 1 0 0,1 1 0 0 0,2 6-1 0 0,-5-12 2 0 0,1 0-1 0 0,-1-1 1 0 0,0 1-1 0 0,1 0 1 0 0,-1-1 0 0 0,0 1-1 0 0,1 0 1 0 0,-1-1-1 0 0,1 1 1 0 0,-1-1-1 0 0,1 1 1 0 0,-1-1-1 0 0,1 1 1 0 0,-1-1 0 0 0,1 1-1 0 0,-1-1 1 0 0,2 1-1 0 0,8-4 95 0 0,-9 3-84 0 0,-1-1 0 0 0,1 1 0 0 0,0-1 0 0 0,0 1 0 0 0,0 0 0 0 0,0-1 0 0 0,0 1 0 0 0,0 0 0 0 0,0 0 0 0 0,0-1 0 0 0,0 1 0 0 0,0 0 0 0 0,0 0 0 0 0,0 0 0 0 0,0 1 0 0 0,2-1 0 0 0,1 2 31 0 0,0 0 0 0 0,-1 0-1 0 0,1 0 1 0 0,-1 1 0 0 0,5 3-1 0 0,15 10 239 0 0,-16-13-169 0 0,1 0-1 0 0,-1 0 0 0 0,1-1 0 0 0,-1 0 1 0 0,1 0-1 0 0,8 0 0 0 0,47 1 626 0 0,-59-3-695 0 0,-1-1-16 0 0,1 1 0 0 0,-1-1 0 0 0,0 1 1 0 0,0-1-1 0 0,0 0 0 0 0,0 0 0 0 0,0 0 0 0 0,0 0 0 0 0,0-1 1 0 0,0 0-1 0 0,0 1 0 0 0,0-1 0 0 0,-1 0 0 0 0,1 0 0 0 0,-1 0 1 0 0,1 0-1 0 0,-1-1 0 0 0,3-4 0 0 0,-2 5-4 0 0,0 0 0 0 0,0 0 0 0 0,0 0-1 0 0,0 0 1 0 0,1 0 0 0 0,-1 1 0 0 0,0-1 0 0 0,1 1-1 0 0,-1 0 1 0 0,1 0 0 0 0,-1 0 0 0 0,1 1 0 0 0,7-1-1 0 0,-8 0-5 0 0,1 1 0 0 0,-1 0 0 0 0,1-1 0 0 0,-1 0 0 0 0,1 0 0 0 0,-1 0 0 0 0,1 0 0 0 0,-1 0 0 0 0,0-1 0 0 0,0 1 0 0 0,1-1-1 0 0,-1 0 1 0 0,0 0 0 0 0,-1 0 0 0 0,6-5 0 0 0,1-5-101 0 0,-1 2-680 0 0,16-16 0 0 0,-11 13-1068 0 0</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41.304"/>
    </inkml:context>
    <inkml:brush xml:id="br0">
      <inkml:brushProperty name="width" value="0.1" units="cm"/>
      <inkml:brushProperty name="height" value="0.1" units="cm"/>
      <inkml:brushProperty name="color" value="#004F8B"/>
    </inkml:brush>
  </inkml:definitions>
  <inkml:trace contextRef="#ctx0" brushRef="#br0">0 1 3679 0 0,'0'0'284'0'0,"0"4"-186"0"0,3 35 8932 0 0,9 9-5804 0 0,-8-35-2533 0 0,6 29 0 0 0,14 82 641 0 0,-7-45-756 0 0,-3-10 31 0 0,13 103 1802 0 0,-22-134-1134 0 0,10 41 0 0 0,-2-15-519 0 0,-13-62-399 0 0</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53.789"/>
    </inkml:context>
    <inkml:brush xml:id="br0">
      <inkml:brushProperty name="width" value="0.1" units="cm"/>
      <inkml:brushProperty name="height" value="0.1" units="cm"/>
      <inkml:brushProperty name="color" value="#004F8B"/>
    </inkml:brush>
  </inkml:definitions>
  <inkml:trace contextRef="#ctx0" brushRef="#br0">4 0 6447 0 0,'-4'17'13094'0'0,"6"-11"-14172"0"0,-2-4 1450 0 0,16-3 28 0 0,24 19 432 0 0,-22-13-557 0 0,-11-3-157 0 0,0 0 0 0 0,0 1 0 0 0,0 0 0 0 0,9 4 1 0 0,-7-2-54 0 0,0-1 0 0 0,0 0 0 0 0,0-1 1 0 0,14 3-1 0 0,19 8 25 0 0,-41-14-84 0 0,21 10 14 0 0,0-2 0 0 0,39 9 0 0 0,-59-16-16 0 0,1 0-1 0 0,-1 0 1 0 0,0 0 0 0 0,1 0-1 0 0,-1 0 1 0 0,0 0 0 0 0,0 1-1 0 0,1-1 1 0 0,-1 1 0 0 0,0 0-1 0 0,-1-1 1 0 0,1 1-1 0 0,0 0 1 0 0,0 0 0 0 0,2 5-1 0 0,2 2 31 0 0,-1 1-1 0 0,6 14 0 0 0,-4-9 45 0 0,-6-13-29 0 0,0 1 0 0 0,0-1 0 0 0,0 1 0 0 0,-1-1 0 0 0,1 1 0 0 0,-1 0 0 0 0,0-1 0 0 0,0 1 0 0 0,0-1 0 0 0,0 1 0 0 0,0 0-1 0 0,0-1 1 0 0,-1 4 0 0 0,0-1 246 0 0,-1 0-1 0 0,0 0 1 0 0,0 1-1 0 0,-4 7 0 0 0,5-11-210 0 0,0 0 0 0 0,0 0-1 0 0,0 0 1 0 0,-1-1 0 0 0,1 1-1 0 0,0-1 1 0 0,-1 1 0 0 0,1-1-1 0 0,-1 1 1 0 0,0-1 0 0 0,1 0-1 0 0,-1 0 1 0 0,0 1 0 0 0,0-1-1 0 0,0-1 1 0 0,0 1 0 0 0,-2 1-1 0 0,0-1 146 0 0,-1-1 0 0 0,0 1-1 0 0,0-1 1 0 0,0 0 0 0 0,-7 0-1 0 0,-3-1 185 0 0,14 1-222 0 0,-1 0-61 0 0,-3 0-122 0 0,-22 2 339 0 0,26-2-435 0 0,-1 1 1 0 0,1-1-1 0 0,0 0 1 0 0,-1 1-1 0 0,1-1 1 0 0,-1 1-1 0 0,1 0 1 0 0,0-1-1 0 0,0 1 1 0 0,-1 0-1 0 0,1 0 1 0 0,0 0-1 0 0,0 0 1 0 0,0 0-1 0 0,0 0 1 0 0,-1 1-1 0 0,-4 8-1464 0 0</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55.558"/>
    </inkml:context>
    <inkml:brush xml:id="br0">
      <inkml:brushProperty name="width" value="0.1" units="cm"/>
      <inkml:brushProperty name="height" value="0.1" units="cm"/>
      <inkml:brushProperty name="color" value="#004F8B"/>
    </inkml:brush>
  </inkml:definitions>
  <inkml:trace contextRef="#ctx0" brushRef="#br0">1 1 9327 0 0,'6'0'104'0'0,"-3"0"-15"0"0,0 1 0 0 0,1-1 0 0 0,-1 1 0 0 0,0-1 0 0 0,7 3 0 0 0,-9-2-73 0 0,0-1 0 0 0,-1 1-1 0 0,1 0 1 0 0,0-1-1 0 0,0 1 1 0 0,0 0-1 0 0,0 0 1 0 0,0-1 0 0 0,-1 1-1 0 0,1 0 1 0 0,0 0-1 0 0,-1 0 1 0 0,1 0 0 0 0,-1 0-1 0 0,1 0 1 0 0,-1 0-1 0 0,1 0 1 0 0,-1 0 0 0 0,0 0-1 0 0,1 2 1 0 0,8 23 6153 0 0,-8-23-5576 0 0,11 41 1751 0 0,-12-43-2326 0 0,1 0-1 0 0,0 0 1 0 0,0 0-1 0 0,0-1 0 0 0,0 1 1 0 0,-1 0-1 0 0,1 0 1 0 0,0 0-1 0 0,-1 0 1 0 0,1 0-1 0 0,0 2 1 0 0,-1-2 4 0 0,3 6 15 0 0,0 1-1 0 0,0 0 1 0 0,-1 0-1 0 0,0 0 1 0 0,1 12-1 0 0,2 11 27 0 0,-2-19-35 0 0,13 54 235 0 0,11 92-1 0 0,-25-139-132 0 0,-1-11-5 0 0,0 1 0 0 0,0-1 0 0 0,-2 18 1 0 0,1-24 240 0 0,0-2-340 0 0,0 0 1 0 0,0 0-1 0 0,0-1 0 0 0,1 1 1 0 0,-1 0-1 0 0,0 0 0 0 0,0 0 1 0 0,0 0-1 0 0,0 0 0 0 0,1 0 1 0 0,-1 0-1 0 0,0 0 0 0 0,0 0 0 0 0,0 0 1 0 0,1 0-1 0 0,-1 0 0 0 0,0 0 1 0 0,0 0-1 0 0,0 0 0 0 0,1 0 1 0 0,-1 0-1 0 0,0 0 0 0 0,0 0 1 0 0,0 0-1 0 0,1 0 0 0 0,-1 0 0 0 0,0 0 1 0 0,0 0-1 0 0,0 0 0 0 0,1 0 1 0 0,-1 0-1 0 0,0 1 0 0 0,0-1 1 0 0,0 0-1 0 0,0 0 0 0 0,0 0 1 0 0,1 0-1 0 0,-1 0 0 0 0,0 0 0 0 0,0 1 1 0 0,0-1-1 0 0,0 0 0 0 0,0 0 1 0 0,0 0-1 0 0,0 1 0 0 0,0-1 1 0 0,1 0-1 0 0,-1 0 0 0 0,0 0 1 0 0,0 1-1 0 0,0-1 0 0 0,4-10 106 0 0,0-1 0 0 0,-1 1-1 0 0,0-1 1 0 0,2-17 0 0 0,-2 14-23 0 0,0-7 47 0 0,-1-1 0 0 0,0-24-1 0 0,0-12 162 0 0,-1 33-171 0 0,-1 19-100 0 0,0 0-1 0 0,0 0 1 0 0,1-1 0 0 0,0 1-1 0 0,0 0 1 0 0,0 0-1 0 0,5-10 1 0 0,-6 15-44 0 0,0 1 0 0 0,0 0 0 0 0,0-1 0 0 0,0 1 0 0 0,0 0 1 0 0,0-1-1 0 0,1 1 0 0 0,-1 0 0 0 0,0 0 0 0 0,0-1 0 0 0,0 1 0 0 0,1 0 1 0 0,-1 0-1 0 0,0-1 0 0 0,0 1 0 0 0,1 0 0 0 0,-1 0 0 0 0,0 0 0 0 0,0 0 1 0 0,1-1-1 0 0,-1 1 0 0 0,0 0 0 0 0,1 0 0 0 0,-1 0 0 0 0,0 0 0 0 0,1 0 1 0 0,-1 0-1 0 0,0 0 0 0 0,0 0 0 0 0,1 0 0 0 0,-1 0 0 0 0,0 0 0 0 0,1 0 1 0 0,-1 0-1 0 0,1 0 0 0 0,9 8 98 0 0,-1 1-21 0 0,-8-9-78 0 0,-1 0 0 0 0,0 1 0 0 0,1-1 0 0 0,-1 0 0 0 0,0 0 0 0 0,0 0 0 0 0,1 0 0 0 0,-1 0 0 0 0,0 0 0 0 0,1 0 0 0 0,-1 0 0 0 0,0 0 0 0 0,1 0 0 0 0,-1 0 1 0 0,0 0-1 0 0,1 0 0 0 0,-1 0 0 0 0,0 0 0 0 0,1 0 0 0 0,-1 0 0 0 0,0 0 0 0 0,1 0 0 0 0,-1-1 0 0 0,0 1 0 0 0,1 0 0 0 0,-1 0 0 0 0,0 0 0 0 0,0-1 0 0 0,1 1 0 0 0,-1 0 0 0 0,0-1 0 0 0,2-1-1 0 0,0 0 0 0 0,-1-1 0 0 0,1 1 0 0 0,-1-1 0 0 0,0 0 0 0 0,0 1 0 0 0,0-1 0 0 0,0 0 0 0 0,-1 0 0 0 0,1 0 0 0 0,0-5 0 0 0,4-15 0 0 0,20-28 0 0 0,-17 38 0 0 0,-7 12 0 0 0,0 0 0 0 0,0 0 0 0 0,0 1 0 0 0,0-1 0 0 0,0 0 0 0 0,-1 1 0 0 0,1-1 0 0 0,0 1 0 0 0,0 0 0 0 0,0-1 0 0 0,2 0 0 0 0,-2 1 0 0 0,0 0 0 0 0,0 0 0 0 0,0 0 0 0 0,0 0 0 0 0,0 0 0 0 0,0 1 0 0 0,0-1 0 0 0,0 0 0 0 0,1 0 0 0 0,-1 1 0 0 0,0-1 0 0 0,0 0 0 0 0,0 1 0 0 0,0-1 0 0 0,-1 1 0 0 0,1 0 0 0 0,0-1 0 0 0,0 1 0 0 0,0 0 0 0 0,0-1 0 0 0,-1 1 0 0 0,1 0 0 0 0,0 0 0 0 0,0 0 0 0 0,-1 0 0 0 0,1 0 0 0 0,0 1 0 0 0,2 3 0 0 0,0 1 0 0 0,-1-1 0 0 0,3 10 0 0 0,-2-8 0 0 0,-2-5 0 0 0,-1 0 0 0 0,1 0 0 0 0,0-1 0 0 0,0 1 0 0 0,0 0 0 0 0,0-1 0 0 0,0 1 0 0 0,0-1 0 0 0,2 2 0 0 0,9 2 0 0 0,-10-4 0 0 0,0 0 0 0 0,0 0 0 0 0,0 1 0 0 0,0-1 0 0 0,0 1 0 0 0,0 0 0 0 0,-1 0 0 0 0,1-1 0 0 0,0 1 0 0 0,-1 0 0 0 0,0 0 0 0 0,1 0 0 0 0,-1 1 0 0 0,0-1 0 0 0,2 5 0 0 0,-1 2 0 0 0,1 0 0 0 0,1 18 0 0 0,2 9 0 0 0,7 4 17 0 0,9 39 30 0 0,2 51 28 0 0,-23-128-49 0 0,7-12-3215 0 0</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55.907"/>
    </inkml:context>
    <inkml:brush xml:id="br0">
      <inkml:brushProperty name="width" value="0.1" units="cm"/>
      <inkml:brushProperty name="height" value="0.1" units="cm"/>
      <inkml:brushProperty name="color" value="#004F8B"/>
    </inkml:brush>
  </inkml:definitions>
  <inkml:trace contextRef="#ctx0" brushRef="#br0">0 1 15775 0 0,'0'0'772'0'0,"1"2"-336"0"0,6 21 78 0 0,-5-21-657 0 0,9-6 4795 0 0,-10 6-4148 0 0,2 3-328 0 0,0 1 0 0 0,-1 0 0 0 0,0 0 0 0 0,0 0 1 0 0,0 0-1 0 0,-1 1 0 0 0,1 6 0 0 0,-2-11 96 0 0,1 1-69 0 0,7 129 235 0 0,-2-14-151 0 0,-4-95-258 0 0,-2-11-1 0 0,1-1-1 0 0,0 1 1 0 0,1-1-1 0 0,0 0 1 0 0,1 1-1 0 0,5 14 0 0 0,-7-24-168 0 0,0-7-1482 0 0,1 1 909 0 0,-1 0-1 0 0,0 0 0 0 0,5-8 0 0 0,-1 1-1616 0 0,0-1 608 0 0</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56.243"/>
    </inkml:context>
    <inkml:brush xml:id="br0">
      <inkml:brushProperty name="width" value="0.1" units="cm"/>
      <inkml:brushProperty name="height" value="0.1" units="cm"/>
      <inkml:brushProperty name="color" value="#004F8B"/>
    </inkml:brush>
  </inkml:definitions>
  <inkml:trace contextRef="#ctx0" brushRef="#br0">63 111 4143 0 0,'-8'-9'739'0'0,"0"-1"-1"0"0,1 0 1 0 0,-7-12-1 0 0,1 3 6222 0 0,8 4-4698 0 0,0-2-1626 0 0,2 9 2201 0 0,4 23-1630 0 0,-1-13-1405 0 0,0 0-1 0 0,0 0 1 0 0,1 0-1 0 0,-1-1 1 0 0,0 1-1 0 0,0 0 1 0 0,1 0-1 0 0,0 0 1 0 0,-1 0-1 0 0,1-1 1 0 0,0 1-1 0 0,1 2 1 0 0,3 4-631 0 0,8 17-1020 0 0,5-6-21 0 0</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56.577"/>
    </inkml:context>
    <inkml:brush xml:id="br0">
      <inkml:brushProperty name="width" value="0.1" units="cm"/>
      <inkml:brushProperty name="height" value="0.1" units="cm"/>
      <inkml:brushProperty name="color" value="#004F8B"/>
    </inkml:brush>
  </inkml:definitions>
  <inkml:trace contextRef="#ctx0" brushRef="#br0">16 4 17247 0 0,'0'0'1320'0'0,"-4"-2"-904"0"0,3 2-364 0 0,1 0-1 0 0,-1-1 0 0 0,1 1 1 0 0,0 0-1 0 0,-1 0 0 0 0,1 0 1 0 0,-1 0-1 0 0,1-1 0 0 0,-1 1 1 0 0,1 0-1 0 0,-1 0 1 0 0,1 0-1 0 0,0 0 0 0 0,-1 0 1 0 0,1 0-1 0 0,-1 0 0 0 0,1 0 1 0 0,-1 0-1 0 0,1 1 0 0 0,-1-1 1 0 0,1 0-1 0 0,0 0 1 0 0,-2 1-1 0 0,5 7 841 0 0,12 7-50 0 0,-14-14-836 0 0,-1-1 0 0 0,1 0 0 0 0,-1 1 0 0 0,1-1 0 0 0,0 0-1 0 0,-1 0 1 0 0,1 0 0 0 0,-1 1 0 0 0,1-1 0 0 0,0 0 0 0 0,-1 0 0 0 0,1 0 0 0 0,-1 0 0 0 0,1 0 0 0 0,0 0 0 0 0,-1 0 0 0 0,1 0 0 0 0,-1-1 0 0 0,1 1 0 0 0,1 0 0 0 0,-2 0-3 0 0,1-1 0 0 0,-1 1 0 0 0,1 0 1 0 0,-1 0-1 0 0,1 0 0 0 0,-1 0 0 0 0,1 0 1 0 0,-1 0-1 0 0,1 0 0 0 0,-1 0 0 0 0,1 0 1 0 0,-1 0-1 0 0,1 0 0 0 0,0 0 1 0 0,-1 0-1 0 0,1 0 0 0 0,-1 0 0 0 0,1 1 1 0 0,-1-1-1 0 0,1 0 0 0 0,-1 0 0 0 0,1 1 1 0 0,-1-1-1 0 0,0 0 0 0 0,1 0 0 0 0,-1 1 1 0 0,1-1-1 0 0,-1 1 0 0 0,1 0 1 0 0,31 52 6 0 0,-7-11-10 0 0,-22-35 7 0 0,1 0-1 0 0,0 0 1 0 0,0 0 0 0 0,1 0-1 0 0,0 0 1 0 0,0-1 0 0 0,1 0-1 0 0,11 10 1 0 0,-14-13 1 0 0,0 1 0 0 0,0-1 0 0 0,0 0 0 0 0,0 1 0 0 0,-1 0 0 0 0,0 0 0 0 0,0-1 0 0 0,0 1 0 0 0,0 1 0 0 0,1 4 0 0 0,4 7-4 0 0,41 68-16 0 0,-46-80 53 0 0,0-1 0 0 0,0 1 0 0 0,0-1 0 0 0,0 0 0 0 0,1 0 0 0 0,0 0 0 0 0,-1 0-1 0 0,1-1 1 0 0,0 1 0 0 0,0-1 0 0 0,1 1 0 0 0,-1-1 0 0 0,6 3 0 0 0,-4-3 63 0 0,-4-1 111 0 0,1-3 14 0 0,14-11 177 0 0,-13 11-271 0 0,1-1 0 0 0,0 0 0 0 0,-1 0 0 0 0,1 0 0 0 0,-1-1 0 0 0,0 1 0 0 0,0-1 0 0 0,0 0 0 0 0,0 0 0 0 0,3-8 0 0 0,6-48 1058 0 0,-5 15-585 0 0,-2 25-436 0 0,0 0 144 0 0,2-27 0 0 0,-7 43-307 0 0,0 3-6 0 0,0 0 0 0 0,0 1-1 0 0,0-1 1 0 0,0 0 0 0 0,0 0 0 0 0,0 0 0 0 0,0 0-1 0 0,0 0 1 0 0,1 0 0 0 0,-1 1 0 0 0,0-1-1 0 0,1 0 1 0 0,-1 0 0 0 0,1 0 0 0 0,-1 1-1 0 0,1-1 1 0 0,-1 0 0 0 0,1 0 0 0 0,0 0-1 0 0,4-6-147 0 0,-4 7 33 0 0,0 0 1 0 0,0 0-1 0 0,-1 0 1 0 0,1 0-1 0 0,0 0 0 0 0,-1 0 1 0 0,1 1-1 0 0,0-1 1 0 0,0 0-1 0 0,-1 1 0 0 0,1-1 1 0 0,0 0-1 0 0,-1 1 1 0 0,1-1-1 0 0,0 1 0 0 0,0 0 1 0 0,8 7-2512 0 0</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56.926"/>
    </inkml:context>
    <inkml:brush xml:id="br0">
      <inkml:brushProperty name="width" value="0.1" units="cm"/>
      <inkml:brushProperty name="height" value="0.1" units="cm"/>
      <inkml:brushProperty name="color" value="#004F8B"/>
    </inkml:brush>
  </inkml:definitions>
  <inkml:trace contextRef="#ctx0" brushRef="#br0">0 265 6447 0 0,'0'0'298'0'0,"2"-1"-10"0"0,6-3-188 0 0,-7 3 26 0 0,0 0 0 0 0,-1 1 0 0 0,1-1 0 0 0,0 1-1 0 0,0 0 1 0 0,0-1 0 0 0,-1 1 0 0 0,1 0 0 0 0,0-1 0 0 0,0 1 0 0 0,0 0 0 0 0,0 0 0 0 0,0 0 0 0 0,0-1 0 0 0,-1 1 0 0 0,1 0 0 0 0,0 0 0 0 0,0 1 0 0 0,0-1 0 0 0,0 0 0 0 0,0 0 0 0 0,1 1 0 0 0,5-1 2003 0 0,18-8 4249 0 0,13-11-3940 0 0,-15 6-1586 0 0,-7 5-546 0 0,-1-1 0 0 0,16-12-1 0 0,-25 17-267 0 0,0-1 0 0 0,0 0 0 0 0,0-1 0 0 0,-1 1 0 0 0,0-1 0 0 0,0 0 0 0 0,5-9 0 0 0,-1 0 106 0 0,-7 13-98 0 0,0-1-1 0 0,-1 1 1 0 0,1-1 0 0 0,-1 1-1 0 0,0-1 1 0 0,1 0 0 0 0,-1 0-1 0 0,1-4 1 0 0,0-4 1055 0 0,-3 9-798 0 0,1-2-219 0 0,-1 0 0 0 0,0 1 0 0 0,0-1 0 0 0,0 1 0 0 0,0 0 0 0 0,0-1 0 0 0,-1 1 0 0 0,0 0 0 0 0,1 0 0 0 0,-1 0 0 0 0,-1 0 0 0 0,1 0 0 0 0,0 0 0 0 0,-1 0 0 0 0,1 1 0 0 0,-1 0 0 0 0,0-1 0 0 0,1 1 0 0 0,-1 0 0 0 0,-1 0 0 0 0,1 0 0 0 0,0 1 0 0 0,-6-3 0 0 0,8 4-69 0 0,-1 0 0 0 0,1-1 0 0 0,0 1 0 0 0,-1 0 0 0 0,1 0 0 0 0,0 1 0 0 0,-1-1 0 0 0,1 0 0 0 0,0 0-1 0 0,-1 1 1 0 0,1-1 0 0 0,0 1 0 0 0,0-1 0 0 0,-1 1 0 0 0,0 0 0 0 0,-21 14 147 0 0,8-5-74 0 0,6-5-58 0 0,0 0-1 0 0,0 1 1 0 0,-16 13-1 0 0,21-16-25 0 0,1 1-1 0 0,-1 0 0 0 0,1 0 0 0 0,0 0 0 0 0,0 1 1 0 0,0-1-1 0 0,1 0 0 0 0,0 1 0 0 0,0 0 1 0 0,-2 6-1 0 0,-7 54 50 0 0,9-57-53 0 0,1 0 0 0 0,0 0 0 0 0,0 0 0 0 0,1 0 0 0 0,0 0 0 0 0,1 0 0 0 0,1 14 0 0 0,-1-20-2 0 0,0 1 0 0 0,0-1-1 0 0,0 0 1 0 0,0 1 0 0 0,0-1 0 0 0,1 0-1 0 0,-1 0 1 0 0,1 0 0 0 0,-1 0 0 0 0,1 0-1 0 0,0 0 1 0 0,0-1 0 0 0,0 1 0 0 0,0 0-1 0 0,4 2 1 0 0,0 0-5 0 0,1-1 0 0 0,0 0-1 0 0,-1 0 1 0 0,10 3 0 0 0,5 1-4 0 0,1-2 1 0 0,26 4-1 0 0,-37-8 7 0 0,0 0-1 0 0,0-1 0 0 0,-1 0 1 0 0,1 0-1 0 0,0-1 1 0 0,18-5-1 0 0,-3 0-78 0 0,-17 5-12 0 0,0-2 0 0 0,0 1 0 0 0,10-5 0 0 0,-16 6-331 0 0,1-1 0 0 0,0 0-1 0 0,-1-1 1 0 0,1 1 0 0 0,-1-1 0 0 0,0 1 0 0 0,0-1 0 0 0,0 0 0 0 0,0 0 0 0 0,3-5-1 0 0,8-15-7838 0 0</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57.277"/>
    </inkml:context>
    <inkml:brush xml:id="br0">
      <inkml:brushProperty name="width" value="0.1" units="cm"/>
      <inkml:brushProperty name="height" value="0.1" units="cm"/>
      <inkml:brushProperty name="color" value="#004F8B"/>
    </inkml:brush>
  </inkml:definitions>
  <inkml:trace contextRef="#ctx0" brushRef="#br0">0 0 919 0 0,'0'0'18431'0'0,"3"1"-17402"0"0,1 1-773 0 0,1 0 0 0 0,0 1 0 0 0,-1 0 0 0 0,0 0 0 0 0,1 0 0 0 0,-1 0 0 0 0,0 0 0 0 0,6 8 0 0 0,-4-3-83 0 0,-1-1 1 0 0,0 0-1 0 0,-1 1 0 0 0,7 15 1 0 0,6 24 348 0 0,17 72 0 0 0,-30-106-461 0 0,16 83 507 0 0,8 102 0 0 0,-10-59 96 0 0,-11-94-139 0 0,-2 0 1 0 0,0 90-1 0 0,-5-129-437 0 0,0 0 0 0 0,1 1 0 0 0,0-1 0 0 0,0 0 0 0 0,2 7 0 0 0,1 0-45 0 0,1-6 704 0 0,-3-14-2771 0 0</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58.537"/>
    </inkml:context>
    <inkml:brush xml:id="br0">
      <inkml:brushProperty name="width" value="0.1" units="cm"/>
      <inkml:brushProperty name="height" value="0.1" units="cm"/>
      <inkml:brushProperty name="color" value="#004F8B"/>
    </inkml:brush>
  </inkml:definitions>
  <inkml:trace contextRef="#ctx0" brushRef="#br0">5 135 12351 0 0,'-1'-12'352'0'0,"-2"-35"9415"0"0,4 50-9666 0 0,12 40-79 0 0,12 35 208 0 0,-19-60-208 0 0,-1 0 0 0 0,-1 1 0 0 0,2 24 0 0 0,1 6 29 0 0,8 38 298 0 0,-13-63 995 0 0,-2-35-865 0 0,-3-18-321 0 0,1 14-65 0 0,1 0 0 0 0,0 0-1 0 0,2-17 1 0 0,-1 26-77 0 0,0 0-1 0 0,0 0 1 0 0,0 0-1 0 0,-3-8 0 0 0,2 7 8 0 0,0 0 0 0 0,1-1-1 0 0,-1-6 1 0 0,7-80 74 0 0,-5 89-71 0 0,-1 1-1 0 0,1-1 0 0 0,-1 1 0 0 0,1 0 0 0 0,0-1 0 0 0,1 1 0 0 0,-1 0 0 0 0,1 0 0 0 0,0 0 0 0 0,4-7 0 0 0,-5 10-23 0 0,0-1-1 0 0,0 1 0 0 0,1-1 0 0 0,-1 1 0 0 0,0-1 0 0 0,1 1 0 0 0,-1 0 0 0 0,1 0 1 0 0,0 0-1 0 0,1-2 0 0 0,-2 3-2 0 0,0-1 1 0 0,0 1-1 0 0,0-1 0 0 0,0 0 1 0 0,0 1-1 0 0,-1-1 1 0 0,1 0-1 0 0,0 0 0 0 0,-1 0 1 0 0,1 1-1 0 0,-1-1 0 0 0,1 0 1 0 0,-1 0-1 0 0,1 0 1 0 0,-1 0-1 0 0,1 0 0 0 0,-1 0 1 0 0,0 0-1 0 0,1-1 0 0 0,-1 1-1 0 0,1 1-1 0 0,0 0 0 0 0,0 0 1 0 0,-1 0-1 0 0,1 0 1 0 0,0-1-1 0 0,0 1 0 0 0,-1 0 1 0 0,1 0-1 0 0,0 1 0 0 0,0-1 1 0 0,-1 0-1 0 0,1 0 0 0 0,0 0 1 0 0,-1 0-1 0 0,1 1 0 0 0,0-1 1 0 0,1 1-1 0 0,-2-1 0 0 0,5 1 3 0 0,19 12 0 0 0,-16-8 0 0 0,1 0 0 0 0,12 11 0 0 0,-11-5 0 0 0,-7-7 0 0 0,-1 0 0 0 0,-1 0 0 0 0,1 0 0 0 0,0 0 0 0 0,0 5 0 0 0,1 1 0 0 0,10 28 0 0 0,-10-26-3 0 0,-2 0-9 0 0,7 90-41 0 0,-8-100 121 0 0,-2 7 26 0 0,2-7 295 0 0,-1-5-348 0 0,1 0 0 0 0,0 0 0 0 0,0 0 0 0 0,1 0 0 0 0,-1 0 0 0 0,1 1 0 0 0,-1-1 0 0 0,2-3 0 0 0,2-12-8 0 0,-2-10-10 0 0,0 9 46 0 0,6-31-1 0 0,-7 45-50 0 0,1 0-1 0 0,0 1 0 0 0,0-1 1 0 0,3-5-1 0 0,3-7 19 0 0,0-1-72 0 0,1 1-1 0 0,0-1 0 0 0,1 2 1 0 0,1-1-1 0 0,1 1 1 0 0,16-17-1 0 0,10 5 205 0 0,-38 28-158 0 0,1 0-1 0 0,-1 0 0 0 0,1 0 1 0 0,0 0-1 0 0,-1 0 1 0 0,1 0-1 0 0,-1 1 1 0 0,1-1-1 0 0,-1 0 1 0 0,1 1-1 0 0,-1-1 1 0 0,1 0-1 0 0,-1 1 1 0 0,1-1-1 0 0,-1 0 0 0 0,1 1 1 0 0,-1-1-1 0 0,0 1 1 0 0,1-1-1 0 0,0 1 1 0 0,1 3 4 0 0,0-1 1 0 0,0 1-1 0 0,0-1 0 0 0,-1 1 1 0 0,1-1-1 0 0,-1 1 0 0 0,2 4 1 0 0,-3-5-9 0 0,1 1 1 0 0,0-1-1 0 0,1 0 0 0 0,-1 0 1 0 0,0 0-1 0 0,1 0 0 0 0,0 0 1 0 0,0 0-1 0 0,3 3 0 0 0,-1-2-11 0 0,0 1 0 0 0,-1-1 0 0 0,1 1 0 0 0,-1 0 0 0 0,0 0 0 0 0,0 0 0 0 0,0 0 0 0 0,-1 1 0 0 0,1-1 0 0 0,2 11 0 0 0,-2 0-16 0 0,-1 0 0 0 0,0 27 0 0 0,2 19 2 0 0,-2-14 15 0 0,-2-23-173 0 0,0-23-767 0 0</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59.013"/>
    </inkml:context>
    <inkml:brush xml:id="br0">
      <inkml:brushProperty name="width" value="0.1" units="cm"/>
      <inkml:brushProperty name="height" value="0.1" units="cm"/>
      <inkml:brushProperty name="color" value="#004F8B"/>
    </inkml:brush>
  </inkml:definitions>
  <inkml:trace contextRef="#ctx0" brushRef="#br0">203 1 2303 0 0,'-12'24'102'0'0,"9"-18"-1"0"0,2-5-22 0 0,0-1-1 0 0,0 1 1 0 0,0-1-1 0 0,0 1 1 0 0,0 0-1 0 0,0-1 1 0 0,0 0-1 0 0,0 1 1 0 0,0-1-1 0 0,0 1 1 0 0,0-1 0 0 0,0 0-1 0 0,0 0 1 0 0,0 0-1 0 0,0 0 1 0 0,0 0-1 0 0,-1 0 1 0 0,1 0-1 0 0,0 0 1 0 0,0 0-1 0 0,0 0 1 0 0,0 0-1 0 0,0-1 1 0 0,-23 1 9768 0 0,19 2-8835 0 0,-15 10 3670 0 0,11-5-3930 0 0,0 1 0 0 0,-8 12 0 0 0,-2 0 286 0 0,14-15-895 0 0,0 0 0 0 0,1 1 0 0 0,-1 0 0 0 0,1 0 0 0 0,0 0 0 0 0,1 0 0 0 0,0 1 0 0 0,0 0 0 0 0,-4 10 1 0 0,2 3 23 0 0,-7 39 0 0 0,12-56-169 0 0,0 1-1 0 0,0-1 1 0 0,0 0-1 0 0,1 1 1 0 0,-1-1-1 0 0,1 0 1 0 0,0 1-1 0 0,-1-1 1 0 0,2 0-1 0 0,-1 0 1 0 0,0 0-1 0 0,1 0 1 0 0,-1 0-1 0 0,1 0 1 0 0,2 3-1 0 0,-2-3-1 0 0,1 1 1 0 0,0-1-1 0 0,0 0 1 0 0,0 1-1 0 0,0-1 0 0 0,1-1 1 0 0,-1 1-1 0 0,1 0 0 0 0,0-1 1 0 0,5 3-1 0 0,-5-3 1 0 0,-1-1 0 0 0,0 0 0 0 0,1 0 0 0 0,-1 0 0 0 0,1 0 0 0 0,-1 0 0 0 0,1-1 0 0 0,0 0 0 0 0,-1 0 0 0 0,1 0 0 0 0,0 0 0 0 0,-1 0 0 0 0,1-1-1 0 0,-1 1 1 0 0,1-1 0 0 0,-1 0 0 0 0,1 0 0 0 0,-1-1 0 0 0,0 1 0 0 0,5-3 0 0 0,-3 2 4 0 0,0 0 0 0 0,-1 0 0 0 0,1-1-1 0 0,-1 0 1 0 0,0 1 0 0 0,1-1 0 0 0,-1-1 0 0 0,0 1 0 0 0,-1-1-1 0 0,1 1 1 0 0,-1-1 0 0 0,5-6 0 0 0,-6 5 36 0 0,1 1-1 0 0,-1-1 1 0 0,1 0 0 0 0,-2 0 0 0 0,1 1 0 0 0,0-2 0 0 0,-1 1-1 0 0,0 0 1 0 0,0 0 0 0 0,-1 0 0 0 0,1 0 0 0 0,-1-10-1 0 0,-1 6 254 0 0,0 0-1 0 0,0 0 1 0 0,-1 0-1 0 0,-4-13 0 0 0,-2-9 516 0 0,8 29-745 0 0,-1-1 0 0 0,0 1 0 0 0,1 0-1 0 0,-1 0 1 0 0,0 0 0 0 0,0 0 0 0 0,-1 0-1 0 0,0-1 1 0 0,-3-6 85 0 0,-5-10 206 0 0,9 17-223 0 0,0 1-7 0 0,0-4-42 0 0,-4-7-11 0 0,3 13 0 0 0,1 10 72 0 0,1-9-136 0 0,1 0 0 0 0,-1-1 0 0 0,1 1 0 0 0,-1 0 1 0 0,1-1-1 0 0,0 1 0 0 0,0-1 0 0 0,0 1 0 0 0,0-1 0 0 0,0 1 1 0 0,1 1-1 0 0,3 3-14 0 0,5 13-81 0 0,22 31 0 0 0,-25-42 67 0 0,0 0 1 0 0,0 0 0 0 0,0-1-1 0 0,1 0 1 0 0,16 11-1 0 0,62 37 193 0 0,-66-39-152 0 0,-19-14-18 0 0,1 0 0 0 0,-1-1 0 0 0,1 1 0 0 0,-1-1 0 0 0,1 1 0 0 0,0-1 1 0 0,-1 0-1 0 0,1 0 0 0 0,0 0 0 0 0,0 0 0 0 0,0 0 0 0 0,0 0 1 0 0,0 0-1 0 0,0 0 0 0 0,4 0 0 0 0,-5-1-1 0 0,-1 0 1 0 0,0 0-1 0 0,0 0 0 0 0,1 0 0 0 0,-1 0 0 0 0,0 0 1 0 0,1 0-1 0 0,-1 0 0 0 0,0 0 0 0 0,0 0 1 0 0,1 0-1 0 0,-1 0 0 0 0,0-1 0 0 0,1 1 0 0 0,-1 0 1 0 0,0 0-1 0 0,0 0 0 0 0,1 0 0 0 0,-1-1 1 0 0,0 1-1 0 0,0 0 0 0 0,0 0 0 0 0,1 0 0 0 0,-1-1 1 0 0,0 1-1 0 0,0-1 0 0 0,1 1-5 0 0,-1 0 1 0 0,0 0-1 0 0,0 0 0 0 0,0-1 0 0 0,0 1 0 0 0,0 0 1 0 0,1 0-1 0 0,-1 0 0 0 0,0 0 0 0 0,0 0 1 0 0,0-1-1 0 0,1 1 0 0 0,-1 0 0 0 0,0 0 0 0 0,0 0 1 0 0,0 0-1 0 0,1 0 0 0 0,-1 0 0 0 0,0 0 0 0 0,0 0 1 0 0,1 0-1 0 0,-1 0 0 0 0,0 0 0 0 0,0 0 0 0 0,1 0 1 0 0,-1 0-1 0 0,0 0 0 0 0,0 0 0 0 0,1 0 1 0 0,-1 0-1 0 0,0 0 0 0 0,0 0 0 0 0,1 0 0 0 0,7 1-693 0 0</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59.363"/>
    </inkml:context>
    <inkml:brush xml:id="br0">
      <inkml:brushProperty name="width" value="0.1" units="cm"/>
      <inkml:brushProperty name="height" value="0.1" units="cm"/>
      <inkml:brushProperty name="color" value="#004F8B"/>
    </inkml:brush>
  </inkml:definitions>
  <inkml:trace contextRef="#ctx0" brushRef="#br0">5 40 14311 0 0,'0'-2'655'0'0,"0"0"-436"0"0,-4-25 7918 0 0,5 26-8082 0 0,-1 1 0 0 0,1-1 0 0 0,0 0 1 0 0,0 1-1 0 0,0-1 0 0 0,-1 0 0 0 0,1 1 0 0 0,0-1 0 0 0,0 1 1 0 0,0 0-1 0 0,0-1 0 0 0,0 1 0 0 0,0 0 0 0 0,0-1 0 0 0,0 1 1 0 0,0 0-1 0 0,0 0 0 0 0,0 0 0 0 0,0 0 0 0 0,0 0 0 0 0,0 0 1 0 0,0 0-1 0 0,0 0 0 0 0,0 1 0 0 0,0-1 0 0 0,0 0 1 0 0,0 1-1 0 0,0-1 0 0 0,0 0 0 0 0,0 1 0 0 0,0-1 0 0 0,0 1 1 0 0,1 1-1 0 0,83 63 658 0 0,7-11-980 0 0,-85-48 262 0 0,1-2 0 0 0,0 1-1 0 0,14 5 1 0 0,-10-4 5 0 0,4 1 0 0 0,-8-8 0 0 0,-8 1 0 0 0,0 0 0 0 0,0 0 0 0 0,1-1 0 0 0,-1 1 0 0 0,0 0 0 0 0,1 0 0 0 0,-1 0 0 0 0,0 0 0 0 0,0 0 0 0 0,1 0 0 0 0,-1 0 0 0 0,0 0 0 0 0,1 0 0 0 0,-1 0 0 0 0,0 0 0 0 0,1 0 0 0 0,-1 0 0 0 0,0 0 0 0 0,0 0 0 0 0,1 0 0 0 0,-1 0 0 0 0,0 1 0 0 0,1-1 0 0 0,-1 0 0 0 0,0 0 0 0 0,0 0 0 0 0,1 0 0 0 0,-1 1 0 0 0,0-1 0 0 0,0 0 0 0 0,1 0 0 0 0,12 16-71 0 0,-11-14-118 0 0,-1-4-520 0 0,1-1 422 0 0,0 0 0 0 0,0 0 0 0 0,-1-1 0 0 0,0 1 0 0 0,1 0 1 0 0,-1-1-1 0 0,0 1 0 0 0,-1 0 0 0 0,1-1 0 0 0,0-5 0 0 0,2-6-4841 0 0</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4:59.712"/>
    </inkml:context>
    <inkml:brush xml:id="br0">
      <inkml:brushProperty name="width" value="0.1" units="cm"/>
      <inkml:brushProperty name="height" value="0.1" units="cm"/>
      <inkml:brushProperty name="color" value="#004F8B"/>
    </inkml:brush>
  </inkml:definitions>
  <inkml:trace contextRef="#ctx0" brushRef="#br0">278 17 11343 0 0,'0'0'1031'0'0,"-2"-2"-850"0"0,-5-6-385 0 0,0 1 2814 0 0,-1 17-981 0 0,2 1-696 0 0,5-9-739 0 0,0 0 1 0 0,0 1-1 0 0,-1-1 0 0 0,1 0 1 0 0,0 0-1 0 0,-1 0 1 0 0,0 0-1 0 0,1 0 1 0 0,-1-1-1 0 0,0 1 0 0 0,0 0 1 0 0,0-1-1 0 0,0 0 1 0 0,-4 3-1 0 0,4-4-85 0 0,1 1 0 0 0,-1 0-1 0 0,1-1 1 0 0,-1 1 0 0 0,1 0-1 0 0,-1 0 1 0 0,1 0 0 0 0,-1 0-1 0 0,1 0 1 0 0,0 0 0 0 0,0 0-1 0 0,-1 0 1 0 0,1 0 0 0 0,-1 2-1 0 0,-13 23 479 0 0,5-7-175 0 0,-7 7 130 0 0,0-2-89 0 0,1 1 0 0 0,1 1 0 0 0,1 0 0 0 0,-12 34 0 0 0,-11 39 318 0 0,16-47-573 0 0,16-43-187 0 0,1-11-67 0 0,3 15-760 0 0</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00.063"/>
    </inkml:context>
    <inkml:brush xml:id="br0">
      <inkml:brushProperty name="width" value="0.1" units="cm"/>
      <inkml:brushProperty name="height" value="0.1" units="cm"/>
      <inkml:brushProperty name="color" value="#004F8B"/>
    </inkml:brush>
  </inkml:definitions>
  <inkml:trace contextRef="#ctx0" brushRef="#br0">69 233 14191 0 0,'2'56'7070'0'0,"-7"-65"-4933"0"0,13 21-1811 0 0,-5-9-266 0 0,-1 0 0 0 0,0 1 0 0 0,1-1 0 0 0,-1 1 0 0 0,1 4 0 0 0,38 110 1127 0 0,-22-56-812 0 0,-17-56-359 0 0,1 0 1 0 0,-1 0 0 0 0,-1 1-1 0 0,2 7 1 0 0,0 3-68 0 0,-3-16-587 0 0,11 7-1195 0 0</inkml:trace>
  <inkml:trace contextRef="#ctx0" brushRef="#br0" timeOffset="1">79 58 17279 0 0,'-29'-20'878'0'0,"16"12"650"0"0,-23-21 5625 0 0,40 38-8659 0 0,-2-6 1293 0 0,6 9-459 0 0</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00.668"/>
    </inkml:context>
    <inkml:brush xml:id="br0">
      <inkml:brushProperty name="width" value="0.1" units="cm"/>
      <inkml:brushProperty name="height" value="0.1" units="cm"/>
      <inkml:brushProperty name="color" value="#004F8B"/>
    </inkml:brush>
  </inkml:definitions>
  <inkml:trace contextRef="#ctx0" brushRef="#br0">3 83 7367 0 0,'-2'30'13592'0'0,"11"21"-12068"0"0,5 49-384 0 0,-2-15 1969 0 0,-9-90-3701 0 0,1 0 727 0 0,-1 0 0 0 0,5-11 1 0 0,11-103 736 0 0,-16 105-777 0 0,1-1 1 0 0,0 1-1 0 0,8-16 1 0 0,-9 23-68 0 0,0 1 0 0 0,1-1-1 0 0,0 0 1 0 0,0 1 0 0 0,1 0 0 0 0,0 0 0 0 0,9-9 0 0 0,-8 10-40 0 0,-3 7-36 0 0,6 8 1 0 0,-1 1 1 0 0,0 0-1 0 0,-1 0 0 0 0,0 0 1 0 0,0 1-1 0 0,-1 0 0 0 0,-1 0 1 0 0,6 17-1 0 0,4 27-310 0 0,-14-54 385 0 0,1-4-46 0 0,10-8 418 0 0,-5 5-328 0 0,-1 1 1 0 0,0-2 0 0 0,0 1 0 0 0,-1-1 0 0 0,0 1-1 0 0,0-1 1 0 0,0-1 0 0 0,-1 1 0 0 0,1-1 0 0 0,3-10-1 0 0,-2 5-35 0 0,-1-2 9 0 0,1 0-1 0 0,1 0 0 0 0,0 0 1 0 0,1 1-1 0 0,1 0 1 0 0,15-19-1 0 0,9 10 115 0 0,-27 17-87 0 0,1 5-77 0 0,-6 0-5 0 0,1 1-1 0 0,-1 0 0 0 0,0 0 1 0 0,0 0-1 0 0,0-1 0 0 0,0 1 0 0 0,0 0 1 0 0,0 0-1 0 0,0 0 0 0 0,0 1 1 0 0,0-1-1 0 0,-1 0 0 0 0,1 0 1 0 0,0 0-1 0 0,-1 1 0 0 0,1-1 1 0 0,0 2-1 0 0,7 28-90 0 0,-4-14 96 0 0,0 1 45 0 0,-1 1 0 0 0,3 33 0 0 0,-5-30-2 0 0,7 31 0 0 0,-7-49-10 0 0,-1-2-36 0 0,0-1 0 0 0,0 1-1 0 0,1-1 1 0 0,-1 0 0 0 0,1 1 0 0 0,-1-1-1 0 0,1 0 1 0 0,-1 1 0 0 0,1-1-1 0 0,0 0 1 0 0,0 0 0 0 0,1 2 0 0 0,-2-2-84 0 0,1 0 1 0 0,0 0-1 0 0,-1 0 0 0 0,1 0 1 0 0,0 0-1 0 0,0 0 1 0 0,0 0-1 0 0,0 0 0 0 0,0 0 1 0 0,1 1-1 0 0,6 1-3047 0 0</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01.017"/>
    </inkml:context>
    <inkml:brush xml:id="br0">
      <inkml:brushProperty name="width" value="0.1" units="cm"/>
      <inkml:brushProperty name="height" value="0.1" units="cm"/>
      <inkml:brushProperty name="color" value="#004F8B"/>
    </inkml:brush>
  </inkml:definitions>
  <inkml:trace contextRef="#ctx0" brushRef="#br0">143 85 7831 0 0,'0'0'603'0'0,"-7"-7"-374"0"0,5 5 314 0 0,0 0 0 0 0,0 0 0 0 0,0 0 0 0 0,-1 1 0 0 0,1-1-1 0 0,-1 0 1 0 0,1 1 0 0 0,-1 0 0 0 0,1-1 0 0 0,-1 1 0 0 0,0 0-1 0 0,0 0 1 0 0,1 1 0 0 0,-1-1 0 0 0,0 1 0 0 0,0-1 0 0 0,0 1-1 0 0,0 0 1 0 0,0 0 0 0 0,0 0 0 0 0,0 0 0 0 0,-5 2 0 0 0,6-2-405 0 0,-1 1 0 0 0,1 0 0 0 0,0-1 1 0 0,0 1-1 0 0,0 0 0 0 0,-1 0 1 0 0,1 0-1 0 0,0 1 0 0 0,0-1 1 0 0,1 0-1 0 0,-1 1 0 0 0,0-1 0 0 0,0 1 1 0 0,1 0-1 0 0,-1-1 0 0 0,1 1 1 0 0,-1 0-1 0 0,-1 3 0 0 0,-2 5 105 0 0,0-1 1 0 0,1 1-1 0 0,-3 10 0 0 0,1-4-161 0 0,5-14-75 0 0,0 1-1 0 0,1-1 1 0 0,-1 1 0 0 0,1-1-1 0 0,-1 1 1 0 0,1 0 0 0 0,0-1-1 0 0,0 5 1 0 0,3 8 5 0 0,0-7-18 0 0,0 1 0 0 0,1 0 0 0 0,0-1 0 0 0,1 0 0 0 0,9 13 0 0 0,-11-16 3 0 0,1-1 0 0 0,0 0-1 0 0,1 0 1 0 0,-1-1 0 0 0,1 1-1 0 0,-1-1 1 0 0,1 0 0 0 0,0 0 0 0 0,0 0-1 0 0,9 3 1 0 0,-6-4-9 0 0,-1 0-1 0 0,1 0 1 0 0,0 0-1 0 0,-1-1 1 0 0,1 0 0 0 0,0 0-1 0 0,0-1 1 0 0,0 0-1 0 0,0 0 1 0 0,0-1 0 0 0,-1 0-1 0 0,15-4 1 0 0,-13 3 9 0 0,0 0 0 0 0,0 0-1 0 0,0-1 1 0 0,-1 0 0 0 0,1-1 0 0 0,-1 0 0 0 0,0 0 0 0 0,0-1 0 0 0,-1 0-1 0 0,1 0 1 0 0,-1-1 0 0 0,0 1 0 0 0,8-10 0 0 0,10-8 151 0 0,-22 21-136 0 0,0 1-1 0 0,-1-1 0 0 0,1 0 0 0 0,-1 0 0 0 0,1-1 0 0 0,-1 1 0 0 0,0-1 0 0 0,0 1 1 0 0,0-1-1 0 0,0 1 0 0 0,0-1 0 0 0,-1 0 0 0 0,1 0 0 0 0,-1 0 0 0 0,0 0 0 0 0,1 0 1 0 0,-2 0-1 0 0,2-7 0 0 0,-1 7 45 0 0,-1-1 1 0 0,0 1 0 0 0,-1-1-1 0 0,1 1 1 0 0,-1-1 0 0 0,1 1-1 0 0,-1 0 1 0 0,0-1 0 0 0,0 1-1 0 0,-1 0 1 0 0,1 0 0 0 0,0 0-1 0 0,-4-6 1 0 0,1 5 165 0 0,0-1 0 0 0,0 1-1 0 0,0 0 1 0 0,0 0 0 0 0,0 0-1 0 0,-1 1 1 0 0,-7-5 0 0 0,-6-2 431 0 0,0 2 1 0 0,-1 0-1 0 0,-31-8 1 0 0,49 15-654 0 0,-31-7-1217 0 0,-41-7-1 0 0,47 11-179 0 0</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01.367"/>
    </inkml:context>
    <inkml:brush xml:id="br0">
      <inkml:brushProperty name="width" value="0.1" units="cm"/>
      <inkml:brushProperty name="height" value="0.1" units="cm"/>
      <inkml:brushProperty name="color" value="#004F8B"/>
    </inkml:brush>
  </inkml:definitions>
  <inkml:trace contextRef="#ctx0" brushRef="#br0">14 272 5527 0 0,'0'0'423'0'0,"-1"-1"-74"0"0,0 1-187 0 0,0-1-1 0 0,0 0 1 0 0,0 0-1 0 0,0 0 1 0 0,1 1-1 0 0,-1-1 1 0 0,0 0-1 0 0,0 0 1 0 0,1 0-1 0 0,-1 0 1 0 0,1 0-1 0 0,-1 0 1 0 0,1-1-1 0 0,-1 1 1 0 0,1 0-1 0 0,0 0 1 0 0,-1 0-1 0 0,1 0 1 0 0,0-1-1 0 0,0 1 1 0 0,0 0-1 0 0,0 0 1 0 0,0 0-1 0 0,0-1 1 0 0,0 1-1 0 0,0 0 1 0 0,1 0-1 0 0,-1 0 1 0 0,0 0-1 0 0,1-1 1 0 0,-1 1-1 0 0,1 0 1 0 0,-1 0-1 0 0,1 0 1 0 0,-1 0-1 0 0,1 0 1 0 0,1-1-1 0 0,3-5 279 0 0,1 1 0 0 0,0-1 0 0 0,0 1 0 0 0,9-6 0 0 0,-15 12-438 0 0,43-38 895 0 0,-1-1 1 0 0,43-52-1 0 0,-66 68-476 0 0</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02.271"/>
    </inkml:context>
    <inkml:brush xml:id="br0">
      <inkml:brushProperty name="width" value="0.1" units="cm"/>
      <inkml:brushProperty name="height" value="0.1" units="cm"/>
      <inkml:brushProperty name="color" value="#004F8B"/>
    </inkml:brush>
  </inkml:definitions>
  <inkml:trace contextRef="#ctx0" brushRef="#br0">383 25 10367 0 0,'0'0'472'0'0,"-2"-6"158"0"0,2 5-592 0 0,-1 0-1 0 0,1 0 1 0 0,0 0 0 0 0,0 0 0 0 0,-1 0 0 0 0,1 1 0 0 0,-1-1 0 0 0,1 0-1 0 0,-1 0 1 0 0,1 0 0 0 0,-1 0 0 0 0,0 1 0 0 0,1-1 0 0 0,-1 0 0 0 0,0 1-1 0 0,1-1 1 0 0,-1 0 0 0 0,0 1 0 0 0,0-1 0 0 0,0 1 0 0 0,1-1-1 0 0,-1 1 1 0 0,-1-1 0 0 0,0 1 129 0 0,-1 0 0 0 0,1 0-1 0 0,0 0 1 0 0,0 0 0 0 0,0 0-1 0 0,0 0 1 0 0,-4 1 0 0 0,-1 0 136 0 0,-24 2 1564 0 0,0 1 1 0 0,-52 14 0 0 0,71-14-1501 0 0,0 0 1 0 0,1 1-1 0 0,-1 0 1 0 0,1 1 0 0 0,0 0-1 0 0,0 0 1 0 0,1 2-1 0 0,0-1 1 0 0,-18 18-1 0 0,23-20-354 0 0,0 0-1 0 0,1 0 1 0 0,-1 0-1 0 0,1 1 0 0 0,-5 9 1 0 0,0 8 11 0 0,-7 26-1 0 0,15-46-17 0 0,0 4-9 0 0,-1-1-1 0 0,1 0 0 0 0,0 1 0 0 0,0-1 0 0 0,1 1 0 0 0,0-1 1 0 0,1 11-1 0 0,-1-14-4 0 0,1 0 1 0 0,-1 0-1 0 0,1 1 0 0 0,0-1 1 0 0,0 0-1 0 0,0 0 1 0 0,0 0-1 0 0,0 0 0 0 0,1-1 1 0 0,0 1-1 0 0,-1 0 1 0 0,1 0-1 0 0,0-1 1 0 0,0 1-1 0 0,3 2 0 0 0,-4-5 2 0 0,1 1-1 0 0,-1 0 1 0 0,0 0-1 0 0,1-1 0 0 0,-1 1 1 0 0,0-1-1 0 0,1 0 0 0 0,-1 1 1 0 0,1-1-1 0 0,2 0 0 0 0,7 3-26 0 0,-7-2 12 0 0,1 1-1 0 0,0-1 1 0 0,0 0 0 0 0,0 0 0 0 0,0 0 0 0 0,1-1 0 0 0,-1 1-1 0 0,0-1 1 0 0,0-1 0 0 0,0 1 0 0 0,0-1 0 0 0,0 0 0 0 0,0 0-1 0 0,0 0 1 0 0,7-3 0 0 0,-4 2-99 0 0,-1-1-1 0 0,1 0 1 0 0,0-1-1 0 0,-1 1 0 0 0,0-1 1 0 0,0-1-1 0 0,0 1 1 0 0,0-1-1 0 0,10-10 1 0 0,7-4-686 0 0,-19 16-433 0 0,0 0-1 0 0,-1-1 1 0 0,1 0 0 0 0,5-6-1 0 0,3-10-5064 0 0</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02.827"/>
    </inkml:context>
    <inkml:brush xml:id="br0">
      <inkml:brushProperty name="width" value="0.1" units="cm"/>
      <inkml:brushProperty name="height" value="0.1" units="cm"/>
      <inkml:brushProperty name="color" value="#004F8B"/>
    </inkml:brush>
  </inkml:definitions>
  <inkml:trace contextRef="#ctx0" brushRef="#br0">5 69 5983 0 0,'-3'-15'274'0'0,"2"12"-6"0"0,1 1-172 0 0,-1-2 702 0 0,4-40 12772 0 0,3 54-13167 0 0,1-1 1 0 0,-1 2 0 0 0,-1-1 0 0 0,0 1 0 0 0,0 0-1 0 0,-1 0 1 0 0,0 0 0 0 0,-1 0 0 0 0,0 1 0 0 0,1 22 0 0 0,-1 8-315 0 0,-4 73 1 0 0,-1-69 195 0 0,1-19-324 0 0,2 1 0 0 0,0-1 1 0 0,2 1-1 0 0,1-1 0 0 0,1 0 0 0 0,17 50 0 0 0,-18-64 40 0 0,-1-3 10 0 0,0-1-1 0 0,1 1 1 0 0,0-1 0 0 0,1 0 0 0 0,0 0-1 0 0,0-1 1 0 0,11 13 0 0 0,-15-20-4 0 0,13 15 37 0 0,1-1 0 0 0,31 25-1 0 0,-43-38-55 0 0,1 0 0 0 0,-1 0 0 0 0,1-1-1 0 0,-1 0 1 0 0,5 2 0 0 0,-7-3 11 0 0,0 1-1 0 0,0-1 1 0 0,1 0 0 0 0,-1 1 0 0 0,0-1-1 0 0,0 0 1 0 0,1 0 0 0 0,-1 0 0 0 0,0 0-1 0 0,0 0 1 0 0,1 0 0 0 0,-1 0 0 0 0,0-1-1 0 0,0 1 1 0 0,1 0 0 0 0,-1-1 0 0 0,0 1-1 0 0,2-2 1 0 0,-1 0 4 0 0,0 0 10 0 0,0 1 1 0 0,0-1 0 0 0,0 0 0 0 0,0 1 0 0 0,0 0-1 0 0,0-1 1 0 0,0 1 0 0 0,1 0 0 0 0,-1 0 0 0 0,0 0-1 0 0,5-1 1 0 0,-4 1-17 0 0,0 0 0 0 0,0 0 0 0 0,0-1-1 0 0,0 0 1 0 0,0 1 0 0 0,-1-1 0 0 0,1 0 0 0 0,-1 0 0 0 0,1 0-1 0 0,-1 0 1 0 0,0-1 0 0 0,0 1 0 0 0,0-1 0 0 0,0 1 0 0 0,0-1-1 0 0,2-5 1 0 0,14-16-31 0 0,-14 18 34 0 0,0 0 0 0 0,0 0 0 0 0,-1 0 0 0 0,0 0 0 0 0,0-1 0 0 0,0 1 0 0 0,-1-1 0 0 0,0 1 0 0 0,0-1 0 0 0,1-11 0 0 0,1 0 0 0 0,0 4 12 0 0,-1 0 0 0 0,-1-1 0 0 0,0 1 0 0 0,-1 0 0 0 0,-1-20 0 0 0,0 31 8 0 0,0 0-1 0 0,-1 1 1 0 0,0-1 0 0 0,1 1-1 0 0,-1-1 1 0 0,0 1 0 0 0,0-1 0 0 0,-1 1-1 0 0,1 0 1 0 0,0 0 0 0 0,-1-1-1 0 0,1 1 1 0 0,-1 0 0 0 0,0 0-1 0 0,0 0 1 0 0,1 1 0 0 0,-1-1-1 0 0,-1 0 1 0 0,1 1 0 0 0,0-1-1 0 0,0 1 1 0 0,0 0 0 0 0,-1 0-1 0 0,1 0 1 0 0,-1 0 0 0 0,1 0-1 0 0,-1 0 1 0 0,-4 0 0 0 0,3 0 12 0 0,0 1 1 0 0,0-1 0 0 0,-1 1-1 0 0,1 0 1 0 0,0 0-1 0 0,0 0 1 0 0,0 1 0 0 0,0 0-1 0 0,-1 0 1 0 0,1 0-1 0 0,0 0 1 0 0,0 0-1 0 0,1 1 1 0 0,-1 0 0 0 0,0 0-1 0 0,0 0 1 0 0,-4 3-1 0 0,2 1-27 0 0,0 0-1 0 0,0 0 1 0 0,1 1-1 0 0,0 0 1 0 0,0 0-1 0 0,1 0 1 0 0,-1 1-1 0 0,2-1 0 0 0,-1 1 1 0 0,1 0-1 0 0,-4 16 1 0 0,4-12-1 0 0,0-1 1 0 0,1 1 0 0 0,1 0-1 0 0,0 0 1 0 0,1 0 0 0 0,0 0-1 0 0,3 23 1 0 0,-1-30-22 0 0,0 0-1 0 0,0 0 1 0 0,1-1-1 0 0,-1 1 1 0 0,1-1 0 0 0,0 0-1 0 0,0 1 1 0 0,0-1-1 0 0,1-1 1 0 0,-1 1-1 0 0,6 4 1 0 0,4 4-19 0 0,-8-7 43 0 0,1 0 0 0 0,0 0 0 0 0,0-1 0 0 0,0 0 0 0 0,1 0 0 0 0,-1-1 0 0 0,1 0 0 0 0,14 4 0 0 0,-11-3 14 0 0,1 1 1 0 0,17 9 0 0 0,-24-11-12 0 0,0-1-1 0 0,0 1-1 0 0,1 0 1 0 0,-1-1-1 0 0,7 2 1 0 0,-9-3 2 0 0,0-1-1 0 0,0 1 1 0 0,0-1-1 0 0,-1 0 1 0 0,1 0 0 0 0,0 0-1 0 0,0 0 1 0 0,0 0-1 0 0,0 0 1 0 0,0-1-1 0 0,0 1 1 0 0,0-1 0 0 0,0 1-1 0 0,3-2 1 0 0,18-12 163 0 0,-16 10-90 0 0,0 0-1 0 0,14-7 1 0 0,-20 10-76 0 0,1 1 1 0 0,0-1-1 0 0,-1 1 0 0 0,1-1 0 0 0,0 1 1 0 0,0 0-1 0 0,0 0 0 0 0,-1-1 1 0 0,1 1-1 0 0,0 1 0 0 0,0-1 0 0 0,0 0 1 0 0,-1 0-1 0 0,1 1 0 0 0,0-1 1 0 0,0 1-1 0 0,-1-1 0 0 0,3 2 0 0 0,1 1-7 0 0,10 4 36 0 0,-15-7-38 0 0,1 0 0 0 0,0 1 0 0 0,-1-1 0 0 0,1 0 0 0 0,0 0 0 0 0,-1 0 0 0 0,1 0 0 0 0,-1 0 0 0 0,1 0-1 0 0,0-1 1 0 0,-1 1 0 0 0,1 0 0 0 0,0 0 0 0 0,-1 0 0 0 0,1-1 0 0 0,-1 1 0 0 0,1 0 0 0 0,-1-1 0 0 0,1 1 0 0 0,-1 0 0 0 0,1-1 0 0 0,-1 1 0 0 0,1-1 0 0 0,-1 1 0 0 0,1-1 0 0 0,2-3-82 0 0,-1-1-1 0 0,1 1 0 0 0,-1-1 1 0 0,2-6-1 0 0,6-14-478 0 0,0 12-50 0 0</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03.623"/>
    </inkml:context>
    <inkml:brush xml:id="br0">
      <inkml:brushProperty name="width" value="0.1" units="cm"/>
      <inkml:brushProperty name="height" value="0.1" units="cm"/>
      <inkml:brushProperty name="color" value="#004F8B"/>
    </inkml:brush>
  </inkml:definitions>
  <inkml:trace contextRef="#ctx0" brushRef="#br0">20 23 3679 0 0,'-17'-22'17228'0'0,"17"23"-17132"0"0,-1 1 1 0 0,1 0-1 0 0,-1 0 0 0 0,1 0 1 0 0,0-1-1 0 0,-1 1 0 0 0,1 0 1 0 0,0 0-1 0 0,1 0 0 0 0,-1 2 0 0 0,0 1 38 0 0,1 13 10 0 0,0 1-1 0 0,2 0 0 0 0,8 34 1 0 0,-3-9-91 0 0,1 3-53 0 0,-4-31 0 0 0,0 0 0 0 0,-2 0 0 0 0,3 20 0 0 0,5 41 0 0 0,0 5 0 0 0,-7 14-4064 0 0</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04.020"/>
    </inkml:context>
    <inkml:brush xml:id="br0">
      <inkml:brushProperty name="width" value="0.1" units="cm"/>
      <inkml:brushProperty name="height" value="0.1" units="cm"/>
      <inkml:brushProperty name="color" value="#004F8B"/>
    </inkml:brush>
  </inkml:definitions>
  <inkml:trace contextRef="#ctx0" brushRef="#br0">1 282 9327 0 0,'0'15'457'0'0,"0"-25"-60"0"0,0-27-243 0 0,2 17 663 0 0,1 0-1 0 0,0 0 1 0 0,2 0-1 0 0,9-26 1 0 0,-11 38-564 0 0,0 1 1 0 0,1-1-1 0 0,-1 1 0 0 0,1 0 1 0 0,1 0-1 0 0,0 1 0 0 0,-1-1 1 0 0,2 1-1 0 0,-1 0 0 0 0,1 0 1 0 0,0 1-1 0 0,0 0 0 0 0,1 0 1 0 0,-1 0-1 0 0,1 1 0 0 0,0 0 1 0 0,0 0-1 0 0,1 1 0 0 0,-1 0 1 0 0,1 0-1 0 0,13-3 0 0 0,-13 5-125 0 0,1 0-1 0 0,-1 1 1 0 0,1 0 0 0 0,-1 0-1 0 0,1 1 1 0 0,-1 0-1 0 0,0 1 1 0 0,1 0-1 0 0,-1 0 1 0 0,0 0 0 0 0,0 1-1 0 0,0 1 1 0 0,-1-1-1 0 0,1 1 1 0 0,-1 0 0 0 0,1 1-1 0 0,10 9 1 0 0,-7-6-31 0 0,-1 1 1 0 0,-1 0-1 0 0,0 1 0 0 0,0 0 1 0 0,0 0-1 0 0,-1 1 1 0 0,-1 0-1 0 0,0 0 0 0 0,-1 1 1 0 0,9 21-1 0 0,-12-25-26 0 0,-1 0 0 0 0,0 0 0 0 0,-1-1-1 0 0,0 1 1 0 0,0 0 0 0 0,-1 0 0 0 0,1 1-1 0 0,-2-1 1 0 0,1 0 0 0 0,-1 0 0 0 0,-1-1 0 0 0,1 1-1 0 0,-1 0 1 0 0,-6 14 0 0 0,5-16-4 0 0,1-1-1 0 0,-1 0 1 0 0,0 0 0 0 0,0 0-1 0 0,-1 0 1 0 0,1-1-1 0 0,-1 1 1 0 0,0-1 0 0 0,0 0-1 0 0,-1 0 1 0 0,1-1 0 0 0,-1 1-1 0 0,0-1 1 0 0,0 0 0 0 0,0 0-1 0 0,0-1 1 0 0,0 1 0 0 0,-1-1-1 0 0,1 0 1 0 0,-1-1-1 0 0,-6 2 1 0 0,5-2-71 0 0,-1 0 0 0 0,0 0-1 0 0,1-1 1 0 0,-1 0 0 0 0,0-1 0 0 0,1 0-1 0 0,-1 0 1 0 0,0-1 0 0 0,1 1-1 0 0,0-2 1 0 0,-1 1 0 0 0,1-1 0 0 0,0 0-1 0 0,-9-5 1 0 0,13 6 44 0 0,-1 0 0 0 0,1-1-1 0 0,0 1 1 0 0,0 0 0 0 0,0-1 0 0 0,0 0-1 0 0,0 0 1 0 0,1 0 0 0 0,-1 0 0 0 0,1 0 0 0 0,0-1-1 0 0,-1 1 1 0 0,2 0 0 0 0,-1-1 0 0 0,0 0-1 0 0,-1-7 1 0 0,-3-9-16 0 0,6 19-73 0 0,0 0-1 0 0,0 0 1 0 0,0 0 0 0 0,-1 0 0 0 0,1 0-1 0 0,0 0 1 0 0,0 0 0 0 0,1 0-1 0 0,-1 0 1 0 0,0 0 0 0 0,0 1-1 0 0,0-1 1 0 0,1 0 0 0 0,-1 0-1 0 0,0 0 1 0 0,1 0 0 0 0,-1 0 0 0 0,1 1-1 0 0,-1-1 1 0 0,1 0 0 0 0,-1 0-1 0 0,1 1 1 0 0,0-1 0 0 0,-1 0-1 0 0,2 0 1 0 0,1-1-245 0 0,6-8-1410 0 0</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04.371"/>
    </inkml:context>
    <inkml:brush xml:id="br0">
      <inkml:brushProperty name="width" value="0.1" units="cm"/>
      <inkml:brushProperty name="height" value="0.1" units="cm"/>
      <inkml:brushProperty name="color" value="#004F8B"/>
    </inkml:brush>
  </inkml:definitions>
  <inkml:trace contextRef="#ctx0" brushRef="#br0">0 130 5063 0 0,'2'2'13718'0'0,"37"58"-10077"0"0,-29-41-3257 0 0,-1 0 1 0 0,7 25-1 0 0,-15-42-176 0 0,5 3 647 0 0,-14-15-622 0 0,0 0 0 0 0,0 0 0 0 0,1-1 0 0 0,1 0 0 0 0,-1 0 0 0 0,2-1 0 0 0,0 0 0 0 0,-7-21 0 0 0,11 27-197 0 0,0 0-1 0 0,1-1 1 0 0,-1 1 0 0 0,1 0-1 0 0,0 0 1 0 0,1-1 0 0 0,0 1-1 0 0,0 0 1 0 0,0-1-1 0 0,1 1 1 0 0,-1 0 0 0 0,2 0-1 0 0,-1 0 1 0 0,1 1 0 0 0,-1-1-1 0 0,2 1 1 0 0,-1-1 0 0 0,1 1-1 0 0,-1 0 1 0 0,1 0-1 0 0,7-7 1 0 0,-7 10-143 0 0,-1-1 0 0 0,0 1 0 0 0,1-1 0 0 0,0 1 0 0 0,-1 0 0 0 0,1 0 0 0 0,0 1 0 0 0,0-1 1 0 0,0 1-1 0 0,0 0 0 0 0,0 0 0 0 0,0 0 0 0 0,0 1 0 0 0,0-1 0 0 0,1 1 0 0 0,-1 0 0 0 0,0 0 0 0 0,0 0 0 0 0,0 1 0 0 0,7 1 0 0 0,0 1-347 0 0,0 0 0 0 0,0 0 0 0 0,0 1 0 0 0,-1 0 0 0 0,0 1 0 0 0,14 9 0 0 0,-7-4-1426 0 0</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04.738"/>
    </inkml:context>
    <inkml:brush xml:id="br0">
      <inkml:brushProperty name="width" value="0.1" units="cm"/>
      <inkml:brushProperty name="height" value="0.1" units="cm"/>
      <inkml:brushProperty name="color" value="#004F8B"/>
    </inkml:brush>
  </inkml:definitions>
  <inkml:trace contextRef="#ctx0" brushRef="#br0">249 95 14223 0 0,'0'0'1291'0'0,"-1"-2"-1063"0"0,-2-2 112 0 0,1 1 0 0 0,-1-1-1 0 0,0 0 1 0 0,0 1 0 0 0,0-1 0 0 0,0 1 0 0 0,-1 0 0 0 0,1 0-1 0 0,-1 1 1 0 0,0-1 0 0 0,0 1 0 0 0,0-1 0 0 0,0 1 0 0 0,0 0-1 0 0,-1 1 1 0 0,1-1 0 0 0,-8-1 0 0 0,5 2 38 0 0,0-1-1 0 0,0 1 1 0 0,0 1-1 0 0,-1-1 1 0 0,1 1-1 0 0,0 1 1 0 0,0-1-1 0 0,0 1 1 0 0,0 0 0 0 0,0 1-1 0 0,-7 2 1 0 0,8-2-332 0 0,0 0 0 0 0,0 1 1 0 0,0 0-1 0 0,1 0 1 0 0,-1 0-1 0 0,1 1 0 0 0,0 0 1 0 0,-1 0-1 0 0,-6 8 0 0 0,9-9-28 0 0,1 0-1 0 0,0 0 1 0 0,0 1-1 0 0,0-1 1 0 0,0 0-1 0 0,1 1 0 0 0,0-1 1 0 0,-1 1-1 0 0,1 0 1 0 0,0-1-1 0 0,1 1 1 0 0,-1 0-1 0 0,1 0 0 0 0,-1 0 1 0 0,1-1-1 0 0,0 1 1 0 0,2 6-1 0 0,-2-6-28 0 0,1 0 0 0 0,0 0 0 0 0,0 0 1 0 0,0-1-1 0 0,0 1 0 0 0,1 0 0 0 0,-1-1 0 0 0,1 0 0 0 0,0 1 0 0 0,0-1 1 0 0,1 0-1 0 0,-1 0 0 0 0,0 0 0 0 0,1 0 0 0 0,5 4 0 0 0,3 5-12 0 0,3 4-25 0 0,-7-8 9 0 0,-1-1 0 0 0,14 12 0 0 0,-17-17-64 0 0,1 1 1 0 0,0-1-1 0 0,-1 0 1 0 0,1 0-1 0 0,0-1 0 0 0,0 1 1 0 0,0-1-1 0 0,0 1 1 0 0,8 0-1 0 0,-1 0-123 0 0,0-1-1 0 0,0 0 1 0 0,21-2-1 0 0,-27 0 317 0 0,0 1-1 0 0,0-1 0 0 0,1-1 1 0 0,-1 1-1 0 0,0-1 1 0 0,0 1-1 0 0,0-1 0 0 0,0-1 1 0 0,-1 1-1 0 0,6-4 0 0 0,12-10-101 0 0,-9 7-8 0 0,0 0 0 0 0,0-1 0 0 0,-2 0 0 0 0,14-14 0 0 0,-22 21 43 0 0,-1 0 1 0 0,1-1 0 0 0,-1 1 0 0 0,0 0-1 0 0,0-1 1 0 0,0 1 0 0 0,-1-1 0 0 0,1 1-1 0 0,-1-1 1 0 0,0 0 0 0 0,0 0-1 0 0,0 0 1 0 0,-1 0 0 0 0,1 1 0 0 0,-1-1-1 0 0,0 0 1 0 0,0 0 0 0 0,0 0 0 0 0,-1 0-1 0 0,1 0 1 0 0,-1 0 0 0 0,-1-4 0 0 0,0 2 145 0 0,0 1 0 0 0,0-1 0 0 0,-1 1 0 0 0,0-1 0 0 0,0 1 0 0 0,0 0 0 0 0,-1 0 0 0 0,1 0 0 0 0,-1 0 0 0 0,-1 1-1 0 0,1 0 1 0 0,0 0 0 0 0,-1 0 0 0 0,0 0 0 0 0,-10-5 0 0 0,6 4-22 0 0,-1 0 0 0 0,-1 2-1 0 0,1-1 1 0 0,0 1 0 0 0,-1 0 0 0 0,0 1-1 0 0,-20-1 1 0 0,24 2-138 0 0,0 1 1 0 0,0 0-1 0 0,0 1 0 0 0,1 0 0 0 0,-1 0 1 0 0,0 0-1 0 0,-11 4 0 0 0,16-4-58 0 0,0 0 0 0 0,-1 0 0 0 0,1 0-1 0 0,-1 0 1 0 0,1 0 0 0 0,0 0 0 0 0,0 1 0 0 0,0 0-1 0 0,0-1 1 0 0,0 1 0 0 0,0 0 0 0 0,0 0 0 0 0,1 0-1 0 0,-1 0 1 0 0,0 0 0 0 0,1 0 0 0 0,0 0 0 0 0,-1 0-1 0 0,1 1 1 0 0,0-1 0 0 0,0 0 0 0 0,-1 6 0 0 0,1 16-2069 0 0,2-13 141 0 0</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05.297"/>
    </inkml:context>
    <inkml:brush xml:id="br0">
      <inkml:brushProperty name="width" value="0.1" units="cm"/>
      <inkml:brushProperty name="height" value="0.1" units="cm"/>
      <inkml:brushProperty name="color" value="#004F8B"/>
    </inkml:brush>
  </inkml:definitions>
  <inkml:trace contextRef="#ctx0" brushRef="#br0">91 969 4607 0 0,'2'1'2670'0'0,"2"0"-1914"0"0,-1 0 0 0 0,1 0-1 0 0,0-1 1 0 0,-1 1 0 0 0,1-1 0 0 0,-1 0 0 0 0,1 0 0 0 0,0 0 0 0 0,-1-1 0 0 0,1 1 0 0 0,3-2 0 0 0,0 0-112 0 0,-1 0-1 0 0,0 0 1 0 0,0-1 0 0 0,0 0 0 0 0,8-5 0 0 0,3-5 133 0 0,0 0 0 0 0,25-27 0 0 0,-42 40-760 0 0,10-10 195 0 0,-1 0 0 0 0,0-1-1 0 0,-1 0 1 0 0,0 0 0 0 0,-1-1-1 0 0,0 0 1 0 0,-1 0 0 0 0,0-1-1 0 0,-1 0 1 0 0,-1 0 0 0 0,0 0-1 0 0,3-17 1 0 0,-2-1 178 0 0,-1 12-133 0 0,-1-1 0 0 0,-1 1 1 0 0,0-27-1 0 0,-3 14-98 0 0,-2 0 1 0 0,-2 0-1 0 0,0 1 1 0 0,-14-40-1 0 0,12 48-149 0 0,-4-10-8 0 0,-1 0 0 0 0,-25-48 0 0 0,37 80-2 0 0,-21-36-4 0 0,-28-39 0 0 0,41 66 3 0 0,0 0 0 0 0,0 1 0 0 0,-1 0 1 0 0,0 0-1 0 0,-1 0 0 0 0,1 1 0 0 0,-2 1 0 0 0,-16-10 0 0 0,24 15 1 0 0,0 1 1 0 0,0 0-1 0 0,0 0 0 0 0,0 0 0 0 0,0 0 1 0 0,0 1-1 0 0,0-1 0 0 0,0 1 1 0 0,0-1-1 0 0,0 1 0 0 0,0 0 0 0 0,-1 0 1 0 0,1 1-1 0 0,0-1 0 0 0,0 1 1 0 0,0-1-1 0 0,0 1 0 0 0,-3 1 0 0 0,3 0-2 0 0,1-1-1 0 0,0 0 0 0 0,0 0 0 0 0,0 1 0 0 0,0-1 0 0 0,0 1 0 0 0,0 0 1 0 0,0 0-1 0 0,1 0 0 0 0,-1 0 0 0 0,0 0 0 0 0,1 0 0 0 0,0 0 1 0 0,-1 0-1 0 0,1 0 0 0 0,0 1 0 0 0,0-1 0 0 0,1 0 0 0 0,-1 1 1 0 0,0-1-1 0 0,1 1 0 0 0,-1 2 0 0 0,0 11-29 0 0,0 0 0 0 0,1 0 0 0 0,1 0 0 0 0,4 29 0 0 0,21 62-274 0 0,-15-65 104 0 0,23 67 291 0 0,2 13 94 0 0,-16-46-183 0 0,9 41 0 0 0,39 312 73 0 0,-48-295 99 0 0,-9-69-78 0 0,-8-49-62 0 0,0 0 0 0 0,7 18-1 0 0,-8-28-24 0 0,0 0 0 0 0,1 0 0 0 0,0 0-1 0 0,0 0 1 0 0,0-1 0 0 0,1 1-1 0 0,8 8 1 0 0,-12-13-28 0 0,1 0 1 0 0,0-1-1 0 0,0 1 0 0 0,0-1 1 0 0,0 1-1 0 0,-1-1 0 0 0,1 1 1 0 0,0-1-1 0 0,0 0 0 0 0,0 1 1 0 0,0-1-1 0 0,0 0 0 0 0,0 0 1 0 0,0 0-1 0 0,0 0 0 0 0,0 0 1 0 0,0 0-1 0 0,0 0 0 0 0,0 0 1 0 0,0 0-1 0 0,1 0 0 0 0,0-1 1 0 0,0 1-261 0 0,1-1 1 0 0,0 0-1 0 0,-1-1 1 0 0,1 1-1 0 0,-1 0 1 0 0,5-4-1 0 0,9-8-1088 0 0</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05.757"/>
    </inkml:context>
    <inkml:brush xml:id="br0">
      <inkml:brushProperty name="width" value="0.1" units="cm"/>
      <inkml:brushProperty name="height" value="0.1" units="cm"/>
      <inkml:brushProperty name="color" value="#004F8B"/>
    </inkml:brush>
  </inkml:definitions>
  <inkml:trace contextRef="#ctx0" brushRef="#br0">47 85 15951 0 0,'0'0'1446'0'0,"-1"-2"-1009"0"0,-26-21 7391 0 0,26 25-7490 0 0,-2 3-308 0 0,0 0-1 0 0,1 0 0 0 0,0 1 1 0 0,0-1-1 0 0,1 0 0 0 0,-1 1 0 0 0,1-1 1 0 0,0 1-1 0 0,0 9 0 0 0,2 4 112 0 0,3 30 0 0 0,-1-19-101 0 0,-1-21-40 0 0,0 0 0 0 0,0 1 0 0 0,0-1 0 0 0,1 0 0 0 0,1-1 0 0 0,-1 1 0 0 0,1-1 0 0 0,1 1 0 0 0,8 12 0 0 0,-8-15 0 0 0,-1 0 0 0 0,1 0 0 0 0,0 0 0 0 0,1-1 0 0 0,0 1 0 0 0,0-1 0 0 0,0-1 0 0 0,0 1 0 0 0,0-1 0 0 0,1 0 0 0 0,0-1 0 0 0,8 4 0 0 0,-10-5 0 0 0,0-1 0 0 0,0 0 0 0 0,0 0 0 0 0,-1-1 0 0 0,1 1 0 0 0,0-1 0 0 0,0 0 0 0 0,0-1 0 0 0,0 1 0 0 0,0-1 0 0 0,0 0 0 0 0,0 0 0 0 0,0 0 0 0 0,-1-1 0 0 0,1 1 0 0 0,0-1 0 0 0,-1-1 0 0 0,9-4 0 0 0,-8 3 0 0 0,0 0 0 0 0,0 0 0 0 0,0 0 0 0 0,-1 0 0 0 0,1-1 0 0 0,-1 0 0 0 0,0 0 0 0 0,-1 0 0 0 0,1-1 0 0 0,-1 1 0 0 0,0-1 0 0 0,0 0 0 0 0,-1 1 0 0 0,3-9 0 0 0,-1 0 74 0 0,-1-1 0 0 0,-1 1 0 0 0,0 0 0 0 0,-1-1 0 0 0,0 1 0 0 0,-1-1 0 0 0,-1 1 0 0 0,0-1 0 0 0,-1 1-1 0 0,-4-15 1 0 0,4 22 34 0 0,-1-8 221 0 0,0 0-1 0 0,-1 0 1 0 0,-1 0-1 0 0,0 1 1 0 0,-14-25-1 0 0,18 38-172 0 0,6 13-84 0 0,6 16-79 0 0,-4-9-7 0 0,1-1 0 0 0,0 0-1 0 0,21 31 1 0 0,64 80-193 0 0,-88-123 140 0 0,-1-1 0 0 0,1 0 0 0 0,0 0 0 0 0,0-1 0 0 0,0 1-1 0 0,1-1 1 0 0,0 0 0 0 0,0-1 0 0 0,9 5 0 0 0,-12-6-273 0 0,1-1 0 0 0,-1 0-1 0 0,1 0 1 0 0,0 0 0 0 0,0-1 0 0 0,-1 1 0 0 0,1-1 0 0 0,5 1 0 0 0,-7-2-391 0 0,1 1 0 0 0,0 0 0 0 0,-1-1-1 0 0,1 0 1 0 0,-1 1 0 0 0,1-1 0 0 0,-1 0 0 0 0,1 0 0 0 0,-1 0 0 0 0,1-1 0 0 0,-1 1-1 0 0,4-3 1 0 0</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06.206"/>
    </inkml:context>
    <inkml:brush xml:id="br0">
      <inkml:brushProperty name="width" value="0.1" units="cm"/>
      <inkml:brushProperty name="height" value="0.1" units="cm"/>
      <inkml:brushProperty name="color" value="#004F8B"/>
    </inkml:brush>
  </inkml:definitions>
  <inkml:trace contextRef="#ctx0" brushRef="#br0">64 119 12463 0 0,'0'0'282'0'0,"-4"-9"686"0"0,2 4-896 0 0,0 1 0 0 0,0-1 0 0 0,-1 1 0 0 0,1-1 0 0 0,-1 1 0 0 0,-8-9 2232 0 0,-3-2 542 0 0,11 12-2211 0 0,1 0 0 0 0,-1 0 0 0 0,1-1 0 0 0,-1 0-1 0 0,1 1 1 0 0,0-1 0 0 0,-2-7 2253 0 0,7 32-2701 0 0,4 39 88 0 0,2 26-202 0 0,-7-73-50 0 0,-1 0-1 0 0,7 19 1 0 0,-5-21 9 0 0,-1 0 1 0 0,0 0-1 0 0,1 15 0 0 0,-4-24-3 0 0,1-1 0 0 0,0 0-1 0 0,0 0 1 0 0,0 0 0 0 0,0 0-1 0 0,0 0 1 0 0,1 0 0 0 0,-1 0 0 0 0,0 1-1 0 0,0-1 1 0 0,1 0 0 0 0,-1 0-1 0 0,1 1 1 0 0,0-2-8 0 0,-1 0-1 0 0,0 0 1 0 0,1 0-1 0 0,-1 0 0 0 0,0 0 1 0 0,0 0-1 0 0,1 0 1 0 0,-1 0-1 0 0,0-1 1 0 0,1 1-1 0 0,-1 0 1 0 0,0 0-1 0 0,0 0 1 0 0,0 0-1 0 0,1-1 0 0 0,-1 1 1 0 0,0 0-1 0 0,0 0 1 0 0,1-1-1 0 0,-1 1 1 0 0,0 0-1 0 0,0 0 1 0 0,0-1-1 0 0,0 1 0 0 0,0 0 1 0 0,1 0-1 0 0,-1-1 1 0 0,0 0-1 0 0,11-29 318 0 0,7-46-256 0 0,8-28 123 0 0,-21 91-186 0 0,0 0 0 0 0,0 1 1 0 0,1-1-1 0 0,1 1 1 0 0,14-19-1 0 0,-21 30-19 0 0,1 0 0 0 0,0 0 0 0 0,-1 0 0 0 0,1 0 0 0 0,0 0 0 0 0,0 1 0 0 0,-1-1 0 0 0,1 0 0 0 0,0 1 0 0 0,0-1 0 0 0,1 0 0 0 0,10 3 0 0 0,-11-1 0 0 0,3 1-2 0 0,0 0-1 0 0,0 1 1 0 0,0-1-1 0 0,0 1 1 0 0,-1 0-1 0 0,1 0 1 0 0,-1 0 0 0 0,1 0-1 0 0,-1 1 1 0 0,0-1-1 0 0,4 8 1 0 0,1 3-11 0 0,-1 0-1 0 0,7 18 1 0 0,-7-14 10 0 0,2 4 9 0 0,7 30 0 0 0,4 15-73 0 0,-19-65-213 0 0</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06.821"/>
    </inkml:context>
    <inkml:brush xml:id="br0">
      <inkml:brushProperty name="width" value="0.1" units="cm"/>
      <inkml:brushProperty name="height" value="0.1" units="cm"/>
      <inkml:brushProperty name="color" value="#004F8B"/>
    </inkml:brush>
  </inkml:definitions>
  <inkml:trace contextRef="#ctx0" brushRef="#br0">446 72 5063 0 0,'0'0'232'0'0,"-2"-1"-13"0"0,-24-10 802 0 0,9 3 4315 0 0,-21-5 0 0 0,-3-3-2225 0 0,32 12-2649 0 0,1 0-1 0 0,-1 1 1 0 0,-1 0-1 0 0,1 0 1 0 0,-14-1-1 0 0,10 3-169 0 0,0 1-1 0 0,0 0 0 0 0,0 0 1 0 0,0 1-1 0 0,1 1 1 0 0,-1 1-1 0 0,-18 5 0 0 0,25-6-253 0 0,-1 0 0 0 0,0 1 0 0 0,1 0 0 0 0,0 1-1 0 0,0-1 1 0 0,0 1 0 0 0,0 0 0 0 0,0 1 0 0 0,1-1-1 0 0,0 1 1 0 0,0 0 0 0 0,0 0 0 0 0,1 1 0 0 0,0 0-1 0 0,-5 6 1 0 0,3 0-47 0 0,0-1-1 0 0,1 0 1 0 0,0 1-1 0 0,1 0 1 0 0,1 0-1 0 0,0 1 1 0 0,-3 21-1 0 0,5-29 6 0 0,1 1 1 0 0,0-1-1 0 0,0 1 1 0 0,1-1-1 0 0,-1 0 0 0 0,1 1 1 0 0,0-1-1 0 0,1 0 1 0 0,-1 0-1 0 0,1 0 0 0 0,0 0 1 0 0,1 0-1 0 0,-1 0 0 0 0,1-1 1 0 0,0 1-1 0 0,0-1 1 0 0,0 1-1 0 0,1-1 0 0 0,-1 0 1 0 0,9 6-1 0 0,-5-4-80 0 0,0-1 0 0 0,1 0 0 0 0,0 0 0 0 0,0-1 0 0 0,0 0 0 0 0,0-1 0 0 0,1 0-1 0 0,-1 0 1 0 0,1-1 0 0 0,0 0 0 0 0,0 0 0 0 0,0-1 0 0 0,0 0 0 0 0,0-1 0 0 0,13-1 0 0 0,-16 0-307 0 0,0-1 0 0 0,0 0 0 0 0,0 0 0 0 0,0-1 0 0 0,-1 0 0 0 0,1 0 0 0 0,-1 0 0 0 0,0-1 0 0 0,0 0 0 0 0,8-7 0 0 0,0 1-911 0 0,6-5-350 0 0</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07.281"/>
    </inkml:context>
    <inkml:brush xml:id="br0">
      <inkml:brushProperty name="width" value="0.1" units="cm"/>
      <inkml:brushProperty name="height" value="0.1" units="cm"/>
      <inkml:brushProperty name="color" value="#004F8B"/>
    </inkml:brush>
  </inkml:definitions>
  <inkml:trace contextRef="#ctx0" brushRef="#br0">33 47 5063 0 0,'-33'-46'18324'0'0,"35"64"-17957"0"0,0 0-1 0 0,1-1 0 0 0,1 1 1 0 0,8 22-1 0 0,6 29-138 0 0,38 278 156 0 0,-53-324-419 0 0,1-1-1 0 0,1 0 1 0 0,0 1-1 0 0,16 35 1 0 0,-20-54-127 0 0,1-1 0 0 0,1 1 1 0 0,-1 0-1 0 0,1-1 0 0 0,-1 1 1 0 0,1-1-1 0 0,0 0 0 0 0,0 0 1 0 0,0 0-1 0 0,7 4 0 0 0,-8-5-197 0 0,0-1-1 0 0,0 0 1 0 0,0 0-1 0 0,1 0 1 0 0,-1-1-1 0 0,0 1 1 0 0,0 0 0 0 0,0-1-1 0 0,1 1 1 0 0,-1-1-1 0 0,0 0 1 0 0,1 0-1 0 0,-1 0 1 0 0,0 0-1 0 0,1 0 1 0 0,-1 0-1 0 0,0-1 1 0 0,0 1 0 0 0,1-1-1 0 0,-1 0 1 0 0,3-1-1 0 0,0-1 19 0 0,0 0-1 0 0,-1 0 0 0 0,1 0 1 0 0,-1-1-1 0 0,0 1 1 0 0,0-1-1 0 0,-1 0 0 0 0,1 0 1 0 0,-1-1-1 0 0,0 1 1 0 0,0-1-1 0 0,0 1 0 0 0,0-1 1 0 0,-1 0-1 0 0,3-10 1 0 0,-1 3 233 0 0,0 0 1 0 0,-1 0-1 0 0,-1 0 1 0 0,0-1-1 0 0,0-22 1 0 0,-3-12 5052 0 0,-11-84 4924 0 0,12 141-9214 0 0,8 49-65 0 0,-5-24-306 0 0,15 60 0 0 0,-13-72-272 0 0,-3-12-40 0 0,0-1 0 0 0,1 1 0 0 0,6 14 0 0 0,-4-15-550 0 0,-4-8-218 0 0,20-3-5029 0 0</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07.647"/>
    </inkml:context>
    <inkml:brush xml:id="br0">
      <inkml:brushProperty name="width" value="0.1" units="cm"/>
      <inkml:brushProperty name="height" value="0.1" units="cm"/>
      <inkml:brushProperty name="color" value="#004F8B"/>
    </inkml:brush>
  </inkml:definitions>
  <inkml:trace contextRef="#ctx0" brushRef="#br0">99 97 6911 0 0,'-8'-6'608'0'0,"-3"-4"-480"0"0,1-3-128 0 0,0 1 0 0 0,-3 0 1800 0 0,1 1 344 0 0,0 1 2280 0 0,1 0-3632 0 0,3 2-288 0 0,4 3 680 0 0</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07.997"/>
    </inkml:context>
    <inkml:brush xml:id="br0">
      <inkml:brushProperty name="width" value="0.1" units="cm"/>
      <inkml:brushProperty name="height" value="0.1" units="cm"/>
      <inkml:brushProperty name="color" value="#004F8B"/>
    </inkml:brush>
  </inkml:definitions>
  <inkml:trace contextRef="#ctx0" brushRef="#br0">250 431 12783 0 0,'0'-2'587'0'0,"1"-1"-496"0"0,0 0-1 0 0,0 0 1 0 0,0 0 0 0 0,-1-1 0 0 0,0 1-1 0 0,0 0 1 0 0,0 0 0 0 0,-1-7 0 0 0,-6-29 3891 0 0,4 37-3552 0 0,1 0-1 0 0,-1 0 1 0 0,0 0 0 0 0,0 0 0 0 0,0 0 0 0 0,0 1 0 0 0,0-1 0 0 0,-5 0 0 0 0,6 1-286 0 0,0 1 0 0 0,-1 0 0 0 0,1 0 0 0 0,0 0 0 0 0,-1 0 0 0 0,1 0 1 0 0,0 1-1 0 0,0-1 0 0 0,-1 0 0 0 0,1 1 0 0 0,0 0 0 0 0,0 0 0 0 0,0-1 0 0 0,0 1 0 0 0,-3 2 0 0 0,-64 44 1516 0 0,59-40-1559 0 0,0 1-1 0 0,1 0 1 0 0,0 1-1 0 0,1 0 1 0 0,0 0-1 0 0,0 0 1 0 0,-12 22-1 0 0,16-25-96 0 0,1-1-1 0 0,0 1 1 0 0,0 0-1 0 0,0 1 1 0 0,1-1 0 0 0,0 0-1 0 0,0 1 1 0 0,1-1-1 0 0,0 1 1 0 0,0 0 0 0 0,0-1-1 0 0,1 1 1 0 0,0 0-1 0 0,0-1 1 0 0,1 1 0 0 0,0 0-1 0 0,0-1 1 0 0,1 1-1 0 0,2 7 1 0 0,2-1-57 0 0,0 0-1 0 0,14 21 1 0 0,-16-29 36 0 0,-1 0 1 0 0,1-1-1 0 0,0 1 1 0 0,1-1-1 0 0,-1 0 1 0 0,1 0-1 0 0,0-1 1 0 0,0 1-1 0 0,6 3 1 0 0,-3-4-203 0 0,0 1 1 0 0,0-1 0 0 0,0-1-1 0 0,1 1 1 0 0,-1-2 0 0 0,0 1-1 0 0,1-1 1 0 0,0 0 0 0 0,-1-1-1 0 0,1 0 1 0 0,12-1-1 0 0,-13 0-610 0 0,0-1-1 0 0,1 0 1 0 0,-1 0-1 0 0,0-1 0 0 0,0 0 1 0 0,15-8-1 0 0,-8 1-953 0 0</inkml:trace>
  <inkml:trace contextRef="#ctx0" brushRef="#br0" timeOffset="1">124 37 12551 0 0,'0'-1'572'0'0,"-22"-35"6967"0"0,23 37-7003 0 0,5 2-377 0 0,-1 0 0 0 0,0 0 0 0 0,0 0-1 0 0,0 1 1 0 0,0 0 0 0 0,0 0 0 0 0,-1 0 0 0 0,0 0 0 0 0,6 9 0 0 0,31 49 667 0 0,-39-58-761 0 0,13 21 287 0 0,-2 1 0 0 0,-2 0 0 0 0,17 51-1 0 0,8 87 243 0 0,-27-125-474 0 0,14 41 0 0 0,-23-79-120 0 0,1 3-251 0 0,1 0 0 0 0,0 0 0 0 0,0 0-1 0 0,0 0 1 0 0,0 0 0 0 0,1 0 0 0 0,0 0 0 0 0,0-1 0 0 0,0 1-1 0 0,0-1 1 0 0,0 0 0 0 0,0 0 0 0 0,1 0 0 0 0,0 0 0 0 0,7 4 0 0 0</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08.347"/>
    </inkml:context>
    <inkml:brush xml:id="br0">
      <inkml:brushProperty name="width" value="0.1" units="cm"/>
      <inkml:brushProperty name="height" value="0.1" units="cm"/>
      <inkml:brushProperty name="color" value="#004F8B"/>
    </inkml:brush>
  </inkml:definitions>
  <inkml:trace contextRef="#ctx0" brushRef="#br0">254 50 16351 0 0,'0'0'374'0'0,"-2"-1"54"0"0,-6-4-101 0 0,-1 1 0 0 0,0 0 0 0 0,0 0 1 0 0,0 1-1 0 0,-1 0 0 0 0,1 1 1 0 0,-17-2-1 0 0,19 3 70 0 0,-1 1 1 0 0,1 0-1 0 0,-1 0 0 0 0,1 0 1 0 0,-1 1-1 0 0,1 0 0 0 0,-1 1 1 0 0,1-1-1 0 0,0 2 0 0 0,-13 4 1 0 0,15-4-340 0 0,1 0 1 0 0,1 0-1 0 0,-1 1 1 0 0,0-1-1 0 0,1 1 0 0 0,0 0 1 0 0,-1-1-1 0 0,2 1 1 0 0,-1 1-1 0 0,0-1 1 0 0,1 0-1 0 0,-3 7 0 0 0,-12 19 104 0 0,10-19-162 0 0,7-1-2 0 0,0 0 0 0 0,1-1 0 0 0,0 1 1 0 0,0-1-1 0 0,1 1 0 0 0,4 14 0 0 0,-4-19-10 0 0,1 1 1 0 0,-1-1 0 0 0,1 0-1 0 0,0 0 1 0 0,0 0 0 0 0,1 0-1 0 0,0-1 1 0 0,-1 1-1 0 0,2-1 1 0 0,-1 0 0 0 0,0 0-1 0 0,1 0 1 0 0,0-1 0 0 0,-1 0-1 0 0,1 0 1 0 0,1 0-1 0 0,-1 0 1 0 0,0-1 0 0 0,7 2-1 0 0,-3 0-134 0 0,0-2 0 0 0,0 1 1 0 0,1-2-1 0 0,-1 1 0 0 0,0-1 0 0 0,1 0 0 0 0,-1-1 0 0 0,0 0 0 0 0,1-1 0 0 0,-1 0 0 0 0,11-2 0 0 0,-16 1 100 0 0,-1 0 0 0 0,1 1 0 0 0,-1-1 1 0 0,1-1-1 0 0,-1 1 0 0 0,0 0 0 0 0,0-1 0 0 0,0 1 0 0 0,0-1 0 0 0,0 0 0 0 0,-1 0 0 0 0,1 0 1 0 0,-1-1-1 0 0,0 1 0 0 0,0 0 0 0 0,0-1 0 0 0,0 0 0 0 0,1-4 0 0 0,1-2 143 0 0,-1 1 1 0 0,0 0-1 0 0,-1-1 0 0 0,0 0 1 0 0,-1 1-1 0 0,0-1 0 0 0,-1 0 1 0 0,1 0-1 0 0,-2 1 0 0 0,1-1 1 0 0,-3-10-1 0 0,0 5 427 0 0,0 0-1 0 0,-8-19 0 0 0,9 28-248 0 0,-1 0 0 0 0,1 0 0 0 0,-2 0-1 0 0,1 0 1 0 0,-1 1 0 0 0,1 0-1 0 0,-11-11 717 0 0,11 20-604 0 0,3-4-370 0 0,0 0 0 0 0,-1 0 0 0 0,1 1-1 0 0,0-1 1 0 0,-1 0 0 0 0,1 0 0 0 0,0 0-1 0 0,-1 1 1 0 0,1-1 0 0 0,0 0 0 0 0,0 0-1 0 0,-1 1 1 0 0,1-1 0 0 0,0 0 0 0 0,0 0 0 0 0,0 1-1 0 0,-1-1 1 0 0,1 0 0 0 0,0 1 0 0 0,0-1-1 0 0,0 0 1 0 0,0 1 0 0 0,0-1 0 0 0,-1 0 0 0 0,1 1-1 0 0,0 0 1 0 0,-2 10-9 0 0,1-1 1 0 0,0 1-1 0 0,0 0 1 0 0,1 0-1 0 0,0 0 0 0 0,1 0 1 0 0,0 0-1 0 0,1 0 1 0 0,6 19-1 0 0,-5-18-50 0 0,1 0 0 0 0,1 0 1 0 0,0 0-1 0 0,13 21 0 0 0,-15-28-210 0 0,0-1 0 0 0,1 1 1 0 0,0-1-1 0 0,0 0 0 0 0,0 0 1 0 0,0 0-1 0 0,1-1 0 0 0,-1 1 0 0 0,1-1 1 0 0,0 0-1 0 0,0-1 0 0 0,0 1 1 0 0,9 2-1 0 0,-10-3-231 0 0,0-1 1 0 0,1 0-1 0 0,-1 0 1 0 0,1 0-1 0 0,-1-1 1 0 0,1 1-1 0 0,-1-1 1 0 0,1 0-1 0 0,7-1 1 0 0,3-3-1856 0 0</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08.697"/>
    </inkml:context>
    <inkml:brush xml:id="br0">
      <inkml:brushProperty name="width" value="0.1" units="cm"/>
      <inkml:brushProperty name="height" value="0.1" units="cm"/>
      <inkml:brushProperty name="color" value="#004F8B"/>
    </inkml:brush>
  </inkml:definitions>
  <inkml:trace contextRef="#ctx0" brushRef="#br0">215 107 11631 0 0,'4'-8'563'0'0,"-3"2"-410"0"0,0 0 0 0 0,-1 0 0 0 0,1 0 0 0 0,-1-6 0 0 0,0 5-30 0 0,-1 6 228 0 0,1-1 0 0 0,-1 0 0 0 0,0 1 0 0 0,1-1 0 0 0,-1 1 0 0 0,0-1 0 0 0,0 1 0 0 0,0-1 0 0 0,0 1 0 0 0,-2-3 0 0 0,-1-1 564 0 0,2 3-622 0 0,0-1-1 0 0,0 0 1 0 0,-1 1 0 0 0,1 0-1 0 0,-1 0 1 0 0,0-1 0 0 0,1 1-1 0 0,-1 1 1 0 0,0-1 0 0 0,0 0-1 0 0,0 1 1 0 0,-1 0 0 0 0,1-1-1 0 0,0 1 1 0 0,0 0 0 0 0,-1 1-1 0 0,1-1 1 0 0,0 1 0 0 0,-1-1-1 0 0,1 1 1 0 0,-1 0 0 0 0,1 0-1 0 0,-6 1 1 0 0,2 0-88 0 0,1 1 0 0 0,-1-1 0 0 0,1 1 0 0 0,0 0 0 0 0,0 0 0 0 0,0 0 1 0 0,0 1-1 0 0,0 0 0 0 0,0 1 0 0 0,1-1 0 0 0,-9 8 0 0 0,9-6-179 0 0,1-1 1 0 0,0 1-1 0 0,0 0 1 0 0,0 0-1 0 0,0 1 0 0 0,1-1 1 0 0,0 1-1 0 0,0 0 0 0 0,1 0 1 0 0,-1 0-1 0 0,1 0 1 0 0,-1 6-1 0 0,2-3-35 0 0,-1 0 0 0 0,1 1 0 0 0,1-1 0 0 0,0 0 0 0 0,0 0 0 0 0,1 0 0 0 0,2 16 0 0 0,0-13-15 0 0,0 0 0 0 0,0 0 1 0 0,1 0-1 0 0,0 0 0 0 0,8 13 0 0 0,-10-21-76 0 0,1 0-1 0 0,0 0 0 0 0,0 0 0 0 0,0 0 1 0 0,0-1-1 0 0,1 1 0 0 0,0-1 1 0 0,-1 0-1 0 0,1 0 0 0 0,0 0 0 0 0,1-1 1 0 0,-1 1-1 0 0,0-1 0 0 0,1 0 1 0 0,-1 0-1 0 0,7 1 0 0 0,-3-1-610 0 0,0 0 0 0 0,1-1 1 0 0,-1 0-1 0 0,13 0 0 0 0,15-4-6627 0 0,-16-3 902 0 0</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09.061"/>
    </inkml:context>
    <inkml:brush xml:id="br0">
      <inkml:brushProperty name="width" value="0.1" units="cm"/>
      <inkml:brushProperty name="height" value="0.1" units="cm"/>
      <inkml:brushProperty name="color" value="#004F8B"/>
    </inkml:brush>
  </inkml:definitions>
  <inkml:trace contextRef="#ctx0" brushRef="#br0">91 105 16295 0 0,'-68'-76'1776'0'0,"67"75"-1702"0"0,-17-21-14 0 0,14 16 1341 0 0,13 13 2249 0 0,2 5-3478 0 0,-1 0-1 0 0,0 0 1 0 0,0 1-1 0 0,11 22 1 0 0,-1-2-7 0 0,21 35 419 0 0,51 123 0 0 0,-38-63 288 0 0,-17-22 380 0 0,-22-60-2572 0 0,1-3-5314 0 0</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09.713"/>
    </inkml:context>
    <inkml:brush xml:id="br0">
      <inkml:brushProperty name="width" value="0.1" units="cm"/>
      <inkml:brushProperty name="height" value="0.1" units="cm"/>
      <inkml:brushProperty name="color" value="#004F8B"/>
    </inkml:brush>
  </inkml:definitions>
  <inkml:trace contextRef="#ctx0" brushRef="#br0">275 75 8639 0 0,'1'-13'8303'0'0,"-2"9"-7810"0"0,-1 0 0 0 0,1 0 0 0 0,-1-1 0 0 0,0 1 0 0 0,-1 0 0 0 0,1 1 1 0 0,-1-1-1 0 0,-4-6 0 0 0,5 8-308 0 0,-1 0 0 0 0,1 1 0 0 0,-1-1 1 0 0,1 0-1 0 0,-1 1 0 0 0,0-1 0 0 0,1 1 0 0 0,-1 0 1 0 0,0 0-1 0 0,0 0 0 0 0,0 0 0 0 0,0 0 0 0 0,0 1 1 0 0,-5-1-1 0 0,-1 1-38 0 0,0 1-1 0 0,0 0 1 0 0,0 0 0 0 0,0 1 0 0 0,1 0-1 0 0,-1 0 1 0 0,1 1 0 0 0,-1 1 0 0 0,-14 7-1 0 0,-4 1 116 0 0,22-9-254 0 0,0 0 1 0 0,0 0-1 0 0,0 0 0 0 0,1 1 1 0 0,0-1-1 0 0,-1 1 0 0 0,1 0 0 0 0,1 1 1 0 0,-1-1-1 0 0,1 1 0 0 0,-1-1 0 0 0,1 1 1 0 0,1 0-1 0 0,-1 0 0 0 0,1 1 1 0 0,0-1-1 0 0,0 0 0 0 0,-1 6 0 0 0,0-2-14 0 0,1-1-1 0 0,1 1 1 0 0,-1-1-1 0 0,1 1 1 0 0,1 0-1 0 0,0-1 1 0 0,0 1-1 0 0,0 0 0 0 0,1-1 1 0 0,1 1-1 0 0,2 10 1 0 0,-1-11-64 0 0,1 0 1 0 0,-1 0-1 0 0,1-1 0 0 0,1 0 1 0 0,0 0-1 0 0,0 0 0 0 0,0 0 1 0 0,1-1-1 0 0,-1 0 1 0 0,2 0-1 0 0,-1 0 0 0 0,1-1 1 0 0,0 0-1 0 0,0 0 0 0 0,0-1 1 0 0,0 0-1 0 0,1 0 1 0 0,0 0-1 0 0,0-1 0 0 0,0-1 1 0 0,0 1-1 0 0,0-1 1 0 0,1-1-1 0 0,-1 1 0 0 0,0-1 1 0 0,1-1-1 0 0,15 0 0 0 0,-12-1-591 0 0,-1 0 0 0 0,1 0 0 0 0,16-5 0 0 0,-24 5 335 0 0,0-1-1 0 0,0 1 0 0 0,0-1 0 0 0,0 0 0 0 0,0 0 0 0 0,0-1 0 0 0,-1 1 1 0 0,1-1-1 0 0,-1 1 0 0 0,0-1 0 0 0,1 0 0 0 0,3-6 0 0 0,8-11-1421 0 0</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10.205"/>
    </inkml:context>
    <inkml:brush xml:id="br0">
      <inkml:brushProperty name="width" value="0.1" units="cm"/>
      <inkml:brushProperty name="height" value="0.1" units="cm"/>
      <inkml:brushProperty name="color" value="#004F8B"/>
    </inkml:brush>
  </inkml:definitions>
  <inkml:trace contextRef="#ctx0" brushRef="#br0">13 95 8639 0 0,'-2'-5'71'0'0,"0"1"0"0"0,1 0-1 0 0,-1-1 1 0 0,1 1-1 0 0,0-1 1 0 0,0 1-1 0 0,0-1 1 0 0,0 0 0 0 0,1 1-1 0 0,0-1 1 0 0,0 0-1 0 0,0 1 1 0 0,1-1-1 0 0,3-26 12216 0 0,-6 44-10310 0 0,-1 25-1842 0 0,16 184 1223 0 0,-7-176-1380 0 0,2-1 0 0 0,27 82 0 0 0,-28-107 24 0 0,18 36 0 0 0,-21-50-12 0 0,0 0-1 0 0,0 0 1 0 0,0 0 0 0 0,0 0 0 0 0,1-1 0 0 0,0 0 0 0 0,0 0 0 0 0,0 0 0 0 0,9 5 0 0 0,-4-4-36 0 0,0 2 2 0 0,2-2 0 0 0,21 10-1 0 0,-29-14-24 0 0,1-1 0 0 0,-1 1-1 0 0,1-1 1 0 0,0-1 0 0 0,-1 1-1 0 0,1-1 1 0 0,0 0 0 0 0,0 0-1 0 0,0 0 1 0 0,-1 0-1 0 0,7-2 1 0 0,-2 0-161 0 0,-1 0-1 0 0,0 0 0 0 0,0-1 1 0 0,0 0-1 0 0,-1-1 0 0 0,1 1 1 0 0,-1-1-1 0 0,1-1 1 0 0,-1 0-1 0 0,-1 0 0 0 0,1 0 1 0 0,-1-1-1 0 0,0 1 1 0 0,0-2-1 0 0,0 1 0 0 0,-1-1 1 0 0,0 1-1 0 0,-1-2 0 0 0,1 1 1 0 0,4-10-1 0 0,-6 8 138 0 0,0 0 1 0 0,0 0-1 0 0,-1 0 0 0 0,0-1 0 0 0,0 1 1 0 0,-1-1-1 0 0,-1 1 0 0 0,1 0 0 0 0,-2-1 1 0 0,-1-18-1 0 0,0 21 120 0 0,1 0 0 0 0,-1 0 1 0 0,0 0-1 0 0,-1 1 0 0 0,1-1 1 0 0,-1 1-1 0 0,-1 0 0 0 0,1-1 0 0 0,-1 1 1 0 0,0 1-1 0 0,-1-1 0 0 0,1 1 1 0 0,-1-1-1 0 0,0 1 0 0 0,-8-6 1 0 0,10 9 51 0 0,0 0 0 0 0,0 1 0 0 0,0-1 0 0 0,-1 0 0 0 0,1 1 1 0 0,0 0-1 0 0,-1 0 0 0 0,1 0 0 0 0,-1 0 0 0 0,0 0 0 0 0,1 1 1 0 0,-1 0-1 0 0,1-1 0 0 0,-1 1 0 0 0,0 1 0 0 0,1-1 0 0 0,-1 0 1 0 0,0 1-1 0 0,1 0 0 0 0,-1 0 0 0 0,1 0 0 0 0,-1 0 0 0 0,1 0 1 0 0,-5 4-1 0 0,3-2 1 0 0,0-1 0 0 0,0 2 0 0 0,1-1-1 0 0,-1 0 1 0 0,1 1 0 0 0,0 0 0 0 0,0 0 0 0 0,0 0 0 0 0,1 1 0 0 0,-1-1 0 0 0,1 1 0 0 0,0 0 0 0 0,1 0 0 0 0,-1 0 0 0 0,-2 7 0 0 0,2-3-32 0 0,0 0 0 0 0,1 0 0 0 0,1 1 1 0 0,-1-1-1 0 0,1 0 0 0 0,1 1 0 0 0,0-1 1 0 0,0 0-1 0 0,1 1 0 0 0,0-1 0 0 0,0 0 0 0 0,1 0 1 0 0,1 1-1 0 0,-1-1 0 0 0,1-1 0 0 0,1 1 1 0 0,0 0-1 0 0,0-1 0 0 0,1 0 0 0 0,0 0 0 0 0,0 0 1 0 0,1-1-1 0 0,7 9 0 0 0,-7-9 31 0 0,0-1 1 0 0,0-1-1 0 0,1 1 0 0 0,-1-1 1 0 0,1 0-1 0 0,0 0 0 0 0,1-1 1 0 0,-1 0-1 0 0,1 0 0 0 0,0-1 1 0 0,16 5-1 0 0,-6-3-10 0 0,0-1 0 0 0,0 0 0 0 0,1-2 0 0 0,-1 0 0 0 0,28-1 0 0 0,-15-3-24 0 0,67-8-517 0 0,-82 5-313 0 0,-3-2-55 0 0</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12.147"/>
    </inkml:context>
    <inkml:brush xml:id="br0">
      <inkml:brushProperty name="width" value="0.1" units="cm"/>
      <inkml:brushProperty name="height" value="0.1" units="cm"/>
      <inkml:brushProperty name="color" value="#004F8B"/>
    </inkml:brush>
  </inkml:definitions>
  <inkml:trace contextRef="#ctx0" brushRef="#br0">342 51 12783 0 0,'0'0'984'0'0,"-1"-2"-645"0"0,-1-2-136 0 0,0-1 1 0 0,0 1-1 0 0,0 0 1 0 0,-1 0-1 0 0,0 1 1 0 0,0-1-1 0 0,-4-4 0 0 0,6 7-50 0 0,0 0-1 0 0,-1-1 0 0 0,1 1 0 0 0,-1 0 0 0 0,1 0 0 0 0,-1 0 0 0 0,1 1 0 0 0,-1-1 0 0 0,0 0 0 0 0,1 1 0 0 0,-1-1 0 0 0,0 1 0 0 0,0-1 1 0 0,1 1-1 0 0,-1 0 0 0 0,0-1 0 0 0,0 1 0 0 0,0 0 0 0 0,1 0 0 0 0,-1 1 0 0 0,0-1 0 0 0,-3 1 0 0 0,-9 4 528 0 0,0 0 0 0 0,1 1 0 0 0,-1 1 0 0 0,-21 14 0 0 0,16-11-360 0 0,15-8-270 0 0,0 0 1 0 0,0 1-1 0 0,0-1 1 0 0,0 1-1 0 0,-5 4 1 0 0,0 1 77 0 0,0 0 1 0 0,-20 12-1 0 0,21-14-91 0 0,1 0 1 0 0,-1 0-1 0 0,1 1 0 0 0,0 0 0 0 0,0 0 0 0 0,1 1 1 0 0,0 0-1 0 0,0 0 0 0 0,-7 16 0 0 0,9-16-43 0 0,2 1 0 0 0,-1-1 0 0 0,1 1 0 0 0,1 0 0 0 0,-1 0 0 0 0,1-1 0 0 0,1 1 0 0 0,0 0 0 0 0,2 17 0 0 0,0-17-2 0 0,0 0-1 0 0,0-1 1 0 0,1 1-1 0 0,0-1 1 0 0,1 0 0 0 0,-1 0-1 0 0,2 0 1 0 0,-1 0-1 0 0,1-1 1 0 0,0 0-1 0 0,1 0 1 0 0,9 10-1 0 0,-7-10-5 0 0,-1 0 0 0 0,1-1 0 0 0,0 0 0 0 0,0-1 0 0 0,1 1 0 0 0,0-2-1 0 0,0 1 1 0 0,0-1 0 0 0,0 0 0 0 0,19 4 0 0 0,-9-5-208 0 0,1 0 0 0 0,-1-1 0 0 0,36-1 0 0 0,-33-3-2043 0 0,31-5-1 0 0,-28 1-4530 0 0</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12.609"/>
    </inkml:context>
    <inkml:brush xml:id="br0">
      <inkml:brushProperty name="width" value="0.1" units="cm"/>
      <inkml:brushProperty name="height" value="0.1" units="cm"/>
      <inkml:brushProperty name="color" value="#004F8B"/>
    </inkml:brush>
  </inkml:definitions>
  <inkml:trace contextRef="#ctx0" brushRef="#br0">277 56 13591 0 0,'0'0'622'0'0,"-2"-1"-13"0"0,0 0-437 0 0,-1-1-102 0 0,-15 1-71 0 0,-82 1 5928 0 0,97 0-5762 0 0,-1 0 0 0 0,1 1 1 0 0,0 0-1 0 0,0-1 0 0 0,-1 1 0 0 0,1 0 0 0 0,0 1 1 0 0,0-1-1 0 0,0 1 0 0 0,-5 2 0 0 0,-27 24 748 0 0,21-17-795 0 0,8-5-91 0 0,0 0 1 0 0,1 0-1 0 0,-1 0 0 0 0,1 0 1 0 0,0 1-1 0 0,1 0 0 0 0,-1 0 1 0 0,2 0-1 0 0,-5 10 0 0 0,6-14-18 0 0,1 1-1 0 0,-1 0 1 0 0,1-1-1 0 0,0 1 0 0 0,0 0 1 0 0,1 0-1 0 0,-1 0 0 0 0,1 0 1 0 0,0 0-1 0 0,0-1 0 0 0,0 1 1 0 0,0 0-1 0 0,1 0 0 0 0,-1 0 1 0 0,1 0-1 0 0,0 0 0 0 0,0-1 1 0 0,1 1-1 0 0,-1 0 0 0 0,1-1 1 0 0,2 4-1 0 0,4 6-29 0 0,-6-10 9 0 0,-1 0 0 0 0,1 0 0 0 0,0-1 1 0 0,0 1-1 0 0,1 0 0 0 0,-1-1 0 0 0,0 0 1 0 0,1 1-1 0 0,0-1 0 0 0,-1 0 0 0 0,5 2 0 0 0,2 1-97 0 0,0-1-1 0 0,0-1 0 0 0,0 1 0 0 0,0-2 0 0 0,1 1 0 0 0,-1-1 0 0 0,1 0 0 0 0,-1-1 0 0 0,1 0 0 0 0,0-1 0 0 0,-1 0 0 0 0,1-1 0 0 0,0 0 1 0 0,-1 0-1 0 0,1-1 0 0 0,-1 0 0 0 0,16-5 0 0 0,-10 1-44 0 0,0-1 0 0 0,0 0-1 0 0,22-15 1 0 0,-32 19 153 0 0,1-1-1 0 0,-1-1 1 0 0,0 1-1 0 0,-1-1 1 0 0,1 1-1 0 0,-1-1 1 0 0,0-1-1 0 0,0 1 1 0 0,-1 0-1 0 0,1-1 1 0 0,4-12-1 0 0,-6 9 147 0 0,0-1 0 0 0,0 0 0 0 0,-1 0 0 0 0,0 0 0 0 0,-1 0 0 0 0,-1 0 0 0 0,1 1 0 0 0,-1-1 0 0 0,-4-14-1 0 0,3 16 162 0 0,-1 1 0 0 0,0-1-1 0 0,0 1 1 0 0,0-1-1 0 0,-1 1 1 0 0,-1 0-1 0 0,1 1 1 0 0,-1-1-1 0 0,0 1 1 0 0,0 0 0 0 0,-9-8-1 0 0,14 14-286 0 0,-1-1 0 0 0,1 1 0 0 0,-1-1 1 0 0,1 1-1 0 0,-1-1 0 0 0,0 1 0 0 0,1-1 0 0 0,-1 1 0 0 0,1 0 0 0 0,-1-1 0 0 0,0 1 1 0 0,1 0-1 0 0,-1-1 0 0 0,0 1 0 0 0,1 0 0 0 0,-1 0 0 0 0,0 0 0 0 0,0-1 0 0 0,1 1 1 0 0,-1 0-1 0 0,0 0 0 0 0,1 0 0 0 0,-1 0 0 0 0,0 0 0 0 0,0 1 0 0 0,1-1 1 0 0,-1 0-1 0 0,0 0 0 0 0,1 0 0 0 0,-1 1 0 0 0,0-1 0 0 0,1 0 0 0 0,-1 1 0 0 0,0-1 1 0 0,1 0-1 0 0,-2 1 0 0 0,1 1-23 0 0,0 0 0 0 0,-1 0 1 0 0,1 0-1 0 0,0-1 0 0 0,0 1 0 0 0,0 0 1 0 0,0 0-1 0 0,1 0 0 0 0,-1 1 0 0 0,0 2 1 0 0,0 2 29 0 0,0-1 1 0 0,0 1 0 0 0,1-1 0 0 0,0 1-1 0 0,1-1 1 0 0,-1 1 0 0 0,1-1-1 0 0,0 0 1 0 0,1 1 0 0 0,0-1-1 0 0,0 0 1 0 0,0 0 0 0 0,1 0-1 0 0,3 6 1 0 0,-2-4-79 0 0,1 0 0 0 0,1 0 0 0 0,-1-1-1 0 0,1 1 1 0 0,1-1 0 0 0,-1-1 0 0 0,1 1 0 0 0,0-1 0 0 0,9 5-1 0 0,-7-4-104 0 0,2-1-1 0 0,-1 0 0 0 0,1-1 0 0 0,-1 0 0 0 0,22 6 0 0 0,-22-8-1242 0 0,1-1-1 0 0,0-1 1 0 0,20 1-1 0 0,-13-2-767 0 0</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12.958"/>
    </inkml:context>
    <inkml:brush xml:id="br0">
      <inkml:brushProperty name="width" value="0.1" units="cm"/>
      <inkml:brushProperty name="height" value="0.1" units="cm"/>
      <inkml:brushProperty name="color" value="#004F8B"/>
    </inkml:brush>
  </inkml:definitions>
  <inkml:trace contextRef="#ctx0" brushRef="#br0">227 55 7367 0 0,'0'0'568'0'0,"-2"2"-373"0"0,2-1-174 0 0,0-1 0 0 0,-1 0-1 0 0,1 1 1 0 0,0-1 0 0 0,-1 0-1 0 0,1 1 1 0 0,0-1 0 0 0,-1 0 0 0 0,1 1-1 0 0,-1-1 1 0 0,1 0 0 0 0,-1 0 0 0 0,1 1-1 0 0,0-1 1 0 0,-1 0 0 0 0,1 0 0 0 0,-1 0-1 0 0,-1-1 380 0 0,0 1-1 0 0,0-1 1 0 0,0 0-1 0 0,0 0 1 0 0,0-1-1 0 0,0 1 1 0 0,0 0-1 0 0,-3-4 0 0 0,-8-5 2848 0 0,-7 1 445 0 0,14 6-2988 0 0,1 0 0 0 0,-1 0 0 0 0,0 0 0 0 0,-6-5-1 0 0,12 7-635 0 0,-1 0 0 0 0,0 0-1 0 0,-1 0 1 0 0,1 1-1 0 0,0-1 1 0 0,0 0 0 0 0,0 1-1 0 0,0-1 1 0 0,0 1-1 0 0,-1-1 1 0 0,1 1 0 0 0,0-1-1 0 0,-1 1 1 0 0,1 0-1 0 0,0 0 1 0 0,-3 0 0 0 0,2 0 24 0 0,0 1 1 0 0,0 0 0 0 0,0-1-1 0 0,0 1 1 0 0,0 0 0 0 0,0 0-1 0 0,0 0 1 0 0,0 1 0 0 0,-3 1-1 0 0,-5 5 68 0 0,-1 0 0 0 0,1 0-1 0 0,-16 19 1 0 0,23-23-160 0 0,1-2 0 0 0,0 0 0 0 0,0 1 0 0 0,0-1 0 0 0,0 1 0 0 0,0-1 0 0 0,0 1 0 0 0,1-1 0 0 0,-1 1 0 0 0,1 0 0 0 0,0 0 0 0 0,0 0 0 0 0,0 0 0 0 0,0 0 0 0 0,1 0 0 0 0,-1 0 0 0 0,1 0 0 0 0,-1 0 0 0 0,1 0 0 0 0,1 5 0 0 0,-1-3-114 0 0,1 1 0 0 0,-1-1-1 0 0,1 0 1 0 0,1 0 0 0 0,-1 0 0 0 0,1 0-1 0 0,0 0 1 0 0,0 0 0 0 0,0-1 0 0 0,1 1-1 0 0,5 6 1 0 0,-3-4-161 0 0,0-1-1 0 0,1 0 0 0 0,0-1 1 0 0,0 1-1 0 0,1-1 1 0 0,11 7-1 0 0,-15-11-134 0 0,0 0 0 0 0,0 0-1 0 0,0 0 1 0 0,1 0 0 0 0,-1 0 0 0 0,0-1-1 0 0,0 1 1 0 0,1-1 0 0 0,-1 0 0 0 0,0 0-1 0 0,0 0 1 0 0,1-1 0 0 0,-1 1 0 0 0,4-2-1 0 0,5 1-2784 0 0,7-1-2284 0 0</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13.307"/>
    </inkml:context>
    <inkml:brush xml:id="br0">
      <inkml:brushProperty name="width" value="0.1" units="cm"/>
      <inkml:brushProperty name="height" value="0.1" units="cm"/>
      <inkml:brushProperty name="color" value="#004F8B"/>
    </inkml:brush>
  </inkml:definitions>
  <inkml:trace contextRef="#ctx0" brushRef="#br0">84 194 12727 0 0,'-7'-15'375'0'0,"0"1"0"0"0,-11-13 0 0 0,12 19-188 0 0,1 0-1 0 0,0-1 1 0 0,0 0-1 0 0,0 0 1 0 0,1-1-1 0 0,-3-5 3509 0 0,4 0-2627 0 0,-5-40 4972 0 0,8 57-5950 0 0,0 0-1 0 0,1-1 1 0 0,-1 1 0 0 0,-1 0 0 0 0,1 0-1 0 0,0 0 1 0 0,0-1 0 0 0,-1 1 0 0 0,0 2-1 0 0,-1 5 80 0 0,3 13-57 0 0,0-1-1 0 0,1 1 0 0 0,1-1 1 0 0,1 0-1 0 0,11 32 0 0 0,2 18 52 0 0,-16-68-163 0 0,48 208 64 0 0,-46-200-905 0 0,1 1 0 0 0,0-1-1 0 0,10 18 1 0 0,-13-27 539 0 0,1 0 0 0 0,-1 1-1 0 0,1-1 1 0 0,-1 0 0 0 0,1 0 0 0 0,0 0 0 0 0,0 0-1 0 0,0 0 1 0 0,0 0 0 0 0,0-1 0 0 0,0 1 0 0 0,0-1-1 0 0,0 1 1 0 0,1-1 0 0 0,-1 0 0 0 0,1 0-1 0 0,-1 0 1 0 0,1 0 0 0 0,-1 0 0 0 0,1-1 0 0 0,0 1-1 0 0,2-1 1 0 0</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13.657"/>
    </inkml:context>
    <inkml:brush xml:id="br0">
      <inkml:brushProperty name="width" value="0.1" units="cm"/>
      <inkml:brushProperty name="height" value="0.1" units="cm"/>
      <inkml:brushProperty name="color" value="#004F8B"/>
    </inkml:brush>
  </inkml:definitions>
  <inkml:trace contextRef="#ctx0" brushRef="#br0">170 10 11287 0 0,'0'0'4658'0'0,"-8"0"-960"0"0,-2 0-3308 0 0,-1 1 0 0 0,1 0 0 0 0,0 0 1 0 0,0 1-1 0 0,-1 0 0 0 0,2 1 0 0 0,-1 0 0 0 0,0 0 0 0 0,-12 7 0 0 0,19-8-278 0 0,0 0-1 0 0,-1 0 1 0 0,1 0 0 0 0,0 0 0 0 0,0 1-1 0 0,0 0 1 0 0,1-1 0 0 0,-1 1-1 0 0,1 0 1 0 0,-1 0 0 0 0,1 0-1 0 0,0 1 1 0 0,0-1 0 0 0,0 1-1 0 0,1-1 1 0 0,-1 1 0 0 0,1-1-1 0 0,0 1 1 0 0,0 0 0 0 0,0-1-1 0 0,0 1 1 0 0,1 0 0 0 0,-1 0-1 0 0,1 0 1 0 0,0 0 0 0 0,0 0-1 0 0,2 6 1 0 0,-2-4-117 0 0,2 0 0 0 0,-1 0 0 0 0,0-1 0 0 0,1 1 0 0 0,0 0 1 0 0,0-1-1 0 0,1 1 0 0 0,0-1 0 0 0,0 0 0 0 0,0 0 0 0 0,0 0 0 0 0,5 5 0 0 0,-3-3-9 0 0,1 0-1 0 0,0-1 1 0 0,0 0-1 0 0,0 0 1 0 0,1-1-1 0 0,0 1 1 0 0,0-1-1 0 0,12 6 1 0 0,-14-9-6 0 0,-1 0-1 0 0,0-1 1 0 0,1 1 0 0 0,0-1 0 0 0,-1 0-1 0 0,1 0 1 0 0,0-1 0 0 0,0 1 0 0 0,-1-1-1 0 0,1 0 1 0 0,0-1 0 0 0,0 1 0 0 0,-1-1-1 0 0,1 0 1 0 0,0 0 0 0 0,-1 0 0 0 0,6-3-1 0 0,-2 2 0 0 0,1-1-1 0 0,-1-1 0 0 0,-1 1 0 0 0,1-2 0 0 0,0 1 0 0 0,-1-1 0 0 0,0 0 0 0 0,0 0 0 0 0,-1-1 0 0 0,12-12 0 0 0,-9 7 145 0 0,-1 0 1 0 0,0-1-1 0 0,-1 0 0 0 0,0-1 1 0 0,-1 0-1 0 0,0 0 0 0 0,-1 0 1 0 0,-1-1-1 0 0,0 1 0 0 0,0-1 1 0 0,1-24-1 0 0,0 8 733 0 0,-5 28-620 0 0,1 3-218 0 0,1 0 0 0 0,-1 0-1 0 0,0 0 1 0 0,0 0 0 0 0,0 0 0 0 0,0 0-1 0 0,0 1 1 0 0,0-1 0 0 0,0 0 0 0 0,0 1-1 0 0,1 1 1 0 0,1 2-11 0 0,101 132-50 0 0,-100-133-45 0 0,-1 0 0 0 0,1-1 0 0 0,0 1-1 0 0,0-1 1 0 0,0 0 0 0 0,0 0 0 0 0,8 5-1 0 0,20 6-7658 0 0,-10-4-925 0 0</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14.659"/>
    </inkml:context>
    <inkml:brush xml:id="br0">
      <inkml:brushProperty name="width" value="0.1" units="cm"/>
      <inkml:brushProperty name="height" value="0.1" units="cm"/>
      <inkml:brushProperty name="color" value="#004F8B"/>
    </inkml:brush>
  </inkml:definitions>
  <inkml:trace contextRef="#ctx0" brushRef="#br0">443 14 2759 0 0,'-2'0'7796'0'0,"-5"1"-6339"0"0,0-1 1 0 0,0 0-1 0 0,-12-2 0 0 0,12 1-749 0 0,-1 1 0 0 0,1 0 0 0 0,0 0 0 0 0,-12 1 1 0 0,11 0-262 0 0,-1 0 1 0 0,1-1 0 0 0,0 0 0 0 0,0-1 0 0 0,-1 0 0 0 0,1 0 0 0 0,-11-3 0 0 0,-27-3 605 0 0,42 6-993 0 0,0 1 0 0 0,-1 0 0 0 0,1 1 0 0 0,0-1 0 0 0,0 1 1 0 0,-1 0-1 0 0,1 0 0 0 0,-7 3 0 0 0,-1 1 38 0 0,6-2-29 0 0,0 0 0 0 0,0-1 0 0 0,-10 3 0 0 0,6-2-62 0 0,1 0 0 0 0,0 1 0 0 0,1 0 0 0 0,-1 0-1 0 0,0 1 1 0 0,1 0 0 0 0,0 0 0 0 0,1 1 0 0 0,-1 0-1 0 0,-11 13 1 0 0,15-15-14 0 0,0 1 1 0 0,1-1-1 0 0,0 1 0 0 0,0 0 0 0 0,0 0 1 0 0,1 1-1 0 0,-1-1 0 0 0,1 0 0 0 0,0 1 1 0 0,1-1-1 0 0,-1 1 0 0 0,1 0 1 0 0,1-1-1 0 0,-1 1 0 0 0,1 0 0 0 0,0 0 1 0 0,0 0-1 0 0,0-1 0 0 0,1 1 0 0 0,0 0 1 0 0,0 0-1 0 0,0-1 0 0 0,1 1 0 0 0,0-1 1 0 0,0 1-1 0 0,0-1 0 0 0,1 0 0 0 0,0 0 1 0 0,0 0-1 0 0,0 0 0 0 0,1-1 0 0 0,-1 1 1 0 0,1-1-1 0 0,0 0 0 0 0,0 0 1 0 0,9 7-1 0 0,-1-3-49 0 0,-1 1 87 0 0,-1-2 0 0 0,13 7 1 0 0,-18-12-23 0 0,-1 0 0 0 0,1 0 0 0 0,-1-1 1 0 0,1 1-1 0 0,0-1 0 0 0,0 0 1 0 0,0 0-1 0 0,-1-1 0 0 0,7 1 0 0 0,1-2-30 0 0,1 1-1 0 0,-1-2 0 0 0,1 0 0 0 0,-1 0 0 0 0,0-1 0 0 0,0-1 1 0 0,0 0-1 0 0,0 0 0 0 0,0-2 0 0 0,-1 1 0 0 0,0-1 0 0 0,0-1 1 0 0,-1 0-1 0 0,0 0 0 0 0,14-14 0 0 0,-21 18 42 0 0,0 0 0 0 0,0-1-1 0 0,-1 1 1 0 0,1-1 0 0 0,-1 0 0 0 0,0 0-1 0 0,0 0 1 0 0,0 0 0 0 0,2-7 0 0 0,-1-1 166 0 0,0 0 0 0 0,1-17 0 0 0,-3 19 51 0 0,-1-1 0 0 0,-1 0 0 0 0,0 0 0 0 0,0 0 0 0 0,-1 1 0 0 0,-5-17 0 0 0,5 23-129 0 0,1 0 0 0 0,-1 1 0 0 0,1-1 0 0 0,-1 1 0 0 0,0-1 0 0 0,0 1 0 0 0,-1 0 0 0 0,-4-6 0 0 0,6 8 74 0 0,1 1-172 0 0,0 0 0 0 0,0 0 0 0 0,0 0-1 0 0,0-1 1 0 0,0 1 0 0 0,-1 0 0 0 0,1 0-1 0 0,0 0 1 0 0,0 0 0 0 0,0 0 0 0 0,0-1-1 0 0,0 1 1 0 0,0 0 0 0 0,-1 0 0 0 0,1 0 0 0 0,0 0-1 0 0,0 0 1 0 0,0 0 0 0 0,0 0 0 0 0,0 0-1 0 0,-1 0 1 0 0,1 0 0 0 0,0-1 0 0 0,0 1-1 0 0,0 0 1 0 0,-1 0 0 0 0,1 0 0 0 0,0 0-1 0 0,0 0 1 0 0,0 0 0 0 0,0 0 0 0 0,-1 0-1 0 0,1 1 1 0 0,0-1 0 0 0,0 0 0 0 0,0 0-1 0 0,0 0 1 0 0,-1 0 0 0 0,1 0 0 0 0,0 0-1 0 0,0 0 1 0 0,0 0 0 0 0,0 0 0 0 0,-2 14-20 0 0,2-1 0 0 0,0 0 1 0 0,1 1-1 0 0,0-1 0 0 0,1 0 1 0 0,0 0-1 0 0,5 15 0 0 0,-2-10-2 0 0,2 1 0 0 0,0-1 0 0 0,1 0-1 0 0,14 22 1 0 0,-6-17-76 0 0,-14-21-367 0 0,2 1-150 0 0,8 3-85 0 0,-1 0 0 0 0,20 7 0 0 0,-25-10 1 0 0,1-2 0 0 0,0 1 0 0 0,0-1 0 0 0,-1 0 0 0 0,1 0 0 0 0,0 0 0 0 0,9-2 0 0 0,11-1-6893 0 0</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14.993"/>
    </inkml:context>
    <inkml:brush xml:id="br0">
      <inkml:brushProperty name="width" value="0.1" units="cm"/>
      <inkml:brushProperty name="height" value="0.1" units="cm"/>
      <inkml:brushProperty name="color" value="#004F8B"/>
    </inkml:brush>
  </inkml:definitions>
  <inkml:trace contextRef="#ctx0" brushRef="#br0">45 116 3223 0 0,'-27'-7'11743'0'0,"11"22"-8567"0"0,15-13-2485 0 0,1 13-111 0 0,0-10-547 0 0,0 0 0 0 0,0 0 0 0 0,0 0 0 0 0,0-1 0 0 0,1 1 0 0 0,0 0 0 0 0,0 0 0 0 0,0-1 0 0 0,1 1 0 0 0,-1 0 0 0 0,1-1 0 0 0,0 0 0 0 0,0 1 0 0 0,5 5 1 0 0,27 35-36 0 0,-18-24 1057 0 0,25 28 871 0 0,-40-49-1851 0 0,-1 0-1 0 0,1 1 0 0 0,-1-1 0 0 0,1 0 1 0 0,-1 0-1 0 0,1 0 0 0 0,-1 0 0 0 0,1 0 0 0 0,-1 0 1 0 0,0 0-1 0 0,1 0 0 0 0,-1 0 0 0 0,1 0 1 0 0,-1 0-1 0 0,1 0 0 0 0,-1 0 0 0 0,1 0 0 0 0,-1 0 1 0 0,1 0-1 0 0,0-1 0 0 0,-1-6 145 0 0,0 0-99 0 0,0 0 1 0 0,0 1 0 0 0,-1-1-1 0 0,1 0 1 0 0,-2 0-1 0 0,1 0 1 0 0,-1 1 0 0 0,-3-10-1 0 0,-3 2 36 0 0,0-1-1 0 0,-17-20 1 0 0,17 26-67 0 0,1-1 0 0 0,0 0-1 0 0,0-1 1 0 0,1 0 0 0 0,1 0-1 0 0,-5-14 1 0 0,7 14-70 0 0,3 11-10 0 0,1-1-1 0 0,-1 1 1 0 0,0-1 0 0 0,0 1 0 0 0,1-1 0 0 0,-1 1 0 0 0,0-1-1 0 0,1 1 1 0 0,-1-1 0 0 0,1 1 0 0 0,-1-1 0 0 0,1 1 0 0 0,-1 0-1 0 0,0-1 1 0 0,1 1 0 0 0,-1 0 0 0 0,1-1 0 0 0,0 1 0 0 0,1-1 20 0 0,5-7 50 0 0,-5 5-63 0 0,1 1 0 0 0,-1-1 1 0 0,1 1-1 0 0,-1 0 0 0 0,1 0 0 0 0,0 0 0 0 0,3-2 0 0 0,50-25-16 0 0,-40 21 0 0 0,-10 5-136 0 0,0 0 0 0 0,0 1-1 0 0,1-1 1 0 0,-1 1 0 0 0,0 1 0 0 0,1-1 0 0 0,9 0 0 0 0,-5 1-218 0 0,-1 1 0 0 0,1 0 1 0 0,-1 1-1 0 0,14 3 0 0 0,2 5-7188 0 0</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15.614"/>
    </inkml:context>
    <inkml:brush xml:id="br0">
      <inkml:brushProperty name="width" value="0.1" units="cm"/>
      <inkml:brushProperty name="height" value="0.1" units="cm"/>
      <inkml:brushProperty name="color" value="#004F8B"/>
    </inkml:brush>
  </inkml:definitions>
  <inkml:trace contextRef="#ctx0" brushRef="#br0">1 0 2303 0 0,'2'1'17012'0'0,"4"1"-16623"0"0,1 1-1 0 0,-1 1 1 0 0,0-1-1 0 0,0 1 1 0 0,-1 0-1 0 0,1 1 1 0 0,-1-1 0 0 0,0 1-1 0 0,8 10 1 0 0,2 3 45 0 0,20 34-1 0 0,-20-28-275 0 0,-2 2 0 0 0,-2 0 0 0 0,18 52 0 0 0,11 87 94 0 0,-20-78 131 0 0,-11-43-244 0 0,-6-24-85 0 0,2 0-1 0 0,0 0 1 0 0,9 21-1 0 0,-13-39 262 0 0,3-14 65 0 0,11-38-187 0 0,-9 27 175 0 0,18-43-1 0 0,-21 59-375 0 0,0 0 0 0 0,1 0 0 0 0,0 1 0 0 0,1-1 0 0 0,-1 1 0 0 0,11-11 0 0 0,-12 15 2 0 0,0 0 0 0 0,0-1 0 0 0,0 1 0 0 0,0 0-1 0 0,0 1 1 0 0,0-1 0 0 0,0 0 0 0 0,1 1 0 0 0,-1 0 0 0 0,1 0 0 0 0,-1 0 0 0 0,1 0 0 0 0,-1 1-1 0 0,1-1 1 0 0,-1 1 0 0 0,8 0 0 0 0,3 0-31 0 0,-1 1 0 0 0,1 1 0 0 0,0 0 0 0 0,-1 1 0 0 0,0 0 0 0 0,0 1 0 0 0,0 1 0 0 0,0 0 0 0 0,0 1 0 0 0,-1 0 0 0 0,22 14 0 0 0,-19-8 76 0 0,0 1 1 0 0,-1 0-1 0 0,13 15 0 0 0,-21-20-24 0 0,0 0 0 0 0,0 0 0 0 0,-1 0 0 0 0,0 1-1 0 0,-1-1 1 0 0,0 1 0 0 0,6 17 0 0 0,-9-13-15 0 0,-1-10 23 0 0,0 0-1 0 0,-1 0 1 0 0,0 0-1 0 0,1 0 1 0 0,-1 0-1 0 0,-1 0 1 0 0,1 0-1 0 0,0 0 1 0 0,0-1-1 0 0,-1 1 1 0 0,0 0-1 0 0,1-1 1 0 0,-1 0-1 0 0,0 1 0 0 0,-4 2 1 0 0,2-1 66 0 0,0-1 0 0 0,-1 0 0 0 0,0 0 1 0 0,1 0-1 0 0,-1 0 0 0 0,0-1 0 0 0,0 0 0 0 0,-7 2 0 0 0,1-1 70 0 0,-1 0-1 0 0,0-1 1 0 0,-1 0 0 0 0,1-1-1 0 0,0-1 1 0 0,0 0-1 0 0,-15-1 1 0 0,-5-5-1 0 0,1-1 0 0 0,0-1 0 0 0,-53-22 0 0 0,84 30-202 0 0,-1 0 1 0 0,1-1 0 0 0,0 1 0 0 0,0 0-1 0 0,0-1 1 0 0,0 1 0 0 0,0 0 0 0 0,0-1-1 0 0,0 1 1 0 0,0 0 0 0 0,0-1 0 0 0,0 1-1 0 0,0 0 1 0 0,0-1 0 0 0,0 1 0 0 0,0 0-1 0 0,0-1 1 0 0,0 1 0 0 0,0 0 0 0 0,0 0-1 0 0,0-1 1 0 0,1 1 0 0 0,-1 0 0 0 0,0-1-1 0 0,0 1 1 0 0,0 0 0 0 0,1-1 0 0 0,-1 1-78 0 0,1-2 18 0 0,0 1 0 0 0,-1 0 1 0 0,1 0-1 0 0,0 0 0 0 0,0-1 1 0 0,0 1-1 0 0,0 0 0 0 0,0 0 0 0 0,0 1 1 0 0,0-1-1 0 0,0 0 0 0 0,1 0 1 0 0,-1 0-1 0 0,0 1 0 0 0,1-1 1 0 0,-1 1-1 0 0,0-1 0 0 0,1 1 0 0 0,1-1 1 0 0,18-8-2046 0 0,-17 6 1772 0 0,0 0-1 0 0,-1 0 1 0 0,1-1-1 0 0,-1 1 1 0 0,0-1-1 0 0,0 0 1 0 0,0 0-1 0 0,-1 0 1 0 0,1 0-1 0 0,-1 0 1 0 0,4-9-1 0 0,2-4-1572 0 0,-7 15 1519 0 0,0 1 1 0 0,-1 0 0 0 0,1 0 0 0 0,0 0 0 0 0,0 0 0 0 0,0 0 0 0 0,0 0 0 0 0,0 0 0 0 0,0 0 0 0 0,0 0 0 0 0,0 1 0 0 0,1-1-1 0 0,-1 0 1 0 0,0 1 0 0 0,3-2 0 0 0,-4 2 281 0 0</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16.043"/>
    </inkml:context>
    <inkml:brush xml:id="br0">
      <inkml:brushProperty name="width" value="0.1" units="cm"/>
      <inkml:brushProperty name="height" value="0.1" units="cm"/>
      <inkml:brushProperty name="color" value="#004F8B"/>
    </inkml:brush>
  </inkml:definitions>
  <inkml:trace contextRef="#ctx0" brushRef="#br0">266 99 19927 0 0,'0'0'1997'0'0,"-2"-1"-1701"0"0,-33-23 2395 0 0,8 4-1143 0 0,25 19-1451 0 0,-1 1 1 0 0,0-1-1 0 0,1 0 0 0 0,-1 1 0 0 0,0-1 0 0 0,0 1 1 0 0,1 0-1 0 0,-1 0 0 0 0,0 0 0 0 0,0 0 0 0 0,-2 1 1 0 0,-4-1 195 0 0,4 0-184 0 0,1 1 1 0 0,-1-1-1 0 0,1 1 0 0 0,0 0 1 0 0,-1 0-1 0 0,1 0 0 0 0,0 1 1 0 0,-1-1-1 0 0,-3 3 0 0 0,-3 3 26 0 0,-18 13 0 0 0,-5 3-22 0 0,31-21-118 0 0,1-1-1 0 0,-1 1 1 0 0,1 0-1 0 0,0 0 1 0 0,0-1-1 0 0,0 1 1 0 0,0 1-1 0 0,0-1 1 0 0,0 0 0 0 0,0 0-1 0 0,1 1 1 0 0,-1-1-1 0 0,1 1 1 0 0,-1-1-1 0 0,1 1 1 0 0,0 0-1 0 0,0 0 1 0 0,1-1 0 0 0,-1 1-1 0 0,0 0 1 0 0,1 0-1 0 0,0 0 1 0 0,0 0-1 0 0,-1 0 1 0 0,2-1-1 0 0,-1 1 1 0 0,0 0 0 0 0,1 0-1 0 0,-1 0 1 0 0,1 0-1 0 0,1 4 1 0 0,1 0 11 0 0,0 0 0 0 0,0 1 0 0 0,1-1 0 0 0,0-1 0 0 0,0 1 0 0 0,0 0 0 0 0,1-1 0 0 0,0 0 0 0 0,1 0 0 0 0,6 6 0 0 0,-10-10-170 0 0,6 4 108 0 0,-1 0-1 0 0,1 0 0 0 0,0 0 1 0 0,0-1-1 0 0,1 0 1 0 0,-1-1-1 0 0,1 0 1 0 0,14 4-1 0 0,-10-3 65 0 0,1-2 0 0 0,0 0 0 0 0,0-1 0 0 0,0 0 0 0 0,17 0 0 0 0,-18-3-69 0 0,0 0 1 0 0,0 0 0 0 0,0-2 0 0 0,0 1-1 0 0,0-2 1 0 0,0 0 0 0 0,12-5-1 0 0,-16 4 19 0 0,1 1 0 0 0,-1-1 0 0 0,0-1 0 0 0,0 1 0 0 0,0-1 0 0 0,-1-1 0 0 0,0 0 0 0 0,0 0 0 0 0,8-10 0 0 0,-13 13 73 0 0,-1 0 0 0 0,1 0 0 0 0,-1 0 0 0 0,1 0 0 0 0,-1 0 0 0 0,0-1 0 0 0,-1 1 0 0 0,1-1 0 0 0,-1 1 0 0 0,0-1 0 0 0,0 0 0 0 0,0 1 0 0 0,-1-1 0 0 0,0 0 0 0 0,0 0 0 0 0,0 1 0 0 0,0-1 0 0 0,-1 0 0 0 0,1 0 0 0 0,-1 1 0 0 0,-3-7 0 0 0,2 5 23 0 0,-1-1 0 0 0,0 1 1 0 0,0 0-1 0 0,-1 0 1 0 0,1 0-1 0 0,-1 0 0 0 0,-1 1 1 0 0,1 0-1 0 0,-1 0 1 0 0,0 0-1 0 0,0 0 0 0 0,-1 1 1 0 0,1 0-1 0 0,-7-4 0 0 0,-6-2 42 0 0,1 1 0 0 0,-1 1 0 0 0,-1 1 0 0 0,1 0 0 0 0,-1 2 0 0 0,0 0 0 0 0,-1 1-1 0 0,1 1 1 0 0,-1 1 0 0 0,1 0 0 0 0,-29 2 0 0 0,45 0-483 0 0,1 0-1 0 0,-1 1 1 0 0,1-1 0 0 0,-1 1-1 0 0,1-1 1 0 0,-1 1-1 0 0,1 0 1 0 0,-1 0 0 0 0,1 0-1 0 0,0 0 1 0 0,0 0-1 0 0,-4 3 1 0 0</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16.394"/>
    </inkml:context>
    <inkml:brush xml:id="br0">
      <inkml:brushProperty name="width" value="0.1" units="cm"/>
      <inkml:brushProperty name="height" value="0.1" units="cm"/>
      <inkml:brushProperty name="color" value="#004F8B"/>
    </inkml:brush>
  </inkml:definitions>
  <inkml:trace contextRef="#ctx0" brushRef="#br0">1 50 13247 0 0,'7'-9'1408'0'0,"-4"5"-1420"0"0,17-20 3905 0 0,-19 23-3529 0 0,1 0 1 0 0,-1-1 0 0 0,1 1-1 0 0,-1 0 1 0 0,1 0 0 0 0,-1 0-1 0 0,1 1 1 0 0,0-1-1 0 0,0 0 1 0 0,-1 1 0 0 0,1-1-1 0 0,0 1 1 0 0,0-1 0 0 0,-1 1-1 0 0,3 0 1 0 0,-2 1-255 0 0,0-1 0 0 0,1 1 0 0 0,-1 0 0 0 0,0 0 0 0 0,0 0 0 0 0,0 1 0 0 0,-1-1 0 0 0,1 0 0 0 0,0 1 0 0 0,0-1 0 0 0,-1 1 0 0 0,1 0 0 0 0,2 3 0 0 0,0 1 46 0 0,0 1 1 0 0,0 0 0 0 0,-1 1-1 0 0,0-1 1 0 0,3 13-1 0 0,0-1 2 0 0,46 167 844 0 0,-38-132-836 0 0,58 228 319 0 0,-69-267-565 0 0,-1-6-577 0 0,0 1-1 0 0,1-1 1 0 0,5 13 0 0 0</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25:16.932"/>
    </inkml:context>
    <inkml:brush xml:id="br0">
      <inkml:brushProperty name="width" value="0.1" units="cm"/>
      <inkml:brushProperty name="height" value="0.1" units="cm"/>
      <inkml:brushProperty name="color" value="#004F8B"/>
    </inkml:brush>
  </inkml:definitions>
  <inkml:trace contextRef="#ctx0" brushRef="#br0">0 203 14911 0 0,'0'0'1144'0'0,"1"-1"-784"0"0,12-23 940 0 0,1 0 0 0 0,1 1 0 0 0,1 1 0 0 0,1 1 0 0 0,37-36 0 0 0,-49 52-1552 0 0,0 1 1 0 0,-1 1-1 0 0,2-1 0 0 0,-1 1 0 0 0,0-1 0 0 0,12-4 0 0 0</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34:51.667"/>
    </inkml:context>
    <inkml:brush xml:id="br0">
      <inkml:brushProperty name="width" value="0.2" units="cm"/>
      <inkml:brushProperty name="height" value="0.2" units="cm"/>
      <inkml:brushProperty name="color" value="#004F8B"/>
    </inkml:brush>
  </inkml:definitions>
  <inkml:trace contextRef="#ctx0" brushRef="#br0">6417 0 455 0 0,'1'2'1'0'0,"0"1"0"0"0,-1-1 0 0 0,1 0-1 0 0,0 1 1 0 0,-1-1 0 0 0,1 0 0 0 0,-1 1-1 0 0,0-1 1 0 0,1 0 0 0 0,-1 1-1 0 0,0-1 1 0 0,-1 1 0 0 0,1 2 0 0 0,-1 2 16 0 0,1 0 443 0 0,2-6-326 0 0,33 14 572 0 0,-32-14-187 0 0,-1 0-379 0 0,1 2-105 0 0,1-1-19 0 0,18 5 240 0 0,-1-2-173 0 0,-17-4-50 0 0,-2-1 189 0 0,0 1-90 0 0,4 2-99 0 0,17 2 979 0 0,-2-2-590 0 0,-19-3-357 0 0,11-5 11 0 0,-10 3-28 0 0,-2 2-47 0 0,0-1 0 0 0,0 1-1 0 0,0-1 1 0 0,-1 1 0 0 0,1-1-1 0 0,0 1 1 0 0,0-1 0 0 0,-1 1-1 0 0,1-1 1 0 0,0 0-1 0 0,-1 1 1 0 0,1-1 0 0 0,-1 0-1 0 0,1 0 1 0 0,-1 0 0 0 0,1 1-1 0 0,-1-2 1 0 0,1-1-1 0 0,3-5 0 0 0,-5 4 12 0 0,1 3 23 0 0,-1-3-123 0 0,1 4 110 0 0,0 0-1 0 0,0-1 1 0 0,0 1 0 0 0,0 0 0 0 0,0 0 0 0 0,0-1 0 0 0,0 1-1 0 0,0 0 1 0 0,0 0 0 0 0,0 0 0 0 0,0-1 0 0 0,0 1 0 0 0,0 0 0 0 0,0 0-1 0 0,0 0 1 0 0,0-1 0 0 0,0 1 0 0 0,0 0 0 0 0,0 0 0 0 0,0 0-1 0 0,0-1 1 0 0,-1 1 0 0 0,1 0 0 0 0,0 0 0 0 0,0 0 0 0 0,0 0-1 0 0,0-1 1 0 0,0 1 0 0 0,-1 0 0 0 0,1 0 0 0 0,0 0 0 0 0,0 0 0 0 0,0 0-1 0 0,0 0 1 0 0,-1-1 0 0 0,1 1 0 0 0,0 0 0 0 0,0 0 0 0 0,-1 0-1 0 0,-19-8 1001 0 0,0 5 3042 0 0,4 0-3190 0 0,14 3-699 0 0,0 0-102 0 0,-26 2 317 0 0,-22 0-250 0 0,45-1-76 0 0,-1 0-1 0 0,1 1 1 0 0,-10 4-1 0 0,13-6 1 0 0,0 1 0 0 0,-24 8 64 0 0,23-8-64 0 0,-10 4 54 0 0,1-2-96 0 0,-1 1 37 0 0,1-2 6 0 0,6-1 55 0 0,-1 0 0 0 0,1-1-1 0 0,-1 0 1 0 0,-7-1-1 0 0,-5 1 123 0 0,17 0-144 0 0,-21 9 52 0 0,21-8 130 0 0,0 0-226 0 0,-9 4-33 0 0,7-4-9 0 0,0 0 1 0 0,0 0-1 0 0,-1 0 0 0 0,1 0 0 0 0,0 0 1 0 0,-1-1-1 0 0,-7 0 0 0 0,-4 2 35 0 0,14-1 51 0 0,-1-1 8 0 0,-38-3 117 0 0,39 3-151 0 0,-1 1 9 0 0,-2 1-51 0 0,1 0 11 0 0,-1-1 1 0 0,1 0-1 0 0,0 0 1 0 0,-1-1-1 0 0,1 1 1 0 0,-8-1-1 0 0,7 1-41 0 0,-20-2-88 0 0,-12 3 192 0 0,30-2-36 0 0,1 1 0 0 0,-1-1 0 0 0,-10-1 0 0 0,11 1 11 0 0,0 0-1 0 0,1 0 1 0 0,-1 1-1 0 0,0 0 1 0 0,-7 1-1 0 0,-11 3 62 0 0,-5-2-60 0 0,14-2-56 0 0,-1 2 19 0 0,-29 0 31 0 0,36-2-74 0 0,-29 1 0 0 0,32-3 0 0 0,-19 1 11 0 0,-5 4 54 0 0,15-4-3 0 0,2 0 19 0 0,-7 0 77 0 0,0 0 0 0 0,0 1 0 0 0,-36 8 0 0 0,44-7-133 0 0,-9 1 37 0 0,-36 1 0 0 0,31-4-1 0 0,-52-2 88 0 0,21-2 25 0 0,13 4-50 0 0,26 1-89 0 0,0-1-1 0 0,-25-4 0 0 0,37 3-20 0 0,-19-3 25 0 0,16 3-24 0 0,1 1 0 0 0,-1 0-1 0 0,-10 1 1 0 0,3 0 20 0 0,7-1 17 0 0,-1 1 1 0 0,1-1-1 0 0,-16 4 1 0 0,1 0-5 0 0,5-2-27 0 0,15 0-10 0 0,0 0 1 0 0,-16 1 8 0 0,-25-2-20 0 0,-18 0 64 0 0,0 1-64 0 0,17 3 0 0 0,1-2 0 0 0,43-3 0 0 0,0 0 0 0 0,0 0 0 0 0,1 1 0 0 0,-1-1 0 0 0,0 0 0 0 0,0 1 0 0 0,0-1 0 0 0,1 1 0 0 0,-1-1 0 0 0,0 1 0 0 0,1 0 0 0 0,-3 1 0 0 0,-1 1 0 0 0,-5 0 1 0 0,1 0 15 0 0,-1-1-1 0 0,1 0 1 0 0,-16 1 0 0 0,20-1-16 0 0,3-1 0 0 0,-1-1 0 0 0,1 1 0 0 0,0-1 0 0 0,0 0 0 0 0,-1 0 0 0 0,1 1 0 0 0,-1-1 0 0 0,1-1 0 0 0,-3 1 0 0 0,-13-1 25 0 0,-32-4-1 0 0,26 2-9 0 0,2 1 11 0 0,0 0-1 0 0,-1 2 1 0 0,1 0 0 0 0,-29 4-1 0 0,35-3-25 0 0,8 0 0 0 0,0-1 0 0 0,0 1 0 0 0,-11 3 0 0 0,-26 8 0 0 0,40-10 17 0 0,-19-2 30 0 0,11 0-36 0 0,8 0-5 0 0,1 0 1 0 0,0 0 0 0 0,0 0-1 0 0,0 1 1 0 0,-1-1-1 0 0,1 1 1 0 0,-4 1-1 0 0,4 0 2 0 0,0-1 1 0 0,0-1-1 0 0,0 1 0 0 0,-1 0 0 0 0,1-1 0 0 0,0 0 0 0 0,-5 0 0 0 0,-22 3 56 0 0,21-3-64 0 0,5 0 2 0 0,1 1 0 0 0,-1-1 0 0 0,0 0 0 0 0,1 1 0 0 0,-7 2 0 0 0,7-2 8 0 0,-1 0 0 0 0,0 0 1 0 0,1-1-1 0 0,-1 1 0 0 0,-8-1 0 0 0,1 0-11 0 0,-2 2 1 0 0,2-1 5 0 0,2-1-13 0 0,-14-3 75 0 0,19 3-56 0 0,1-1 0 0 0,-1 2-1 0 0,0-1 1 0 0,1 0 0 0 0,-6 2-1 0 0,-35 10-10 0 0,38-10 0 0 0,1 0 0 0 0,0-1 0 0 0,0 0 0 0 0,0-1 0 0 0,-9 1 0 0 0,-45-1 64 0 0,55 0-64 0 0,0 0 0 0 0,0 0-1 0 0,1 0 1 0 0,-1 1 0 0 0,-6 1-1 0 0,2-1 14 0 0,4 0 30 0 0,-72 7-33 0 0,68-6-10 0 0,6-1 0 0 0,-1-1 0 0 0,1 1 0 0 0,-1-1 0 0 0,1 1 0 0 0,-1-1 0 0 0,0 0 0 0 0,1 0 0 0 0,-6-2 0 0 0,-37 0 0 0 0,25 0 17 0 0,4 0 7 0 0,-24 1-1 0 0,38 1-23 0 0,0-1 0 0 0,-1 1 0 0 0,1 0 0 0 0,0 1 0 0 0,0-1 0 0 0,0 0 0 0 0,0 1 0 0 0,-4 1 0 0 0,-22 5 0 0 0,-4 1 0 0 0,13-4 8 0 0,0-1 0 0 0,0-1 0 0 0,0-1 0 0 0,0 0 0 0 0,0-2 0 0 0,0 0 0 0 0,-20-4 0 0 0,16 1-8 0 0,-64-6 0 0 0,70 9 0 0 0,-10 0 0 0 0,4 1 0 0 0,7 1 0 0 0,9 0 0 0 0,-1-1 0 0 0,1 1 0 0 0,-13-3 0 0 0,-30 4 0 0 0,13 0 0 0 0,29-2 0 0 0,1 0 0 0 0,-1 1 0 0 0,-13 2 0 0 0,-3 0 0 0 0,20-3 12 0 0,2 0 4 0 0,-30 4 10 0 0,1 0-16 0 0,24-3-11 0 0,5-1 3 0 0,-1 0 0 0 0,0 0-1 0 0,1 1 1 0 0,-1-1 0 0 0,0 1-1 0 0,-4 2 1 0 0,8-3 0 0 0,-1 0 0 0 0,1 1 1 0 0,0-1-1 0 0,0 0 0 0 0,-1 0 0 0 0,1 0 0 0 0,0 1 1 0 0,-1-1-1 0 0,1 0 0 0 0,0 0 0 0 0,-1 0 1 0 0,1 0-1 0 0,0 0 0 0 0,-1 0 0 0 0,1 0 1 0 0,0 1-1 0 0,-1-1 0 0 0,1 0 0 0 0,-1 0 0 0 0,1 0 1 0 0,0-1-1 0 0,-1 1 0 0 0,1 0 0 0 0,-1 0 1 0 0,0 0-4 0 0,-1-1 1 0 0,1 1 0 0 0,0 0 0 0 0,-1 0 0 0 0,1 0 0 0 0,-1 0-1 0 0,1 0 1 0 0,-1 0 0 0 0,1 0 0 0 0,0 0 0 0 0,-1 0 0 0 0,1 1-1 0 0,-1-1 1 0 0,-1 1 0 0 0,-22 3 0 0 0,0 0 0 0 0,-46-2 0 0 0,11 0 0 0 0,-36-1 0 0 0,54-6 0 0 0,27 3 0 0 0,1 0 0 0 0,-1 1 0 0 0,-27 2 0 0 0,-77 7 0 0 0,63-6 0 0 0,-2 0-7 0 0,32-2 25 0 0,0 1 0 0 0,0 1-1 0 0,-27 6 1 0 0,-91 19-18 0 0,143-27 0 0 0,-7 2 0 0 0,-1-1 0 0 0,1 1 0 0 0,0-2 0 0 0,0 1 0 0 0,-1-1 0 0 0,1 0 0 0 0,-10-2 0 0 0,13 2 0 0 0,-16-4 0 0 0,17 1 0 0 0,2 2 0 0 0,1 1 0 0 0,-1-1 0 0 0,1 0 0 0 0,-1 1 0 0 0,1-1 0 0 0,-1 1 0 0 0,1 0 0 0 0,-1-1 0 0 0,1 1 0 0 0,-1 0 0 0 0,0 0 0 0 0,1 0 0 0 0,-3 0 0 0 0,-7 0 0 0 0,1 0 0 0 0,-1 1 0 0 0,1 0 0 0 0,-18 5 0 0 0,16-3 0 0 0,0-1 0 0 0,-22 1 0 0 0,0 1 0 0 0,27-3 0 0 0,-1 0 0 0 0,1 0 0 0 0,-12-1 0 0 0,3 1 0 0 0,9-1 16 0 0,0 1 0 0 0,0-1 0 0 0,-11-1 0 0 0,-57-13-16 0 0,44 10 0 0 0,-13 0 0 0 0,25 4 0 0 0,11-1 0 0 0,0 1 0 0 0,0 0 0 0 0,0 1 0 0 0,-1-1 0 0 0,-11 4 0 0 0,15-3 0 0 0,0 0 0 0 0,-1 0 0 0 0,1 0 0 0 0,0-1 0 0 0,-10 0 0 0 0,9-1 0 0 0,0 1 0 0 0,0 0 0 0 0,0 1 0 0 0,-10 1 0 0 0,6 0 0 0 0,1 0 0 0 0,-1-1 0 0 0,0-1 0 0 0,-18-1 0 0 0,14 0 0 0 0,-24 3 0 0 0,14-1 0 0 0,-36-1 0 0 0,-10 0 0 0 0,35 1 0 0 0,-15 2 0 0 0,40-2 0 0 0,0 0 0 0 0,0-1 0 0 0,-13-2 0 0 0,-19 1 0 0 0,30 0 0 0 0,9 0 0 0 0,0 1 0 0 0,0 0 0 0 0,-1-1 0 0 0,1 1 0 0 0,0 0 0 0 0,-7 1 0 0 0,6 0 0 0 0,2 0 0 0 0,1-1 0 0 0,-1 0 0 0 0,0 1 0 0 0,1-1 0 0 0,-1 0 0 0 0,0 0 0 0 0,0 0 0 0 0,1 0 0 0 0,-1 0 0 0 0,0-1 0 0 0,-2 0 0 0 0,-22-1 22 0 0,20 1-12 0 0,1 1-1 0 0,-1 0 1 0 0,0 0-1 0 0,-6 2 1 0 0,7-2-16 0 0,-5 0 6 0 0,6 1 7 0 0,0-1-1 0 0,-1 1 0 0 0,1-1 1 0 0,0 1-1 0 0,0 0 1 0 0,0 1-1 0 0,0-1 0 0 0,0 1 1 0 0,-4 2-1 0 0,-5 0-6 0 0,0 0 0 0 0,1-1 0 0 0,-2 0 0 0 0,-14 1 0 0 0,-21 4 0 0 0,36-5 0 0 0,7-2 0 0 0,0-2 0 0 0,-28 2 0 0 0,-9 1 54 0 0,30-2-44 0 0,5-3-10 0 0,4 2 0 0 0,0 0 0 0 0,0 0 0 0 0,0 0 0 0 0,0 0 0 0 0,0 1 0 0 0,-6 0 0 0 0,5-1 0 0 0,-31 0 0 0 0,23 1 0 0 0,4-3 12 0 0,9 2-8 0 0,-1 1-1 0 0,0-1 1 0 0,1 1-1 0 0,-1-1 1 0 0,1 0-1 0 0,-1 1 1 0 0,1-1-1 0 0,-1 0 1 0 0,1 1-1 0 0,-1-1 1 0 0,1 0-1 0 0,0 0 0 0 0,-1 1 1 0 0,1-3-1 0 0,-4-4 137 0 0,-6-9-117 0 0,8 13 20 0 0,-3-9-32 0 0,3 7-10 0 0,2-8-3 0 0,-1-13 2 0 0,-1-22 64 0 0,2 31-64 0 0,2 13 0 0 0,0 1 0 0 0,-2-15 0 0 0,0 14 0 0 0,-1-3 0 0 0,1 0 0 0 0,-1 0 0 0 0,-1 0 0 0 0,0 0 0 0 0,1 0 0 0 0,-2 0 0 0 0,-3-7 0 0 0,4 5 0 0 0,2-2 0 0 0,4-3 0 0 0,6-9 0 0 0,-8 19 0 0 0,6-6 0 0 0,6 3 0 0 0,-4 0 11 0 0,-8 6-64 0 0</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34:59.951"/>
    </inkml:context>
    <inkml:brush xml:id="br0">
      <inkml:brushProperty name="width" value="0.2" units="cm"/>
      <inkml:brushProperty name="height" value="0.2" units="cm"/>
      <inkml:brushProperty name="color" value="#004F8B"/>
    </inkml:brush>
  </inkml:definitions>
  <inkml:trace contextRef="#ctx0" brushRef="#br0">245 0 455 0 0,'-31'46'12902'0'0,"31"-43"-12788"0"0,-2 6-2 0 0,2-6 120 0 0,-1-1-112 0 0,-9 21 742 0 0,8-21-716 0 0,1 1-86 0 0,-18 34 35 0 0,18-35-42 0 0,1 2 1 0 0,-2 1-46 0 0,-2 28 48 0 0,4-25-44 0 0,-5 24-14 0 0,4-26 8 0 0,1-4-1 0 0,0 0 0 0 0,0-1 1 0 0,-1 1-1 0 0,1-1 0 0 0,0 1 1 0 0,-1 0-1 0 0,0-1 0 0 0,1 1 1 0 0,-1-1-1 0 0,-1 2 0 0 0,-31 60 217 0 0,32-60-156 0 0,0 1 1 0 0,-2 2-56 0 0,-5 25 62 0 0,7-23-24 0 0,0-1 1 0 0,0 1-1 0 0,1 13 0 0 0,0-12-42 0 0,0-7 46 0 0,-1 2 1 0 0,-21 40 276 0 0,12-22-181 0 0,7-12-122 0 0,2-8 49 0 0,0 2-12 0 0,-7 35 12 0 0,6-32-76 0 0,1-5 0 0 0,1 1 0 0 0,-1 0 0 0 0,0 0 0 0 0,1-1 0 0 0,0 1 0 0 0,-1 0 0 0 0,1 0 0 0 0,1 3 0 0 0,-2 14 11 0 0,0-1 32 0 0,-2 0-33 0 0,0 9-14 0 0,-3 0 62 0 0,-4 8-48 0 0,0 23 54 0 0,6-36 3 0 0,3-15-72 0 0,-5 14 18 0 0,-8 25 115 0 0,14-45-72 0 0,2 15 154 0 0,1 24 0 0 0,-2-35-223 0 0,-1 36 167 0 0,0-26-131 0 0,-2 25 84 0 0,0-28-97 0 0,0 26 2 0 0,3-34 36 0 0,4 11-36 0 0,19 43 75 0 0,-21-55-60 0 0,0 0-5 0 0,6 21 21 0 0,-4-4 12 0 0,1 9 9 0 0,-2 19 60 0 0,-2-28-114 0 0,-2-2-10 0 0,-3 5 0 0 0,4-19 0 0 0,1 0 0 0 0,-3 18 0 0 0,1-16-1 0 0,-2 5 3 0 0,-1 8 8 0 0,-3 9 54 0 0,6-24-21 0 0,2 17-6 0 0,-4-15-23 0 0,0-2-1 0 0,1 3 20 0 0,-1-1 0 0 0,1 1 1 0 0,-7 14-1 0 0,-5 13 47 0 0,13-33 165 0 0,1 0-181 0 0,7 6-10 0 0,-7-8-54 0 0,0 1 1 0 0,0-1 0 0 0,0 1 0 0 0,0-1 0 0 0,0 0-1 0 0,0 1 1 0 0,0-1 0 0 0,0 0 0 0 0,0 0 0 0 0,0 0 0 0 0,0 0-1 0 0,1 0 1 0 0,14-4-1 0 0,-3 3 0 0 0,2 6 0 0 0,1 0 0 0 0,5 2 0 0 0,-16-9 0 0 0,-2 0 0 0 0,1 0 0 0 0,0 0 0 0 0,14 1 0 0 0,-2 2 0 0 0,1 4 0 0 0,0 1 0 0 0,-3-6 11 0 0,-9 0 32 0 0,9-2-33 0 0,-1-5-10 0 0,3 5 0 0 0,1 0 0 0 0,30-5 64 0 0,-35 5-64 0 0,3 4 0 0 0,1-2 0 0 0,0 4 0 0 0,-1-6 0 0 0,3-3 8 0 0,-13 5 11 0 0,4 2 8 0 0,16-1-15 0 0,-21 0-14 0 0,9 3 2 0 0,2-5 0 0 0,17-3 0 0 0,-20 2 0 0 0,2 6 0 0 0,2 0 0 0 0,-8-2 0 0 0,8 1 0 0 0,-15-4 0 0 0,1 1 0 0 0,0 0 0 0 0,0-1 0 0 0,-1 1 0 0 0,1 0 0 0 0,0 0 0 0 0,0 0 0 0 0,0 0 0 0 0,0 0 0 0 0,3 1 0 0 0,11 2 0 0 0,-4-1 0 0 0,18 4 0 0 0,-22-3 0 0 0,6 0 0 0 0,4-4 0 0 0,16-7 0 0 0,-20 8 0 0 0,2 4 0 0 0,-1-1 0 0 0,2-2 0 0 0,-1 2 0 0 0,-1-3 0 0 0,2 3 0 0 0,-1 2 0 0 0,0-6 0 0 0,16 3 0 0 0,-20-4 0 0 0,4 6 0 0 0,6 5 0 0 0,-18-6 0 0 0,-1 0 0 0 0,9 6 0 0 0,-11-9 0 0 0,0 0 0 0 0,0 1 0 0 0,1-1 0 0 0,-1 0 0 0 0,0 0 0 0 0,0 0 0 0 0,1 0 0 0 0,-1 0 0 0 0,0 0 0 0 0,2-1 0 0 0,14-3 0 0 0,-2 4 0 0 0,1 3 0 0 0,-1 0 0 0 0,1-1 0 0 0,-3 0 0 0 0,0-3 0 0 0,3 7 0 0 0,-2 2 0 0 0,1-3 0 0 0,0-3 0 0 0,-3-2 0 0 0,3 3 0 0 0,-8-1 6 0 0,-4-1-1 0 0,0 0 1 0 0,-1-1 0 0 0,1 1 0 0 0,0-1 0 0 0,-1 1 0 0 0,1-1 0 0 0,0 0-1 0 0,0 0 1 0 0,5 0 0 0 0,4-3-6 0 0,5 7 0 0 0,-11-2 23 0 0,-1 1 0 0 0,0-1-1 0 0,8 7 1 0 0,-7-7 24 0 0,5-1-102 0 0,8 3-44 0 0,-6-3 99 0 0,-1 6 0 0 0,-2 0 0 0 0,3-7 0 0 0,-10 2 0 0 0,0 0 0 0 0,6 5 0 0 0,-4-10 11 0 0,-4 2 145 0 0</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35:02.053"/>
    </inkml:context>
    <inkml:brush xml:id="br0">
      <inkml:brushProperty name="width" value="0.2" units="cm"/>
      <inkml:brushProperty name="height" value="0.2" units="cm"/>
      <inkml:brushProperty name="color" value="#004F8B"/>
    </inkml:brush>
  </inkml:definitions>
  <inkml:trace contextRef="#ctx0" brushRef="#br0">125 109 3191 0 0,'0'0'8086'0'0,"0"-2"-7829"0"0,0 1-174 0 0,0 1 1 0 0,0-1-1 0 0,0 1 1 0 0,0-1-1 0 0,0 1 1 0 0,0-1-1 0 0,0 1 1 0 0,0-1-1 0 0,0 1 1 0 0,0-1-1 0 0,0 1 1 0 0,0-1-1 0 0,0 0 1 0 0,0 1-1 0 0,1-1 0 0 0,-1 1 1 0 0,0-1-1 0 0,0 1 1 0 0,1 0-1 0 0,-1-1 1 0 0,0 1-1 0 0,1-1 1 0 0,-1 1-1 0 0,1-1 1 0 0,-1 1-1 0 0,0 0 1 0 0,1-1-1 0 0,-1 1 0 0 0,1 0 1 0 0,-1-1-1 0 0,1 1 1 0 0,-1 0-1 0 0,1 0 1 0 0,0-1-1 0 0,1 0 173 0 0,0 1 0 0 0,39-3 64 0 0,-27 5-320 0 0,-10-1 2 0 0,18 8 55 0 0,-4-1-41 0 0,-18-8-18 0 0,12 5 93 0 0,0 1-1 0 0,-1 0 0 0 0,1 0 0 0 0,-2 1 0 0 0,1 0 0 0 0,10 11 0 0 0,-7-8 66 0 0,-12-10-149 0 0,-1 1 0 0 0,1 0 1 0 0,-1 0-1 0 0,0 0 0 0 0,1 0 0 0 0,-1 0 1 0 0,0 0-1 0 0,0 1 0 0 0,0-1 0 0 0,0 0 1 0 0,2 3-1 0 0,8 10 141 0 0,25 24 0 0 0,-32-34-121 0 0,-3-3-12 0 0,0 0 0 0 0,1 0 0 0 0,-1 0 1 0 0,0-1-1 0 0,1 1 0 0 0,-1 0 0 0 0,0-1 1 0 0,1 1-1 0 0,-1-1 0 0 0,1 1 0 0 0,-1-1 1 0 0,1 0-1 0 0,-1 0 0 0 0,0 0 0 0 0,1 0 1 0 0,2 0-1 0 0,-3 0 8 0 0,1 0 73 0 0,0 2 2 0 0,17 16 108 0 0,-17-17-104 0 0,0 1-26 0 0,21 19 562 0 0,-23-21-634 0 0,0 1 1 0 0,0-1-1 0 0,0 0 0 0 0,0 1 0 0 0,0-1 1 0 0,0 0-1 0 0,0 1 0 0 0,1-1 0 0 0,-1 0 1 0 0,0 1-1 0 0,0-1 0 0 0,0 0 0 0 0,0 0 1 0 0,1 1-1 0 0,-1-1 0 0 0,0 0 0 0 0,0 0 1 0 0,1 1-1 0 0,-1-1 0 0 0,0 0 0 0 0,0 0 1 0 0,1 1-1 0 0,7 7 61 0 0,-7-7-46 0 0,-1 0-6 0 0,1 0 0 0 0,0-1 0 0 0,-1 1 1 0 0,1 0-1 0 0,-1-1 0 0 0,1 1 0 0 0,-1 0 0 0 0,0-1 0 0 0,1 1 0 0 0,-1 0 0 0 0,0 0 0 0 0,1 1 0 0 0,11-1 83 0 0,-2 4-85 0 0,-2 2 42 0 0,-7-5 267 0 0,-1-2-315 0 0,0 1 0 0 0,0-1 0 0 0,0 1 0 0 0,0-1 0 0 0,0 0 0 0 0,0 1 0 0 0,0-1 0 0 0,0 1 0 0 0,0-1 0 0 0,0 1 0 0 0,1-1 0 0 0,-1 0 0 0 0,0 1 0 0 0,0-1 0 0 0,0 1 0 0 0,1-1 0 0 0,-1 0 0 0 0,0 1 0 0 0,0-1 0 0 0,1 1 0 0 0,0-1-2 0 0,-1 0 0 0 0,0 0 1 0 0,0 0-1 0 0,0 0 0 0 0,1 0 1 0 0,-1 0-1 0 0,0 0 1 0 0,0 0-1 0 0,1 0 0 0 0,-1 0 1 0 0,0 0-1 0 0,0 0 1 0 0,0 0-1 0 0,1 0 0 0 0,-1 0 1 0 0,0 0-1 0 0,0 0 1 0 0,0 0-1 0 0,1 0 0 0 0,-1 0 1 0 0,0 0-1 0 0,0-1 1 0 0,0 1-1 0 0,1 0 0 0 0,-1 0 1 0 0,0 0-1 0 0,0 0 1 0 0,1-1-1 0 0,0 0 114 0 0,-2 1-114 0 0,1 0-1 0 0,-1 0 1 0 0,1 0-1 0 0,-1 0 1 0 0,1 0-1 0 0,-1 0 1 0 0,1 0-1 0 0,-1 1 1 0 0,1-1 0 0 0,-1 0-1 0 0,1 0 1 0 0,-1 0-1 0 0,1 0 1 0 0,-1 1-1 0 0,1-1 1 0 0,-1 0-1 0 0,1 1 1 0 0,0-1-1 0 0,-1 0 1 0 0,1 1-1 0 0,0-1 1 0 0,-1 0-1 0 0,1 1 1 0 0,0-1 0 0 0,-1 1-1 0 0,0 1 2 0 0,-1 0 1 0 0,0 0-1 0 0,1 0 0 0 0,-1-1 1 0 0,0 1-1 0 0,0-1 0 0 0,0 1 0 0 0,0-1 1 0 0,0 0-1 0 0,0 0 0 0 0,-3 1 1 0 0,-13 6 59 0 0,16-7-64 0 0,0 0 1 0 0,0-1 0 0 0,-1 1 0 0 0,1 0 0 0 0,0-1 0 0 0,0 1 0 0 0,0-1-1 0 0,0 1 1 0 0,-1-1 0 0 0,1 0 0 0 0,0 0 0 0 0,-3 0 0 0 0,4-1-1 0 0,0 1 0 0 0,0 0 0 0 0,1 0 0 0 0,-1 0 0 0 0,0 0 0 0 0,0 0 0 0 0,0 0-1 0 0,1 0 1 0 0,-1 1 0 0 0,0-1 0 0 0,0 0 0 0 0,1 0 0 0 0,-1 0 0 0 0,0 1 0 0 0,0 0 0 0 0,-5 0 1 0 0,-19 14 52 0 0,-3 2-44 0 0,15-8-9 0 0,-1-1 1 0 0,0 0-1 0 0,0-1 0 0 0,-28 10 0 0 0,15-7 0 0 0,0 0 0 0 0,1 2 0 0 0,1 1 0 0 0,-33 22 0 0 0,45-27 0 0 0,-45 17 64 0 0,45-18-64 0 0,4 1 11 0 0,5-5 32 0 0,-6 1-22 0 0,5-3 22 0 0,-10-2-33 0 0,15 1-9 0 0,0-1-1 0 0,0 1 0 0 0,0 0 0 0 0,0 0 0 0 0,0 0 1 0 0,0-1-1 0 0,-1 1 0 0 0,1 0 0 0 0,0 0 0 0 0,0 0 1 0 0,0-1-1 0 0,0 1 0 0 0,0 0 0 0 0,0 0 0 0 0,0 0 1 0 0,0-1-1 0 0,0 1 0 0 0,0 0 0 0 0,0 0 0 0 0,0-1 1 0 0,0 1-1 0 0,0 0 0 0 0,0 0 0 0 0,1 0 0 0 0,-1-1 1 0 0,0 1-1 0 0,0 0 0 0 0,0 0 0 0 0,0-1 0 0 0,1 0 5 0 0,-1 0-2 0 0,1 1 0 0 0,-1-1 0 0 0,1 1 0 0 0,-1-1 0 0 0,1 1 0 0 0,-1-1 0 0 0,1 1-1 0 0,0 0 1 0 0,-1-1 0 0 0,1 1 0 0 0,-1 0 0 0 0,1-1 0 0 0,0 1 0 0 0,-1 0 0 0 0,1 0 0 0 0,1-1 0 0 0,0 1 0 0 0,6-5-3 0 0,28-7 0 0 0,28-13 0 0 0,-23 10 0 0 0,-26 10 0 0 0,18-7 0 0 0,-26 10 0 0 0,-6 2-1 0 0,21-7 44 0 0,26-11 1 0 0,-44 16-34 0 0,-1 0 0 0 0,1 1 1 0 0,0 0-1 0 0,7-2 1 0 0,3 0 3 0 0,3-3-27 0 0,52-19-54 0 0,-64 23 67 0 0,0 1 0 0 0,0-1 0 0 0,0 0 0 0 0,0 0 0 0 0,6-4 0 0 0,-5 2 0 0 0,0 1 0 0 0,1 0 0 0 0,9-4 0 0 0,33-22 0 0 0,-34 22-1 0 0,-8 3 1 0 0,-6 2 12 0 0,0 0 41 0 0,-1 3 1 0 0,-4 2-44 0 0,1-8 1 0 0,-4 10 53 0 0,-1-4-21 0 0,-5-5-33 0 0,-1 0-10 0 0,4-4 11 0 0,7 4-3 0 0,-1 0 0 0 0,0-1 1 0 0,1 0-1 0 0,0 1 0 0 0,-5-11 0 0 0,7 12-4 0 0,1 2-4 0 0,-1 0 0 0 0,1 0 0 0 0,0 0 0 0 0,-1 0 0 0 0,1 0 0 0 0,-1 0 0 0 0,1 0 0 0 0,-1 0 0 0 0,1 0 0 0 0,-1 0 0 0 0,0 0 0 0 0,0 1 0 0 0,1-1 0 0 0,-1 0 0 0 0,0 1 0 0 0,0-1 0 0 0,0 0 0 0 0,0 1 0 0 0,1-1 0 0 0,-1 1 0 0 0,-1-1 0 0 0,-2-1 0 0 0,-17-11 16 0 0,0 0 0 0 0,-1 1 0 0 0,-27-10 0 0 0,30 14-13 0 0,16 5-9 0 0,0-3 18 0 0,-14-6 45 0 0,5 6 15 0 0,8 3-7 0 0,-3-5-40 0 0,4 4-13 0 0,1 1 0 0 0,0-1 0 0 0,0 1 1 0 0,0-1-1 0 0,1 0 0 0 0,-1 1 0 0 0,1-1 0 0 0,-2-6 0 0 0,0-1 3 0 0,-2 0-15 0 0,-3 3 0 0 0,-6 1 0 0 0,1-2 0 0 0,2 1 0 0 0,5 2 11 0 0,5 4 42 0 0,-1 0 1 0 0,-5-8-44 0 0,-5-5 2 0 0,8 13 22 0 0,1 1 4 0 0,1 0 94 0 0,0 0-78 0 0,-7-4-60 0 0,-1-2-58 0 0,0-3 48 0 0,1-1 16 0 0,-1 1 0 0 0,-2 2 0 0 0,4 3 0 0 0,12 16 0 0 0,13 10-928 0 0</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35:19.383"/>
    </inkml:context>
    <inkml:brush xml:id="br0">
      <inkml:brushProperty name="width" value="0.4" units="cm"/>
      <inkml:brushProperty name="height" value="0.8" units="cm"/>
      <inkml:brushProperty name="color" value="#00F900"/>
      <inkml:brushProperty name="tip" value="rectangle"/>
      <inkml:brushProperty name="rasterOp" value="maskPen"/>
    </inkml:brush>
  </inkml:definitions>
  <inkml:trace contextRef="#ctx0" brushRef="#br0">1 52 1407 0 0,'0'0'4282'0'0,"1"5"-4224"0"0,1 0-45 0 0,-1-3 4 0 0,0 0-1 0 0,0-1 0 0 0,-1 1 1 0 0,1 0-1 0 0,-1 0 0 0 0,1 0 1 0 0,-1 0-1 0 0,-6 44 4574 0 0,6-44-4420 0 0,4 26 312 0 0,-4-25-397 0 0,1 0-26 0 0,2 11 863 0 0,-2-11-767 0 0,2 8-58 0 0,-3-9 195 0 0,1-1-284 0 0,0-1-1 0 0,0 0 0 0 0,0 0 1 0 0,0 1-1 0 0,0-1 0 0 0,0 0 1 0 0,0 1-1 0 0,-1-1 0 0 0,1 1 1 0 0,0-1-1 0 0,0 1 0 0 0,1 0 1 0 0,-1 0 3 0 0,2 1 42 0 0,0-2 1 0 0,10 0-33 0 0,-12 0-17 0 0,0 0 0 0 0,1 0 1 0 0,-1 0-1 0 0,0 0 0 0 0,0 0 0 0 0,0-1 1 0 0,1 1-1 0 0,-1 0 0 0 0,0 0 0 0 0,0-1 1 0 0,0 1-1 0 0,2-2 0 0 0,0 1 5 0 0,1 0 44 0 0,-1 0 1 0 0,13-3 676 0 0,-13 3-642 0 0,12-8-14 0 0,-2-2-49 0 0,-8 7 18 0 0,9-6-33 0 0,4 0-10 0 0,-3 4 11 0 0,-9 5 32 0 0,13-1-22 0 0,-3 0 38 0 0,-5 2 33 0 0,-7 1-91 0 0,22 0 78 0 0,-19-1-138 0 0,27-4 62 0 0,-31 4 267 0 0,1 0-180 0 0,0 0-57 0 0,30 7 311 0 0,-22-2-273 0 0,-6-2-72 0 0,20 0 54 0 0,-21-2-45 0 0,13-2 48 0 0,-13 1-52 0 0,0 0 1 0 0,-1-1 0 0 0,1 1 0 0 0,0-1 0 0 0,-1 0 0 0 0,1-1-1 0 0,-1 1 1 0 0,1-1 0 0 0,5-3 0 0 0,23-11 155 0 0,-28 13-131 0 0,-1 1-8 0 0,22-3 153 0 0,-22 5-154 0 0,0-1 1 0 0,0 1 0 0 0,1 0-1 0 0,-1 0 1 0 0,0 1 0 0 0,0-1-1 0 0,4 2 1 0 0,5 2 32 0 0,-3-2-17 0 0,-5 0-14 0 0,14 7-16 0 0,-8-4 5 0 0,-7-3 32 0 0,6 1-22 0 0,-5-2 22 0 0,6 0-22 0 0,-6-1 22 0 0,4-1-22 0 0,-7 0 128 0 0,10 10 139 0 0,-9-9-270 0 0,0 1 0 0 0,-1 0 0 0 0,1 1-1 0 0,-1-1 1 0 0,1 0 0 0 0,1 2 0 0 0,3 1 1 0 0,-5-3 56 0 0,1-1-16 0 0,9-2-38 0 0,3-2 22 0 0,-1-2-22 0 0,4-3 12 0 0,-16 8-27 0 0,0-1 1 0 0,0 1 0 0 0,0 0-1 0 0,1 1 1 0 0,-1-1 0 0 0,0 0 0 0 0,4 0-1 0 0,25 5 25 0 0,-5 6-20 0 0,-25-10-8 0 0,0 0 0 0 0,0 0-1 0 0,0 1 1 0 0,0-1 0 0 0,0 0 0 0 0,-1 0 0 0 0,1 0-1 0 0,0 0 1 0 0,0 0 0 0 0,0 0 0 0 0,0 0 0 0 0,0 0-1 0 0,0 0 1 0 0,-1 0 0 0 0,1 0 0 0 0,0-1 0 0 0,1 0 0 0 0,2 0-1 0 0,11-1-2 0 0,-1 1 11 0 0,-9 0 32 0 0,5-2-22 0 0,-5 2 22 0 0,9-1-33 0 0,3 3-10 0 0,0 3 0 0 0,3 3 0 0 0,-6-3 11 0 0,-7-4 32 0 0,10-4-22 0 0,2-2 22 0 0,0 0-33 0 0,2 2-10 0 0,1 0 0 0 0,-2 0 0 0 0,0 1 0 0 0,-1 1 0 0 0,2-3 0 0 0,0-2 0 0 0,-14 5 0 0 0,-4 1 0 0 0,0-1 0 0 0,1 1 0 0 0,-1-1 0 0 0,0 1 0 0 0,0-1 0 0 0,-1 0 0 0 0,6-4 0 0 0,36-25 60 0 0,-39 27-51 0 0,16-8 38 0 0,-14 9-27 0 0,-2 0-19 0 0,10-3 52 0 0,6 0-44 0 0,-19 6-9 0 0,21 0 65 0 0,-10 0-54 0 0,-6 0 24 0 0,-3 0-16 0 0,20-4-9 0 0,-17 4 31 0 0,-3-1-28 0 0,13-6-3 0 0,-15 7 43 0 0,1 0 11 0 0,8 0 3 0 0,22 2 145 0 0,-22-1-196 0 0,-1 0 0 0 0,1-1 1 0 0,14-1-1 0 0,-10 1-16 0 0,-2 3 0 0 0,1 1 0 0 0,1 0 11 0 0,2 0 36 0 0,-15-4-39 0 0,3-2-12 0 0,23-1 17 0 0,-23 1 1 0 0,0 1-3 0 0,19 4 71 0 0,7 2 46 0 0,-15-5-118 0 0,0-2-10 0 0,0 1 0 0 0,3 0 0 0 0,-4 1 11 0 0,-9 1 32 0 0,5 4-22 0 0,-4-3 22 0 0,10 1-33 0 0,4-3-10 0 0,-5-2 11 0 0,-10 2 32 0 0,12 0-33 0 0,17 0-11 0 0,-8 3 13 0 0,-9-3 31 0 0,2-2-33 0 0,1-1-10 0 0,0-2 0 0 0,-2 1 0 0 0,1 0 11 0 0,-1 2 32 0 0,0 0-33 0 0,0 2-10 0 0,12 3-1 0 0,-19 1 56 0 0,8 1-46 0 0,-17-3-7 0 0,2 1-3 0 0,37 5 1 0 0,-22-5 0 0 0,-16-4 0 0 0,-3 1 0 0 0,1-1 0 0 0,-1 1 0 0 0,0 0 0 0 0,1 0 0 0 0,-1 0 0 0 0,0 0 0 0 0,1 0 0 0 0,-1 0 0 0 0,0 0 0 0 0,1 0 0 0 0,-1 0 0 0 0,0 1 0 0 0,3 0 0 0 0,43 11 54 0 0,-42-11-47 0 0,19 2-4 0 0,12 2 48 0 0,-29-4-32 0 0,-1 0 0 0 0,1 0 1 0 0,-1-1-1 0 0,12 0 0 0 0,-8 0 2 0 0,-4-1-15 0 0,0 1 1 0 0,0 1-1 0 0,0-1 1 0 0,7 2-1 0 0,4 0 5 0 0,0-2 32 0 0,3-1-30 0 0,-17 0-18 0 0,2-2 8 0 0,30 2 50 0 0,-29 0-41 0 0,-3 1-13 0 0,-1 0 1 0 0,1 0 0 0 0,-1 0 0 0 0,1 0 0 0 0,0 0 0 0 0,-1 1 0 0 0,1-1-1 0 0,4 2 1 0 0,11 2 0 0 0,12 2 0 0 0,-18-5 0 0 0,6 0 0 0 0,0 0 0 0 0,16-2-2 0 0,-4-5 15 0 0,8 0 40 0 0,-17 4-53 0 0,41-2 64 0 0,-41 1-64 0 0,-2-1 0 0 0,0-1 0 0 0,0 0 0 0 0,1 3 0 0 0,-6 0 11 0 0,-7 2 32 0 0,9 2-22 0 0,-1 0 32 0 0,-9-2 14 0 0,5-2 8 0 0,-5 2-19 0 0,16-2-19 0 0,-17 1-22 0 0,14-6 27 0 0,1 0 11 0 0,-13 4-39 0 0,-1 0 0 0 0,1 1 1 0 0,0 0-1 0 0,9-2 0 0 0,-3 2-3 0 0,-9 1 32 0 0,6 0-22 0 0,-5 0 22 0 0,13-1-30 0 0,-15 2-5 0 0,-1 0 45 0 0,0 1 14 0 0,8 2 8 0 0,-5-1-7 0 0,7 2-10 0 0,0 0-35 0 0,-7-3 20 0 0,7 1 795 0 0,-10-2-774 0 0,7 0-169 0 0</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58:06.92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0 543 0 0,'0'0'0'0'0,"29"0"0"0"0</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58:08.76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4394 1 3223 0 0,'10'8'7408'0'0,"-22"-8"-7104"0"0,2 1-114 0 0,-13-2-113 0 0,8 1-34 0 0,-1 2-33 0 0,1 0-10 0 0,1 2 0 0 0,-2-2 0 0 0,-59-2 387 0 0,44 4-310 0 0,9-1-51 0 0,12-1-19 0 0,0 0-1 0 0,0-1 0 0 0,0-1 1 0 0,1 1-1 0 0,-18-3 0 0 0,-51-5-6 0 0,70 6-15 0 0,4 0 7 0 0,1 1 0 0 0,-1-1 0 0 0,1 1 0 0 0,-1 0 0 0 0,1 1 0 0 0,-1-1 0 0 0,1 0-1 0 0,-5 2 1 0 0,-7 0 76 0 0,-1 1-1 0 0,-27 8 1 0 0,39-9-64 0 0,0 0-1 0 0,0-1 1 0 0,0 0 0 0 0,0 0-1 0 0,0 0 1 0 0,-5 0-1 0 0,-5 2 113 0 0,-30 3 66 0 0,-13 4-252 0 0,43-7 70 0 0,1-1 0 0 0,1-5 11 0 0,4 0-19 0 0,1 1 1 0 0,-1 0-1 0 0,-10-1 0 0 0,-1-1-154 0 0,16 3 137 0 0,-1 0 0 0 0,1 0 0 0 0,-1 0 1 0 0,0 0-1 0 0,-5 1 0 0 0,-10-3 28 0 0,2-1-13 0 0,1 4-33 0 0,7 2 39 0 0,-1 1 0 0 0,-12 5 0 0 0,-6 3 20 0 0,12-5 54 0 0,-11 3 51 0 0,12-8-111 0 0,10-1-9 0 0,-22-5 62 0 0,1-2-63 0 0,22 5-27 0 0,-1 0-1 0 0,0 0 1 0 0,1 1 0 0 0,-1 0-1 0 0,0 0 1 0 0,0 0-1 0 0,0 0 1 0 0,1 1 0 0 0,-10 0-1 0 0,10 1 22 0 0,-5-1-4 0 0,5 0 4 0 0,1 0 0 0 0,-1 1 0 0 0,1 0 0 0 0,-1 0 0 0 0,1 0 0 0 0,-1 0 0 0 0,1 0 0 0 0,-4 2 0 0 0,-7 2 6 0 0,-1-1 0 0 0,-1-1 0 0 0,1-4 0 0 0,-1-3 0 0 0,0-2 5 0 0,14 2 6 0 0,3 4-10 0 0,-1 0-1 0 0,0 0 1 0 0,0 0-1 0 0,0 0 0 0 0,0-1 1 0 0,0 1-1 0 0,0 0 1 0 0,0 0-1 0 0,0 0 1 0 0,-1 0-1 0 0,1 0 0 0 0,0-1 1 0 0,0 1-1 0 0,0 0 1 0 0,0 0-1 0 0,0 0 1 0 0,0 0-1 0 0,0 0 1 0 0,0 0-1 0 0,0 0 0 0 0,0-1 1 0 0,0 1-1 0 0,0 0 1 0 0,-1 0-1 0 0,1 0 1 0 0,0 0-1 0 0,0 0 1 0 0,0 0-1 0 0,0 0 0 0 0,0 0 1 0 0,0 0-1 0 0,0 0 1 0 0,-1-1-1 0 0,1 1 1 0 0,0 0-1 0 0,0 0 1 0 0,0 0-1 0 0,0 0 0 0 0,0 0 1 0 0,-1 0-1 0 0,1 0 1 0 0,-29-7 18 0 0,25 5-7 0 0,-20-2-14 0 0,-26 4 5 0 0,42 0-5 0 0,-1 0-1 0 0,0 0 1 0 0,0-1 0 0 0,1 0 0 0 0,-12-3 0 0 0,4 2-13 0 0,1 1 0 0 0,0 0 1 0 0,-1 1-1 0 0,1 1 0 0 0,0 0 1 0 0,-1 1-1 0 0,-20 6 0 0 0,-16 0-49 0 0,40-3 64 0 0,4-4 0 0 0,-11-3 0 0 0,15 3 0 0 0,-1 0 0 0 0,-13-7 0 0 0,-26-10-256 0 0,42 15 250 0 0,0 0 0 0 0,0 0 0 0 0,0 1 0 0 0,-1-1 0 0 0,1 0 0 0 0,0 1 0 0 0,0-1 0 0 0,0 1 0 0 0,-1 0 0 0 0,1 0 0 0 0,0 0 0 0 0,-1 0 0 0 0,-2 1 0 0 0,-5-1-27 0 0,2-1 23 0 0,5 1 10 0 0,0-1 0 0 0,0 1 0 0 0,0 0 0 0 0,0 1 0 0 0,0-1 0 0 0,0 0 0 0 0,0 1-1 0 0,-5 1 1 0 0,-101 14 64 0 0,93-13-64 0 0,0-2 0 0 0,-15-10 0 0 0,4 3 0 0 0,23 4 0 0 0,2 1 0 0 0,1 1 0 0 0,-1-1 0 0 0,1 1 0 0 0,-1 0 0 0 0,1-1 0 0 0,-1 1 0 0 0,1 0 0 0 0,-1 0 0 0 0,1 0 0 0 0,-1 0 0 0 0,1 0 0 0 0,-3 1 0 0 0,-11-1 0 0 0,2 3 0 0 0,1 2 0 0 0,0 1 11 0 0,1-2 46 0 0,9-4-26 0 0,0 1 1 0 0,0-1-1 0 0,0 0 0 0 0,0 0 0 0 0,-1 1 0 0 0,1-1 0 0 0,0-1 0 0 0,0 1 0 0 0,-1 0 0 0 0,-1-1 1 0 0,-30-9 220 0 0,28 8-240 0 0,-51-18 52 0 0,37 14 20 0 0,15 6-66 0 0,-1 1 0 0 0,-2-3 49 0 0,-1 1 0 0 0,0 0 0 0 0,1 1 0 0 0,-1 0 0 0 0,0 1 0 0 0,-15 2 0 0 0,17-2 16 0 0,-1 0-1 0 0,1-1 1 0 0,-8 0 0 0 0,-7 0 98 0 0,-38-2 155 0 0,57 2-326 0 0,0 0-1 0 0,-1 0 1 0 0,1 0-1 0 0,0-1 0 0 0,0 1 1 0 0,-3-2-1 0 0,-21-5 5 0 0,-18 3-14 0 0,26 1 0 0 0,12 3 0 0 0,-15 5 0 0 0,17-5 0 0 0,-19 6 0 0 0,-14 6 11 0 0,34-11 32 0 0,-7 3-33 0 0,-1 0-10 0 0,-1 0 11 0 0,-1 0 42 0 0,0-1 15 0 0,-9 3 96 0 0,21-5-136 0 0,-1 0 0 0 0,0 0 0 0 0,1 0 0 0 0,-1 0 0 0 0,0-1 0 0 0,0 1 0 0 0,0-1 0 0 0,0 0 0 0 0,1 0 0 0 0,-1 0 0 0 0,-4-1 0 0 0,-20 1 151 0 0,-13-1 42 0 0,37 0-157 0 0,0 0-10 0 0,-1-1-42 0 0,-22-9-14 0 0,-3 4 2 0 0,25 6 0 0 0,0 0 0 0 0,0 0 0 0 0,0 1 0 0 0,0-1 0 0 0,0 1 0 0 0,0 0 0 0 0,0 0 0 0 0,0 1 0 0 0,0-1 0 0 0,0 1 0 0 0,0-1 0 0 0,-5 3 0 0 0,-12 3 0 0 0,20-6 0 0 0,-1 0 0 0 0,0-1 0 0 0,0 1 0 0 0,1 0 0 0 0,-1 0 0 0 0,0 0 0 0 0,0 1 0 0 0,0-1 0 0 0,1 0 0 0 0,-1 0 0 0 0,0 1 0 0 0,-2 0 0 0 0,-2 0 1 0 0,-6 2 10 0 0,0-1-1 0 0,0-1 1 0 0,-1-1-1 0 0,1 1 1 0 0,-19-3-1 0 0,23 0-3 0 0,4 2 1 0 0,1-1 0 0 0,-1 1 1 0 0,0 0-1 0 0,0 0 0 0 0,1 0 0 0 0,-5 1 0 0 0,-17 2 14 0 0,-1-2-1 0 0,-33-3 0 0 0,30-2-21 0 0,1-1 0 0 0,1 4 0 0 0,22 1 0 0 0,-26-2 0 0 0,15 4 0 0 0,1 3-14 0 0,1-1-45 0 0,4 2 34 0 0,5-5-18 0 0,-28-3 95 0 0,26 0-40 0 0,6 3-10 0 0,1-1-1 0 0,0 0 1 0 0,-1 0 0 0 0,1 0 0 0 0,0 0 0 0 0,-1 0-1 0 0,1 0 1 0 0,0 0 0 0 0,-1 0 0 0 0,1 0 0 0 0,0 0-1 0 0,-1-1 1 0 0,1 1 0 0 0,0 0 0 0 0,0 0-1 0 0,-1 0 1 0 0,1 0 0 0 0,0 0 0 0 0,-1 0 0 0 0,1-1-1 0 0,0 1 1 0 0,0 0 0 0 0,-1 0 0 0 0,1-1-1 0 0,0 1 1 0 0,0 0 0 0 0,-1 0 0 0 0,1-1 0 0 0,0 1-1 0 0,-4-5 2 0 0,-13-3 58 0 0,7 4-29 0 0,5 2-20 0 0,-1 0 0 0 0,0 0 0 0 0,1 1 0 0 0,-1 0 0 0 0,0 0 0 0 0,0 0 0 0 0,-10 1 0 0 0,7-1-17 0 0,4 0-3 0 0,-1 1 0 0 0,0 0 0 0 0,1 1 0 0 0,-1-1 0 0 0,-6 2 0 0 0,7-2-4 0 0,-21 5 13 0 0,-1 1-1 0 0,12-2 0 0 0,-1-4 11 0 0,7-2 36 0 0,0 0 0 0 0,-12-5 0 0 0,-4 0 172 0 0,13 5-150 0 0,2 3-5 0 0,-19 4 0 0 0,0 2-53 0 0,1-1 42 0 0,-31-2 105 0 0,56-3-93 0 0,-103 7 656 0 0,100-8-657 0 0,-7 0-48 0 0,-8 2-10 0 0,10-1 25 0 0,-18 3 16 0 0,12-3 13 0 0,11-1-1 0 0,-1 1 0 0 0,0 0 1 0 0,0 0-1 0 0,-10 4 0 0 0,-32 11 259 0 0,46-15-308 0 0,-19-1 137 0 0,17-1-137 0 0,-15 5 41 0 0,14-3-35 0 0,-20 3 63 0 0,24-4-10 0 0,-1 0-11 0 0,-33 2 480 0 0,33-2-466 0 0,1 1 0 0 0,-10 0-12 0 0,-2 2-48 0 0,2 0-26 0 0,9-3-61 0 0</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58:11.71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4046 151 919 0 0,'0'0'8716'0'0,"1"-2"-8462"0"0,-1 1-131 0 0,1 0 0 0 0,0 0 0 0 0,0 0 1 0 0,0 0-1 0 0,0 0 0 0 0,0 0 0 0 0,0 1 1 0 0,0-1-1 0 0,0 0 0 0 0,0 0 0 0 0,0 1 1 0 0,0-1-1 0 0,0 1 0 0 0,1-1 1 0 0,-1 1-1 0 0,2-1 0 0 0,0-1-436 0 0,9-4 345 0 0,-10 5 127 0 0,1 0 25 0 0,11-5 318 0 0,1 0 0 0 0,25-15-1 0 0,-38 20-294 0 0,1 0-152 0 0,26-2 119 0 0,-4-4 2581 0 0,-25 7-2711 0 0,-4-2-1 0 0,-6 1-33 0 0,-4 1 1 0 0,-7 6 16 0 0,19-6-12 0 0,-17-4-4 0 0,-11 0 38 0 0,12 2 31 0 0,0-1 0 0 0,-22-6-1 0 0,-31-10 128 0 0,53 15-190 0 0,7 2-17 0 0,0 1 0 0 0,0 0 0 0 0,-1 1 0 0 0,1 1 0 0 0,0-1 0 0 0,-1 2 0 0 0,-13 3 0 0 0,-9 0 0 0 0,20-4 0 0 0,0-1 0 0 0,-22-2 0 0 0,28 1 0 0 0,4 1 0 0 0,1-1 0 0 0,-1 1 0 0 0,1-1 0 0 0,0 0 0 0 0,-1 0 0 0 0,1 0 0 0 0,-4-2 0 0 0,-1-1 0 0 0,-1 1 0 0 0,1 0 0 0 0,-1 1 0 0 0,-9-2 0 0 0,6 2-12 0 0,5 0-13 0 0,-1 1 0 0 0,0 0 0 0 0,1 0 0 0 0,-1 0 0 0 0,-15 2 0 0 0,14 0 17 0 0,0-1 0 0 0,-16-1 0 0 0,12 1-35 0 0,11 0 42 0 0,1 0 0 0 0,-1 0 0 0 0,1 0 0 0 0,-1 0 0 0 0,1 1 1 0 0,-1-1-1 0 0,1 0 0 0 0,-1 1 0 0 0,1-1 0 0 0,0 1 0 0 0,-1 0 0 0 0,-1 0 0 0 0,0-1 2 0 0,-33-3-1 0 0,32 3 0 0 0,-14-4 0 0 0,11 3 0 0 0,2-1 0 0 0,-20-3 0 0 0,-4 0 0 0 0,16 7 0 0 0,4 1 0 0 0,5-1 0 0 0,1-1 0 0 0,-1 0 0 0 0,0 0 0 0 0,1 0 0 0 0,-1 0 0 0 0,0-1 0 0 0,-4 1 0 0 0,3-1 0 0 0,-21 6 0 0 0,-3-1 0 0 0,11-3 1 0 0,14-3-3 0 0,0 0 4 0 0,-13 2 8 0 0,12 1 4 0 0,0 1 1 0 0,-16 0 9 0 0,-8-1-24 0 0,7-1 0 0 0,9 0 0 0 0,-7 3 0 0 0,-1 1 0 0 0,16-2 0 0 0,-29 7 0 0 0,22-7 0 0 0,0-1 0 0 0,0 0 0 0 0,0-1 0 0 0,-1 0 0 0 0,-16-2 0 0 0,0 1 0 0 0,-2 4 0 0 0,-10 2 0 0 0,12-5 0 0 0,-39 4 0 0 0,63-5 0 0 0,-18 0 0 0 0,-35 1 0 0 0,45 3 0 0 0,-1 1 0 0 0,0 0 0 0 0,-4 1 0 0 0,16-4 0 0 0,-3 0 0 0 0,-26 3 0 0 0,12-2 0 0 0,17-3 0 0 0,-1-1 0 0 0,-1 0 0 0 0,1-1 0 0 0,0 1 0 0 0,-1 0 0 0 0,0 1 0 0 0,1-1 0 0 0,-1 1 0 0 0,-4-1 0 0 0,-7-1 0 0 0,-25-5 0 0 0,19 5 0 0 0,8 4 0 0 0,3 0 0 0 0,3 0 0 0 0,1 0 0 0 0,-1 1 0 0 0,1-1 0 0 0,0 1 0 0 0,-8 5 0 0 0,-12 7 0 0 0,13-10 0 0 0,-2-3 0 0 0,-4-1 0 0 0,15-3 0 0 0,1 1 0 0 0,-13 4 0 0 0,11-2 0 0 0,1 1 0 0 0,-16-2 0 0 0,4 2 0 0 0,-18 4 0 0 0,28-5 0 0 0,1 0 0 0 0,0-1 0 0 0,-1 0 0 0 0,1 0 0 0 0,-10-2 0 0 0,11 2 0 0 0,-29-8 0 0 0,23 6 0 0 0,1-1 0 0 0,-1 0 0 0 0,1-1 0 0 0,-10-5 0 0 0,15 7 0 0 0,1 0 0 0 0,-1 0 0 0 0,0 1 0 0 0,0-1 0 0 0,0 1 0 0 0,-1 0 0 0 0,1 0 0 0 0,0 0 0 0 0,0 1 0 0 0,-7-1 0 0 0,7 1 0 0 0,2-1 0 0 0,1 1 0 0 0,-1 0 0 0 0,1 0 0 0 0,-1 0 0 0 0,1 0 0 0 0,-1 0 0 0 0,1 0 0 0 0,-1 1 0 0 0,1-1 0 0 0,-1 1 0 0 0,1-1 0 0 0,-3 2 0 0 0,-17 3 0 0 0,15-4 0 0 0,-33 5 0 0 0,9-4 0 0 0,-2 2 0 0 0,1-2 0 0 0,5-2 0 0 0,13 1 11 0 0,-40 13 42 0 0,40-13-53 0 0,-1-3 11 0 0,2-1 105 0 0,10 3-22 0 0,1-1 0 0 0,-1 1 1 0 0,1 0-1 0 0,-1-1 0 0 0,0 1 1 0 0,1 0-1 0 0,-1 0 0 0 0,-2 1 0 0 0,-12-1 818 0 0,-25 2-2648 0 0,39-2 1735 0 0,0 0-1 0 0,0-1 1 0 0,0 1 0 0 0,0 0-1 0 0,-1 0 1 0 0,1 1 0 0 0,0-1 0 0 0,0 0-1 0 0,0 1 1 0 0,-3 0 0 0 0,0 1 0 0 0,-10 1 12 0 0,11-6 3 0 0,-1 0 1 0 0,-13 1 20 0 0,13 2-22 0 0,3 0-10 0 0,0 0 1 0 0,1 0-1 0 0,-1 0 0 0 0,0 0 1 0 0,0 0-1 0 0,1-1 0 0 0,-1 1 1 0 0,0-1-1 0 0,0 1 1 0 0,1-1-1 0 0,-4-1 0 0 0,-35-7-3 0 0,29 8 0 0 0,6 1 0 0 0,-5 2 0 0 0,-14 3 0 0 0,8-4 0 0 0,5-2 77 0 0,0-1-1 0 0,-1 0 1 0 0,-10-4-1 0 0,6 2-61 0 0,1 0 0 0 0,-32-2 0 0 0,33 4-31 0 0,8 0 16 0 0,1 1 1 0 0,-1 1-1 0 0,0-1 0 0 0,-9 1 0 0 0,1 1 0 0 0,0 2 0 0 0,0-3 0 0 0,1-4 0 0 0,1 0 0 0 0,-11-2 0 0 0,14 4 0 0 0,-4 5 0 0 0,-1 1 0 0 0,-1 1 0 0 0,-2 1 0 0 0,-1-2-11 0 0,15-5-13 0 0,-1 1-1 0 0,-14 6 13 0 0,5-2 12 0 0,-1-5 0 0 0,1 4 0 0 0,-15 3 0 0 0,8 0 0 0 0,15-6 0 0 0,-28 5 0 0 0,28-6 0 0 0,4 1 0 0 0,0 0 0 0 0,-1-1 0 0 0,1 1 0 0 0,0 0 0 0 0,-1 0 0 0 0,1 0 0 0 0,0 0 0 0 0,-1 0 0 0 0,1 0 0 0 0,0 0 0 0 0,-1 0 0 0 0,1 0 0 0 0,0 1 0 0 0,-3 0 0 0 0,-17 4 0 0 0,16-5 0 0 0,-10-1 0 0 0,1 1 0 0 0,-13 2 0 0 0,25-1 0 0 0,-1-1 0 0 0,0 0 0 0 0,1 1 0 0 0,-1 0 0 0 0,1-1 0 0 0,-1 1 0 0 0,1 0 0 0 0,-4 2 0 0 0,3-2 0 0 0,-15 5 0 0 0,15-7 0 0 0,3 1 0 0 0,0-1 0 0 0,0 1 0 0 0,0 0 0 0 0,0 0 0 0 0,0 0 0 0 0,0 0 0 0 0,0 0 0 0 0,0 0 0 0 0,-1-1 0 0 0,1 1 0 0 0,0 0 0 0 0,0 0 0 0 0,0 0 0 0 0,0 0 0 0 0,0 0 0 0 0,0 0 0 0 0,0 0 0 0 0,-1 0 0 0 0,1 0 0 0 0,0 0 0 0 0,0 0 0 0 0,0 0 0 0 0,0-1 0 0 0,0 1 0 0 0,-1 0 0 0 0,1 0 0 0 0,0 0 0 0 0,0 0 0 0 0,0 0 0 0 0,0 0 0 0 0,0 0 0 0 0,-1 0 0 0 0,1 1 0 0 0,0-1 0 0 0,0 0 0 0 0,0 0 0 0 0,0 0 0 0 0,0 0 0 0 0,0 0 0 0 0,-1 0 0 0 0,1 0 0 0 0,0 0 0 0 0,0 0 0 0 0,0 0 0 0 0,-34 12 0 0 0,30-9 0 0 0,-24 3 0 0 0,12-4 0 0 0,1-3 0 0 0,1 0 0 0 0,-4 0 0 0 0,15 3 0 0 0,-1-2 0 0 0,-29-4 0 0 0,22 3 0 0 0,-1 0 0 0 0,1 0 0 0 0,-15 2 0 0 0,13 0 0 0 0,-2-1 0 0 0,-28 4 0 0 0,29-3 0 0 0,-1-2 0 0 0,-7-4 0 0 0,14 4 0 0 0,-15 0 0 0 0,10 0 0 0 0,-1 0 0 0 0,-1 0 0 0 0,-20 3 0 0 0,29-1 0 0 0,-18 3 0 0 0,-5-5 0 0 0,12 0 0 0 0,15 4 0 0 0,2-3 0 0 0,0 0 0 0 0,0 0 0 0 0,0 0 0 0 0,0 0 0 0 0,0 0 0 0 0,0 1 0 0 0,-1-1 0 0 0,1 0 0 0 0,0 0 0 0 0,0 0 0 0 0,0 0 0 0 0,0 0 0 0 0,0 0 0 0 0,0 0 0 0 0,0 0 0 0 0,0 0 0 0 0,0 1 0 0 0,0-1 0 0 0,-1 0 0 0 0,1 0 0 0 0,0 0 0 0 0,0 0 0 0 0,0 0 0 0 0,0 0 0 0 0,0 0 0 0 0,0 0 0 0 0,0 0 0 0 0,-1 0 0 0 0,1 0 0 0 0,0 0 0 0 0,0 0 0 0 0,0 0 0 0 0,0 0 0 0 0,0 0 0 0 0,0 0 0 0 0,-1 0 0 0 0,1 0 0 0 0,0 0 0 0 0,0 0 0 0 0,0 0 0 0 0,0 0 0 0 0,0 0 0 0 0,0 0 0 0 0,-1 0 0 0 0,-30-4 0 0 0,11 1-8 0 0,5 1-35 0 0,-7 0 30 0 0,17 3 20 0 0,-19-4 52 0 0,21 1-19 0 0,1 2-24 0 0,1-1 0 0 0,-1 1 0 0 0,0-1 0 0 0,1 1 0 0 0,-1 0 0 0 0,1-1-1 0 0,-1 1 1 0 0,1 0 0 0 0,-1 0 0 0 0,0 0 0 0 0,1 1 0 0 0,-1-1 0 0 0,1 0-1 0 0,-1 1 1 0 0,-1 0 0 0 0,-5 2 66 0 0,4-2-83 0 0,-15-1 64 0 0,7-2-79 0 0,9 2-65 0 0</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58:13.94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5 97 2991 0 0,'-5'7'11040'0'0,"13"-2"-10806"0"0,0-1 0 0 0,0 0 0 0 0,0 0 0 0 0,12 2 0 0 0,-18-5-61 0 0,63-3 468 0 0,-31 0-490 0 0,-8 1-86 0 0,-17 2-5 0 0,49 5 408 0 0,-34-2-413 0 0,-13-2-33 0 0,-1-1 0 0 0,1 0 1 0 0,15 0-1 0 0,9-2-5 0 0,-22 1-5 0 0,1 0 0 0 0,-1-1-1 0 0,16-3 1 0 0,-19 2 22 0 0,-1 0 0 0 0,15 0 0 0 0,39-5 91 0 0,-11-6 28 0 0,-38 11-130 0 0,4-2 20 0 0,36-8 31 0 0,-48 10-74 0 0,23-2 11 0 0,-13 1 32 0 0,2-2-22 0 0,8-2 32 0 0,-16 7 1 0 0,4-1-44 0 0,12-2 19 0 0,-24 3-11 0 0,21 2-1 0 0,-6-3-17 0 0,7-2 28 0 0,-24 3-14 0 0,27 0 8 0 0,-18 0-16 0 0,-4 0 2 0 0,0 1 0 0 0,-1-2 1 0 0,1 1-1 0 0,-1 0 1 0 0,1-1-1 0 0,7-2 0 0 0,3-2 3 0 0,2 3 32 0 0,-1-1-33 0 0,1 3-10 0 0,-1 3 0 0 0,0-1 0 0 0,1-3 0 0 0,0 1 0 0 0,-6 0 0 0 0,15-2 0 0 0,-16 2 1 0 0,-5 1 8 0 0,0-1 0 0 0,0 0 0 0 0,0-1 0 0 0,-1 1 0 0 0,1-1 0 0 0,5-1 0 0 0,25-1-9 0 0,-33 3-1 0 0,0 0 0 0 0,0 0 0 0 0,0-1 1 0 0,0 1-1 0 0,0 0 0 0 0,0-1 0 0 0,0 1 0 0 0,0-1 0 0 0,0 0 0 0 0,2-1 0 0 0,18 1 161 0 0,-16 2-71 0 0,5 0-1 0 0,-6-2-20 0 0,6-3-43 0 0,-5 3 23 0 0,8-1-36 0 0,2 1-12 0 0,2 2 0 0 0,-1 1 0 0 0,-1-3 0 0 0,1 1 12 0 0,-3-2 50 0 0,-1-1 75 0 0,-11 3-123 0 0,-1 0 0 0 0,0 0 1 0 0,1 0-1 0 0,-1-1 0 0 0,1 1 1 0 0,-1-1-1 0 0,0 1 0 0 0,0-1 1 0 0,1 1-1 0 0,0-2 0 0 0,0 1 57 0 0,1 1-16 0 0,5-2 3 0 0,-5 1-34 0 0,0 0 1 0 0,0 0 0 0 0,0 1-1 0 0,0-1 1 0 0,0 1 0 0 0,4 0-1 0 0,12 2 9 0 0,-15-4-20 0 0,-3 1-11 0 0,0 0 0 0 0,0 1 0 0 0,1-1 0 0 0,-1 0-1 0 0,0 1 1 0 0,1-1 0 0 0,-1 1 0 0 0,1-1 0 0 0,-1 1 0 0 0,0-1 0 0 0,1 1 0 0 0,-1 0 0 0 0,1 0-1 0 0,-1 0 1 0 0,3 0 0 0 0,12 0-2 0 0,0 0 0 0 0,1-1 0 0 0,-3 2 14 0 0,-9 0 54 0 0,8-3 20 0 0,-2-3 2 0 0,-9 3-14 0 0,1 3-16 0 0,29 3 80 0 0,0-2 48 0 0,-21-1-164 0 0,-6-1 24 0 0,7-4-36 0 0,2 7-12 0 0,-2 2-14 0 0,-9-4-60 0 0</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0T09:58:16.23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0 113 1375 0 0,'0'0'11987'0'0,"0"2"-11750"0"0,1-1-190 0 0,-1 0 0 0 0,0-1 0 0 0,0 1 0 0 0,0-1 1 0 0,0 1-1 0 0,1 0 0 0 0,-1-1 0 0 0,0 1 0 0 0,0-1 0 0 0,1 1 0 0 0,-1-1 0 0 0,0 1 0 0 0,1-1 0 0 0,-1 1 0 0 0,1-1 0 0 0,-1 1 0 0 0,1-1 0 0 0,-1 1 0 0 0,1-1 0 0 0,-1 0 0 0 0,1 1 0 0 0,-1-1 0 0 0,1 0 0 0 0,-1 1 0 0 0,1-1 1 0 0,0 0-1 0 0,-1 0 0 0 0,1 0 0 0 0,-1 0 0 0 0,1 1 0 0 0,0-1 0 0 0,-1 0 0 0 0,1 0 0 0 0,0 0 0 0 0,-1 0 0 0 0,1 0 0 0 0,-1-1 0 0 0,1 1 0 0 0,0 0 0 0 0,-1 0 0 0 0,2-1 0 0 0,1 0-21 0 0,21 1 162 0 0,2-2-14 0 0,-17 1-140 0 0,11 0 10 0 0,-14 4-25 0 0,-2-1-5 0 0,6 2 48 0 0,1-2 0 0 0,13 3 1 0 0,-20-4-52 0 0,0-1 1 0 0,0 0 0 0 0,0 0 0 0 0,0 0 0 0 0,5-1-1 0 0,4-4-17 0 0,-5 0 19 0 0,-5 4 3 0 0,1-1 0 0 0,0 1 0 0 0,0 0 0 0 0,0 0 0 0 0,0 1 0 0 0,6-1 0 0 0,17-3 72 0 0,-11 2-75 0 0,-4 1 1 0 0,8-2 113 0 0,15-2 244 0 0,13 0-27 0 0,-31 3-273 0 0,-1 2-6 0 0,-10-1-41 0 0,0 1-1 0 0,0 0 1 0 0,0-1-1 0 0,8-2 1 0 0,3-1 50 0 0,98-9 449 0 0,-79 12-334 0 0,-27 0-118 0 0,0 0-1 0 0,0 1 0 0 0,15 2 1 0 0,0-1 55 0 0,14 4 194 0 0,45-9-16 0 0,-33 4-48 0 0,-47 1-243 0 0,22-5 86 0 0,4-3-3 0 0,-1-1-21 0 0,-11 4-32 0 0,-1 1-22 0 0,-12 2-4 0 0,0 0-1 0 0,0 0 1 0 0,0 0 0 0 0,0 0-1 0 0,0-1 1 0 0,7-4 0 0 0,-8 5-3 0 0,-1 0 0 0 0,1 0 0 0 0,-1-1 0 0 0,1 1 0 0 0,0 1 0 0 0,0-1 0 0 0,-1 0 0 0 0,5 0 0 0 0,6-1 68 0 0,-8 1-15 0 0,4-2-42 0 0,20-5 125 0 0,-26 8 136 0 0,-1 0-232 0 0,9 0-28 0 0,-8 0 121 0 0,11-8 9 0 0,-9 4-84 0 0,-3 3 64 0 0,0 1-81 0 0,10-3-45 0 0,0 4 1 0 0,-7-1 32 0 0,9-1-33 0 0,2 2-10 0 0,3 0 6 0 0,-13 0 20 0 0,17 5 18 0 0,-4-3 14 0 0,-14-5-58 0 0,-5 2 3 0 0,0-1-1 0 0,0 1 1 0 0,1 0-1 0 0,-1 0 1 0 0,0 0-1 0 0,1 0 1 0 0,-1 0-1 0 0,0 0 1 0 0,1-1-1 0 0,-1 1 1 0 0,0 0-1 0 0,1 0 1 0 0,-1 0-1 0 0,0 0 1 0 0,1 0-1 0 0,-1 0 1 0 0,0 0-1 0 0,1 0 1 0 0,-1 0-1 0 0,0 1 1 0 0,0-1-1 0 0,1 0 1 0 0,-1 0-1 0 0,0 0 1 0 0,1 0-1 0 0,-1 0 1 0 0,0 1-1 0 0,1-1 1 0 0,11 2 62 0 0,-10-1-58 0 0,0-1 1 0 0,1 0-1 0 0,-1 0 0 0 0,0 0 0 0 0,0 0 0 0 0,0 0 1 0 0,1-1-1 0 0,2 0 0 0 0,-5 1-5 0 0,1 0 0 0 0,-1 0 0 0 0,1 0 0 0 0,0 0 0 0 0,-1 0-1 0 0,1 0 1 0 0,0 0 0 0 0,-1 1 0 0 0,1-1 0 0 0,-1 0 0 0 0,1 0 0 0 0,0 0 0 0 0,-1 1 0 0 0,1-1 0 0 0,-1 0 0 0 0,1 1 0 0 0,-1-1-1 0 0,1 0 1 0 0,0 2 0 0 0,5 1 30 0 0,-6-3-32 0 0,1 0 1 0 0,-1 0-1 0 0,0 0 1 0 0,0 0-1 0 0,1 0 0 0 0,-1 0 1 0 0,0 0-1 0 0,0 0 1 0 0,1 0-1 0 0,-1 0 1 0 0,0 0-1 0 0,0 0 0 0 0,1 0 1 0 0,-1 0-1 0 0,0 0 1 0 0,0 0-1 0 0,0 0 1 0 0,1 0-1 0 0,-1 0 0 0 0,0 0 1 0 0,0 0-1 0 0,1 0 1 0 0,-1-1-1 0 0,0 1 1 0 0,0 0-1 0 0,0 0 0 0 0,1 0 1 0 0,-1 0-1 0 0,0 0 1 0 0,0-1-1 0 0,0 1 1 0 0,0 0-1 0 0,1 0 1 0 0,-1-1-1 0 0,0 1 16 0 0,0 0 1 0 0,0 0-1 0 0,0-1 1 0 0,0 1-1 0 0,0 0 0 0 0,0 0 1 0 0,1 0-1 0 0,-1 0 1 0 0,0 0-1 0 0,0 0 0 0 0,0-1 1 0 0,0 1-1 0 0,0 0 1 0 0,0 0-1 0 0,1 0 0 0 0,-1 0 1 0 0,0 0-1 0 0,0 0 1 0 0,0 0-1 0 0,0 0 0 0 0,1 0 1 0 0,-1 0-1 0 0,0 0 1 0 0,0 0-1 0 0,0 0 0 0 0,0 0 1 0 0,1 0-1 0 0,-1 0 0 0 0,0 0 1 0 0,0 0-1 0 0,0 0 1 0 0,0 0-1 0 0,1 0 0 0 0,-1 0 1 0 0,0 0-1 0 0,0 0 1 0 0,0 0-1 0 0,1 0 0 0 0,3 4-5 0 0,0 1-23 0 0,-3-4-49 0 0</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05.882"/>
    </inkml:context>
    <inkml:brush xml:id="br0">
      <inkml:brushProperty name="width" value="0.05" units="cm"/>
      <inkml:brushProperty name="height" value="0.05" units="cm"/>
      <inkml:brushProperty name="color" value="#004F8B"/>
    </inkml:brush>
  </inkml:definitions>
  <inkml:trace contextRef="#ctx0" brushRef="#br0">2 1235 919 0 0,'0'0'5578'0'0,"2"2"-4624"0"0,-1-1-864 0 0,0 0 0 0 0,0-1-1 0 0,-1 1 1 0 0,1 0 0 0 0,-1 0-1 0 0,1 0 1 0 0,-1 0 0 0 0,1-1-1 0 0,-1 1 1 0 0,1 0 0 0 0,-1 0-1 0 0,0 0 1 0 0,0 0 0 0 0,1 0-1 0 0,-1 0 1 0 0,0 0 0 0 0,0 0-1 0 0,0 2 1 0 0,-7 20 2502 0 0,6-21-1460 0 0,-2 7 2891 0 0,5-20-3891 0 0,1-3 241 0 0,0-1 0 0 0,-1 0 1 0 0,-1 1-1 0 0,0-26 1 0 0,-1 30-298 0 0,0 0 1 0 0,1 1 0 0 0,0-1-1 0 0,0 1 1 0 0,6-17 0 0 0,0-5 127 0 0,-4 9 38 0 0,0-28 0 0 0,-1 8 4 0 0,8-12 251 0 0,-3 18-338 0 0,-5 23-99 0 0,9-44 56 0 0,2 3-37 0 0,11-52 102 0 0,-12 58-74 0 0,-7 32-68 0 0,-1 4 23 0 0,1 0 0 0 0,1 0 0 0 0,9-15 0 0 0,-8 16 37 0 0,-1 0-1 0 0,-1 0 1 0 0,7-17-1 0 0,-9 20-64 0 0,0 1 0 0 0,1 0 0 0 0,-1 0-1 0 0,7-7 1 0 0,-3 2 10 0 0,14-16 115 0 0,1 2-65 0 0,32-32 0 0 0,-48 53-94 0 0,-4 3 1 0 0,0 0 0 0 0,-1 0 0 0 0,1 0 0 0 0,0 0 0 0 0,0 0 0 0 0,-1 0 0 0 0,1-1 0 0 0,-1 1 0 0 0,0 0 0 0 0,1-4 0 0 0,-1 3 10 0 0,10-13 31 0 0,7-3 5 0 0,-7 7 38 0 0,16-21-1 0 0,-26 31-80 0 0,1-1 1 0 0,-1 1-1 0 0,1 0 0 0 0,-1 0 0 0 0,1 0 0 0 0,0 1 0 0 0,0-1 1 0 0,0 0-1 0 0,4-2 0 0 0,2-2 29 0 0,-7 4 20 0 0,1 2 11 0 0,64-25 128 0 0,-37 9-137 0 0,5-2 18 0 0,-20 12-70 0 0,-11 4-14 0 0,-1 1-1 0 0,1 0 1 0 0,0-1 0 0 0,0 1-1 0 0,-1 0 1 0 0,1 1 0 0 0,4-2-1 0 0,24 0 63 0 0,33-2 105 0 0,-45 2-54 0 0,0 0 0 0 0,0-1 0 0 0,26-7 0 0 0,19-3 251 0 0,-38 8-157 0 0,40-14 0 0 0,-62 18-180 0 0,-1 1-1 0 0,0-1 0 0 0,1 1 1 0 0,-1-1-1 0 0,1 1 1 0 0,4 1-1 0 0,9-2 5 0 0,-1-1 27 0 0,0 1 0 0 0,-1 0 0 0 0,1 1 1 0 0,0 1-1 0 0,22 4 0 0 0,-26-4 63 0 0,-9-1-81 0 0,-1 1-1 0 0,1-1 0 0 0,-1 1 0 0 0,1-1 0 0 0,-1 1 0 0 0,1 0 1 0 0,3 2-1 0 0,-2-2 49 0 0,3 0 0 0 0,-6 0-10 0 0,2 0-14 0 0,19 4-40 0 0,-18-5-15 0 0,12 2 5 0 0,-13-4-6 0 0,-2 1-12 0 0,1 0-118 0 0,-1 0-786 0 0,7-7-678 0 0,-5 2-1507 0 0</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06.517"/>
    </inkml:context>
    <inkml:brush xml:id="br0">
      <inkml:brushProperty name="width" value="0.05" units="cm"/>
      <inkml:brushProperty name="height" value="0.05" units="cm"/>
      <inkml:brushProperty name="color" value="#004F8B"/>
    </inkml:brush>
  </inkml:definitions>
  <inkml:trace contextRef="#ctx0" brushRef="#br0">23 0 2303 0 0,'-2'0'8196'0'0,"-11"6"-877"0"0,6 11-4626 0 0,6-15-1878 0 0,3 0-566 0 0,7 10 97 0 0,2-1 1 0 0,-1-1-1 0 0,21 16 0 0 0,-4-3 149 0 0,-23-20-464 0 0,5 4 35 0 0,4 0 13 0 0,14 13-63 0 0,-22-17-16 0 0,17 11 0 0 0,-18-11 25 0 0,16 15 91 0 0,-15-15-25 0 0,-4-2-69 0 0,1 0 1 0 0,-1 0 0 0 0,0 0-1 0 0,1 0 1 0 0,-1 1 0 0 0,0-1-1 0 0,0 0 1 0 0,0 1 0 0 0,0-1-1 0 0,0 0 1 0 0,0 1 0 0 0,0-1 0 0 0,-1 1-1 0 0,1 0 1 0 0,-1-1 0 0 0,1 1-1 0 0,-1 0 1 0 0,1-1 0 0 0,-1 1-1 0 0,0 0 1 0 0,0-1 0 0 0,0 1-1 0 0,0 2 1 0 0,1-1-23 0 0,0 2 0 0 0,-5 12 0 0 0,3-14 0 0 0,0-1 0 0 0,1 1 0 0 0,-1 0 0 0 0,0-1-1 0 0,-1 1 1 0 0,1 0 0 0 0,0-1 0 0 0,-1 1 0 0 0,-2 2 0 0 0,0 1 12 0 0,-8 13 134 0 0,0 0 1 0 0,-1 0 0 0 0,-1-2-1 0 0,-21 22 1 0 0,28-34-6 0 0,1 0 0 0 0,-1 0 0 0 0,-9 5 0 0 0,-5 4 127 0 0,19-13-164 0 0,-7 1 66 0 0,6 0-135 0 0,1-1-1 0 0,0 0 1 0 0,-1 0-1 0 0,1 0 1 0 0,-1-1 0 0 0,-4 2-1 0 0,-2-5-831 0 0,3-3-3893 0 0</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08.204"/>
    </inkml:context>
    <inkml:brush xml:id="br0">
      <inkml:brushProperty name="width" value="0.05" units="cm"/>
      <inkml:brushProperty name="height" value="0.05" units="cm"/>
      <inkml:brushProperty name="color" value="#004F8B"/>
    </inkml:brush>
  </inkml:definitions>
  <inkml:trace contextRef="#ctx0" brushRef="#br0">0 3 1375 0 0,'0'0'20952'0'0,"3"-1"-20704"0"0,-3 1-234 0 0,0-1 0 0 0,1 1-1 0 0,-1 0 1 0 0,1 0 0 0 0,-1 0 0 0 0,1 0 0 0 0,-1 0-1 0 0,1-1 1 0 0,-1 1 0 0 0,1 0 0 0 0,-1 0-1 0 0,1 0 1 0 0,-1 0 0 0 0,1 1 0 0 0,-1-1-1 0 0,1 0 1 0 0,-1 0 0 0 0,1 0 0 0 0,-1 0-1 0 0,1 0 1 0 0,-1 1 0 0 0,1-1 0 0 0,-1 0 0 0 0,1 0-1 0 0,-1 1 1 0 0,0-1 0 0 0,1 0 0 0 0,-1 1-1 0 0,1-1 1 0 0,0 2 34 0 0,1 0 1 0 0,-1 0-1 0 0,0-1 0 0 0,0 1 0 0 0,0 0 0 0 0,0 0 0 0 0,1 4 1 0 0,2 5 207 0 0,3 24 1 0 0,-7-34-249 0 0,12 54 493 0 0,-7-35-385 0 0,0 0-1 0 0,1 23 1 0 0,5 44 249 0 0,1 3 134 0 0,-11-76-297 0 0,1 0 1 0 0,6 17-1 0 0,1 12 282 0 0,-7-32-446 0 0,-2-9 257 0 0,1-3-198 0 0,0-5-130 0 0,-1 5-446 0 0,1-2-368 0 0,-1 0-1 0 0,0 0 0 0 0,0 1 1 0 0,0-1-1 0 0,-1 0 0 0 0,0-4 1 0 0</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08.681"/>
    </inkml:context>
    <inkml:brush xml:id="br0">
      <inkml:brushProperty name="width" value="0.05" units="cm"/>
      <inkml:brushProperty name="height" value="0.05" units="cm"/>
      <inkml:brushProperty name="color" value="#004F8B"/>
    </inkml:brush>
  </inkml:definitions>
  <inkml:trace contextRef="#ctx0" brushRef="#br0">1 168 7599 0 0,'0'0'12932'0'0,"2"0"-12672"0"0,57-9 776 0 0,-38 7-612 0 0,0-2-1 0 0,41-11 1 0 0,85-31 1258 0 0,-54 18-776 0 0,82-26 695 0 0,-174 53-1589 0 0,0 1 1 0 0,0 0-1 0 0,1-1 0 0 0,-1 1 1 0 0,0 0-1 0 0,0 0 0 0 0,0 0 0 0 0,0 0 1 0 0,0 0-1 0 0,1 0 0 0 0,0 0 1 0 0,1 0 22 0 0,0 1 0 0 0,1-1 0 0 0,-1-1 0 0 0,0 1 0 0 0,0 0 1 0 0,0-1-1 0 0,0 1 0 0 0,4-2 0 0 0,16-3 216 0 0</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09.191"/>
    </inkml:context>
    <inkml:brush xml:id="br0">
      <inkml:brushProperty name="width" value="0.05" units="cm"/>
      <inkml:brushProperty name="height" value="0.05" units="cm"/>
      <inkml:brushProperty name="color" value="#004F8B"/>
    </inkml:brush>
  </inkml:definitions>
  <inkml:trace contextRef="#ctx0" brushRef="#br0">1 0 14279 0 0,'0'0'6744'0'0,"1"2"-6276"0"0,10 19 397 0 0,-1 1 0 0 0,0 0 0 0 0,6 25 0 0 0,-8 9-254 0 0,-8-54-535 0 0,2 14 16 0 0,-1-10-72 0 0,-1-1 0 0 0,1 1 1 0 0,-1-1-1 0 0,4 9 0 0 0,0-4-35 0 0,-3-7-294 0 0</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09.573"/>
    </inkml:context>
    <inkml:brush xml:id="br0">
      <inkml:brushProperty name="width" value="0.05" units="cm"/>
      <inkml:brushProperty name="height" value="0.05" units="cm"/>
      <inkml:brushProperty name="color" value="#004F8B"/>
    </inkml:brush>
  </inkml:definitions>
  <inkml:trace contextRef="#ctx0" brushRef="#br0">1 0 919 0 0,'0'0'21392'0'0,"9"7"-24732"0"0</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09.940"/>
    </inkml:context>
    <inkml:brush xml:id="br0">
      <inkml:brushProperty name="width" value="0.05" units="cm"/>
      <inkml:brushProperty name="height" value="0.05" units="cm"/>
      <inkml:brushProperty name="color" value="#004F8B"/>
    </inkml:brush>
  </inkml:definitions>
  <inkml:trace contextRef="#ctx0" brushRef="#br0">1 1 11743 0 0,'0'0'9911'0'0,"1"1"-9526"0"0,10 19-81 0 0,0 1 0 0 0,12 36 0 0 0,-12-28-269 0 0,11 35-6 0 0,9 87 48 0 0,-10-35-26 0 0,-19-106-57 0 0,-2-7-4 0 0,1 1-1 0 0,0-1 0 0 0,0 0 1 0 0,0 0-1 0 0,0 0 1 0 0,0 0-1 0 0,0 0 0 0 0,1 0 1 0 0,0 0-1 0 0,-1-1 0 0 0,1 1 1 0 0,2 2-1 0 0,0 0-147 0 0,-1-2-370 0 0</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10.305"/>
    </inkml:context>
    <inkml:brush xml:id="br0">
      <inkml:brushProperty name="width" value="0.05" units="cm"/>
      <inkml:brushProperty name="height" value="0.05" units="cm"/>
      <inkml:brushProperty name="color" value="#004F8B"/>
    </inkml:brush>
  </inkml:definitions>
  <inkml:trace contextRef="#ctx0" brushRef="#br0">1 135 3247 0 0,'0'0'150'0'0,"0"-2"-9"0"0,3-24-146 0 0,-2 6 1509 0 0,3 1 3389 0 0,-3 17-4389 0 0,0-1 0 0 0,0 0-1 0 0,0 1 1 0 0,0-1 0 0 0,0 0 0 0 0,1 1 0 0 0,-1-1-1 0 0,1 1 1 0 0,0 0 0 0 0,0 0 0 0 0,0-1 0 0 0,0 1-1 0 0,4-3 1 0 0,-1 1-224 0 0,0 1-1 0 0,0 0 0 0 0,0 0 1 0 0,1 0-1 0 0,-1 0 0 0 0,1 1 1 0 0,-1 0-1 0 0,1 0 0 0 0,0 1 0 0 0,0 0 1 0 0,9-1-1 0 0,-4 1-62 0 0,1 0 0 0 0,-1 1 0 0 0,0 1 0 0 0,1 0 0 0 0,13 3 0 0 0,-14-1-120 0 0,0 0 1 0 0,0 1-1 0 0,0 0 1 0 0,-1 1-1 0 0,0 0 1 0 0,0 0-1 0 0,0 1 1 0 0,0 1-1 0 0,-1 0 1 0 0,0 0 0 0 0,15 16-1 0 0,-22-19-13 0 0,1-1 0 0 0,-1 1 0 0 0,1 0 0 0 0,-1-1-1 0 0,0 1 1 0 0,-1 0 0 0 0,1 0 0 0 0,-1 0 0 0 0,0 1 0 0 0,0-1-1 0 0,0 0 1 0 0,0 0 0 0 0,-1 1 0 0 0,1-1 0 0 0,-1 0 0 0 0,0 1-1 0 0,-1-1 1 0 0,1 1 0 0 0,-1-1 0 0 0,0 0 0 0 0,0 0 0 0 0,0 0-1 0 0,-1 1 1 0 0,-1 3 0 0 0,2-6-55 0 0,0-1 0 0 0,0 1 0 0 0,0 0 0 0 0,0-1 0 0 0,0 1-1 0 0,0-1 1 0 0,-1 1 0 0 0,1-1 0 0 0,-1 0 0 0 0,1 0 0 0 0,-1 1 0 0 0,1-1 0 0 0,-1 0-1 0 0,-3 1 1 0 0,-25 9 407 0 0,24-9-409 0 0,0-1 2 0 0,0-1-1 0 0,0 1 1 0 0,0-1-1 0 0,1 0 1 0 0,-1 0-1 0 0,0-1 1 0 0,0 0-1 0 0,0 0 1 0 0,0 0-1 0 0,1-1 1 0 0,-1 1 0 0 0,1-1-1 0 0,-7-3 1 0 0,-12-4 51 0 0,-9-7-732 0 0,30 15 240 0 0,-7-15-5577 0 0,8 10 2918 0 0</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10.877"/>
    </inkml:context>
    <inkml:brush xml:id="br0">
      <inkml:brushProperty name="width" value="0.05" units="cm"/>
      <inkml:brushProperty name="height" value="0.05" units="cm"/>
      <inkml:brushProperty name="color" value="#004F8B"/>
    </inkml:brush>
  </inkml:definitions>
  <inkml:trace contextRef="#ctx0" brushRef="#br0">177 12 11055 0 0,'0'0'10538'0'0,"-2"-1"-10205"0"0,-1 0-237 0 0,0 0 1 0 0,0 0 0 0 0,0 1-1 0 0,0-1 1 0 0,-1 1-1 0 0,1-1 1 0 0,0 1-1 0 0,0 0 1 0 0,0 0 0 0 0,0 0-1 0 0,0 1 1 0 0,-1-1-1 0 0,1 1 1 0 0,0 0 0 0 0,-5 2-1 0 0,1-2-44 0 0,0 2 1 0 0,0-1-1 0 0,1 1 0 0 0,-1 0 0 0 0,1 0 1 0 0,-1 1-1 0 0,1-1 0 0 0,0 2 0 0 0,0-1 0 0 0,1 1 1 0 0,-1-1-1 0 0,1 1 0 0 0,0 1 0 0 0,1-1 1 0 0,-1 1-1 0 0,-7 12 0 0 0,7-6 1 0 0,0 0-42 0 0,3 1-11 0 0,2-8-7 0 0,-1 0 1 0 0,1 1-1 0 0,0-1 0 0 0,1 1 1 0 0,-1-1-1 0 0,1 0 0 0 0,0 1 0 0 0,0-1 1 0 0,1 0-1 0 0,0 0 0 0 0,0 0 1 0 0,3 6-1 0 0,-4-8 6 0 0,5 6 9 0 0,0 0 0 0 0,0-1 0 0 0,1 0 0 0 0,0 0 0 0 0,1-1 0 0 0,-1 0 0 0 0,15 10 0 0 0,-20-15-8 0 0,1-1 0 0 0,0 1 1 0 0,0-1-1 0 0,0 1 0 0 0,0-1 0 0 0,0 0 0 0 0,0 0 0 0 0,0 0 0 0 0,0-1 1 0 0,0 1-1 0 0,1-1 0 0 0,-1 0 0 0 0,0 0 0 0 0,0 0 0 0 0,1 0 1 0 0,-1 0-1 0 0,6-2 0 0 0,2-1-4 0 0,0 0 1 0 0,0 0 0 0 0,16-9-1 0 0,-21 9 0 0 0,-1 0 0 0 0,0 0-1 0 0,0-1 1 0 0,0 0-1 0 0,0 0 1 0 0,-1-1-1 0 0,1 1 1 0 0,-1-1-1 0 0,0 0 1 0 0,-1 0 0 0 0,6-8-1 0 0,-8 8 18 0 0,1 1-1 0 0,-1-1 1 0 0,0 1-1 0 0,0-1 0 0 0,-1 0 1 0 0,1 1-1 0 0,-1-1 1 0 0,0 0-1 0 0,-1-4 1 0 0,1-1 1 0 0,-1 4 54 0 0,1 0 0 0 0,-1 0 0 0 0,-1 0 0 0 0,1 1 0 0 0,-1-1 0 0 0,0 0 0 0 0,0 1 0 0 0,-1-1 0 0 0,1 1 0 0 0,-1 0 0 0 0,0 0 0 0 0,-1 0 0 0 0,1 0 0 0 0,-1 1 0 0 0,0-1 0 0 0,-8-6 0 0 0,5 5 20 0 0,1 1 0 0 0,-1-1 0 0 0,-1 1 0 0 0,1 1 1 0 0,-1-1-1 0 0,0 1 0 0 0,0 1 0 0 0,0-1 0 0 0,0 1 0 0 0,-16-3 0 0 0,20 6-93 0 0,0-1 0 0 0,-1 1-1 0 0,1 0 1 0 0,0 0 0 0 0,-1 0-1 0 0,1 0 1 0 0,-1 1 0 0 0,1 0 0 0 0,0 0-1 0 0,0 0 1 0 0,0 0 0 0 0,0 1 0 0 0,0 0-1 0 0,0 0 1 0 0,0 0 0 0 0,0 0-1 0 0,0 0 1 0 0,1 1 0 0 0,-1-1 0 0 0,-3 5-1 0 0,6-6-484 0 0,-1 8-4673 0 0,-6 2 3328 0 0,6-9 830 0 0</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11.500"/>
    </inkml:context>
    <inkml:brush xml:id="br0">
      <inkml:brushProperty name="width" value="0.05" units="cm"/>
      <inkml:brushProperty name="height" value="0.05" units="cm"/>
      <inkml:brushProperty name="color" value="#004F8B"/>
    </inkml:brush>
  </inkml:definitions>
  <inkml:trace contextRef="#ctx0" brushRef="#br0">278 10 15663 0 0,'0'0'1572'0'0,"-3"0"-1321"0"0,-5-2-22 0 0,-2 0 453 0 0,-1 0-1 0 0,1 0 0 0 0,0 1 1 0 0,-1 1-1 0 0,1 0 0 0 0,-1 0 1 0 0,-12 3-1 0 0,18-2-553 0 0,-1 1 1 0 0,1 1 0 0 0,-1-1-1 0 0,1 1 1 0 0,0 0 0 0 0,0 0 0 0 0,0 0-1 0 0,-5 5 1 0 0,-33 34 470 0 0,26-25-374 0 0,11-10-218 0 0,0-1-1 0 0,0 1 1 0 0,1 1-1 0 0,0-1 0 0 0,0 0 1 0 0,1 1-1 0 0,0 0 0 0 0,0 0 1 0 0,1 1-1 0 0,0-1 0 0 0,0 1 1 0 0,-1 11-1 0 0,4-16-70 0 0,0-2 73 0 0,0 0-1 0 0,1 0 1 0 0,-1-1-1 0 0,1 1 1 0 0,0 0-1 0 0,-1 0 1 0 0,1 0-1 0 0,0 0 1 0 0,0-1-1 0 0,0 1 1 0 0,0-1-1 0 0,1 1 1 0 0,-1 0 0 0 0,0-1-1 0 0,1 0 1 0 0,-1 1-1 0 0,1-1 1 0 0,-1 0-1 0 0,1 0 1 0 0,-1 0-1 0 0,1 0 1 0 0,0 0-1 0 0,0 0 1 0 0,2 1-1 0 0,-2-1-16 0 0,9 2 7 0 0,-1 0-1 0 0,1 0 1 0 0,0-1-1 0 0,0-1 1 0 0,0 0-1 0 0,0 0 1 0 0,17-2-1 0 0,-15 1 1 0 0,-5 0-58 0 0,-1-1-1 0 0,1 0 0 0 0,-1 0 1 0 0,1 0-1 0 0,7-3 1 0 0,-11 2-301 0 0,0 1 1 0 0,0-1-1 0 0,0 0 1 0 0,0 0-1 0 0,0 0 1 0 0,-1 0-1 0 0,1-1 1 0 0,-1 1-1 0 0,0-1 1 0 0,5-4-1 0 0,-7 5-359 0 0,1-1 0 0 0,-1 0 0 0 0,0 1 0 0 0,1-1-1 0 0,-1 0 1 0 0,0 0 0 0 0,-1 1 0 0 0,1-1 0 0 0,0 0 0 0 0,-1-4-1 0 0,2-3-725 0 0,6-12-1975 0 0</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11.896"/>
    </inkml:context>
    <inkml:brush xml:id="br0">
      <inkml:brushProperty name="width" value="0.05" units="cm"/>
      <inkml:brushProperty name="height" value="0.05" units="cm"/>
      <inkml:brushProperty name="color" value="#004F8B"/>
    </inkml:brush>
  </inkml:definitions>
  <inkml:trace contextRef="#ctx0" brushRef="#br0">26 1 10479 0 0,'0'0'2243'0'0,"-1"2"-1007"0"0,0 5-176 0 0,-3 10 534 0 0,1 1-1 0 0,-1 31 1 0 0,-5 263 2698 0 0,6-226-3393 0 0,2-46-576 0 0,2 1 0 0 0,12 79 0 0 0,-12-115-313 0 0,0 0 0 0 0,0 0 0 0 0,1 0 0 0 0,0 0 0 0 0,0 0 0 0 0,1-1 0 0 0,4 9 0 0 0,-5-11-4 0 0,0 0 1 0 0,-1 1-1 0 0,1-1 0 0 0,0 0 0 0 0,0-1 0 0 0,0 1 1 0 0,0 0-1 0 0,0-1 0 0 0,1 1 0 0 0,-1-1 1 0 0,0 1-1 0 0,1-1 0 0 0,-1 0 0 0 0,1 0 0 0 0,0 0 1 0 0,-1-1-1 0 0,4 1 0 0 0,-4-1-81 0 0,0 0 0 0 0,0 0 0 0 0,0 0 0 0 0,1-1-1 0 0,-1 1 1 0 0,0-1 0 0 0,0 1 0 0 0,0-1 0 0 0,0 0 0 0 0,0 0 0 0 0,0 0-1 0 0,-1 0 1 0 0,1 0 0 0 0,2-3 0 0 0,24-20-3555 0 0,-27 23 3367 0 0,19-22-5825 0 0,-13 11 2956 0 0</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12.312"/>
    </inkml:context>
    <inkml:brush xml:id="br0">
      <inkml:brushProperty name="width" value="0.05" units="cm"/>
      <inkml:brushProperty name="height" value="0.05" units="cm"/>
      <inkml:brushProperty name="color" value="#004F8B"/>
    </inkml:brush>
  </inkml:definitions>
  <inkml:trace contextRef="#ctx0" brushRef="#br0">90 184 11631 0 0,'0'0'2758'0'0,"2"1"-1932"0"0,5 3-46 0 0,-5-3 254 0 0,-1-1-584 0 0,7 1-350 0 0,0 0 0 0 0,0-1 0 0 0,0 0 0 0 0,0-1-1 0 0,0 0 1 0 0,0 0 0 0 0,-1 0 0 0 0,1-1 0 0 0,0 0-1 0 0,-1-1 1 0 0,0 0 0 0 0,1 0 0 0 0,-1 0 0 0 0,0-1 0 0 0,0 0-1 0 0,-1-1 1 0 0,0 1 0 0 0,1-1 0 0 0,-1 0 0 0 0,-1-1 0 0 0,1 0-1 0 0,7-10 1 0 0,-12 14-39 0 0,0 0-1 0 0,0 0 0 0 0,-1 1 1 0 0,1-1-1 0 0,0 0 0 0 0,-1 0 1 0 0,0 0-1 0 0,0 0 0 0 0,1 0 1 0 0,-1 0-1 0 0,0 0 0 0 0,0 0 0 0 0,-1 0 1 0 0,1 0-1 0 0,0 0 0 0 0,-1 1 1 0 0,1-1-1 0 0,-1 0 0 0 0,0 0 1 0 0,1 0-1 0 0,-1 0 0 0 0,0 1 1 0 0,0-1-1 0 0,0 0 0 0 0,0 1 1 0 0,-2-3-1 0 0,-4-4 121 0 0,0-1-1 0 0,-1 2 1 0 0,-10-10-1 0 0,15 14-92 0 0,0 1-46 0 0,-1-1 0 0 0,0 1 0 0 0,1 0 0 0 0,-1 0 0 0 0,0 0 0 0 0,-1 1 0 0 0,1-1 0 0 0,0 1 0 0 0,0 0 0 0 0,0 0 0 0 0,-1 0 0 0 0,1 1 0 0 0,-7 0 0 0 0,1-1-10 0 0,0 2 0 0 0,0 0 0 0 0,0 0 0 0 0,-16 4 0 0 0,21-3-24 0 0,1-1 0 0 0,0 1 0 0 0,0 0-1 0 0,0 0 1 0 0,0 1 0 0 0,0-1 0 0 0,0 1 0 0 0,0 0 0 0 0,1 0 0 0 0,-1 0 0 0 0,1 0 0 0 0,0 1 0 0 0,0-1 0 0 0,-4 7-1 0 0,2-1 11 0 0,-1 1-1 0 0,2-1 0 0 0,0 1 0 0 0,0 0 0 0 0,-3 13 0 0 0,6-18-18 0 0,0-1 0 0 0,0 1-1 0 0,0 0 1 0 0,1 0 0 0 0,0 0-1 0 0,0 0 1 0 0,0 0 0 0 0,1 0 0 0 0,0 0-1 0 0,0 0 1 0 0,0-1 0 0 0,0 1 0 0 0,1 0-1 0 0,0-1 1 0 0,0 1 0 0 0,0-1-1 0 0,0 1 1 0 0,1-1 0 0 0,-1 0 0 0 0,1 0-1 0 0,0 0 1 0 0,1 0 0 0 0,-1-1-1 0 0,6 5 1 0 0,-2-2-1 0 0,0-1-1 0 0,0 0 1 0 0,1 0-1 0 0,-1-1 1 0 0,1 1-1 0 0,0-2 1 0 0,0 1-1 0 0,1-1 1 0 0,-1-1 0 0 0,1 1-1 0 0,-1-1 1 0 0,16 1-1 0 0,-5-3 9 0 0,-1-1 0 0 0,1-1-1 0 0,0-1 1 0 0,-1 0 0 0 0,27-9 0 0 0,-44 12-216 0 0,1-1 0 0 0,0 1 0 0 0,-1-1 0 0 0,1 0 1 0 0,-1 1-1 0 0,1-1 0 0 0,-1 0 0 0 0,0 0 0 0 0,1 0 1 0 0,-1 0-1 0 0,0 0 0 0 0,1 0 0 0 0,-1-1 0 0 0,0 1 0 0 0,2-3 1 0 0,2-4-1093 0 0</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29.378"/>
    </inkml:context>
    <inkml:brush xml:id="br0">
      <inkml:brushProperty name="width" value="0.05" units="cm"/>
      <inkml:brushProperty name="height" value="0.05" units="cm"/>
      <inkml:brushProperty name="color" value="#004F8B"/>
    </inkml:brush>
  </inkml:definitions>
  <inkml:trace contextRef="#ctx0" brushRef="#br0">0 452 11743 0 0,'0'0'576'0'0,"10"-5"126"0"0,26-23-176 0 0,-11 10 1124 0 0,-2-2-1 0 0,0 0 1 0 0,25-29 0 0 0,-37 35-1212 0 0,-1 0-1 0 0,0-1 1 0 0,-1 0 0 0 0,11-26-1 0 0,-7 6 240 0 0,10-39-1 0 0,-20 63-543 0 0,0-1 0 0 0,0 1 0 0 0,-1-1 0 0 0,-1 1 0 0 0,0-21-1 0 0,-1 31-116 0 0,0 0 0 0 0,0 1 0 0 0,0-1 0 0 0,0 0 0 0 0,0 1 0 0 0,0-1 0 0 0,0 0 0 0 0,0 1 0 0 0,0-1 0 0 0,0 0 0 0 0,0 1 0 0 0,-1-1 0 0 0,1 1 0 0 0,0-1 0 0 0,0 0 0 0 0,-1 1 0 0 0,1-1 0 0 0,-1 1 0 0 0,1-1 0 0 0,0 1 0 0 0,-1-2 0 0 0,0 2-4 0 0,1 0 1 0 0,-1 0-1 0 0,1 0 0 0 0,-1 0 1 0 0,1 0-1 0 0,-1 0 1 0 0,1 0-1 0 0,0 0 0 0 0,-1 0 1 0 0,1 0-1 0 0,-1 1 1 0 0,1-1-1 0 0,-1 0 1 0 0,1 0-1 0 0,0 0 0 0 0,-1 0 1 0 0,1 1-1 0 0,-1-1 1 0 0,1 0-1 0 0,0 0 0 0 0,-1 1 1 0 0,1 0-1 0 0,-3 1 21 0 0,0 1 0 0 0,1-1 0 0 0,-1 1 0 0 0,1 0 0 0 0,-4 6 0 0 0,0 6-15 0 0,1 1 1 0 0,0 0-1 0 0,1 0 0 0 0,1 0 1 0 0,0 0-1 0 0,0 33 0 0 0,2-18-2 0 0,2-1 0 0 0,0 1 0 0 0,3-1 0 0 0,0 0 0 0 0,2 0 0 0 0,1-1 0 0 0,14 36 0 0 0,-11-35-48 0 0,-5-16 18 0 0,0 0 0 0 0,0-1 0 0 0,12 21 0 0 0,7 0 14 0 0,-15-21 0 0 0,0-1 0 0 0,9 20 0 0 0,-6-14 2 0 0,-11-16-3 0 0,1 0 1 0 0,-1-1-1 0 0,0 1 0 0 0,1 0 0 0 0,-1 0 0 0 0,0 0 0 0 0,1 5 1 0 0,0 0 14 0 0,-1 0 1 0 0,0 0-1 0 0,0 0 1 0 0,-1 11-1 0 0,-1-16-2 0 0,1-1 0 0 0,-1 0 0 0 0,0 0 0 0 0,1 0 0 0 0,-1 0 0 0 0,0 0 0 0 0,0 0 0 0 0,0 0-1 0 0,0 0 1 0 0,0 0 0 0 0,0 0 0 0 0,0 0 0 0 0,0 0 0 0 0,-2 0 0 0 0,-1 2 21 0 0,1 0-34 0 0,0 0 0 0 0,0-1 0 0 0,0 1-1 0 0,0-1 1 0 0,0 1 0 0 0,-1-1 0 0 0,1-1 0 0 0,-1 1-1 0 0,0 0 1 0 0,1-1 0 0 0,-1 1 0 0 0,0-1-1 0 0,0 0 1 0 0,0-1 0 0 0,0 1 0 0 0,0-1 0 0 0,0 1-1 0 0,0-1 1 0 0,-8-1 0 0 0,-5 0-1 0 0,-27 4 1 0 0,32-1 4 0 0,-1-1 1 0 0,0-1 0 0 0,0 0-1 0 0,-14-2 1 0 0,19 1 27 0 0,1 0 1 0 0,-16 1-1 0 0,17 1-15 0 0,0-1-1 0 0,1 0 0 0 0,-1 0 0 0 0,0-1 1 0 0,0 0-1 0 0,-7-1 0 0 0,6-1-4 0 0,5 2 298 0 0,29-3-589 0 0,4 0 296 0 0,1 2 0 0 0,0 1 0 0 0,32 4 0 0 0,41 16-63 0 0,-59-9 205 0 0,12 4-260 0 0,-45-13 41 0 0,-3-4 49 0 0,-1 0 27 0 0,-7 2 186 0 0,-5 1-148 0 0,-3 0-36 0 0,0-1 0 0 0,-1 0 0 0 0,-9-4 1 0 0,12 4-17 0 0,0 0 0 0 0,0-1 0 0 0,0 1 0 0 0,-1 1 1 0 0,1-1-1 0 0,0 0 0 0 0,-1 1 0 0 0,1 0 1 0 0,-1 0-1 0 0,1 1 0 0 0,0-1 0 0 0,-1 1 1 0 0,-4 1-1 0 0,-9 4 54 0 0,-16 8-8 0 0,32-13-207 0 0</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13.364"/>
    </inkml:context>
    <inkml:brush xml:id="br0">
      <inkml:brushProperty name="width" value="0.05" units="cm"/>
      <inkml:brushProperty name="height" value="0.05" units="cm"/>
      <inkml:brushProperty name="color" value="#004F8B"/>
    </inkml:brush>
  </inkml:definitions>
  <inkml:trace contextRef="#ctx0" brushRef="#br0">11 235 4607 0 0,'0'0'12354'0'0,"2"1"-12128"0"0,1 0-162 0 0,1 1-1 0 0,-1-1 0 0 0,0 0 1 0 0,1 0-1 0 0,-1 0 1 0 0,1-1-1 0 0,-1 1 1 0 0,1-1-1 0 0,0 1 0 0 0,-1-1 1 0 0,1 0-1 0 0,-1-1 1 0 0,5 0-1 0 0,0-1 110 0 0,0 0-1 0 0,-1 0 1 0 0,1-1 0 0 0,-1 0-1 0 0,9-6 1 0 0,13-4 289 0 0,9-5 332 0 0,-34 16-676 0 0,1-1-1 0 0,0 0 1 0 0,-1 0-1 0 0,1 0 1 0 0,-1-1-1 0 0,0 0 1 0 0,0 1-1 0 0,-1-1 1 0 0,1-1-1 0 0,-1 1 1 0 0,0 0-1 0 0,0-1 1 0 0,0 0-1 0 0,-1 1 1 0 0,5-11-1 0 0,-6 11-44 0 0,0 1-3 0 0,0 0 1 0 0,0-1 0 0 0,0 1-1 0 0,0 0 1 0 0,-1-1-1 0 0,1 1 1 0 0,-1-1-1 0 0,0 1 1 0 0,0-1-1 0 0,0 1 1 0 0,0-1 0 0 0,-1 1-1 0 0,0 0 1 0 0,1-1-1 0 0,-1 1 1 0 0,0 0-1 0 0,-3-5 1 0 0,2 4-54 0 0,0 0 1 0 0,0 1-1 0 0,0 0 1 0 0,-1-1-1 0 0,0 1 1 0 0,0 0-1 0 0,0 0 1 0 0,0 1-1 0 0,0-1 1 0 0,0 1-1 0 0,-1-1 0 0 0,1 1 1 0 0,-1 0-1 0 0,1 0 1 0 0,-1 1-1 0 0,0-1 1 0 0,0 1-1 0 0,-8-2 1 0 0,-6 2 61 0 0,13 4-65 0 0,1-1-1 0 0,-14 3-10 0 0,4-2-17 0 0,0 1 0 0 0,-14 7 0 0 0,24-9 10 0 0,1 0 1 0 0,-1 0 0 0 0,0 0 0 0 0,1 0 0 0 0,0 1 0 0 0,0-1 0 0 0,-1 1 0 0 0,1 0-1 0 0,1 0 1 0 0,-1 0 0 0 0,-4 7 0 0 0,2-2 14 0 0,1 0-1 0 0,-1 0 1 0 0,1 1 0 0 0,1 0-1 0 0,-3 10 1 0 0,-2 5-22 0 0,7-20 2 0 0,0-1 4 0 0,1 0 0 0 0,-1 0 1 0 0,1 0-1 0 0,0 0 0 0 0,0 0 0 0 0,0 0 0 0 0,1 0 0 0 0,0 4 0 0 0,-1-1 5 0 0,1 1 0 0 0,1-1 0 0 0,-1 1 0 0 0,1 0 0 0 0,3 6 0 0 0,-3-8 0 0 0,-1-2 0 0 0,0-1 0 0 0,0 1 0 0 0,-1-1 0 0 0,2 0 0 0 0,-1 1 0 0 0,0-1 0 0 0,0 0 0 0 0,1 0 0 0 0,-1 0 0 0 0,1 0 0 0 0,0 0 0 0 0,0 0 0 0 0,-1 0 0 0 0,1-1 0 0 0,4 3 0 0 0,0 0 0 0 0,12 8 17 0 0,-10-11 22 0 0,-3-1-12 0 0,6 1 60 0 0,0-1 1 0 0,0 0 0 0 0,1-1-1 0 0,-1 0 1 0 0,0 0 0 0 0,0-1-1 0 0,0 0 1 0 0,0-1 0 0 0,-1-1-1 0 0,15-6 1 0 0,-15 6-81 0 0,-1-1 0 0 0,0 0 0 0 0,-1-1 0 0 0,13-10 0 0 0,-12 10-138 0 0,-8 4-554 0 0,3-1 47 0 0</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13.842"/>
    </inkml:context>
    <inkml:brush xml:id="br0">
      <inkml:brushProperty name="width" value="0.05" units="cm"/>
      <inkml:brushProperty name="height" value="0.05" units="cm"/>
      <inkml:brushProperty name="color" value="#004F8B"/>
    </inkml:brush>
  </inkml:definitions>
  <inkml:trace contextRef="#ctx0" brushRef="#br0">92 1 12671 0 0,'0'0'1272'0'0,"-3"1"-1170"0"0,-6 3 182 0 0,3-2 1510 0 0,1 0 1 0 0,-1 0-1 0 0,-9 6 1 0 0,2 4-2087 0 0,11-11 325 0 0,0 1-1 0 0,0 0 0 0 0,0 0 1 0 0,0 0-1 0 0,1 0 0 0 0,-1 0 1 0 0,1 0-1 0 0,-1 1 0 0 0,1-1 1 0 0,0 0-1 0 0,0 1 0 0 0,0-1 1 0 0,0 1-1 0 0,1-1 0 0 0,-1 1 1 0 0,1 0-1 0 0,-1-1 0 0 0,1 1 1 0 0,0-1-1 0 0,0 1 0 0 0,0 0 1 0 0,1 4-1 0 0,-1-6-32 0 0,1 0 0 0 0,-1 0 0 0 0,0 0 0 0 0,0 0 0 0 0,0 0 0 0 0,1 0 0 0 0,-1 0 0 0 0,1 0 0 0 0,-1-1 0 0 0,0 1 0 0 0,1 0 0 0 0,-1 0 0 0 0,1-1 0 0 0,0 1 0 0 0,-1 0 0 0 0,1-1 0 0 0,0 1 0 0 0,-1 0 0 0 0,1-1 0 0 0,0 1 0 0 0,0 0 0 0 0,3 1 0 0 0,6 8 0 0 0,-2-4 0 0 0,0 0 0 0 0,0 0 0 0 0,1 0 0 0 0,8 4 0 0 0,2 0 0 0 0,18 10 119 0 0,-28-16-53 0 0,0 1 0 0 0,0 0 1 0 0,-1 0-1 0 0,0 0 0 0 0,0 1 0 0 0,0 0 0 0 0,10 11 0 0 0,-17-15 126 0 0,0-1-134 0 0,-1 0 1 0 0,1 0-1 0 0,0 0 0 0 0,-1 0 0 0 0,1 0 0 0 0,-1 0 1 0 0,0 0-1 0 0,1 0 0 0 0,-1 0 0 0 0,0 1 0 0 0,1-1 1 0 0,-1 0-1 0 0,0 0 0 0 0,0 0 0 0 0,0 0 0 0 0,0 0 1 0 0,0 1-1 0 0,0-1 0 0 0,-1 0 0 0 0,1 0 0 0 0,0 0 1 0 0,-1 0-1 0 0,1 0 0 0 0,0 0 0 0 0,-1 0 0 0 0,1 0 1 0 0,-1 0-1 0 0,0 0 0 0 0,1 0 0 0 0,-1 0 1 0 0,0 0-1 0 0,-1 1 0 0 0,0 2 109 0 0,0-1-62 0 0,0 0 1 0 0,-1-1-1 0 0,1 1 1 0 0,0-1-1 0 0,-1 0 0 0 0,1 0 1 0 0,-1 0-1 0 0,0 0 0 0 0,0 0 1 0 0,-4 2-1 0 0,-31 10 728 0 0,33-13-751 0 0,1 0-1 0 0,-1 0 0 0 0,0 0 1 0 0,1-1-1 0 0,-1 0 1 0 0,1 0-1 0 0,-1 0 1 0 0,0-1-1 0 0,1 0 1 0 0,-1 0-1 0 0,1 0 1 0 0,-1 0-1 0 0,1-1 0 0 0,0 1 1 0 0,-1-1-1 0 0,-4-3 1 0 0,2 1-151 0 0,0-1 0 0 0,0 0 0 0 0,0 0-1 0 0,0-1 1 0 0,1 1 0 0 0,0-1 0 0 0,-8-12 0 0 0,13 17-355 0 0,0-1 0 0 0,1 1 0 0 0,0 0-1 0 0,-1-1 1 0 0,1 1 0 0 0,0-1 0 0 0,0 1 0 0 0,0-1-1 0 0,0 0 1 0 0,0-1 0 0 0,0-3-3798 0 0</inkml:trace>
</inkml:ink>
</file>

<file path=ppt/ink/ink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14.238"/>
    </inkml:context>
    <inkml:brush xml:id="br0">
      <inkml:brushProperty name="width" value="0.05" units="cm"/>
      <inkml:brushProperty name="height" value="0.05" units="cm"/>
      <inkml:brushProperty name="color" value="#004F8B"/>
    </inkml:brush>
  </inkml:definitions>
  <inkml:trace contextRef="#ctx0" brushRef="#br0">0 1 6559 0 0,'0'0'16352'0'0,"1"2"-15787"0"0,23 99 1335 0 0,-3-18-1569 0 0,4 94 118 0 0,-4-25 291 0 0,-15-113-676 0 0,-2-15-36 0 0,1 0 0 0 0,11 35 0 0 0,-10-44 10 0 0,15 27-1 0 0,-20-41-38 0 0,-1 0-1 0 0,0 0 1 0 0,1 0 0 0 0,-1 0-1 0 0,1 0 1 0 0,0 0-1 0 0,-1 0 1 0 0,1 0 0 0 0,0 0-1 0 0,-1 0 1 0 0,1 0-1 0 0,0-1 1 0 0,0 1 0 0 0,0 0-1 0 0,0-1 1 0 0,0 1-1 0 0,-1 0 1 0 0,1-1 0 0 0,0 1-1 0 0,2 0 1 0 0,0 0-279 0 0</inkml:trace>
</inkml:ink>
</file>

<file path=ppt/ink/ink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14.586"/>
    </inkml:context>
    <inkml:brush xml:id="br0">
      <inkml:brushProperty name="width" value="0.05" units="cm"/>
      <inkml:brushProperty name="height" value="0.05" units="cm"/>
      <inkml:brushProperty name="color" value="#004F8B"/>
    </inkml:brush>
  </inkml:definitions>
  <inkml:trace contextRef="#ctx0" brushRef="#br0">1 61 1375 0 0,'0'0'66'0'0,"6"-7"426"0"0,-3 4 885 0 0,0 0 1 0 0,-1 1-1 0 0,1-1 1 0 0,0 1-1 0 0,1 0 1 0 0,2-2-1 0 0,24-9 3320 0 0,-11 9-3149 0 0,27-4 0 0 0,-35 6-877 0 0,50-3 1073 0 0,-56 4-1668 0 0,0 0-1 0 0,0 1 1 0 0,0 0 0 0 0,0 0-1 0 0,0 0 1 0 0,0 1 0 0 0,0-1-1 0 0,0 1 1 0 0,0 1 0 0 0,5 1-1 0 0,23 6-632 0 0,-10-3-4962 0 0,-22-6 5191 0 0</inkml:trace>
</inkml:ink>
</file>

<file path=ppt/ink/ink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14.921"/>
    </inkml:context>
    <inkml:brush xml:id="br0">
      <inkml:brushProperty name="width" value="0.05" units="cm"/>
      <inkml:brushProperty name="height" value="0.05" units="cm"/>
      <inkml:brushProperty name="color" value="#004F8B"/>
    </inkml:brush>
  </inkml:definitions>
  <inkml:trace contextRef="#ctx0" brushRef="#br0">29 182 14623 0 0,'0'0'4274'0'0,"2"3"-3358"0"0,10 23 1364 0 0,17 53 0 0 0,-26-72-2319 0 0,-1 3 187 0 0,1 1 0 0 0,1 17 1 0 0,2 13 123 0 0,10 15-4 0 0,-15-55-1138 0 0,0-4-1289 0 0,-1-8-3304 0 0,0 8 3638 0 0,1-2-1786 0 0</inkml:trace>
  <inkml:trace contextRef="#ctx0" brushRef="#br0" timeOffset="1">0 0 1375 0 0,'0'0'17410'0'0</inkml:trace>
</inkml:ink>
</file>

<file path=ppt/ink/ink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15.699"/>
    </inkml:context>
    <inkml:brush xml:id="br0">
      <inkml:brushProperty name="width" value="0.05" units="cm"/>
      <inkml:brushProperty name="height" value="0.05" units="cm"/>
      <inkml:brushProperty name="color" value="#004F8B"/>
    </inkml:brush>
  </inkml:definitions>
  <inkml:trace contextRef="#ctx0" brushRef="#br0">1 0 1375 0 0,'1'3'4390'0'0,"0"-1"-3930"0"0,27 65 9726 0 0,-4 3-6791 0 0,-13-45-2694 0 0,-9-22-370 0 0,-1-1-10 0 0,5 11 195 0 0,10 26 0 0 0,2 8 579 0 0,-18-46-746 0 0,2 5-507 0 0,-1-6 225 0 0,-1 0-1 0 0,0 0 1 0 0,1 0 0 0 0,-1-1 0 0 0,0 1-1 0 0,1 0 1 0 0,-1 0 0 0 0,0 0 0 0 0,0-1-1 0 0,1 1 1 0 0,-1 0 0 0 0,0 0 0 0 0,0-1-1 0 0,0 1 1 0 0,1 0 0 0 0,-1-1 0 0 0,0 1-1 0 0,0 0 1 0 0,0-1 0 0 0,0 1 0 0 0,0 0-1 0 0,0-1 1 0 0,1 1 0 0 0,-1 0 0 0 0,0-1-1 0 0,0 1 1 0 0,0 0 0 0 0,0-1-1 0 0,6-20-17 0 0,-3 10-13 0 0,0 0 0 0 0,1 0 0 0 0,6-11-1 0 0,-9 20-28 0 0,0 0 0 0 0,0 0-1 0 0,-1 0 1 0 0,1 0-1 0 0,0 0 1 0 0,-1 0-1 0 0,1-4 1 0 0,0 1-5 0 0,0 0 0 0 0,0 0 0 0 0,1 0 0 0 0,-1 0 0 0 0,4-5-1 0 0,0 1-43 0 0,20-24 20 0 0,-24 32-31 0 0,1 1 0 0 0,9-1 53 0 0,2 1 42 0 0,0 6-31 0 0,-2 2-11 0 0,-8-5 0 0 0,0 0 1 0 0,-1 0-1 0 0,1 0 0 0 0,-1 1 1 0 0,3 5-1 0 0,11 37-55 0 0,-15-42 68 0 0,7 15 38 0 0,-7-17 146 0 0,1-1-152 0 0,-1-1-26 0 0,1 1 0 0 0,0-1 0 0 0,-1 0 0 0 0,1 1 0 0 0,-1-1 0 0 0,1 0-1 0 0,-1 0 1 0 0,1 0 0 0 0,0 0 0 0 0,-1 0 0 0 0,1-1 0 0 0,-1 1 0 0 0,1 0 0 0 0,-1-1-1 0 0,3 0 1 0 0,0-1 45 0 0,0 0 1 0 0,0 0-1 0 0,0-1 0 0 0,-1 1 0 0 0,6-6 1 0 0,-3 3 4 0 0,0-1 1 0 0,0-1-1 0 0,-1 1 0 0 0,0-1 1 0 0,8-14-1 0 0,-10 16-45 0 0,1 0-1 0 0,-1 0 0 0 0,1 0 1 0 0,4-4-1 0 0,-4 4 2 0 0,0 0 0 0 0,0 1 0 0 0,5-9-1 0 0,-8 11-12 0 0,1-1 0 0 0,-1 1 0 0 0,1 0 1 0 0,0 0-1 0 0,0 0 0 0 0,0 0 0 0 0,0 0 0 0 0,1 1 0 0 0,-1-1 0 0 0,4-2 0 0 0,4-3 13 0 0,-7 7-22 0 0,-1-1 0 0 0,0 0 1 0 0,0 1-1 0 0,0-1 0 0 0,0 1 0 0 0,0 0 1 0 0,1 0-1 0 0,-1 0 0 0 0,0 0 0 0 0,0 0 1 0 0,0 0-1 0 0,1 0 0 0 0,-1 1 0 0 0,0-1 1 0 0,3 2-1 0 0,-1-1 9 0 0,-4-1-9 0 0,1 0 0 0 0,0 1-1 0 0,-1-1 1 0 0,1 0 0 0 0,-1 1 0 0 0,1-1 0 0 0,-1 0 0 0 0,1 1 0 0 0,-1-1 0 0 0,1 1 0 0 0,-1-1 0 0 0,0 1-1 0 0,1-1 1 0 0,-1 1 0 0 0,0-1 0 0 0,1 1 0 0 0,-1-1 0 0 0,1 2 0 0 0,0 0 6 0 0,7 8 33 0 0,-5-6-28 0 0,0 0 0 0 0,-1 0 0 0 0,1 1 0 0 0,-1-1 0 0 0,0 1 0 0 0,0-1 0 0 0,2 10 0 0 0,0-1 96 0 0,1-1-32 0 0,0 0 1 0 0,-1 1-1 0 0,-1-1 1 0 0,0 1-1 0 0,-1 0 1 0 0,0 0-1 0 0,-1 0 1 0 0,-1 19-1 0 0,-1-23-98 0 0,0-7-141 0 0,21-8-4018 0 0,-17 5 3007 0 0,0-1 1 0 0,0 1-1 0 0,0-1 0 0 0,0 1 0 0 0,0-1 0 0 0,3-3 0 0 0,7-6-5694 0 0</inkml:trace>
</inkml:ink>
</file>

<file path=ppt/ink/ink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16.176"/>
    </inkml:context>
    <inkml:brush xml:id="br0">
      <inkml:brushProperty name="width" value="0.05" units="cm"/>
      <inkml:brushProperty name="height" value="0.05" units="cm"/>
      <inkml:brushProperty name="color" value="#004F8B"/>
    </inkml:brush>
  </inkml:definitions>
  <inkml:trace contextRef="#ctx0" brushRef="#br0">122 49 2759 0 0,'1'-8'275'0'0,"-1"4"3034"0"0,-3-16 425 0 0,3 10 724 0 0,-1 10-4316 0 0,1 0 0 0 0,0-1-1 0 0,0 1 1 0 0,-1-1-1 0 0,1 1 1 0 0,0-1 0 0 0,0 1-1 0 0,-1 0 1 0 0,1-1-1 0 0,0 1 1 0 0,-1 0 0 0 0,1-1-1 0 0,0 1 1 0 0,-1 0-1 0 0,1 0 1 0 0,-1-1 0 0 0,1 1-1 0 0,0 0 1 0 0,-1 0 0 0 0,1 0-1 0 0,-1-1 1 0 0,1 1-1 0 0,-1 0 1 0 0,1 0 0 0 0,-1 0-1 0 0,1 0 1 0 0,-1 0-1 0 0,1 0 1 0 0,-1 0 0 0 0,1 0-1 0 0,-1 0 1 0 0,-16 1 964 0 0,14 0-1009 0 0,0 0 1 0 0,0 0 0 0 0,0 0 0 0 0,0 0 0 0 0,0 0-1 0 0,0 1 1 0 0,1-1 0 0 0,-1 1 0 0 0,0 0 0 0 0,1-1-1 0 0,-1 1 1 0 0,1 1 0 0 0,0-1 0 0 0,-1 0 0 0 0,1 1-1 0 0,0-1 1 0 0,-2 4 0 0 0,-1 4 110 0 0,0-1 0 0 0,1 1 0 0 0,-6 20 0 0 0,-1 2 106 0 0,9-27-306 0 0,1-1 0 0 0,0 1 0 0 0,0 0 0 0 0,1 0 0 0 0,-1-1-1 0 0,1 1 1 0 0,0 0 0 0 0,1 5 0 0 0,7 40 60 0 0,-4-37-26 0 0,4 5-29 0 0,-4-15-13 0 0,-1-1-2 0 0,-2-1-3 0 0,1 1 0 0 0,-1 0 0 0 0,1 0 0 0 0,0-1 0 0 0,0 1 0 0 0,0-1 0 0 0,0 0 0 0 0,0 1 0 0 0,0-1 0 0 0,0 0 0 0 0,0 0 0 0 0,0 0 0 0 0,1 0 0 0 0,-1-1 0 0 0,3 1 0 0 0,-1 0 8 0 0,-1-1 13 0 0,0-1 1 0 0,0 1-1 0 0,1-1 1 0 0,-1 1-1 0 0,0-1 1 0 0,0 0-1 0 0,1 0 0 0 0,-1-1 1 0 0,3-1-1 0 0,-5 2-10 0 0,2 0-4 0 0,0-1-1 0 0,0 0 1 0 0,0 0-1 0 0,0 0 0 0 0,-1 0 1 0 0,1 0-1 0 0,-1-1 0 0 0,1 1 1 0 0,-1-1-1 0 0,0 0 0 0 0,0 0 1 0 0,0 0-1 0 0,1-3 1 0 0,3-6 60 0 0,-1 0 0 0 0,4-16 1 0 0,-2 6 237 0 0,-4 14-88 0 0,-1 0 0 0 0,-1 0-1 0 0,0 0 1 0 0,0-1 0 0 0,0-13 0 0 0,-1 20-30 0 0,-1-12 2357 0 0,0 27-2453 0 0,0 0 0 0 0,0 1 0 0 0,1-1 0 0 0,1 0 1 0 0,0 0-1 0 0,3 14 0 0 0,7 6-48 0 0,-6-18-112 0 0,-1-12 84 0 0,-2-3-8 0 0,0 2-38 0 0,0 0 0 0 0,1 0 0 0 0,-1 0 0 0 0,1-1 0 0 0,0 1 0 0 0,-1-1-1 0 0,1 0 1 0 0,0 0 0 0 0,0 0 0 0 0,0 0 0 0 0,0 0 0 0 0,0-1 0 0 0,0 1 0 0 0,6 0 0 0 0,8-2-3313 0 0,-1-4-4597 0 0,-7 2 755 0 0</inkml:trace>
</inkml:ink>
</file>

<file path=ppt/ink/ink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16.526"/>
    </inkml:context>
    <inkml:brush xml:id="br0">
      <inkml:brushProperty name="width" value="0.05" units="cm"/>
      <inkml:brushProperty name="height" value="0.05" units="cm"/>
      <inkml:brushProperty name="color" value="#004F8B"/>
    </inkml:brush>
  </inkml:definitions>
  <inkml:trace contextRef="#ctx0" brushRef="#br0">172 58 2759 0 0,'0'0'488'0'0,"1"-2"1008"0"0,-1 1-1098 0 0,1 0-1 0 0,-1 0 1 0 0,1 0-1 0 0,-1-1 1 0 0,0 1-1 0 0,1 0 0 0 0,-1 0 1 0 0,0-1-1 0 0,0 1 1 0 0,0 0-1 0 0,0 0 0 0 0,0-1 1 0 0,0 1-1 0 0,0 0 1 0 0,0 0-1 0 0,0-1 0 0 0,-1 1 1 0 0,1 0-1 0 0,-1 0 1 0 0,1 0-1 0 0,-1-1 1 0 0,1 1-1 0 0,-1 0 0 0 0,1 0 1 0 0,-1 0-1 0 0,0 0 1 0 0,0 0-1 0 0,0 0 0 0 0,1 0 1 0 0,-1 1-1 0 0,0-1 1 0 0,-2-1-1 0 0,-17-8 4938 0 0,-3 3-4461 0 0,20 7-801 0 0,1 0 0 0 0,-1 0-1 0 0,1-1 1 0 0,-1 2 0 0 0,1-1 0 0 0,-1 0 0 0 0,1 0-1 0 0,-1 1 1 0 0,1-1 0 0 0,-1 1 0 0 0,1 0 0 0 0,-1 0-1 0 0,1 0 1 0 0,0 0 0 0 0,0 0 0 0 0,-1 0-1 0 0,1 1 1 0 0,-3 2 0 0 0,2-2-50 0 0,0 1 0 0 0,0 0 0 0 0,1-1 0 0 0,-1 1 0 0 0,0 1 1 0 0,1-1-1 0 0,0 0 0 0 0,0 0 0 0 0,0 1 0 0 0,0 0 0 0 0,-1 3 0 0 0,-11 27 82 0 0,9-21-63 0 0,0 0 1 0 0,-3 16-1 0 0,2-5-42 0 0,5-23 0 0 0,1 1 0 0 0,-1-1 0 0 0,1 1 0 0 0,0 0 0 0 0,0-1 0 0 0,0 1 0 0 0,-1 0 0 0 0,1-1 0 0 0,1 1 0 0 0,-1 0 0 0 0,0-1 0 0 0,0 1 0 0 0,1 0 0 0 0,0 1 0 0 0,-1-2 0 0 0,5 18 11 0 0,-1-15 12 0 0,-1-2-4 0 0,0 2-23 0 0,0 0 0 0 0,0-1 0 0 0,0 1 0 0 0,1 0-1 0 0,-1-1 1 0 0,1 0 0 0 0,0 0 0 0 0,0 0 0 0 0,0-1 0 0 0,0 1-1 0 0,0-1 1 0 0,1 0 0 0 0,-1 0 0 0 0,1 0 0 0 0,-1-1-1 0 0,1 1 1 0 0,0-1 0 0 0,-1 0 0 0 0,1-1 0 0 0,5 1-1 0 0,1-1 26 0 0,1 0-1 0 0,-1-1 1 0 0,0-1-1 0 0,13-2 1 0 0,-19 2-488 0 0,0 0 1 0 0,0 0-1 0 0,0 0 1 0 0,7-4 0 0 0,-9 4-712 0 0,1-1 0 0 0,0 0 0 0 0,-1 0 0 0 0,0 0 1 0 0,0 0-1 0 0,3-4 0 0 0,3-4-5513 0 0</inkml:trace>
</inkml:ink>
</file>

<file path=ppt/ink/ink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16.891"/>
    </inkml:context>
    <inkml:brush xml:id="br0">
      <inkml:brushProperty name="width" value="0.05" units="cm"/>
      <inkml:brushProperty name="height" value="0.05" units="cm"/>
      <inkml:brushProperty name="color" value="#004F8B"/>
    </inkml:brush>
  </inkml:definitions>
  <inkml:trace contextRef="#ctx0" brushRef="#br0">36 7 15551 0 0,'0'0'356'0'0,"-5"-1"50"0"0,-20-4 6931 0 0,22 36-6047 0 0,2-25-1149 0 0,0 1 1 0 0,0 0-1 0 0,1-1 1 0 0,1 13-1 0 0,14 70 407 0 0,5 32-81 0 0,7 51-59 0 0,-19-126-314 0 0,-5-36-31 0 0,0 1 0 0 0,0-1-1 0 0,8 17 1 0 0,-10-25 25 0 0,-1-1-81 0 0,1 0 0 0 0,-1 0 0 0 0,1 0 0 0 0,-1 0 0 0 0,1-1 0 0 0,-1 1 0 0 0,1 0 0 0 0,0 0 0 0 0,-1-1 0 0 0,1 1 0 0 0,1 0 0 0 0,0 1-3 0 0,-1-1-132 0 0,0 1 0 0 0,1-1 0 0 0,-1 0 0 0 0,1 1-1 0 0,-1-1 1 0 0,1 0 0 0 0,-1 0 0 0 0,1 0 0 0 0,-1 0 0 0 0,1-1 0 0 0,0 1 0 0 0,-1 0-1 0 0,1-1 1 0 0,0 1 0 0 0,0-1 0 0 0,0 0 0 0 0,-1 1 0 0 0,1-1 0 0 0,0 0 0 0 0,0 0-1 0 0,0 0 1 0 0,0 0 0 0 0,0-1 0 0 0,-1 1 0 0 0,1 0 0 0 0,3-2 0 0 0,2-1-680 0 0,0 0 0 0 0,0-1 0 0 0,-1 0 0 0 0,1 0 1 0 0,6-6-1 0 0,-9 7 600 0 0,8-6-2369 0 0,-3 3 72 0 0,-1 0-1 0 0,0-1 1 0 0,10-10-1 0 0,-4-1-1045 0 0</inkml:trace>
</inkml:ink>
</file>

<file path=ppt/ink/ink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17.242"/>
    </inkml:context>
    <inkml:brush xml:id="br0">
      <inkml:brushProperty name="width" value="0.05" units="cm"/>
      <inkml:brushProperty name="height" value="0.05" units="cm"/>
      <inkml:brushProperty name="color" value="#004F8B"/>
    </inkml:brush>
  </inkml:definitions>
  <inkml:trace contextRef="#ctx0" brushRef="#br0">138 74 13359 0 0,'0'0'1011'0'0,"-2"-1"-682"0"0,-5-7 575 0 0,0 1-1 0 0,-1 1 0 0 0,-13-9 1 0 0,18 13-619 0 0,0 0 0 0 0,-1 1 0 0 0,1-1 0 0 0,0 1 1 0 0,0 0-1 0 0,0 0 0 0 0,-1 0 0 0 0,1 0 0 0 0,-1 1 1 0 0,-5-1-1 0 0,7 1-220 0 0,0 1-1 0 0,1-1 1 0 0,-1 0 0 0 0,0 1 0 0 0,0 0 0 0 0,0-1 0 0 0,0 1-1 0 0,0 0 1 0 0,1 0 0 0 0,-1 0 0 0 0,0 0 0 0 0,1 1 0 0 0,-1-1-1 0 0,1 0 1 0 0,-1 1 0 0 0,1-1 0 0 0,0 1 0 0 0,0-1-1 0 0,-1 1 1 0 0,1-1 0 0 0,0 1 0 0 0,0 0 0 0 0,1 0 0 0 0,-1-1-1 0 0,0 1 1 0 0,0 3 0 0 0,-2 4 13 0 0,0 0 0 0 0,1 0 1 0 0,0 1-1 0 0,0 10 0 0 0,3-8-25 0 0,-2-10-56 0 0,1 0 0 0 0,1-1 0 0 0,-1 1 0 0 0,0-1 0 0 0,0 1-1 0 0,1-1 1 0 0,-1 1 0 0 0,1-1 0 0 0,-1 1 0 0 0,1-1-1 0 0,-1 1 1 0 0,1-1 0 0 0,1 2 0 0 0,1 2-15 0 0,-1 1 20 0 0,1-1 0 0 0,0 1 0 0 0,0-1 0 0 0,0 0 0 0 0,0 0 0 0 0,1 0 0 0 0,-1 0 0 0 0,1 0 0 0 0,1-1 0 0 0,-1 0 0 0 0,1 1 0 0 0,-1-2 1 0 0,1 1-1 0 0,0-1 0 0 0,1 1 0 0 0,-1-1 0 0 0,0-1 0 0 0,1 1 0 0 0,0-1 0 0 0,-1 0 0 0 0,1 0 0 0 0,0-1 0 0 0,8 2 0 0 0,-4-2 12 0 0,-1-1-1 0 0,1 1 1 0 0,-1-2 0 0 0,0 1-1 0 0,1-1 1 0 0,-1-1 0 0 0,1 1-1 0 0,12-5 1 0 0,-17 4-4 0 0,0 0 0 0 0,0 0 0 0 0,0 0 0 0 0,0-1 1 0 0,0 0-1 0 0,-1 0 0 0 0,1 0 0 0 0,-1 0 0 0 0,0-1 0 0 0,0 1 1 0 0,0-1-1 0 0,0 0 0 0 0,0-1 0 0 0,-1 1 0 0 0,6-9 0 0 0,-8 9 24 0 0,0 1 0 0 0,0-1-1 0 0,0 1 1 0 0,-1-1 0 0 0,1 1-1 0 0,-1-1 1 0 0,1 0 0 0 0,-1 1-1 0 0,-1-1 1 0 0,1 1-1 0 0,0-1 1 0 0,-1 0 0 0 0,0 1-1 0 0,1-1 1 0 0,-2 1 0 0 0,1-1-1 0 0,0 1 1 0 0,-3-5 0 0 0,0 0 89 0 0,-1 0 0 0 0,0-1 0 0 0,0 2 1 0 0,-1-1-1 0 0,-11-12 0 0 0,11 14-15 0 0,-1 0 0 0 0,0 1-1 0 0,0 0 1 0 0,-12-7 0 0 0,16 10-82 0 0,0 0 0 0 0,0 1 1 0 0,-1-1-1 0 0,1 1 0 0 0,-1 0 0 0 0,0 0 1 0 0,1 0-1 0 0,-1 0 0 0 0,0 1 0 0 0,1 0 1 0 0,-1 0-1 0 0,-7 0 0 0 0,-12 2 151 0 0,19-2-160 0 0,0 0 0 0 0,0 1-1 0 0,0-1 1 0 0,0 1 0 0 0,0 0 0 0 0,1-1 0 0 0,-1 2 0 0 0,0-1 0 0 0,0 0 0 0 0,1 1 0 0 0,-1 0 0 0 0,0 0 0 0 0,-3 2-1 0 0,4-1-48 0 0,-1 0 0 0 0,1-1-1 0 0,0 1 1 0 0,0 0 0 0 0,0 1-1 0 0,1-1 1 0 0,-1 0-1 0 0,1 1 1 0 0,-1-1 0 0 0,1 1-1 0 0,0 0 1 0 0,1 0-1 0 0,-3 7 1 0 0,3-9-501 0 0,1 0-539 0 0,0 0 572 0 0,1 0-1 0 0,-1 0 1 0 0,0-1-1 0 0,1 1 0 0 0,-1 0 1 0 0,1 0-1 0 0,-1 0 0 0 0,1-1 1 0 0,1 3-1 0 0,5 7-6773 0 0,7 8 2895 0 0</inkml:trace>
</inkml:ink>
</file>

<file path=ppt/ink/ink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17.610"/>
    </inkml:context>
    <inkml:brush xml:id="br0">
      <inkml:brushProperty name="width" value="0.05" units="cm"/>
      <inkml:brushProperty name="height" value="0.05" units="cm"/>
      <inkml:brushProperty name="color" value="#004F8B"/>
    </inkml:brush>
  </inkml:definitions>
  <inkml:trace contextRef="#ctx0" brushRef="#br0">1 46 8639 0 0,'0'0'8776'0'0,"0"3"-8054"0"0,51 156 3191 0 0,-50-155-3815 0 0,1-1 1 0 0,1 1-1 0 0,-1 0 1 0 0,0 0-1 0 0,1-1 1 0 0,4 5-1 0 0,5 7 147 0 0,-5-5-92 0 0,37 55 1333 0 0,-42-63-1217 0 0,-1 0-170 0 0,5 3-3 0 0,-5-4 380 0 0,-1-3-412 0 0,-1-13-25 0 0,-1-1 1 0 0,-1 1-1 0 0,-7-25 1 0 0,-1-3 6 0 0,7 23-33 0 0,0-1 0 0 0,1-21-1 0 0,2 34-10 0 0,1-1 0 0 0,1 1 0 0 0,0 0 0 0 0,0 0 0 0 0,0 0-1 0 0,1 1 1 0 0,0-1 0 0 0,4-10 0 0 0,-4 15-4 0 0,-1 1 1 0 0,1-1-1 0 0,-1 1 1 0 0,1-1-1 0 0,0 1 1 0 0,0 0 0 0 0,0-1-1 0 0,1 1 1 0 0,4-3-1 0 0,-5 3 6 0 0,0 1-1 0 0,0-1 1 0 0,0 1-1 0 0,1-1 1 0 0,-1 1-1 0 0,0 0 0 0 0,1 0 1 0 0,-1 0-1 0 0,1 0 1 0 0,-1 1-1 0 0,1-1 1 0 0,0 1-1 0 0,-1-1 1 0 0,1 1-1 0 0,4 0 1 0 0,1 0-7 0 0,5 0-30 0 0,-1 1 0 0 0,1 1-1 0 0,-1-1 1 0 0,18 6-1 0 0,-7-2 111 0 0,-17-4-8 0 0,-4 0-27 0 0,18 13-93 0 0,-18-12-134 0 0,0-1 0 0 0,0 0 0 0 0,0 1 0 0 0,-1-1 1 0 0,1 1-1 0 0,-1 0 0 0 0,1-1 0 0 0,-1 1 0 0 0,0 0 0 0 0,1 0 0 0 0,-1 0 1 0 0,0 0-1 0 0,1 2 0 0 0</inkml:trace>
</inkml:ink>
</file>

<file path=ppt/ink/ink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20.032"/>
    </inkml:context>
    <inkml:brush xml:id="br0">
      <inkml:brushProperty name="width" value="0.05" units="cm"/>
      <inkml:brushProperty name="height" value="0.05" units="cm"/>
      <inkml:brushProperty name="color" value="#004F8B"/>
    </inkml:brush>
  </inkml:definitions>
  <inkml:trace contextRef="#ctx0" brushRef="#br0">1 42 9791 0 0,'19'-34'223'0'0,"-15"27"5682"0"0,-5 8-5771 0 0,-12 31-108 0 0,12-31-24 0 0,1-1 0 0 0,0 1 1 0 0,0-1-1 0 0,0 1 0 0 0,0-1 0 0 0,0 1 0 0 0,0-1 0 0 0,0 1 0 0 0,0-1 0 0 0,0 1 1 0 0,0 0-1 0 0,0-1 0 0 0,0 1 0 0 0,0-1 0 0 0,0 1 0 0 0,1 0 0 0 0,0 0 39 0 0,0 1-1 0 0,1-1 0 0 0,-1 0 1 0 0,1 0-1 0 0,-1 1 1 0 0,1-1-1 0 0,0-1 0 0 0,0 1 1 0 0,2 1-1 0 0,-2-1 184 0 0,0 0-112 0 0,0-1 0 0 0,0 0 0 0 0,0 1 0 0 0,0-1 0 0 0,0 0 0 0 0,4 0 0 0 0,-5 0-43 0 0,0 0 0 0 0,0 0 0 0 0,-1-1 0 0 0,1 1 0 0 0,0 0 0 0 0,0 0 0 0 0,-1 0 0 0 0,1-1 0 0 0,0 1 0 0 0,-1 0 0 0 0,1-1 0 0 0,0 1 0 0 0,-1 0 0 0 0,1-1 0 0 0,0 1 0 0 0,-1-1 0 0 0,1 1 0 0 0,-1-1 0 0 0,1 1 0 0 0,-1-1 0 0 0,1 0 0 0 0,-1 1 0 0 0,1-2 0 0 0,1-17 3495 0 0,-2 13-1964 0 0,-9 6-3636 0 0</inkml:trace>
</inkml:ink>
</file>

<file path=ppt/ink/ink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22.818"/>
    </inkml:context>
    <inkml:brush xml:id="br0">
      <inkml:brushProperty name="width" value="0.05" units="cm"/>
      <inkml:brushProperty name="height" value="0.05" units="cm"/>
      <inkml:brushProperty name="color" value="#004F8B"/>
    </inkml:brush>
  </inkml:definitions>
  <inkml:trace contextRef="#ctx0" brushRef="#br0">151 182 10591 0 0,'0'0'242'0'0,"0"-3"36"0"0,3-21 360 0 0,5-3 12603 0 0,-9 34-14876 0 0,-22 97 2063 0 0,-25 79-93 0 0,29-119-275 0 0,-17 56 178 0 0,1 42 841 0 0,35-161-798 0 0,5-13-226 0 0,1-4-110 0 0,-1-1 0 0 0,-1 0 1 0 0,0 0-1 0 0,3-26 0 0 0,-1 0-191 0 0,8-29-132 0 0,35-215-231 0 0,-36 163 364 0 0,-3 75 136 0 0,0-7 337 0 0,-9 48-158 0 0,-1 7 206 0 0,0 0-250 0 0,0 1-1 0 0,0 0 0 0 0,0 0 0 0 0,0 0 0 0 0,0-1 0 0 0,0 1 0 0 0,0 0 0 0 0,0 0 0 0 0,0 0 0 0 0,0 0 0 0 0,0-1 0 0 0,0 1 0 0 0,0 0 0 0 0,0 0 0 0 0,0 0 0 0 0,0 0 0 0 0,0-1 0 0 0,0 1 0 0 0,0 0 0 0 0,0 0 0 0 0,0 0 1 0 0,0 0-1 0 0,0-1 0 0 0,1 1 0 0 0,-1 0 0 0 0,0 0 0 0 0,0 0 0 0 0,0 0 0 0 0,0 0 0 0 0,0 0 0 0 0,1-1 0 0 0,-1 1 0 0 0,0 0 0 0 0,0 0 0 0 0,0 0 0 0 0,0 0 0 0 0,1 0 0 0 0,-1 0 0 0 0,0 0 0 0 0,0 0 0 0 0,0 0 0 0 0,10 5 338 0 0,12 18-445 0 0,-16-16 228 0 0,3 4-82 0 0,0 0 0 0 0,-1 1 0 0 0,0-1 0 0 0,-1 2 0 0 0,9 21 0 0 0,0 7 104 0 0,-2 2 1 0 0,14 73-1 0 0,-1-1 31 0 0,7 29-82 0 0,-8-37 150 0 0,-23-94-190 0 0,-2-9-113 0 0,-1 0 0 0 0,1 0 1 0 0,0 0-1 0 0,0-1 1 0 0,1 1-1 0 0,-1 0 1 0 0,4 5-1 0 0,-4-8-305 0 0</inkml:trace>
</inkml:ink>
</file>

<file path=ppt/ink/ink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23.184"/>
    </inkml:context>
    <inkml:brush xml:id="br0">
      <inkml:brushProperty name="width" value="0.05" units="cm"/>
      <inkml:brushProperty name="height" value="0.05" units="cm"/>
      <inkml:brushProperty name="color" value="#004F8B"/>
    </inkml:brush>
  </inkml:definitions>
  <inkml:trace contextRef="#ctx0" brushRef="#br0">0 28 7135 0 0,'0'0'2535'0'0,"3"0"-547"0"0,4 0-937 0 0,0-1 0 0 0,0-1 0 0 0,0 1 0 0 0,0-1 0 0 0,10-4-1 0 0,-8 3-148 0 0,1 0 0 0 0,19-4 0 0 0,-6 5-295 0 0,1 1 1 0 0,-1 2 0 0 0,0 0-1 0 0,38 7 1 0 0,-52-6-621 0 0,-1 0 0 0 0,0 1 0 0 0,1 0-1 0 0,-1 0 1 0 0,11 7 0 0 0,6 4-7323 0 0,-25-14 7103 0 0,12 8-6683 0 0</inkml:trace>
</inkml:ink>
</file>

<file path=ppt/ink/ink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23.568"/>
    </inkml:context>
    <inkml:brush xml:id="br0">
      <inkml:brushProperty name="width" value="0.05" units="cm"/>
      <inkml:brushProperty name="height" value="0.05" units="cm"/>
      <inkml:brushProperty name="color" value="#004F8B"/>
    </inkml:brush>
  </inkml:definitions>
  <inkml:trace contextRef="#ctx0" brushRef="#br0">1 0 2759 0 0,'2'1'5840'0'0,"22"22"2589"0"0,-10-7-6548 0 0,-4 2-1227 0 0,-1-3-123 0 0,-1 0 0 0 0,0 0 0 0 0,7 22 0 0 0,0 7 15 0 0,-8-27-323 0 0,-1 0 1 0 0,-1 1-1 0 0,4 20 1 0 0,-6-19-57 0 0,2 23 203 0 0,-5-40-183 0 0,0 0 33 0 0,1 2-251 0 0,-1 7 768 0 0,-5-11-342 0 0,-6-9-248 0 0,7 4-120 0 0,-1 0 0 0 0,1-1 0 0 0,1 1 0 0 0,-1-1 0 0 0,1 0 1 0 0,0 0-1 0 0,0 0 0 0 0,-2-9 0 0 0,-12-56 173 0 0,10 39-143 0 0,7 29-58 0 0,-1 0-1 0 0,1-1 0 0 0,-1 1 0 0 0,1 0 0 0 0,0-1 1 0 0,1 1-1 0 0,-1 0 0 0 0,0 0 0 0 0,1-1 0 0 0,0 1 1 0 0,0 0-1 0 0,0 0 0 0 0,0 0 0 0 0,0 0 0 0 0,3-4 1 0 0,2-2-11 0 0,0 0-1 0 0,0 0 1 0 0,11-9 0 0 0,-15 15 12 0 0,4-4 0 0 0,-6 6 0 0 0,1 0 0 0 0,0 0 0 0 0,-1 1 0 0 0,1-1 0 0 0,0 0 0 0 0,-1 0 0 0 0,1 1 0 0 0,0-1 0 0 0,0 0 0 0 0,-1 1 0 0 0,1-1 0 0 0,0 0 0 0 0,0 1 0 0 0,0 0 0 0 0,0-1 0 0 0,0 1 0 0 0,0-1 0 0 0,1 1 0 0 0,16-6 0 0 0,-14 5-197 0 0,1-1 0 0 0,0 0 0 0 0,-1 1 0 0 0,1 0 1 0 0,0 0-1 0 0,0 0 0 0 0,0 1 0 0 0,0 0 0 0 0,0 0 0 0 0,0 0 0 0 0,-1 0 0 0 0,9 2 0 0 0</inkml:trace>
</inkml:ink>
</file>

<file path=ppt/ink/ink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24.160"/>
    </inkml:context>
    <inkml:brush xml:id="br0">
      <inkml:brushProperty name="width" value="0.05" units="cm"/>
      <inkml:brushProperty name="height" value="0.05" units="cm"/>
      <inkml:brushProperty name="color" value="#004F8B"/>
    </inkml:brush>
  </inkml:definitions>
  <inkml:trace contextRef="#ctx0" brushRef="#br0">8 44 919 0 0,'-8'-43'24736'0'0,"26"99"-24488"0"0,-6-17-40 0 0,12 58 0 0 0,-1 57-137 0 0,23 130 85 0 0,-44-275-136 0 0,-1-1-9 0 0,1-1 0 0 0,0 0 0 0 0,6 12 0 0 0,-3-9 136 0 0,-7-21 156 0 0,-6-22 132 0 0,2 15-421 0 0,1 0 0 0 0,0-1 0 0 0,-2-28 0 0 0,6 41-8 0 0,1-1 0 0 0,0 0-1 0 0,0 1 1 0 0,0-1 0 0 0,1 0-1 0 0,0 1 1 0 0,1-1 0 0 0,-1 0 0 0 0,1 1-1 0 0,0 0 1 0 0,1-1 0 0 0,-1 1-1 0 0,6-8 1 0 0,-6 12 1 0 0,-1 0 0 0 0,0 0 0 0 0,1 1 0 0 0,-1-1 0 0 0,1 1 0 0 0,-1-1 0 0 0,1 1 0 0 0,0-1-1 0 0,2 0 1 0 0,13-7-102 0 0,-13 9 72 0 0,0 0 1 0 0,7-1 25 0 0,0-1 0 0 0,0 2 0 0 0,0-1 0 0 0,1 2 0 0 0,-1-1 0 0 0,0 2-1 0 0,0-1 1 0 0,0 2 0 0 0,0-1 0 0 0,-1 1 0 0 0,1 1 0 0 0,-1 0-1 0 0,1 0 1 0 0,-1 1 0 0 0,0 1 0 0 0,-1 0 0 0 0,0 0 0 0 0,0 1 0 0 0,0 0-1 0 0,0 0 1 0 0,8 11 0 0 0,0 1-19 0 0,25 36 0 0 0,-37-47 12 0 0,0 0 0 0 0,0 0 0 0 0,-1 1 0 0 0,-1-1 0 0 0,1 1 0 0 0,-2 0 0 0 0,5 19 0 0 0,-7-22 14 0 0,0 1 0 0 0,0 0 0 0 0,0 0-1 0 0,-1-1 1 0 0,1 1 0 0 0,-2 0 0 0 0,1-1 0 0 0,-1 1 0 0 0,0-1 0 0 0,0 1-1 0 0,-1-1 1 0 0,-5 9 0 0 0,1-5 52 0 0,5-6-10 0 0,0 0 0 0 0,0 0 0 0 0,-1 0-1 0 0,1 0 1 0 0,-1-1 0 0 0,0 1 0 0 0,-1-1 0 0 0,1 0-1 0 0,0 0 1 0 0,-1 0 0 0 0,0-1 0 0 0,1 1 0 0 0,-1-1-1 0 0,0 0 1 0 0,0 0 0 0 0,-6 2 0 0 0,4-2-11 0 0,-1-1-1 0 0,1 1 1 0 0,-1-1 0 0 0,0-1 0 0 0,0 1-1 0 0,1-1 1 0 0,-1-1 0 0 0,0 1 0 0 0,-8-3-1 0 0,-2-1 22 0 0,1 0 0 0 0,-24-12 0 0 0,30 11-31 0 0,0 0-1 0 0,1-1 1 0 0,-1 0 0 0 0,1-1-1 0 0,1 0 1 0 0,-1-1 0 0 0,-9-10-1 0 0,15 15-200 0 0,1 0 0 0 0,0 0 0 0 0,0 0 0 0 0,0 0 0 0 0,0 0 0 0 0,0-1 0 0 0,0 1 0 0 0,1 0 0 0 0,0-1 0 0 0,0 0 0 0 0,0 1 0 0 0,0-1 0 0 0,0 0 0 0 0,1-4 0 0 0,0 6-294 0 0,1 1 0 0 0,-1-1 1 0 0,1 1-1 0 0,0-1 0 0 0,0 1 1 0 0,0 0-1 0 0,0-1 0 0 0,0 1 1 0 0,0 0-1 0 0,0 0 0 0 0,2-2 1 0 0,1-1-1312 0 0,5-7-1681 0 0,-1 1-28 0 0</inkml:trace>
</inkml:ink>
</file>

<file path=ppt/ink/ink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24.653"/>
    </inkml:context>
    <inkml:brush xml:id="br0">
      <inkml:brushProperty name="width" value="0.05" units="cm"/>
      <inkml:brushProperty name="height" value="0.05" units="cm"/>
      <inkml:brushProperty name="color" value="#004F8B"/>
    </inkml:brush>
  </inkml:definitions>
  <inkml:trace contextRef="#ctx0" brushRef="#br0">88 29 11167 0 0,'0'0'856'0'0,"5"2"-585"0"0,18 4-98 0 0,-21-6-88 0 0,-1 0-1 0 0,1 0 0 0 0,-1 0 1 0 0,1 0-1 0 0,-1 0 1 0 0,0 0-1 0 0,1-1 0 0 0,-1 1 1 0 0,0 0-1 0 0,3-2 1 0 0,8-1 8070 0 0,-21-11-6348 0 0,7 12-1715 0 0,0 1 1 0 0,0 0-1 0 0,-1-1 0 0 0,1 1 1 0 0,0 0-1 0 0,-1 0 0 0 0,1 0 1 0 0,-1 1-1 0 0,0-1 1 0 0,1 0-1 0 0,-1 1 0 0 0,0 0 1 0 0,1 0-1 0 0,-1 0 1 0 0,0 0-1 0 0,1 0 0 0 0,-1 0 1 0 0,1 0-1 0 0,-1 1 0 0 0,0 0 1 0 0,1-1-1 0 0,-4 2 1 0 0,3 0-62 0 0,0-1-1 0 0,0 0 1 0 0,0 1 0 0 0,0 0 0 0 0,0 0 0 0 0,0 0 0 0 0,0 0-1 0 0,1 0 1 0 0,-1 0 0 0 0,1 1 0 0 0,-1-1 0 0 0,1 1 0 0 0,0 0 0 0 0,0 0-1 0 0,0 0 1 0 0,-2 6 0 0 0,-6 14-6 0 0,7-18-27 0 0,0 1-1 0 0,0 0 1 0 0,1 0-1 0 0,0 1 1 0 0,0-1-1 0 0,1 0 1 0 0,-1 1-1 0 0,2-1 1 0 0,-2 9-1 0 0,3-11 3 0 0,-1 1 0 0 0,0-1 0 0 0,1 1 0 0 0,0-1 0 0 0,0 1 0 0 0,0-1 0 0 0,0 1 0 0 0,1-1 0 0 0,0 0 0 0 0,0 0 0 0 0,0 0 0 0 0,0 0 0 0 0,1 0 0 0 0,5 6 0 0 0,1 1 0 0 0,-6-5 0 0 0,1-1 0 0 0,0 0 0 0 0,1-1 0 0 0,-1 1 0 0 0,1-1 0 0 0,0 1 0 0 0,0-2 0 0 0,0 1 0 0 0,0 0 0 0 0,1-1 0 0 0,0 0 0 0 0,-1 0 0 0 0,10 2 0 0 0,-9-3 4 0 0,0 0 1 0 0,0-1-1 0 0,0 1 0 0 0,0-2 1 0 0,0 1-1 0 0,1-1 0 0 0,-1 1 1 0 0,0-2-1 0 0,0 1 0 0 0,0-1 0 0 0,0 0 1 0 0,0 0-1 0 0,0 0 0 0 0,0-1 1 0 0,0 0-1 0 0,0 0 0 0 0,-1-1 1 0 0,1 0-1 0 0,-1 0 0 0 0,1 0 0 0 0,-1 0 1 0 0,0-1-1 0 0,-1 0 0 0 0,1 0 1 0 0,-1 0-1 0 0,1-1 0 0 0,-1 1 1 0 0,0-1-1 0 0,-1 0 0 0 0,6-10 0 0 0,-7 11 51 0 0,0-1 0 0 0,-1 0 0 0 0,1 1 0 0 0,-1-1 0 0 0,0 0 0 0 0,-1 0-1 0 0,1 1 1 0 0,-1-1 0 0 0,0 0 0 0 0,0 0 0 0 0,0 0 0 0 0,-3-9 0 0 0,-1-4 361 0 0,-12-34 1 0 0,14 46-361 0 0,-1 0 0 0 0,1 1 0 0 0,-1-1 0 0 0,0 1 0 0 0,-1 0 0 0 0,1 0 0 0 0,-8-8 0 0 0,8 11-48 0 0,0-1 0 0 0,1 1 0 0 0,-1-1 0 0 0,0 1 0 0 0,0 0 0 0 0,0 0 1 0 0,-1 0-1 0 0,1 1 0 0 0,0-1 0 0 0,-1 1 0 0 0,1 0 0 0 0,-1 0 0 0 0,-6-2 0 0 0,-1 4-66 0 0,8 1-111 0 0,1-1 1 0 0,0 1-1 0 0,0-1 0 0 0,0 1 1 0 0,-1 0-1 0 0,2 0 1 0 0,-1 0-1 0 0,0 0 0 0 0,0 0 1 0 0,1 0-1 0 0,-1 1 1 0 0,1-1-1 0 0,-1 0 0 0 0,1 1 1 0 0,0-1-1 0 0,0 1 1 0 0,0-1-1 0 0,-1 6 0 0 0,-2 5-3228 0 0</inkml:trace>
</inkml:ink>
</file>

<file path=ppt/ink/ink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25.036"/>
    </inkml:context>
    <inkml:brush xml:id="br0">
      <inkml:brushProperty name="width" value="0.05" units="cm"/>
      <inkml:brushProperty name="height" value="0.05" units="cm"/>
      <inkml:brushProperty name="color" value="#004F8B"/>
    </inkml:brush>
  </inkml:definitions>
  <inkml:trace contextRef="#ctx0" brushRef="#br0">3 9 7943 0 0,'-3'-8'14725'0'0,"4"10"-14050"0"0,8 24-12 0 0,-1-1-1 0 0,-2 1 0 0 0,0 1 1 0 0,2 37-1 0 0,0 117-262 0 0,-3-31 36 0 0,-2-114-365 0 0,2 0-1 0 0,10 40 1 0 0,-11-59-58 0 0,-1-4 20 0 0,0 0-1 0 0,1-1 1 0 0,0 1-1 0 0,1-1 1 0 0,9 17-1 0 0,1-11-12 0 0,-12-15-163 0 0,-2-1-8 0 0,0-1-1 0 0,1 0 1 0 0,-1 1 0 0 0,0-1-1 0 0,0 0 1 0 0,1 0-1 0 0,-1 1 1 0 0,1-1-1 0 0,2 1 1 0 0,-2-1-772 0 0,6-1-6049 0 0,-2-3 1860 0 0,13-9 1148 0 0</inkml:trace>
</inkml:ink>
</file>

<file path=ppt/ink/ink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25.433"/>
    </inkml:context>
    <inkml:brush xml:id="br0">
      <inkml:brushProperty name="width" value="0.05" units="cm"/>
      <inkml:brushProperty name="height" value="0.05" units="cm"/>
      <inkml:brushProperty name="color" value="#004F8B"/>
    </inkml:brush>
  </inkml:definitions>
  <inkml:trace contextRef="#ctx0" brushRef="#br0">20 158 9215 0 0,'-6'2'10728'0'0,"10"2"-10152"0"0,2 4-177 0 0,0-4-327 0 0,0-1 0 0 0,-1 1 0 0 0,1-1 0 0 0,1 0 0 0 0,-1-1 0 0 0,0 1 0 0 0,1-1 0 0 0,-1-1 0 0 0,1 1 0 0 0,0-1 0 0 0,0 0 0 0 0,-1-1 0 0 0,15 0 0 0 0,16-4 66 0 0,-28 3-91 0 0,0 1-1 0 0,0-2 0 0 0,0 1 1 0 0,0-1-1 0 0,0-1 0 0 0,17-6 0 0 0,-21 6 35 0 0,0 1-1 0 0,1-1 0 0 0,-1 0 0 0 0,0 0 1 0 0,-1 0-1 0 0,1-1 0 0 0,0 1 0 0 0,-1-1 0 0 0,0-1 1 0 0,0 1-1 0 0,0 0 0 0 0,5-10 0 0 0,-8 12-52 0 0,0 0-1 0 0,-1 0 0 0 0,1 0 1 0 0,-1 0-1 0 0,1 0 0 0 0,-1 0 1 0 0,0 0-1 0 0,0 0 0 0 0,0 0 1 0 0,0 0-1 0 0,0 0 1 0 0,-1 1-1 0 0,1-1 0 0 0,0 0 1 0 0,-1 0-1 0 0,0 0 0 0 0,1 0 1 0 0,-1 0-1 0 0,0 0 1 0 0,0 0-1 0 0,0 1 0 0 0,0-1 1 0 0,0 0-1 0 0,-1 1 0 0 0,1-1 1 0 0,-2 0-1 0 0,-4-6 155 0 0,0 0 0 0 0,-1 1 0 0 0,-12-9 0 0 0,14 12-136 0 0,-1 0 1 0 0,1 0 0 0 0,-1 0 0 0 0,0 1-1 0 0,0 0 1 0 0,0 1 0 0 0,0-1-1 0 0,-1 1 1 0 0,1 1 0 0 0,-1-1-1 0 0,1 1 1 0 0,-1 1 0 0 0,1-1 0 0 0,-1 1-1 0 0,-9 1 1 0 0,12 0-39 0 0,-1 0 0 0 0,1 0 0 0 0,-1 0 0 0 0,1 1 0 0 0,-1 0-1 0 0,1 0 1 0 0,0 0 0 0 0,0 1 0 0 0,0 0 0 0 0,0 0 0 0 0,0 0 0 0 0,1 0 0 0 0,-1 1 0 0 0,1 0 0 0 0,0 0 0 0 0,0 0 0 0 0,1 0-1 0 0,-1 0 1 0 0,1 1 0 0 0,0 0 0 0 0,-3 5 0 0 0,0 4 3 0 0,1-1-1 0 0,1 1 0 0 0,0 0 1 0 0,1 0-1 0 0,1 0 1 0 0,0 1-1 0 0,0-1 1 0 0,2 1-1 0 0,0-1 1 0 0,1 1-1 0 0,3 21 0 0 0,-3-31-19 0 0,0 0 0 0 0,0 0 0 0 0,0 0-1 0 0,1 0 1 0 0,0 0 0 0 0,0-1 0 0 0,0 1-1 0 0,0-1 1 0 0,1 0 0 0 0,0 1-1 0 0,0-1 1 0 0,0 0 0 0 0,6 5 0 0 0,-3-4 34 0 0,0 0 0 0 0,0-1 0 0 0,0 0 0 0 0,0 0 0 0 0,1 0 0 0 0,-1-1 0 0 0,1 0 0 0 0,11 3 0 0 0,-3-2-568 0 0,-1-1 0 0 0,0-1-1 0 0,1 0 1 0 0,0-1 0 0 0,0-1 0 0 0,-1 0 0 0 0,1-1-1 0 0,27-4 1 0 0,-35 3-884 0 0,0 0 0 0 0,0-1 0 0 0,12-5 0 0 0,-2-2-1513 0 0</inkml:trace>
</inkml:ink>
</file>

<file path=ppt/ink/ink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25.768"/>
    </inkml:context>
    <inkml:brush xml:id="br0">
      <inkml:brushProperty name="width" value="0.05" units="cm"/>
      <inkml:brushProperty name="height" value="0.05" units="cm"/>
      <inkml:brushProperty name="color" value="#004F8B"/>
    </inkml:brush>
  </inkml:definitions>
  <inkml:trace contextRef="#ctx0" brushRef="#br0">116 66 1375 0 0,'-2'-1'107'0'0,"-5"-9"1531"0"0,-1 1 0 0 0,-17-16 0 0 0,22 23-671 0 0,0-1-1 0 0,-1 1 1 0 0,1 0-1 0 0,-1 0 1 0 0,1 1 0 0 0,-1-1-1 0 0,0 1 1 0 0,0 0-1 0 0,-6-2 1 0 0,9 3-770 0 0,1 0 0 0 0,-1 0 1 0 0,0-1-1 0 0,1 1 0 0 0,-1 0 1 0 0,0 0-1 0 0,0 0 0 0 0,0 0 0 0 0,1 0 1 0 0,-1 0-1 0 0,0 0 0 0 0,0 0 0 0 0,1 0 1 0 0,-1 1-1 0 0,0-1 0 0 0,0 0 1 0 0,1 0-1 0 0,-1 1 0 0 0,0-1 0 0 0,1 0 1 0 0,-1 1-1 0 0,0-1 0 0 0,1 1 0 0 0,-1-1 1 0 0,1 1-1 0 0,-1-1 0 0 0,1 1 0 0 0,-1 0 1 0 0,0 0-107 0 0,1 1 1 0 0,-1-1-1 0 0,1 1 1 0 0,-1-1-1 0 0,1 0 0 0 0,0 1 1 0 0,0-1-1 0 0,0 1 1 0 0,0-1-1 0 0,0 1 1 0 0,0-1-1 0 0,0 1 1 0 0,1 1-1 0 0,1 4-76 0 0,0 0-1 0 0,0 0 0 0 0,0-1 1 0 0,7 12-1 0 0,-7-15 8 0 0,0-1 0 0 0,0 1-1 0 0,0-1 1 0 0,0 0 0 0 0,0 0 0 0 0,3 3 0 0 0,4 3 17 0 0,84 82 108 0 0,-12-26-167 0 0,-63-48 44 0 0,-12-11 38 0 0,0-1 1 0 0,-1 1-1 0 0,0 0 1 0 0,0 1-1 0 0,8 10 0 0 0,7 16 609 0 0,-19-31-426 0 0,-1 1 10 0 0,-1 1-170 0 0,1-1 1 0 0,-1 0-1 0 0,0 1 0 0 0,0-1 1 0 0,0 0-1 0 0,0 0 0 0 0,0 0 0 0 0,0 0 1 0 0,-1 0-1 0 0,1 0 0 0 0,-1 0 1 0 0,1 0-1 0 0,-1-1 0 0 0,0 1 0 0 0,0-1 1 0 0,1 1-1 0 0,-1-1 0 0 0,0 1 0 0 0,0-1 1 0 0,-1 0-1 0 0,1 0 0 0 0,0 0 1 0 0,0 0-1 0 0,0-1 0 0 0,-1 1 0 0 0,-2 0 1 0 0,-4 1 163 0 0,-1-1-1 0 0,1 0 1 0 0,-18-1 0 0 0,-4 0 133 0 0,12 0-197 0 0,0-1 0 0 0,-28-4 0 0 0,34 3-164 0 0,-13-3 48 0 0,19 4-565 0 0,-1-1-1 0 0,-1 1 0 0 0,-7 0 1 0 0,7 0-2202 0 0</inkml:trace>
</inkml:ink>
</file>

<file path=ppt/ink/ink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26.403"/>
    </inkml:context>
    <inkml:brush xml:id="br0">
      <inkml:brushProperty name="width" value="0.05" units="cm"/>
      <inkml:brushProperty name="height" value="0.05" units="cm"/>
      <inkml:brushProperty name="color" value="#004F8B"/>
    </inkml:brush>
  </inkml:definitions>
  <inkml:trace contextRef="#ctx0" brushRef="#br0">0 64 4255 0 0,'0'0'9854'0'0,"2"0"-8473"0"0,5-2-853 0 0,1 0 0 0 0,-1 0 0 0 0,-1-1-1 0 0,1 0 1 0 0,0 0 0 0 0,-1 0 0 0 0,1-1 0 0 0,-1 0 0 0 0,7-5 0 0 0,-5 3-176 0 0,-6 5-292 0 0,0-1 0 0 0,-1 1-1 0 0,1 0 1 0 0,0 0 0 0 0,-1-1 0 0 0,1 1-1 0 0,2-4 1 0 0,-4 5-51 0 0,0 0 0 0 0,0 0-1 0 0,0-1 1 0 0,0 1 0 0 0,0 0 0 0 0,1 0-1 0 0,-1 0 1 0 0,0-1 0 0 0,0 1 0 0 0,0 0-1 0 0,0 0 1 0 0,1 0 0 0 0,-1 0 0 0 0,0 0 0 0 0,0-1-1 0 0,1 1 1 0 0,-1 0 0 0 0,0 0 0 0 0,0 0-1 0 0,1 0 1 0 0,-1 0 0 0 0,0 0 0 0 0,0 0-1 0 0,1 0 1 0 0,-1 0 0 0 0,0 0 0 0 0,0 0-1 0 0,1 0 1 0 0,-1 0 0 0 0,0 0 0 0 0,1 0-1 0 0,6-1 103 0 0,4-4 34 0 0</inkml:trace>
</inkml:ink>
</file>

<file path=ppt/ink/ink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27.391"/>
    </inkml:context>
    <inkml:brush xml:id="br0">
      <inkml:brushProperty name="width" value="0.05" units="cm"/>
      <inkml:brushProperty name="height" value="0.05" units="cm"/>
      <inkml:brushProperty name="color" value="#004F8B"/>
    </inkml:brush>
  </inkml:definitions>
  <inkml:trace contextRef="#ctx0" brushRef="#br0">295 103 919 0 0,'-16'-31'390'0'0,"13"25"3554"0"0,-5 0 2457 0 0,0-2-4735 0 0,0 0 0 0 0,-1 0 0 0 0,0 1 0 0 0,-17-11 0 0 0,23 16-1552 0 0,0 1-1 0 0,0-1 1 0 0,0 1-1 0 0,-1 0 1 0 0,1 0-1 0 0,0 0 1 0 0,-1 1-1 0 0,1-1 1 0 0,-1 1-1 0 0,1-1 1 0 0,0 1 0 0 0,-1 0-1 0 0,1 1 1 0 0,-1-1-1 0 0,1 0 1 0 0,-1 1-1 0 0,1 0 1 0 0,0 0-1 0 0,-1 0 1 0 0,1 0-1 0 0,-3 2 1 0 0,-4 3-46 0 0,0 0 1 0 0,0 1 0 0 0,1 0-1 0 0,0 1 1 0 0,0 0-1 0 0,1 0 1 0 0,0 0-1 0 0,1 1 1 0 0,0 1 0 0 0,0-1-1 0 0,1 1 1 0 0,0 0-1 0 0,-5 12 1 0 0,8-15-57 0 0,1-1 1 0 0,-1 1-1 0 0,1 0 1 0 0,1 0 0 0 0,-1 0-1 0 0,1 0 1 0 0,1 0-1 0 0,-1 1 1 0 0,1-1-1 0 0,0 0 1 0 0,1 0-1 0 0,0 0 1 0 0,0 0-1 0 0,0 0 1 0 0,1 0 0 0 0,5 12-1 0 0,2-1-12 0 0,-5-15 0 0 0,0 0 0 0 0,4 5-2 0 0,1 2-12 0 0,0-2 0 0 0,1 1-1 0 0,0-1 1 0 0,14 9 0 0 0,-13-11-162 0 0,0 0 0 0 0,1-1 0 0 0,-1 0 0 0 0,1-1 0 0 0,0-1 0 0 0,-1 0 1 0 0,2 0-1 0 0,-1-1 0 0 0,0-1 0 0 0,0 0 0 0 0,18-1 0 0 0,-26 0-534 0 0,-1 0 1 0 0,1-1-1 0 0,-1 0 0 0 0,1 0 0 0 0,5-2 1 0 0,4-3-1497 0 0</inkml:trace>
</inkml:ink>
</file>

<file path=ppt/ink/ink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27.821"/>
    </inkml:context>
    <inkml:brush xml:id="br0">
      <inkml:brushProperty name="width" value="0.05" units="cm"/>
      <inkml:brushProperty name="height" value="0.05" units="cm"/>
      <inkml:brushProperty name="color" value="#004F8B"/>
    </inkml:brush>
  </inkml:definitions>
  <inkml:trace contextRef="#ctx0" brushRef="#br0">183 70 14423 0 0,'0'0'1099'0'0,"-2"-1"-748"0"0,-4-1-144 0 0,1 1 0 0 0,-1-1 0 0 0,1 1 1 0 0,-1 0-1 0 0,0 0 0 0 0,1 0 0 0 0,-1 1 1 0 0,0 0-1 0 0,0 0 0 0 0,1 1 1 0 0,-1 0-1 0 0,0 0 0 0 0,1 0 0 0 0,-1 0 1 0 0,1 1-1 0 0,-1 0 0 0 0,1 0 0 0 0,0 1 1 0 0,-1-1-1 0 0,1 1 0 0 0,1 0 0 0 0,-1 0 1 0 0,0 1-1 0 0,1 0 0 0 0,0-1 0 0 0,-1 1 1 0 0,2 1-1 0 0,-1-1 0 0 0,0 1 1 0 0,-3 5-1 0 0,3-3-184 0 0,3-5-21 0 0,-1 1 0 0 0,0 0 1 0 0,1 0-1 0 0,-1 0 0 0 0,1 0 0 0 0,0 0 0 0 0,0 0 0 0 0,0 0 0 0 0,0 0 1 0 0,0 0-1 0 0,1 1 0 0 0,0-1 0 0 0,-1 6 0 0 0,2 7-2 0 0,4 39 0 0 0,-4-50 0 0 0,1 0 0 0 0,-1 0 0 0 0,1 0 0 0 0,-1 0 0 0 0,1 0 0 0 0,1 0 0 0 0,-1 0 0 0 0,4 5 0 0 0,-4-8 0 0 0,-1 1 0 0 0,1-1 0 0 0,0 1 0 0 0,0-1 0 0 0,0 0 0 0 0,0 0 0 0 0,0 1 0 0 0,0-2 0 0 0,0 1 0 0 0,5 3 0 0 0,0-1 0 0 0,-3-1 0 0 0,1-1 0 0 0,-1 0 0 0 0,1 0 0 0 0,0 0 0 0 0,0 0 0 0 0,-1-1 0 0 0,1 1 0 0 0,0-1 0 0 0,0-1 0 0 0,0 1 0 0 0,1-1 0 0 0,-1 0 0 0 0,0 0 0 0 0,9-1 0 0 0,5-2 0 0 0,-1-1 0 0 0,29-11 0 0 0,-44 14 0 0 0,1-1 2 0 0,-1 1-1 0 0,0-1 1 0 0,0 0-1 0 0,0 0 1 0 0,0 0-1 0 0,0 0 1 0 0,-1-1-1 0 0,5-5 1 0 0,19-25 91 0 0,-24 31-82 0 0,3-5 99 0 0,-1-1 1 0 0,0 1 0 0 0,0-1 0 0 0,-1 0 0 0 0,0 0-1 0 0,-1 0 1 0 0,1-1 0 0 0,-2 1 0 0 0,1 0 0 0 0,-1-1-1 0 0,0 0 1 0 0,-1 1 0 0 0,0-1 0 0 0,0 1 0 0 0,-2-10-1 0 0,1 11-19 0 0,0 1 0 0 0,0-1 0 0 0,-1 1-1 0 0,0 0 1 0 0,0-1 0 0 0,0 1 0 0 0,-1 0-1 0 0,0 0 1 0 0,0 1 0 0 0,-1-1 0 0 0,1 1-1 0 0,-1-1 1 0 0,0 1 0 0 0,-1 0 0 0 0,1 0-1 0 0,-1 1 1 0 0,0 0 0 0 0,0 0 0 0 0,-1 0-1 0 0,-6-4 1 0 0,8 7-71 0 0,1-1 0 0 0,-1 1-1 0 0,0 0 1 0 0,0 0 0 0 0,1 0 0 0 0,-1 1-1 0 0,0 0 1 0 0,0-1 0 0 0,0 1 0 0 0,0 1-1 0 0,0-1 1 0 0,0 0 0 0 0,0 1 0 0 0,1 0-1 0 0,-1 0 1 0 0,0 0 0 0 0,-6 3 0 0 0,1 0-8 0 0,0 1 1 0 0,0 0-1 0 0,1 0 1 0 0,-1 1-1 0 0,-12 12 1 0 0,19-17-41 0 0,0 1 0 0 0,0 0 0 0 0,0 0 0 0 0,0 0 0 0 0,1 0 1 0 0,-1 1-1 0 0,1-1 0 0 0,0 0 0 0 0,-1 1 0 0 0,1-1 0 0 0,0 1 0 0 0,0 0 0 0 0,0-1 1 0 0,0 4-1 0 0,2 13-3710 0 0</inkml:trace>
</inkml:ink>
</file>

<file path=ppt/ink/ink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28.235"/>
    </inkml:context>
    <inkml:brush xml:id="br0">
      <inkml:brushProperty name="width" value="0.05" units="cm"/>
      <inkml:brushProperty name="height" value="0.05" units="cm"/>
      <inkml:brushProperty name="color" value="#004F8B"/>
    </inkml:brush>
  </inkml:definitions>
  <inkml:trace contextRef="#ctx0" brushRef="#br0">0 58 1375 0 0,'1'-2'107'0'0,"11"-27"16057"0"0,-4 37-14376 0 0,-4 0-1501 0 0,0 0 0 0 0,0 0-1 0 0,0 1 1 0 0,-1-1 0 0 0,-1 1 0 0 0,1-1 0 0 0,-1 1 0 0 0,1 11-1 0 0,1 4 57 0 0,4 8 491 0 0,-2 1 0 0 0,3 58 0 0 0,-9-88 577 0 0,2-4-1394 0 0,-1 1 0 0 0,1-1 0 0 0,-1 1 0 0 0,0-1 0 0 0,0 1 0 0 0,1-1 0 0 0,-1 0 0 0 0,0 1-1 0 0,0-1 1 0 0,0 0 0 0 0,0 0 0 0 0,0 0 0 0 0,0 0 0 0 0,0 0 0 0 0,0 0 0 0 0,2-2 0 0 0,11-20 87 0 0,14-35 235 0 0,13-22 42 0 0,-32 65-361 0 0,1-2 31 0 0,1 0 0 0 0,14-18 0 0 0,-22 31-44 0 0,1 0 1 0 0,0 0 0 0 0,0 1-1 0 0,0-1 1 0 0,0 1 0 0 0,1-1-1 0 0,-1 1 1 0 0,1 1-1 0 0,0-1 1 0 0,0 1 0 0 0,0 0-1 0 0,9-3 1 0 0,-12 4-8 0 0,-1 1 0 0 0,1 0 0 0 0,0-1 0 0 0,0 1 0 0 0,0 0 0 0 0,0 0 0 0 0,0 0 0 0 0,-1 1 0 0 0,1-1 0 0 0,3 1 0 0 0,6 4 0 0 0,-7-2-5 0 0,-1 1 0 0 0,1-1 0 0 0,0 1 1 0 0,-1 0-1 0 0,0 0 0 0 0,0 0 0 0 0,0 1 0 0 0,-1-1 0 0 0,1 1 0 0 0,-1-1 0 0 0,2 8 0 0 0,3 8-47 0 0,5 30 1 0 0,-9-39 36 0 0,12 73 117 0 0,-7-31-27 0 0,7 23-326 0 0,-15-74-1433 0 0</inkml:trace>
</inkml:ink>
</file>

<file path=ppt/ink/ink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31.321"/>
    </inkml:context>
    <inkml:brush xml:id="br0">
      <inkml:brushProperty name="width" value="0.05" units="cm"/>
      <inkml:brushProperty name="height" value="0.05" units="cm"/>
      <inkml:brushProperty name="color" value="#004F8B"/>
    </inkml:brush>
  </inkml:definitions>
  <inkml:trace contextRef="#ctx0" brushRef="#br0">5 101 4143 0 0,'-5'-1'16248'0'0,"9"7"-16209"0"0,0 0-1 0 0,0 0 0 0 0,-1 0 1 0 0,0 1-1 0 0,-1-1 1 0 0,1 1-1 0 0,2 11 1 0 0,7 53 290 0 0,-7-38 90 0 0,-3-27 235 0 0,1-6-263 0 0,5-14-149 0 0,4-22-153 0 0,39-121 607 0 0,-46 144-527 0 0,1 0-1 0 0,12-20 1 0 0,-17 33-167 0 0,0-1 73 0 0,-1 0-73 0 0,0 1 1 0 0,0 0-1 0 0,0 0 1 0 0,0 0 0 0 0,0 0-1 0 0,0-1 1 0 0,0 1-1 0 0,0 0 1 0 0,0 0-1 0 0,0 0 1 0 0,0 0-1 0 0,0-1 1 0 0,0 1 0 0 0,0 0-1 0 0,1 0 1 0 0,-1 0-1 0 0,0 0 1 0 0,0 0-1 0 0,0 0 1 0 0,0-1-1 0 0,0 1 1 0 0,0 0 0 0 0,1 0-1 0 0,-1 0 1 0 0,0 0-1 0 0,0 0 1 0 0,0 0-1 0 0,0 0 1 0 0,1 0-1 0 0,-1 0 1 0 0,0 0 0 0 0,0 0-1 0 0,0 0 1 0 0,0 0-1 0 0,1 0 1 0 0,-1 0-1 0 0,0 0 1 0 0,0 0 0 0 0,0 0-1 0 0,11 2-64 0 0,7 6 14 0 0,-13-5 78 0 0,-3-1-13 0 0,1-1 0 0 0,-1 1 1 0 0,0 0-1 0 0,0-1 0 0 0,0 1 0 0 0,0 0 0 0 0,0 1 0 0 0,-1-1 0 0 0,3 4 0 0 0,1 1 6 0 0,0 0 0 0 0,-1 1 0 0 0,-1 0 1 0 0,1 0-1 0 0,2 9 0 0 0,-3-9-4 0 0,0 1-1 0 0,-1-1 1 0 0,0 0 0 0 0,2 16-1 0 0,-1-3 6 0 0,7 61 35 0 0,-1-3 13 0 0,-9-77-46 0 0,6-15-8677 0 0,0-2 2369 0 0</inkml:trace>
</inkml:ink>
</file>

<file path=ppt/ink/ink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31.672"/>
    </inkml:context>
    <inkml:brush xml:id="br0">
      <inkml:brushProperty name="width" value="0.05" units="cm"/>
      <inkml:brushProperty name="height" value="0.05" units="cm"/>
      <inkml:brushProperty name="color" value="#004F8B"/>
    </inkml:brush>
  </inkml:definitions>
  <inkml:trace contextRef="#ctx0" brushRef="#br0">1 19 1375 0 0,'2'-19'16436'0'0,"4"32"-15145"0"0,-1 2-732 0 0,0 0 0 0 0,-1 1 0 0 0,-1-1-1 0 0,1 19 1 0 0,5 20 536 0 0,-7-43-933 0 0,-1 1 0 0 0,1 13 0 0 0,-2-8-107 0 0,2-1 0 0 0,3 17 0 0 0,-5-31-451 0 0</inkml:trace>
</inkml:ink>
</file>

<file path=ppt/ink/ink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32.056"/>
    </inkml:context>
    <inkml:brush xml:id="br0">
      <inkml:brushProperty name="width" value="0.05" units="cm"/>
      <inkml:brushProperty name="height" value="0.05" units="cm"/>
      <inkml:brushProperty name="color" value="#004F8B"/>
    </inkml:brush>
  </inkml:definitions>
  <inkml:trace contextRef="#ctx0" brushRef="#br0">7 1 8863 0 0,'0'0'9600'0'0,"-1"2"-9520"0"0,0 1-578 0 0,-2 7 1270 0 0,2 2-8226 0 0,1 9 4810 0 0</inkml:trace>
</inkml:ink>
</file>

<file path=ppt/ink/ink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32.456"/>
    </inkml:context>
    <inkml:brush xml:id="br0">
      <inkml:brushProperty name="width" value="0.05" units="cm"/>
      <inkml:brushProperty name="height" value="0.05" units="cm"/>
      <inkml:brushProperty name="color" value="#004F8B"/>
    </inkml:brush>
  </inkml:definitions>
  <inkml:trace contextRef="#ctx0" brushRef="#br0">0 23 13247 0 0,'0'0'2174'0'0,"2"2"-1358"0"0,9 7 11 0 0,0 2 1 0 0,-1 0 0 0 0,0 0 0 0 0,9 15 0 0 0,30 54 1144 0 0,-36-57-1645 0 0,-8-15-204 0 0,34 54 604 0 0,-33-53-613 0 0,1 0 0 0 0,0-1 0 0 0,1 0 0 0 0,13 11 0 0 0,-20-18-81 0 0,1 0 0 0 0,-1 0-1 0 0,1 0 1 0 0,-1 0 0 0 0,1 0-1 0 0,-1 0 1 0 0,1 0 0 0 0,0-1 0 0 0,-1 1-1 0 0,1-1 1 0 0,0 1 0 0 0,0-1-1 0 0,-1 0 1 0 0,1 0 0 0 0,0 0-1 0 0,0 0 1 0 0,0 0 0 0 0,2 0 0 0 0,-1-1 2 0 0,0 0 1 0 0,-1 0 0 0 0,1 0 0 0 0,-1 0-1 0 0,0-1 1 0 0,1 1 0 0 0,-1 0-1 0 0,0-1 1 0 0,0 0 0 0 0,0 1 0 0 0,3-4-1 0 0,0 0 39 0 0,-1-1-1 0 0,0 0 0 0 0,0 0 1 0 0,0 0-1 0 0,-1 0 1 0 0,0-1-1 0 0,0 1 0 0 0,3-12 1 0 0,1-9 67 0 0,7-26 128 0 0,-7 33-39 0 0,3-25-1 0 0,-5 23-131 0 0,0 0 0 0 0,12-29-1 0 0,-16 49-197 0 0,7 0-429 0 0</inkml:trace>
</inkml:ink>
</file>

<file path=ppt/ink/ink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32.842"/>
    </inkml:context>
    <inkml:brush xml:id="br0">
      <inkml:brushProperty name="width" value="0.05" units="cm"/>
      <inkml:brushProperty name="height" value="0.05" units="cm"/>
      <inkml:brushProperty name="color" value="#004F8B"/>
    </inkml:brush>
  </inkml:definitions>
  <inkml:trace contextRef="#ctx0" brushRef="#br0">1 232 6647 0 0,'0'0'600'0'0,"1"-2"-492"0"0,2-5 1646 0 0,-2 7-1419 0 0,0 0 1 0 0,0 0 0 0 0,0 0-1 0 0,0 0 1 0 0,0-1-1 0 0,-1 1 1 0 0,1 0 0 0 0,0-1-1 0 0,0 1 1 0 0,0-1 0 0 0,1 0-1 0 0,-1 0-94 0 0,0 0 0 0 0,0 1 1 0 0,1-1-1 0 0,-1 1 0 0 0,0-1 0 0 0,0 1 0 0 0,0-1 0 0 0,1 1 1 0 0,-1 0-1 0 0,0-1 0 0 0,0 1 0 0 0,3 0 0 0 0,5-1 358 0 0,0 1-1 0 0,1-2 1 0 0,-1 1-1 0 0,0-1 0 0 0,9-4 1 0 0,-11 4-206 0 0,-2 0-241 0 0,1 1 0 0 0,-1-1 0 0 0,1-1 0 0 0,-1 1 0 0 0,0-1 0 0 0,0 0 0 0 0,5-4 0 0 0,-6 5-47 0 0,-1 0-55 0 0,0 0 1 0 0,-1 0 0 0 0,1-1-1 0 0,0 1 1 0 0,-1 0-1 0 0,1-1 1 0 0,-1 0 0 0 0,0 1-1 0 0,0-1 1 0 0,0 0 0 0 0,0 0-1 0 0,0 0 1 0 0,-1-1 0 0 0,1 1-1 0 0,-1 0 1 0 0,0 0 0 0 0,1-7-1 0 0,-1 4 7 0 0,0 0 0 0 0,-1 0 0 0 0,0 0 1 0 0,0 0-1 0 0,0 0 0 0 0,-1 0 0 0 0,0 0 0 0 0,-3-11 0 0 0,3 14-36 0 0,0 0 1 0 0,0 0 0 0 0,0 1-1 0 0,-1-1 1 0 0,1 0-1 0 0,-1 0 1 0 0,0 1-1 0 0,0-1 1 0 0,0 1-1 0 0,0-1 1 0 0,0 1-1 0 0,0 0 1 0 0,-1 0-1 0 0,1 0 1 0 0,-1 0-1 0 0,0 0 1 0 0,1 1-1 0 0,-6-3 1 0 0,7 3-16 0 0,-1 0 0 0 0,1 1 0 0 0,-1-1 0 0 0,1 1 0 0 0,-1-1 0 0 0,1 1 1 0 0,-1-1-1 0 0,0 1 0 0 0,1 0 0 0 0,-1 0 0 0 0,0 0 0 0 0,1 0 0 0 0,-1 0 0 0 0,0 0 0 0 0,1 0 0 0 0,-1 0 1 0 0,1 1-1 0 0,-1-1 0 0 0,0 1 0 0 0,1-1 0 0 0,-1 1 0 0 0,1 0 0 0 0,-3 1 0 0 0,0 0 18 0 0,0 0-17 0 0,-1 1 0 0 0,0 0 0 0 0,1 0-1 0 0,-1 0 1 0 0,1 0 0 0 0,0 1 0 0 0,0 0-1 0 0,1 0 1 0 0,-1 0 0 0 0,1 0 0 0 0,0 0-1 0 0,0 1 1 0 0,0-1 0 0 0,0 1 0 0 0,1 0-1 0 0,0 0 1 0 0,0 0 0 0 0,-1 6-1 0 0,-1 0-5 0 0,0 1-1 0 0,1 0 0 0 0,1-1 0 0 0,0 1 1 0 0,0 18-1 0 0,1-26-17 0 0,0 1 16 0 0,4 13 4 0 0,-1-12 3 0 0,0 0-1 0 0,0-1 0 0 0,0 0 1 0 0,1 1-1 0 0,0-1 1 0 0,0 0-1 0 0,0 0 0 0 0,1 0 1 0 0,0-1-1 0 0,0 1 1 0 0,0-1-1 0 0,0 0 0 0 0,1 0 1 0 0,0-1-1 0 0,-1 1 1 0 0,8 3-1 0 0,-4-2 8 0 0,0-1-1 0 0,1 0 0 0 0,-1 0 1 0 0,0-1-1 0 0,1 0 1 0 0,0-1-1 0 0,0 0 0 0 0,0 0 1 0 0,18 0-1 0 0,-17-3-4863 0 0,-7 0 3166 0 0,7-5-5779 0 0</inkml:trace>
</inkml:ink>
</file>

<file path=ppt/ink/ink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33.187"/>
    </inkml:context>
    <inkml:brush xml:id="br0">
      <inkml:brushProperty name="width" value="0.05" units="cm"/>
      <inkml:brushProperty name="height" value="0.05" units="cm"/>
      <inkml:brushProperty name="color" value="#004F8B"/>
    </inkml:brush>
  </inkml:definitions>
  <inkml:trace contextRef="#ctx0" brushRef="#br0">0 0 7943 0 0,'0'0'16023'0'0,"1"3"-15745"0"0,8 41 353 0 0,10 33-126 0 0,-9-36-419 0 0,-2-1-1 0 0,4 73 0 0 0,-11-101-50 0 0,3 50 157 0 0,-3-33 64 0 0,2 1 0 0 0,11 56 0 0 0,-11-78-44 0 0</inkml:trace>
</inkml:ink>
</file>

<file path=ppt/ink/ink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33.522"/>
    </inkml:context>
    <inkml:brush xml:id="br0">
      <inkml:brushProperty name="width" value="0.05" units="cm"/>
      <inkml:brushProperty name="height" value="0.05" units="cm"/>
      <inkml:brushProperty name="color" value="#004F8B"/>
    </inkml:brush>
  </inkml:definitions>
  <inkml:trace contextRef="#ctx0" brushRef="#br0">241 11 9095 0 0,'-2'0'4456'0'0,"-18"-4"-1197"0"0,14 2-2591 0 0,0 1 0 0 0,0 0 1 0 0,0 0-1 0 0,-1 0 0 0 0,1 1 0 0 0,0 0 0 0 0,-1 0 0 0 0,-11 2 0 0 0,9 1-505 0 0,0 0-1 0 0,0 0 1 0 0,0 1 0 0 0,0 1-1 0 0,1 0 1 0 0,0 0 0 0 0,0 0-1 0 0,-9 8 1 0 0,6-4-90 0 0,7-6-38 0 0,0 0-1 0 0,0 0 1 0 0,1 0-1 0 0,0 0 1 0 0,-1 1-1 0 0,1-1 1 0 0,0 1 0 0 0,-4 7-1 0 0,4-6-35 0 0,1 0 0 0 0,-1 1 0 0 0,1-1 0 0 0,0 0 0 0 0,0 1 0 0 0,1 0 0 0 0,0-1 0 0 0,0 1 0 0 0,0 0 0 0 0,1 0 0 0 0,-1 0 0 0 0,2 6 0 0 0,1 6-66 0 0,1-14 74 0 0,-1-1-3 0 0,1 1-2 0 0,0 0 0 0 0,0 0 0 0 0,0-1 0 0 0,0 1 0 0 0,1-1 1 0 0,-1 0-1 0 0,1 0 0 0 0,0 0 0 0 0,0 0 0 0 0,0-1 0 0 0,0 1 0 0 0,0-1 1 0 0,1 0-1 0 0,-1 0 0 0 0,1-1 0 0 0,-1 1 0 0 0,1-1 0 0 0,-1 0 0 0 0,1 0 0 0 0,0-1 1 0 0,0 0-1 0 0,0 1 0 0 0,-1-1 0 0 0,9-2 0 0 0,-5 1-163 0 0,0-2 1 0 0,1 1-1 0 0,-1-1 0 0 0,0-1 0 0 0,-1 1 0 0 0,1-1 1 0 0,-1 0-1 0 0,10-8 0 0 0,-12 9-595 0 0,-1-1-1 0 0,0 0 1 0 0,1-1 0 0 0,-1 1 0 0 0,-1-1 0 0 0,1 1-1 0 0,-1-1 1 0 0,5-9 0 0 0,8-25-2257 0 0,-2 2-25 0 0</inkml:trace>
</inkml:ink>
</file>

<file path=ppt/ink/ink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33.889"/>
    </inkml:context>
    <inkml:brush xml:id="br0">
      <inkml:brushProperty name="width" value="0.05" units="cm"/>
      <inkml:brushProperty name="height" value="0.05" units="cm"/>
      <inkml:brushProperty name="color" value="#004F8B"/>
    </inkml:brush>
  </inkml:definitions>
  <inkml:trace contextRef="#ctx0" brushRef="#br0">19 1 1375 0 0,'0'2'11470'0'0,"-8"71"-2919"0"0,4 42-5572 0 0,2-52-2252 0 0,-2 66-190 0 0,4-110-516 0 0,1 0 0 0 0,5 28 1 0 0,-5-40-22 0 0,1 6 26 0 0,1-1-1 0 0,0 1 1 0 0,1-1 0 0 0,10 21-1 0 0,-11-26-11 0 0,1 1 1 0 0,1-1-1 0 0,0 0 0 0 0,0 0 0 0 0,0 0 0 0 0,0 0 1 0 0,1-1-1 0 0,7 6 0 0 0,-10-10-15 0 0,0 1 0 0 0,0-1 0 0 0,1 0 0 0 0,-1 0 0 0 0,1 0 0 0 0,-1 0 0 0 0,1 0 0 0 0,0-1 0 0 0,-1 0 0 0 0,1 0 0 0 0,0 0 0 0 0,0 0 0 0 0,0 0 0 0 0,0-1 0 0 0,0 0 0 0 0,0 0 0 0 0,0 0 0 0 0,0 0 0 0 0,0-1 0 0 0,-1 1 0 0 0,1-1 0 0 0,6-2 0 0 0,-1 1 0 0 0,-1 0-149 0 0,1-1 0 0 0,-1 0 1 0 0,0 0-1 0 0,0-1 0 0 0,-1 0 0 0 0,1 0 0 0 0,-1-1 0 0 0,0 0 0 0 0,0 0 1 0 0,0-1-1 0 0,-1 1 0 0 0,0-1 0 0 0,0-1 0 0 0,0 0 0 0 0,-1 1 0 0 0,0-2 1 0 0,-1 1-1 0 0,1 0 0 0 0,-1-1 0 0 0,-1 0 0 0 0,1 0 0 0 0,2-12 0 0 0,-5 14 133 0 0,0 1-1 0 0,-1 0 0 0 0,1-1 0 0 0,-1 1 0 0 0,-1-1 0 0 0,1 1 0 0 0,-1-1 0 0 0,0 1 0 0 0,0 0 0 0 0,0-1 0 0 0,-3-5 0 0 0,-1-2 60 0 0,-1 1-1 0 0,0 0 1 0 0,-10-14-1 0 0,15 24-21 0 0,-1 0 0 0 0,0-1-1 0 0,1 1 1 0 0,-1 0 0 0 0,0 0-1 0 0,0 0 1 0 0,0 0 0 0 0,-1 1-1 0 0,1-1 1 0 0,0 0 0 0 0,-1 1 0 0 0,1 0-1 0 0,-1-1 1 0 0,1 1 0 0 0,-1 0-1 0 0,0 0 1 0 0,1 1 0 0 0,-1-1 0 0 0,0 1-1 0 0,-3-1 1 0 0,2 1 12 0 0,-1 0 0 0 0,1 0 0 0 0,0 1 1 0 0,0 0-1 0 0,-1-1 0 0 0,1 2 0 0 0,0-1 0 0 0,0 0 0 0 0,0 1 1 0 0,0 0-1 0 0,0 0 0 0 0,-6 4 0 0 0,5-3-13 0 0,1 0 0 0 0,0 0 0 0 0,0 0 0 0 0,0 0 0 0 0,0 1 0 0 0,0 0 0 0 0,1 0-1 0 0,-1 0 1 0 0,1 0 0 0 0,-3 5 0 0 0,4-3-4 0 0,0-1-1 0 0,0 1 1 0 0,1-1 0 0 0,0 1-1 0 0,0 0 1 0 0,0 0 0 0 0,1 0-1 0 0,0 0 1 0 0,0-1 0 0 0,0 1-1 0 0,3 11 1 0 0,-2-8-9 0 0,0-2 8 0 0,0 0 0 0 0,1-1 0 0 0,-1 0 0 0 0,1 1 0 0 0,1-1 0 0 0,-1 0 0 0 0,6 9-1 0 0,-5-9 10 0 0,0 1-1 0 0,1-1 0 0 0,0 0 0 0 0,0 0 0 0 0,1-1 0 0 0,-1 1 0 0 0,1-1 0 0 0,1 0 0 0 0,-1 0 1 0 0,1-1-1 0 0,-1 0 0 0 0,1 0 0 0 0,0 0 0 0 0,1 0 0 0 0,-1-1 0 0 0,13 4 0 0 0,-11-4 18 0 0,1-1-1 0 0,-1 0 0 0 0,1 0 0 0 0,0-1 1 0 0,0-1-1 0 0,-1 1 0 0 0,1-1 0 0 0,0-1 1 0 0,0 0-1 0 0,0 0 0 0 0,-1-1 0 0 0,1 0 1 0 0,11-4-1 0 0,-13 4-339 0 0,17-8 390 0 0,-9 1-6672 0 0</inkml:trace>
</inkml:ink>
</file>

<file path=ppt/ink/ink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34.470"/>
    </inkml:context>
    <inkml:brush xml:id="br0">
      <inkml:brushProperty name="width" value="0.05" units="cm"/>
      <inkml:brushProperty name="height" value="0.05" units="cm"/>
      <inkml:brushProperty name="color" value="#004F8B"/>
    </inkml:brush>
  </inkml:definitions>
  <inkml:trace contextRef="#ctx0" brushRef="#br0">1 1 11631 0 0,'0'0'1164'0'0,"1"2"-1066"0"0,6 9 1858 0 0,-1 1 1 0 0,0 0 0 0 0,8 24-1 0 0,-4-10-1316 0 0,-2-5-271 0 0,-1 1 0 0 0,-1-1-1 0 0,6 45 1 0 0,-2 67-182 0 0,-4-38-80 0 0,-5-86-676 0 0</inkml:trace>
</inkml:ink>
</file>

<file path=ppt/ink/ink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34.875"/>
    </inkml:context>
    <inkml:brush xml:id="br0">
      <inkml:brushProperty name="width" value="0.05" units="cm"/>
      <inkml:brushProperty name="height" value="0.05" units="cm"/>
      <inkml:brushProperty name="color" value="#004F8B"/>
    </inkml:brush>
  </inkml:definitions>
  <inkml:trace contextRef="#ctx0" brushRef="#br0">1 199 1375 0 0,'1'-2'66'0'0,"-1"-3"-74"0"0,1-1 0 0 0,-1 0 0 0 0,0 1 0 0 0,-1-10-1 0 0,-1-11 1903 0 0,3 22-840 0 0,-1 1 0 0 0,0 0 1 0 0,1-1-1 0 0,-1 1 0 0 0,1 0 1 0 0,2-4-1 0 0,-1 1 662 0 0,1 0-1 0 0,0 0 1 0 0,8-11 0 0 0,-8 12-1299 0 0,1 1 0 0 0,0 0-1 0 0,0 0 1 0 0,0 0 0 0 0,0 1 0 0 0,0-1 0 0 0,1 1 0 0 0,8-5 0 0 0,5-1 451 0 0,-13 6-731 0 0,1 0 0 0 0,-1 0 1 0 0,0 0-1 0 0,1 1 1 0 0,0 0-1 0 0,0 0 1 0 0,-1 1-1 0 0,1-1 0 0 0,0 1 1 0 0,0 0-1 0 0,0 1 1 0 0,7 0-1 0 0,-4 1-106 0 0,0 0-1 0 0,0 1 1 0 0,0 0-1 0 0,0 1 1 0 0,0 0-1 0 0,0 0 1 0 0,-1 1-1 0 0,1 0 0 0 0,-1 0 1 0 0,0 1-1 0 0,-1 0 1 0 0,1 1-1 0 0,-1 0 1 0 0,0 0-1 0 0,0 0 1 0 0,-1 1-1 0 0,0 0 1 0 0,0 0-1 0 0,0 0 1 0 0,-1 1-1 0 0,0 0 1 0 0,-1 0-1 0 0,0 0 1 0 0,0 1-1 0 0,-1 0 1 0 0,0-1-1 0 0,0 1 1 0 0,2 16-1 0 0,-5-20-6 0 0,1 0 0 0 0,-1 0 0 0 0,0 0-1 0 0,-1 0 1 0 0,1 0 0 0 0,-1 0 0 0 0,0 0 0 0 0,0 0-1 0 0,-1 0 1 0 0,1 0 0 0 0,-1-1 0 0 0,0 1 0 0 0,0-1-1 0 0,-1 1 1 0 0,-3 4 0 0 0,4-6-9 0 0,-1 0 0 0 0,1 0 0 0 0,-1 1 0 0 0,0-2 0 0 0,0 1-1 0 0,-1 0 1 0 0,1-1 0 0 0,-1 1 0 0 0,1-1 0 0 0,-1 0 0 0 0,0 0 0 0 0,1 0 0 0 0,-1-1 0 0 0,0 1 0 0 0,0-1-1 0 0,0 0 1 0 0,-1 0 0 0 0,-5 0 0 0 0,4-1 4 0 0,-1 1 0 0 0,1-2-1 0 0,-1 1 1 0 0,1-1 0 0 0,-1 0 0 0 0,1-1 0 0 0,0 1-1 0 0,-1-1 1 0 0,1 0 0 0 0,0-1 0 0 0,-6-3-1 0 0,9 4-20 0 0,0 1 0 0 0,0-1 0 0 0,0 0 0 0 0,1 0 0 0 0,-1 0 0 0 0,1-1 0 0 0,-1 1 0 0 0,1-1 0 0 0,0 1 0 0 0,0-1 0 0 0,0 0 0 0 0,0 0 0 0 0,1 1 0 0 0,-1-1 0 0 0,1-1 0 0 0,-1 1 0 0 0,1 0 0 0 0,0 0 0 0 0,0 0 0 0 0,1-1 0 0 0,-1 1 0 0 0,1-7 0 0 0,0 9-442 0 0,1 0-735 0 0,38-17-7767 0 0,-27 14 5972 0 0</inkml:trace>
</inkml:ink>
</file>

<file path=ppt/ink/ink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35.242"/>
    </inkml:context>
    <inkml:brush xml:id="br0">
      <inkml:brushProperty name="width" value="0.05" units="cm"/>
      <inkml:brushProperty name="height" value="0.05" units="cm"/>
      <inkml:brushProperty name="color" value="#004F8B"/>
    </inkml:brush>
  </inkml:definitions>
  <inkml:trace contextRef="#ctx0" brushRef="#br0">0 184 1375 0 0,'3'2'502'0'0,"12"10"5856"0"0,17 15 1 0 0,-13-8-4316 0 0,-6-3 4074 0 0,-17-30-3656 0 0,1 8-2344 0 0,1-1 0 0 0,0 0 0 0 0,0 0 0 0 0,1 0 1 0 0,0 0-1 0 0,0-1 0 0 0,1 1 0 0 0,0 0 0 0 0,0 0 0 0 0,1-1 0 0 0,0 1 0 0 0,0 0 0 0 0,1 0 0 0 0,3-12 0 0 0,-1 10-75 0 0,-1 0 0 0 0,1 0 0 0 0,1 0 0 0 0,-1 1-1 0 0,1-1 1 0 0,1 1 0 0 0,0 0 0 0 0,0 1-1 0 0,0-1 1 0 0,11-8 0 0 0,-12 13-42 0 0,-1 0 0 0 0,0 0 0 0 0,1 0 0 0 0,-1 1 0 0 0,1-1 0 0 0,0 1 0 0 0,-1 0 0 0 0,1 1 0 0 0,0-1 0 0 0,6 0 0 0 0,-8 2 0 0 0,0-1 0 0 0,1 1 0 0 0,-1 0 0 0 0,0 0 0 0 0,0 0 0 0 0,1 0 0 0 0,-1 1 0 0 0,0-1 0 0 0,1 1 0 0 0,-1 0 0 0 0,0 0 0 0 0,0 0 0 0 0,0 0 0 0 0,0 1 0 0 0,0-1 0 0 0,4 4 0 0 0,50 39-623 0 0,-31-25-3326 0 0,-14-10-3104 0 0</inkml:trace>
</inkml:ink>
</file>

<file path=ppt/ink/ink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35.625"/>
    </inkml:context>
    <inkml:brush xml:id="br0">
      <inkml:brushProperty name="width" value="0.05" units="cm"/>
      <inkml:brushProperty name="height" value="0.05" units="cm"/>
      <inkml:brushProperty name="color" value="#004F8B"/>
    </inkml:brush>
  </inkml:definitions>
  <inkml:trace contextRef="#ctx0" brushRef="#br0">186 31 6447 0 0,'0'0'586'0'0,"-2"-1"-169"0"0,-15-10 2430 0 0,-10-4 2546 0 0,25 14-5165 0 0,0 1 1 0 0,1-1 0 0 0,-1 1 0 0 0,0 0-1 0 0,0-1 1 0 0,0 1 0 0 0,1 0 0 0 0,-1 0-1 0 0,0 0 1 0 0,0 0 0 0 0,0 0 0 0 0,1 1 0 0 0,-1-1-1 0 0,0 0 1 0 0,-2 2 0 0 0,-3 2 102 0 0,0 0-1 0 0,0 0 1 0 0,0 0-1 0 0,1 1 1 0 0,0 0 0 0 0,0 1-1 0 0,0-1 1 0 0,0 1 0 0 0,1 0-1 0 0,-8 12 1 0 0,7-10-231 0 0,3-4-88 0 0,0 0-1 0 0,0 0 1 0 0,1 0-1 0 0,-1 0 1 0 0,1 1-1 0 0,0-1 1 0 0,0 1 0 0 0,1-1-1 0 0,-1 1 1 0 0,1 0-1 0 0,0 0 1 0 0,0 0-1 0 0,1-1 1 0 0,0 1-1 0 0,-1 0 1 0 0,1 0 0 0 0,1 0-1 0 0,-1 0 1 0 0,1 0-1 0 0,0 0 1 0 0,0-1-1 0 0,0 1 1 0 0,5 8-1 0 0,-2-4-2 0 0,-2-5-9 0 0,0 1 1 0 0,0-1-1 0 0,1 1 0 0 0,-1-1 0 0 0,1 0 1 0 0,6 7-1 0 0,2-5 0 0 0,46 11-11 0 0,-50-17 0 0 0,0 1-1 0 0,-1-1 1 0 0,1 0-1 0 0,0 0 0 0 0,-1-1 1 0 0,1 0-1 0 0,0 0 0 0 0,-1 0 1 0 0,0-1-1 0 0,10-4 0 0 0,-10 4 77 0 0,0 0-1 0 0,0-1 0 0 0,-1 0 1 0 0,1 0-1 0 0,-1-1 0 0 0,0 0 1 0 0,1 0-1 0 0,-2 0 0 0 0,1 0 1 0 0,0-1-1 0 0,4-7 0 0 0,-6 9-4 0 0,-1 0 0 0 0,0 0 0 0 0,-1-1-1 0 0,1 1 1 0 0,-1-1 0 0 0,0 0 0 0 0,1 1-1 0 0,-1-1 1 0 0,-1 0 0 0 0,1 1 0 0 0,-1-1-1 0 0,1 0 1 0 0,-1 0 0 0 0,0 0 0 0 0,-1 0-1 0 0,1 1 1 0 0,0-1 0 0 0,-1 0 0 0 0,0 0-1 0 0,-2-4 1 0 0,1 1-10 0 0,-1 1-1 0 0,0 0 0 0 0,0 0 1 0 0,0 0-1 0 0,-1 0 1 0 0,0 0-1 0 0,0 1 1 0 0,0 0-1 0 0,-1 0 0 0 0,0 0 1 0 0,0 0-1 0 0,-6-4 1 0 0,-2 1-8 0 0,11 8-41 0 0,-1-1 0 0 0,1 0 0 0 0,-1 0 0 0 0,0 1 0 0 0,0-1-1 0 0,1 1 1 0 0,-1 0 0 0 0,0 0 0 0 0,1 0 0 0 0,-1 0-1 0 0,0 1 1 0 0,-4 0 0 0 0,-3 5-1 0 0,5-3 0 0 0,4-2 0 0 0,-1 0 0 0 0,1 0 0 0 0,-1 0 0 0 0,1 0 0 0 0,0 1 0 0 0,-1-1 0 0 0,1 0 0 0 0,0 1 0 0 0,0-1 0 0 0,0 1 0 0 0,0 0 0 0 0,0-1 0 0 0,1 1 0 0 0,-2 3 0 0 0,1-3-274 0 0,0 0 0 0 0,1 0 0 0 0,-1 0-1 0 0,0 0 1 0 0,1 0 0 0 0,0 0 0 0 0,-1 3 0 0 0</inkml:trace>
</inkml:ink>
</file>

<file path=ppt/ink/ink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36.007"/>
    </inkml:context>
    <inkml:brush xml:id="br0">
      <inkml:brushProperty name="width" value="0.05" units="cm"/>
      <inkml:brushProperty name="height" value="0.05" units="cm"/>
      <inkml:brushProperty name="color" value="#004F8B"/>
    </inkml:brush>
  </inkml:definitions>
  <inkml:trace contextRef="#ctx0" brushRef="#br0">1 669 1375 0 0,'2'0'2994'0'0,"2"0"-1261"0"0,1 0 0 0 0,-1-1 0 0 0,0 1 0 0 0,0-1 0 0 0,5-2 0 0 0,37-17 1037 0 0,-20 7-1321 0 0,-20 11-1175 0 0,0-2 0 0 0,0 1 0 0 0,-1-1-1 0 0,1 0 1 0 0,-1 0 0 0 0,8-8 0 0 0,25-34 1308 0 0,-31 37-1233 0 0,5-9 31 0 0,-1 0 0 0 0,-1-1 1 0 0,-1 0-1 0 0,9-28 0 0 0,-12 30-324 0 0,0-1-1 0 0,-1 0 0 0 0,-1 0 1 0 0,-1 0-1 0 0,0-1 1 0 0,-2 1-1 0 0,0-1 1 0 0,-1 1-1 0 0,0-1 0 0 0,-2 0 1 0 0,0 1-1 0 0,-1 0 1 0 0,-8-24-1 0 0,7 28-41 0 0,-1-1-1 0 0,0 1 1 0 0,-1 0 0 0 0,-15-25-1 0 0,19 35-10 0 0,0 1 0 0 0,-1 0 0 0 0,1 0-1 0 0,-1 0 1 0 0,0 0 0 0 0,0 0 0 0 0,1 0 0 0 0,-2 1 0 0 0,1 0-1 0 0,0-1 1 0 0,-1 1 0 0 0,1 0 0 0 0,-1 1 0 0 0,1-1 0 0 0,-1 0-1 0 0,0 1 1 0 0,0 0 0 0 0,1 0 0 0 0,-1 0 0 0 0,0 1 0 0 0,0-1-1 0 0,0 1 1 0 0,-7 0 0 0 0,-4 3-15 0 0,12 0-13 0 0,2-1 9 0 0,-4 3 13 0 0,1-1 0 0 0,0 1 0 0 0,0 0 0 0 0,0 1 0 0 0,1-1-1 0 0,-1 0 1 0 0,1 1 0 0 0,1 0 0 0 0,-1 0 0 0 0,1 0 0 0 0,0 0 0 0 0,0 0 0 0 0,1 0 0 0 0,0 1 0 0 0,0-1 0 0 0,0 12 0 0 0,1 8-40 0 0,1-1 1 0 0,10 49-1 0 0,-8-52-1 0 0,39 267 324 0 0,1-24 869 0 0,-38-239-1040 0 0,-1 1 1 0 0,0 54-1 0 0,-4-79-365 0 0,1-4-513 0 0,4-5-390 0 0,0-1 1 0 0,0 0 0 0 0,-1 0-1 0 0,5-12 1 0 0,-3 4-761 0 0</inkml:trace>
</inkml:ink>
</file>

<file path=ppt/ink/ink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36.900"/>
    </inkml:context>
    <inkml:brush xml:id="br0">
      <inkml:brushProperty name="width" value="0.05" units="cm"/>
      <inkml:brushProperty name="height" value="0.05" units="cm"/>
      <inkml:brushProperty name="color" value="#004F8B"/>
    </inkml:brush>
  </inkml:definitions>
  <inkml:trace contextRef="#ctx0" brushRef="#br0">0 216 455 0 0,'15'-9'0'0'0,"-13"5"0"0"0,-2 2 0 0 0,1-3 1306 0 0,0-1 0 0 0,0 1 0 0 0,0 0 0 0 0,0-10 0 0 0,-1-9 7764 0 0,-1 12 465 0 0,-3 55-9408 0 0,2-31-108 0 0,1 0 1 0 0,0 23-1 0 0,2-20-19 0 0,0 1 0 0 0,8 28 0 0 0,-8-39 0 0 0,0-1 0 0 0,1 1 0 0 0,0-1 0 0 0,0 1 0 0 0,0-1 0 0 0,1 0 0 0 0,-1 0 0 0 0,1 0 0 0 0,0 0 0 0 0,0 0 0 0 0,1-1 0 0 0,-1 1 0 0 0,7 4 0 0 0,-9-7 0 0 0,0 0 0 0 0,1 0 0 0 0,-1 0 0 0 0,0 0 0 0 0,0 0 0 0 0,1 0 0 0 0,-1 0 0 0 0,0-1 0 0 0,1 1 0 0 0,-1-1 0 0 0,1 1 0 0 0,-1-1 0 0 0,1 1 0 0 0,-1-1 0 0 0,1 0 0 0 0,-1 0 0 0 0,1 0 0 0 0,1 0 0 0 0,3 0 0 0 0,3 1 0 0 0,0-1 0 0 0,0 0 0 0 0,0-1 0 0 0,0 0 0 0 0,0 0 0 0 0,0-1 0 0 0,11-3 0 0 0,-15 3 7 0 0,-1 0-1 0 0,1 0 0 0 0,0-1 1 0 0,-1 0-1 0 0,0 1 1 0 0,1-2-1 0 0,-1 1 0 0 0,0 0 1 0 0,-1-1-1 0 0,1 0 1 0 0,-1 0-1 0 0,0 0 0 0 0,1 0 1 0 0,2-5-1 0 0,-1-1 10 0 0,0 0 0 0 0,0 1 0 0 0,-1-2 0 0 0,0 1 0 0 0,4-17 0 0 0,-6 14 22 0 0,0 0 0 0 0,-1 0 0 0 0,-1 0 0 0 0,0 0 1 0 0,0 1-1 0 0,-4-21 0 0 0,4 33-22 0 0,0-1 0 0 0,0 1 0 0 0,-1-1 0 0 0,1 0 0 0 0,0 1 0 0 0,0-1 0 0 0,0 1 0 0 0,0 0 0 0 0,-1-1 0 0 0,1 1 0 0 0,0-1 0 0 0,0 1 0 0 0,-1-1 0 0 0,1 1 0 0 0,0-1 0 0 0,-1 1 0 0 0,1 0 0 0 0,0-1 0 0 0,-1 1 0 0 0,1 0 0 0 0,-1-1 1 0 0,-3 6 155 0 0,-1 13-236 0 0,4-8 62 0 0,1 1-1 0 0,-1-1 1 0 0,2 0 0 0 0,-1 0-1 0 0,2 0 1 0 0,-1 0 0 0 0,1 0-1 0 0,1 0 1 0 0,0 0 0 0 0,0-1-1 0 0,1 1 1 0 0,6 12-1 0 0,-8-18 33 0 0,6 5 32 0 0,2 3 6 0 0,-6-7-88 0 0,0-1-1 0 0,0 0 1 0 0,0 0-1 0 0,0 0 0 0 0,1-1 1 0 0,0 0-1 0 0,-1 1 1 0 0,9 2-1 0 0,-11-4 21 0 0,-1-1 0 0 0,1 0 0 0 0,0-1 0 0 0,0 1 0 0 0,1 0 0 0 0,-1 0 0 0 0,0-1 0 0 0,0 1 0 0 0,0-1 0 0 0,0 0 0 0 0,0 0 0 0 0,1 0 0 0 0,-1 0-1 0 0,4 0 1 0 0,0-1-10 0 0,1-1-94 0 0,0 0 0 0 0,-1 0 0 0 0,1 0 0 0 0,-1-1-1 0 0,1 0 1 0 0,-1 0 0 0 0,0-1 0 0 0,0 1 0 0 0,-1-1 0 0 0,1-1-1 0 0,-1 1 1 0 0,0-1 0 0 0,8-9 0 0 0,-9 9 7 0 0,-1 0-1 0 0,0 0 1 0 0,0 1 0 0 0,-1-2 0 0 0,1 1 0 0 0,-1 0-1 0 0,0 0 1 0 0,-1-1 0 0 0,1 1 0 0 0,0-10-1 0 0,-1 0-197 0 0,0-1 0 0 0,-3-25 0 0 0,1 31 357 0 0,-1 1 0 0 0,0 0-1 0 0,0 0 1 0 0,-1-1 0 0 0,0 2-1 0 0,-6-13 1784 0 0,9 24-1716 0 0,12 103 520 0 0,-6-18 123 0 0,-6-86-274 0 0,7 0-419 0 0,-6-2-72 0 0,-1 1-1 0 0,1-1 0 0 0,-1 0 1 0 0,1 0-1 0 0,-1 0 1 0 0,1 0-1 0 0,-1 0 1 0 0,1 1-1 0 0,-1-1 1 0 0,0 0-1 0 0,1 0 1 0 0,-1 0-1 0 0,1 0 1 0 0,-1 0-1 0 0,1-1 1 0 0,-1 1-1 0 0,1 0 0 0 0,-1 0 1 0 0,1 0-1 0 0,-1 0 1 0 0,1 0-1 0 0,-1-1 1 0 0,0 1-1 0 0,1 0 1 0 0,-1 0-1 0 0,1-1 1 0 0,-1 1-1 0 0,0 0 1 0 0,1-1-1 0 0,4-3 18 0 0,0 1-1 0 0,-1-1 1 0 0,0-1-1 0 0,0 1 1 0 0,0 0-1 0 0,0-1 1 0 0,0 0 0 0 0,4-9-1 0 0,2-5 2 0 0,8-24-1 0 0,4-8-18 0 0,31-49 111 0 0,-47 87-117 0 0,-6 13 0 0 0,1-1 0 0 0,-1 0 0 0 0,1 1 0 0 0,-1-1 0 0 0,0 0 0 0 0,1 1 0 0 0,-1-1 0 0 0,1 1 0 0 0,-1-1 0 0 0,1 1 0 0 0,0-1 0 0 0,-1 1 0 0 0,1-1 0 0 0,-1 1 0 0 0,2-1 0 0 0,-1 1-2 0 0,-1 0 0 0 0,1 0 0 0 0,-1 0 0 0 0,1 1 0 0 0,0-1 0 0 0,-1 0 0 0 0,1 0 0 0 0,-1 0 0 0 0,1 1 0 0 0,0-1 0 0 0,-1 0 0 0 0,1 0 0 0 0,-1 1 0 0 0,1-1 0 0 0,-1 1 0 0 0,1-1-1 0 0,-1 0 1 0 0,1 1 0 0 0,-1-1 0 0 0,0 1 0 0 0,1-1 0 0 0,-1 1 0 0 0,0 0 0 0 0,1-1 0 0 0,-1 1 0 0 0,1 0 0 0 0,7 20-46 0 0,-6-16 63 0 0,3 10-6 0 0,-2 0-1 0 0,0 0 1 0 0,-1 0-1 0 0,0 0 1 0 0,-1 0-1 0 0,-1 17 1 0 0,1 17-16 0 0,2-24-45 0 0,-2-20 51 0 0,3 6-131 0 0,-3-11 70 0 0,0 1 1 0 0,-1-1-1 0 0,1 1 0 0 0,0-1 0 0 0,0 1 1 0 0,0-1-1 0 0,0 0 0 0 0,0 0 1 0 0,0 1-1 0 0,0-1 0 0 0,0 0 0 0 0,-1 0 1 0 0,1 0-1 0 0,0 0 0 0 0,0 0 0 0 0,0 0 1 0 0,0 0-1 0 0,0 0 0 0 0,0 0 1 0 0,0-1-1 0 0,0 1 0 0 0,1-1 0 0 0,23-9-1672 0 0,-19 7 1031 0 0,36-20-7245 0 0,-26 15 5069 0 0</inkml:trace>
</inkml:ink>
</file>

<file path=ppt/ink/ink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37.600"/>
    </inkml:context>
    <inkml:brush xml:id="br0">
      <inkml:brushProperty name="width" value="0.05" units="cm"/>
      <inkml:brushProperty name="height" value="0.05" units="cm"/>
      <inkml:brushProperty name="color" value="#004F8B"/>
    </inkml:brush>
  </inkml:definitions>
  <inkml:trace contextRef="#ctx0" brushRef="#br0">186 375 10367 0 0,'0'0'935'0'0,"1"-2"-768"0"0,-1-17 255 0 0,-1 17 125 0 0,1 0 0 0 0,0 0 0 0 0,-1 0 0 0 0,0 0 0 0 0,0 1 1 0 0,1-1-1 0 0,-1 0 0 0 0,0 0 0 0 0,0 1 0 0 0,-3-4 0 0 0,3 4 30 0 0,-1-1 0 0 0,0 0 0 0 0,0 1 0 0 0,0 0 1 0 0,1-1-1 0 0,-1 1 0 0 0,0 0 0 0 0,-1 0 1 0 0,-2-1-1 0 0,-15-3-591 0 0,15 6 179 0 0,-1-1 1 0 0,0 1-1 0 0,0 0 0 0 0,0 1 0 0 0,1 0 0 0 0,-1-1 1 0 0,1 2-1 0 0,-1-1 0 0 0,1 1 0 0 0,0-1 1 0 0,-9 8-1 0 0,10-7-118 0 0,0 1 0 0 0,0 0 0 0 0,0 0 0 0 0,0 0 0 0 0,1 0 0 0 0,0 1 0 0 0,0 0 0 0 0,0 0 0 0 0,-4 9 0 0 0,3-6-12 0 0,1 0 0 0 0,1 0 0 0 0,-1 0 0 0 0,1 0 0 0 0,-1 16 0 0 0,2-19-21 0 0,0 1-12 0 0,5 14-5 0 0,1-1 1 0 0,-1-14 3 0 0,-1-1 12 0 0,6 10 35 0 0,2-1-36 0 0,-5-8-12 0 0,0 0 0 0 0,1-1 1 0 0,0 1-1 0 0,0-1 0 0 0,0 0 0 0 0,1-1 0 0 0,-1 0 1 0 0,1 0-1 0 0,0 0 0 0 0,-1-1 0 0 0,1-1 0 0 0,0 1 1 0 0,12 0-1 0 0,-13-2-1 0 0,0 0 0 0 0,-1 0 0 0 0,1 0 1 0 0,0-1-1 0 0,0 0 0 0 0,0 0 0 0 0,-1-1 0 0 0,1 0 1 0 0,-1 0-1 0 0,1-1 0 0 0,-1 0 0 0 0,0 0 1 0 0,0 0-1 0 0,0-1 0 0 0,0 1 0 0 0,6-7 0 0 0,-8 6-14 0 0,0-1-1 0 0,0 0 0 0 0,-1 0 0 0 0,1 0 0 0 0,-1 0 0 0 0,-1 0 0 0 0,1 0 1 0 0,-1-1-1 0 0,0 0 0 0 0,0 1 0 0 0,1-7 0 0 0,1-5-101 0 0,-1 0-1 0 0,0-27 1 0 0,-1 15-89 0 0,-2 1 0 0 0,-2 0 0 0 0,0 0 0 0 0,-2-1 1 0 0,-1 2-1 0 0,-1-1 0 0 0,-14-38 0 0 0,0-1 209 0 0,9 30-19 0 0,9 28-18 0 0,2 7 30 0 0,0 0 0 0 0,-1-1 0 0 0,0 1 0 0 0,1 0 0 0 0,-1 0-1 0 0,0-1 1 0 0,-2-2 0 0 0,0 0 24 0 0,2 4 373 0 0,1 3-270 0 0,3 39 282 0 0,1 0 0 0 0,13 54 0 0 0,5 56-73 0 0,-22-150-328 0 0,16 198 402 0 0,-16-193-397 0 0,1-1-1 0 0,1 1 0 0 0,-1-1 1 0 0,1 1-1 0 0,0-1 0 0 0,0 0 1 0 0,4 7-1 0 0,5 4-311 0 0,-7-13 75 0 0,0-1 12 0 0,-2-1-74 0 0,0 1-1 0 0,0-1 0 0 0,0 0 0 0 0,0 0 0 0 0,0 0 1 0 0,0 0-1 0 0,0 0 0 0 0,1-1 0 0 0,-1 1 0 0 0,0-1 1 0 0,0 1-1 0 0,1-1 0 0 0,-1 0 0 0 0,0 0 0 0 0,1 0 1 0 0,-1 0-1 0 0,0 0 0 0 0,1-1 0 0 0,2 0 0 0 0,-2 0-380 0 0,0 0 0 0 0,0 0 0 0 0,0-1 0 0 0,0 1-1 0 0,0-1 1 0 0,0 0 0 0 0,-1 0 0 0 0,1 0-1 0 0,0 0 1 0 0,-1-1 0 0 0,0 1 0 0 0,1 0 0 0 0,1-5-1 0 0,1 1-686 0 0,-1-1 0 0 0,0 0 0 0 0,0 0-1 0 0,4-12 1 0 0,-5 8 976 0 0,0 0-1 0 0,3-18 1 0 0,-4-1 4846 0 0,-1-45 0 0 0,-1 40 2518 0 0,-1 35-6780 0 0,1-1 0 0 0,0 1-1 0 0,0-1 1 0 0,0 0 0 0 0,-1 1-1 0 0,1-1 1 0 0,0 0 0 0 0,0 1-1 0 0,0-1 1 0 0,0 0 0 0 0,0 1-1 0 0,0-1 1 0 0,0 0 0 0 0,1 0-1 0 0,-1 0-131 0 0,0 1 0 0 0,0 0 0 0 0,0 0 1 0 0,1 0-1 0 0,-1-1 0 0 0,0 1 0 0 0,0 0 0 0 0,0 0 0 0 0,1 0 0 0 0,-1 0 0 0 0,0 0 0 0 0,0 0 0 0 0,1-1 0 0 0,-1 1 0 0 0,0 0 0 0 0,0 0 0 0 0,0 0 0 0 0,1 0 0 0 0,-1 0 0 0 0,0 0 0 0 0,0 0 0 0 0,1 0 0 0 0,-1 0 0 0 0,0 0 0 0 0,0 0 0 0 0,1 0 0 0 0,-1 0 0 0 0,0 0 0 0 0,0 0 0 0 0,1 0 0 0 0,-1 0 0 0 0,0 1 0 0 0,0-1 0 0 0,1 0 0 0 0,-1 0 0 0 0,0 0 0 0 0,0 0 0 0 0,0 0 0 0 0,1 0 0 0 0,-1 1 0 0 0,0-1 0 0 0,0 0 0 0 0,0 0 0 0 0,0 0 0 0 0,1 1 0 0 0,9 15 739 0 0,4 23-584 0 0,22 97 1251 0 0,-25-109-1474 0 0,-8-22 7 0 0,-2-3 44 0 0</inkml:trace>
</inkml:ink>
</file>

<file path=ppt/ink/ink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37.981"/>
    </inkml:context>
    <inkml:brush xml:id="br0">
      <inkml:brushProperty name="width" value="0.05" units="cm"/>
      <inkml:brushProperty name="height" value="0.05" units="cm"/>
      <inkml:brushProperty name="color" value="#004F8B"/>
    </inkml:brush>
  </inkml:definitions>
  <inkml:trace contextRef="#ctx0" brushRef="#br0">26 2 13415 0 0,'0'0'1342'0'0,"-1"0"-1225"0"0,-5-1 47 0 0,5 0 617 0 0,-1 2 269 0 0,1 0-745 0 0,-1 0 1 0 0,1-1-1 0 0,0 1 1 0 0,-1 0 0 0 0,1 0-1 0 0,0 0 1 0 0,0 0-1 0 0,0 0 1 0 0,0 0 0 0 0,-2 3-1 0 0,3-3-309 0 0,0 0-1 0 0,0 0 1 0 0,-1-1 0 0 0,1 1-1 0 0,0 0 1 0 0,0 0 0 0 0,1 0-1 0 0,-1 0 1 0 0,0 0 0 0 0,0 0-1 0 0,0-1 1 0 0,1 1 0 0 0,-1 0-1 0 0,0 0 1 0 0,1 0 0 0 0,-1-1-1 0 0,0 1 1 0 0,1 0 0 0 0,-1 0-1 0 0,1-1 1 0 0,0 1 0 0 0,-1 0-1 0 0,2 0 1 0 0,4 7-945 0 0</inkml:trace>
</inkml:ink>
</file>

<file path=ppt/ink/ink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38.346"/>
    </inkml:context>
    <inkml:brush xml:id="br0">
      <inkml:brushProperty name="width" value="0.05" units="cm"/>
      <inkml:brushProperty name="height" value="0.05" units="cm"/>
      <inkml:brushProperty name="color" value="#004F8B"/>
    </inkml:brush>
  </inkml:definitions>
  <inkml:trace contextRef="#ctx0" brushRef="#br0">159 281 1375 0 0,'0'-13'18200'0'0,"-4"11"-18053"0"0,-1 1 0 0 0,0 0-1 0 0,1 0 1 0 0,-1 0 0 0 0,0 1 0 0 0,0 0 0 0 0,1 0-1 0 0,-1 0 1 0 0,0 0 0 0 0,0 1 0 0 0,1 0-1 0 0,-1 0 1 0 0,0 0 0 0 0,1 1 0 0 0,-1-1-1 0 0,1 1 1 0 0,0 0 0 0 0,-1 0 0 0 0,1 1-1 0 0,-7 4 1 0 0,6-3 3 0 0,1 0 0 0 0,-1 1 0 0 0,1-1 0 0 0,0 1 0 0 0,0 0-1 0 0,0 0 1 0 0,1 0 0 0 0,0 1 0 0 0,0-1 0 0 0,0 1 0 0 0,0 0 0 0 0,1 0 0 0 0,0 0-1 0 0,1 0 1 0 0,-3 10 0 0 0,3-7-157 0 0,1-1 0 0 0,-1 1 0 0 0,2 0-1 0 0,-1-1 1 0 0,1 1 0 0 0,0-1 0 0 0,1 1 0 0 0,0-1-1 0 0,0 1 1 0 0,1-1 0 0 0,0 0 0 0 0,0 0 0 0 0,1 0-1 0 0,0-1 1 0 0,0 1 0 0 0,1-1 0 0 0,0 0 0 0 0,1 0-1 0 0,11 12 1 0 0,-12-17 7 0 0,-1 1 0 0 0,0 0 0 0 0,1-1 0 0 0,0 0 0 0 0,9 3 0 0 0,-8-3 0 0 0,12 3-8 0 0,-13-6-18 0 0,-2-1-4 0 0,2 2-144 0 0,0-1 1 0 0,0-1-1 0 0,0 1 0 0 0,0-1 1 0 0,0 0-1 0 0,-1 0 0 0 0,1 0 1 0 0,-1 0-1 0 0,0-1 0 0 0,1 0 1 0 0,-1 0-1 0 0,4-4 0 0 0,-4 3-466 0 0,-1 0-1 0 0,1 0 1 0 0,-1 0-1 0 0,0 0 1 0 0,-1-1-1 0 0,1 1 0 0 0,-1-1 1 0 0,0 0-1 0 0,0 0 1 0 0,0 1-1 0 0,-1-1 1 0 0,2-6-1 0 0,-1-5-1662 0 0</inkml:trace>
  <inkml:trace contextRef="#ctx0" brushRef="#br0" timeOffset="1">157 91 1375 0 0,'0'-8'466'0'0,"-1"0"0"0"0,0 0 0 0 0,-1 0 0 0 0,0 0 0 0 0,0 1 0 0 0,0-1 0 0 0,-5-10 0 0 0,-1 1 4061 0 0,11 29 5480 0 0,1 7-5023 0 0,19 98-3822 0 0,-13-14-144 0 0,-5-52-778 0 0,21 100 1 0 0,-24-145-220 0 0,0-1 1 0 0,0 1-1 0 0,0 0 1 0 0,1-1 0 0 0,0 1-1 0 0,5 7 1 0 0,-6-11-292 0 0,0 0 0 0 0,0 0 0 0 0,0 1 0 0 0,0-2 0 0 0,0 1 0 0 0,4 3 0 0 0,-4-4-383 0 0,0 0 0 0 0,0 0 1 0 0,0 0-1 0 0,0-1 0 0 0,0 1 0 0 0,0-1 0 0 0,0 1 0 0 0,0-1 1 0 0,0 0-1 0 0,3 1 0 0 0,9-3-7254 0 0</inkml:trace>
</inkml:ink>
</file>

<file path=ppt/ink/ink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38.742"/>
    </inkml:context>
    <inkml:brush xml:id="br0">
      <inkml:brushProperty name="width" value="0.05" units="cm"/>
      <inkml:brushProperty name="height" value="0.05" units="cm"/>
      <inkml:brushProperty name="color" value="#004F8B"/>
    </inkml:brush>
  </inkml:definitions>
  <inkml:trace contextRef="#ctx0" brushRef="#br0">171 65 9215 0 0,'-8'-7'976'0'0,"-8"-8"-1450"0"0,-15-4 4878 0 0,28 17-3879 0 0,-1 0 0 0 0,1 1 0 0 0,-1-1 0 0 0,0 1-1 0 0,1 0 1 0 0,-1 0 0 0 0,0 1 0 0 0,0-1 0 0 0,0 1 0 0 0,0 0 0 0 0,1 0 0 0 0,-1 0 0 0 0,-6 1 0 0 0,7 0-432 0 0,1 0 0 0 0,-1 0 0 0 0,1 0 1 0 0,0 1-1 0 0,-1-1 0 0 0,1 1 0 0 0,0-1 0 0 0,0 1 1 0 0,0 0-1 0 0,0 0 0 0 0,0 0 0 0 0,0 0 0 0 0,1 0 1 0 0,-1 1-1 0 0,1-1 0 0 0,-1 0 0 0 0,1 1 0 0 0,0-1 1 0 0,0 1-1 0 0,-1 2 0 0 0,-2 5-7 0 0,1 1 1 0 0,0 0-1 0 0,-2 17 0 0 0,4-21-70 0 0,0 1-1 0 0,1-1 1 0 0,0 1-1 0 0,0-1 1 0 0,0 1-1 0 0,1-1 0 0 0,0 1 1 0 0,4 13-1 0 0,3-2-28 0 0,-4-15-17 0 0,0 0 0 0 0,7 10 15 0 0,0-3 15 0 0,-2-6 0 0 0,0 1 0 0 0,1-1 0 0 0,17 5 0 0 0,-24-9 3 0 0,0-1 0 0 0,0 1 0 0 0,0-1 0 0 0,1 0 0 0 0,-1 0 0 0 0,0-1 0 0 0,0 1 0 0 0,0-1 0 0 0,0 1 0 0 0,0-1 0 0 0,5-2 0 0 0,4 0 14 0 0,-8 2-8 0 0,-1-1-1 0 0,0 1 1 0 0,0-1-1 0 0,0 1 1 0 0,0-1-1 0 0,0 0 1 0 0,0 0-1 0 0,-1 0 1 0 0,1-1-1 0 0,0 1 1 0 0,-1 0-1 0 0,0-1 1 0 0,4-4-1 0 0,-1-1 49 0 0,0 0 0 0 0,0 0 0 0 0,7-16 0 0 0,-7 9 97 0 0,0 0 0 0 0,-1-1 0 0 0,0 0 1 0 0,-1 1-1 0 0,-1-1 0 0 0,0-17 0 0 0,-3 13-4 0 0,1 14-66 0 0,-1 0 1 0 0,1 0-1 0 0,2-9 1 0 0,-2 14-79 0 0,0 1-1 0 0,0 0 1 0 0,0-1 0 0 0,0 1 0 0 0,0 0-1 0 0,0 0 1 0 0,0-1 0 0 0,0 1 0 0 0,0 0 0 0 0,0-1-1 0 0,0 1 1 0 0,-1 0 0 0 0,1 0 0 0 0,0-1 0 0 0,0 1-1 0 0,0 0 1 0 0,0 0 0 0 0,0-1 0 0 0,-1 1 0 0 0,1 0-1 0 0,0 0 1 0 0,0-1 0 0 0,0 1 0 0 0,-1 0-1 0 0,1 0 1 0 0,0 0 0 0 0,0-1 0 0 0,-1 1 0 0 0,1 0-1 0 0,-1-1 171 0 0,-3 13-154 0 0,0-1 0 0 0,1 1 1 0 0,0 0-1 0 0,1-1 0 0 0,0 1 0 0 0,1 0 0 0 0,0 1 0 0 0,1-1 0 0 0,0 0 0 0 0,1 0 1 0 0,0 0-1 0 0,1 0 0 0 0,1 0 0 0 0,7 22 0 0 0,-10-32-203 0 0,1 0 0 0 0,0 0 0 0 0,1 1-1 0 0,-1-1 1 0 0,0 0 0 0 0,1 0 0 0 0,-1 0 0 0 0,1 0-1 0 0,-1-1 1 0 0,1 1 0 0 0,0 0 0 0 0,0-1 0 0 0,0 1 0 0 0,0-1-1 0 0,0 1 1 0 0,0-1 0 0 0,0 0 0 0 0,1 0 0 0 0,-1 0-1 0 0,0 0 1 0 0,1 0 0 0 0,-1-1 0 0 0,1 1 0 0 0,2 0 0 0 0,0-1-657 0 0,1 0 1 0 0,0-1 0 0 0,0 0-1 0 0,0 1 1 0 0,0-2 0 0 0,0 1 0 0 0,-1-1-1 0 0,11-4 1 0 0,-1 0-5418 0 0</inkml:trace>
</inkml:ink>
</file>

<file path=ppt/ink/ink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39.110"/>
    </inkml:context>
    <inkml:brush xml:id="br0">
      <inkml:brushProperty name="width" value="0.05" units="cm"/>
      <inkml:brushProperty name="height" value="0.05" units="cm"/>
      <inkml:brushProperty name="color" value="#004F8B"/>
    </inkml:brush>
  </inkml:definitions>
  <inkml:trace contextRef="#ctx0" brushRef="#br0">93 109 6103 0 0,'0'-2'275'0'0,"1"-2"-184"0"0,5-43 909 0 0,-7 16 3157 0 0,1 30-3981 0 0,0 0 0 0 0,0 0 0 0 0,0 0 1 0 0,0 0-1 0 0,0 0 0 0 0,-1 0 0 0 0,1 0 0 0 0,0 0 1 0 0,-1 0-1 0 0,1 0 0 0 0,-1 0 0 0 0,1 0 0 0 0,-1 0 0 0 0,1 0 1 0 0,-1 0-1 0 0,0 1 0 0 0,1-1 0 0 0,-1 0 0 0 0,0 0 0 0 0,0 1 1 0 0,0-1-1 0 0,0 0 0 0 0,0 1 0 0 0,1-1 0 0 0,-1 1 0 0 0,0-1 1 0 0,0 1-1 0 0,0-1 0 0 0,0 1 0 0 0,0 0 0 0 0,-1 0 0 0 0,1-1 1 0 0,0 1-1 0 0,0 0 0 0 0,-1 0 0 0 0,0 0-35 0 0,0 1 0 0 0,-1-1 0 0 0,1 1 1 0 0,0 0-1 0 0,0-1 0 0 0,1 1 0 0 0,-1 0 0 0 0,0 0 0 0 0,0 0 0 0 0,0 1 0 0 0,1-1 1 0 0,-1 0-1 0 0,0 1 0 0 0,1-1 0 0 0,-1 1 0 0 0,-1 2 0 0 0,-3 4 125 0 0,1 0-1 0 0,1 0 1 0 0,0 1-1 0 0,0-1 0 0 0,0 1 1 0 0,1 0-1 0 0,0 0 1 0 0,1 0-1 0 0,0 1 1 0 0,1-1-1 0 0,-1 15 0 0 0,2-11-190 0 0,0-1-1 0 0,0 0 0 0 0,2 1 0 0 0,0-1 1 0 0,0 0-1 0 0,1 1 0 0 0,0-2 0 0 0,7 17 0 0 0,-3-13-54 0 0,-2-1 23 0 0,1-1 0 0 0,10 15 1 0 0,-7-17-2 0 0,3-6-46 0 0,-9-4-26 0 0,1 0 0 0 0,-1-1-1 0 0,1 0 1 0 0,-1 0-1 0 0,1 0 1 0 0,-1 0-1 0 0,0-1 1 0 0,1 1-1 0 0,-1-1 1 0 0,1 0-1 0 0,-1 0 1 0 0,0 0 0 0 0,5-2-1 0 0,-2 0-558 0 0,-1 0 1 0 0,0-1-1 0 0,1 1 1 0 0,-1-1-1 0 0,-1 0 0 0 0,9-8 1 0 0,-2-2-1475 0 0</inkml:trace>
</inkml:ink>
</file>

<file path=ppt/ink/ink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39.494"/>
    </inkml:context>
    <inkml:brush xml:id="br0">
      <inkml:brushProperty name="width" value="0.05" units="cm"/>
      <inkml:brushProperty name="height" value="0.05" units="cm"/>
      <inkml:brushProperty name="color" value="#004F8B"/>
    </inkml:brush>
  </inkml:definitions>
  <inkml:trace contextRef="#ctx0" brushRef="#br0">53 31 919 0 0,'-2'-4'75'0'0,"1"2"-44"0"0,1 1 0 0 0,-1 0-1 0 0,0-1 1 0 0,0 1 0 0 0,0 0-1 0 0,0 0 1 0 0,0 0 0 0 0,0 0-1 0 0,0-1 1 0 0,0 2 0 0 0,-1-1-1 0 0,1 0 1 0 0,0 0-1 0 0,0 0 1 0 0,-4-1 0 0 0,-17-6 17290 0 0,21 8-17201 0 0,0 1-1 0 0,1-1 1 0 0,-1 1-1 0 0,1-1 1 0 0,-1 0 0 0 0,1 1-1 0 0,-1-1 1 0 0,1 1-1 0 0,-1-1 1 0 0,1 1-1 0 0,0 0 1 0 0,-1-1-1 0 0,1 1 1 0 0,0-1-1 0 0,0 1 1 0 0,-1 0-1 0 0,1-1 1 0 0,0 1-1 0 0,0 0 1 0 0,-1 0 0 0 0,3 39 2061 0 0,12 79 0 0 0,21 42-806 0 0,-12-60-358 0 0,26 84 147 0 0,-44-168-1080 0 0,2 4-41 0 0,1 0-1 0 0,0 0 1 0 0,2-1 0 0 0,0 0-1 0 0,1 0 1 0 0,23 29 0 0 0,-32-47-745 0 0</inkml:trace>
</inkml:ink>
</file>

<file path=ppt/ink/ink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52.915"/>
    </inkml:context>
    <inkml:brush xml:id="br0">
      <inkml:brushProperty name="width" value="0.05" units="cm"/>
      <inkml:brushProperty name="height" value="0.05" units="cm"/>
      <inkml:brushProperty name="color" value="#004F8B"/>
    </inkml:brush>
  </inkml:definitions>
  <inkml:trace contextRef="#ctx0" brushRef="#br0">30 172 455 0 0,'-8'-39'9076'0'0,"7"38"-8805"0"0,1 1 0 0 0,0 0 0 0 0,-1-1 0 0 0,1 1 0 0 0,-1 0-1 0 0,1 0 1 0 0,-1 0 0 0 0,1-1 0 0 0,-1 1 0 0 0,1 0 0 0 0,-1 0 0 0 0,0 0-1 0 0,1 0 1 0 0,-1 0 0 0 0,1 0 0 0 0,-1 0 0 0 0,1 0 0 0 0,-1 0 0 0 0,1 0-1 0 0,-1 0 1 0 0,0 1 0 0 0,-8 1 5318 0 0,14-1-5489 0 0,0-1-1 0 0,0 0 1 0 0,0 0-1 0 0,1 0 1 0 0,-1 0 0 0 0,0-1-1 0 0,0 0 1 0 0,0 0-1 0 0,0 0 1 0 0,0-1-1 0 0,6-2 1 0 0,24-6 305 0 0,216-32 1683 0 0,-215 37-2020 0 0,18-4 96 0 0,-44 7-150 0 0,-1 0-1 0 0,1 1 1 0 0,11 0-1 0 0,11-1-3 0 0,-6 0-2 0 0,0 1 0 0 0,26 2-1 0 0,27 0 23 0 0,61-12 157 0 0,-50-9 53 0 0,-56 14-211 0 0,-18 2-4 0 0,1 2 0 0 0,-1 0-1 0 0,22 0 1 0 0,-29 1-14 0 0,-7 1 610 0 0,0 0-545 0 0,5 0 16 0 0,-4 0-19 0 0,-3 0-69 0 0,1 0-1 0 0,-1 0 1 0 0,1 0-1 0 0,-1 0 1 0 0,1 0-1 0 0,-1 0 1 0 0,1 0-1 0 0,-1 0 0 0 0,1 0 1 0 0,-1 0-1 0 0,1 0 1 0 0,-1 0-1 0 0,0 1 1 0 0,1-1-1 0 0,-1 0 1 0 0,1 0-1 0 0,-1 1 1 0 0,1-1-1 0 0,-1 0 0 0 0,0 0 1 0 0,1 1-1 0 0,1 2 3 0 0,0-1 0 0 0,0 0-1 0 0,0 1 1 0 0,0-1 0 0 0,-1 1-1 0 0,1 0 1 0 0,-1-1 0 0 0,0 1-1 0 0,0 0 1 0 0,0 0-1 0 0,0 0 1 0 0,0 0 0 0 0,-1 0-1 0 0,1 6 1 0 0,1 1-16 0 0,4 21 13 0 0,-1-1 0 0 0,-2 1-1 0 0,0 40 1 0 0,-4-17 50 0 0,-10 55 0 0 0,-4-38-41 0 0,4-24-13 0 0,7-18 77 0 0,4-27-15 0 0,1-1 5 0 0,6 6-53 0 0,0-2-2 0 0,14 9 42 0 0,-8-3-53 0 0,-8-8 0 0 0,14 4 0 0 0,-10-5 0 0 0,0 1 0 0 0,0-1 0 0 0,0-1 0 0 0,11 1 0 0 0,-11-1 0 0 0,-1 0 0 0 0,1-1 0 0 0,-1 0 0 0 0,15-3 0 0 0,22-2 0 0 0,-6 6 35 0 0,13 0-6 0 0,-22 0-4 0 0,86-6 182 0 0,-89 1 640 0 0,-29-15-5125 0 0,2 7-4491 0 0</inkml:trace>
</inkml:ink>
</file>

<file path=ppt/ink/ink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53.423"/>
    </inkml:context>
    <inkml:brush xml:id="br0">
      <inkml:brushProperty name="width" value="0.05" units="cm"/>
      <inkml:brushProperty name="height" value="0.05" units="cm"/>
      <inkml:brushProperty name="color" value="#004F8B"/>
    </inkml:brush>
  </inkml:definitions>
  <inkml:trace contextRef="#ctx0" brushRef="#br0">107 1 1375 0 0,'0'0'66'0'0,"-1"1"-8"0"0,-4 0 2608 0 0,0 1-1 0 0,-1-1 1 0 0,1 0-1 0 0,0 0 1 0 0,0 0-1 0 0,-11-1 1 0 0,16 0-2569 0 0,-1 1 1 0 0,1-1-1 0 0,-1 0 1 0 0,0 0-1 0 0,1 0 1 0 0,-1 0-1 0 0,1 1 1 0 0,-1-1-1 0 0,1 0 1 0 0,-1 1-1 0 0,1-1 1 0 0,-1 0-1 0 0,1 1 0 0 0,-1-1 1 0 0,1 1-1 0 0,0-1 1 0 0,-1 1-1 0 0,1-1 1 0 0,0 1-1 0 0,-1-1 1 0 0,1 1-1 0 0,0-1 1 0 0,-1 1-1 0 0,1-1 1 0 0,0 1-1 0 0,0-1 1 0 0,0 1-1 0 0,0 0 1 0 0,-1-1-1 0 0,1 1 1 0 0,0-1-1 0 0,0 1 0 0 0,0 0 1 0 0,0 2 133 0 0,0 0-1 0 0,0 0 1 0 0,0 0 0 0 0,0 0 0 0 0,1 0-1 0 0,0 4 1 0 0,4 6-50 0 0,0-1-1 0 0,1-1 0 0 0,0 1 1 0 0,0-1-1 0 0,12 15 1 0 0,7 12 8 0 0,-16-25-152 0 0,0 0 1 0 0,0-1-1 0 0,1 0 0 0 0,22 20 1 0 0,-20-19 17 0 0,-12-11-46 0 0,1 0 47 0 0,-2-1 8 0 0,0 3-52 0 0,0-1 0 0 0,0 1 0 0 0,-1-1 0 0 0,1 1 0 0 0,-1-1-1 0 0,0 0 1 0 0,0 0 0 0 0,0 0 0 0 0,-1 0 0 0 0,-2 3 0 0 0,-32 28 27 0 0,19-18-33 0 0,-89 74 452 0 0,106-89-441 0 0,0 0-1 0 0,1-1 1 0 0,-1 1-1 0 0,0 0 1 0 0,0-1-1 0 0,0 1 0 0 0,0-1 1 0 0,0 0-1 0 0,0 1 1 0 0,0-1-1 0 0,0 0 1 0 0,-1 1-1 0 0,1-1-14 0 0,1 0 0 0 0,0 0 0 0 0,0 0 0 0 0,0-1 0 0 0,-1 1 0 0 0,1 0 0 0 0,0 0 0 0 0,0 0 0 0 0,0 0 0 0 0,0 0 0 0 0,-1 0 0 0 0,1-1 0 0 0,0 1 0 0 0,0 0 0 0 0,0 0 0 0 0,0 0 0 0 0,0 0 1 0 0,0-1-1 0 0,-1 1 0 0 0,1 0 0 0 0,0 0 0 0 0,0 0 0 0 0,0-1 0 0 0,0 1 0 0 0,0 0 0 0 0,0 0 0 0 0,0 0 0 0 0,0-1 0 0 0,0 1 0 0 0,0 0 0 0 0,0 0 0 0 0,0 0 0 0 0,0-1 0 0 0,0 1 0 0 0,0 0 0 0 0,9-28-657 0 0,-7 21 70 0 0,3-6-155 0 0</inkml:trace>
</inkml:ink>
</file>

<file path=ppt/ink/ink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55.860"/>
    </inkml:context>
    <inkml:brush xml:id="br0">
      <inkml:brushProperty name="width" value="0.05" units="cm"/>
      <inkml:brushProperty name="height" value="0.05" units="cm"/>
      <inkml:brushProperty name="color" value="#004F8B"/>
    </inkml:brush>
  </inkml:definitions>
  <inkml:trace contextRef="#ctx0" brushRef="#br0">92 138 1375 0 0,'-10'-13'21056'0'0,"14"37"-20818"0"0,-1 0 1 0 0,-1 44-1 0 0,-9 52-106 0 0,1 8-14 0 0,5-80-75 0 0,-13 84 0 0 0,14-130 10 0 0,0 0 11 0 0,0 6 1 0 0,0-5 101 0 0,-4-75 150 0 0,-3-76 41 0 0,4 77-288 0 0,-4 1 1 0 0,-22-100-1 0 0,17 115-58 0 0,11 53 178 0 0,12 13-125 0 0,4 7-64 0 0,0 1 0 0 0,-1 1 0 0 0,-1 0 0 0 0,17 35 0 0 0,-7-13 0 0 0,-4-6 25 0 0,13 19 1 0 0,-18-30-101 0 0,22 50-1 0 0,-16-29 173 0 0,1 1-85 0 0,-9-20-12 0 0,0-1-1 0 0,29 44 1 0 0,-32-59 13 0 0,-2-5 51 0 0,-6-5-58 0 0,0 0-1 0 0,0 0 0 0 0,1-1 1 0 0,-1 1-1 0 0,0 0 0 0 0,1-1 0 0 0,-1 0 1 0 0,1 1-1 0 0,-1-1 0 0 0,1 0 0 0 0,-1 0 1 0 0,0 1-1 0 0,1-1 0 0 0,-1 0 0 0 0,1-1 1 0 0,-1 1-1 0 0,1 0 0 0 0,-1 0 0 0 0,1-1 1 0 0,-1 1-1 0 0,0 0 0 0 0,1-1 0 0 0,-1 0 1 0 0,0 1-1 0 0,1-1 0 0 0,-1 0 1 0 0,2-1-1 0 0,1-1 13 0 0,0 0 1 0 0,0 0-1 0 0,0-1 1 0 0,0 0 0 0 0,6-8-1 0 0,-5 4 3 0 0,0 1 0 0 0,-1-2 1 0 0,0 1-1 0 0,0 0 0 0 0,0-1 0 0 0,-2 0 0 0 0,1 0 0 0 0,1-11 0 0 0,7-77 266 0 0,-9 70-247 0 0,-1-131 503 0 0,-2 80-398 0 0,1 23-71 0 0,-12-96-1 0 0,11 147-65 0 0,-4-12-60 0 0,4 14-179 0 0</inkml:trace>
</inkml:ink>
</file>

<file path=ppt/ink/ink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56.714"/>
    </inkml:context>
    <inkml:brush xml:id="br0">
      <inkml:brushProperty name="width" value="0.05" units="cm"/>
      <inkml:brushProperty name="height" value="0.05" units="cm"/>
      <inkml:brushProperty name="color" value="#004F8B"/>
    </inkml:brush>
  </inkml:definitions>
  <inkml:trace contextRef="#ctx0" brushRef="#br0">0 1 5407 0 0,'0'0'491'0'0,"3"19"15513"0"0,-2-18-15117 0 0,4 4 126 0 0,-2-2-3316 0 0,-2-2 2687 0 0,1 1-28 0 0,17 12 311 0 0,-17-13-431 0 0,0 0-171 0 0,15 8-1 0 0,-16-8-253 0 0,1-1 0 0 0,0 1 0 0 0,-1 0 0 0 0,1-1 0 0 0,0 1 0 0 0,-1-1-1 0 0,1 0 1 0 0,0 0 0 0 0,0 1 0 0 0,-1-1 0 0 0,1 0 0 0 0,0 0 0 0 0,0-1 0 0 0,-1 1 0 0 0,1 0-1 0 0,0-1 1 0 0,-1 1 0 0 0,1-1 0 0 0,0 1 0 0 0,-1-1 0 0 0,1 0 0 0 0,0 0 0 0 0,-1 0 0 0 0,2-1-1 0 0,-1 1-300 0 0,1 0-1364 0 0</inkml:trace>
</inkml:ink>
</file>

<file path=ppt/ink/ink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57.224"/>
    </inkml:context>
    <inkml:brush xml:id="br0">
      <inkml:brushProperty name="width" value="0.05" units="cm"/>
      <inkml:brushProperty name="height" value="0.05" units="cm"/>
      <inkml:brushProperty name="color" value="#004F8B"/>
    </inkml:brush>
  </inkml:definitions>
  <inkml:trace contextRef="#ctx0" brushRef="#br0">51 40 1375 0 0,'-2'1'1655'0'0,"-15"19"5750"0"0,16-19-6466 0 0,0 0-732 0 0,1 1-1 0 0,-1-1 1 0 0,0 1 0 0 0,1-1-1 0 0,-1 1 1 0 0,1-1 0 0 0,0 1-1 0 0,-1 0 1 0 0,1-1 0 0 0,0 1-1 0 0,0-1 1 0 0,0 1 0 0 0,0 0-1 0 0,0-1 1 0 0,1 4 0 0 0,0-3 406 0 0,1-1-462 0 0,1 0 7 0 0,1 1 0 0 0,-1-1 1 0 0,1 0-1 0 0,0 0 0 0 0,-1 0 1 0 0,1-1-1 0 0,0 1 1 0 0,-1-1-1 0 0,1 0 0 0 0,0 0 1 0 0,0 0-1 0 0,0-1 1 0 0,4-1-1 0 0,-6 2 274 0 0,8-6 401 0 0,-8 5-720 0 0,-1 0-1 0 0,1 0 1 0 0,-1-1 0 0 0,1 1-1 0 0,-1 0 1 0 0,0-1 0 0 0,0 1-1 0 0,0-1 1 0 0,1 1-1 0 0,-2-1 1 0 0,1 0 0 0 0,0 1-1 0 0,0-1 1 0 0,0 0-1 0 0,-1 0 1 0 0,1 1 0 0 0,-1-1-1 0 0,1 0 1 0 0,-1 0-1 0 0,0 0 1 0 0,0 0 0 0 0,0 0-1 0 0,0 1 1 0 0,0-1 0 0 0,-1-2-1 0 0,1 2 240 0 0,-8-8 169 0 0,5 6-468 0 0,-1 1-1 0 0,0-1 0 0 0,0 1 0 0 0,0 0 0 0 0,-1 0 0 0 0,1 0 1 0 0,-1 1-1 0 0,0 0 0 0 0,-9-4 0 0 0,7 4-31 0 0,6 1-12 0 0,1 1 0 0 0,-1 0-1 0 0,0 0 1 0 0,0 0 0 0 0,0 0 0 0 0,0 0-1 0 0,0 0 1 0 0,1 0 0 0 0,-1 0 0 0 0,0 1-1 0 0,0-1 1 0 0,0 0 0 0 0,0 0 0 0 0,0 1 0 0 0,1-1-1 0 0,-1 0 1 0 0,0 1 0 0 0,0-1 0 0 0,1 1-1 0 0,-2 0 1 0 0,-10 11 63 0 0,2 2-108 0 0,9-9 14 0 0,1-1 7 0 0,-2 2 3 0 0,2-4 12 0 0,-1 0 0 0 0,1 0 0 0 0,-1 0-1 0 0,1 1 1 0 0,0-1 0 0 0,0 0 0 0 0,0 0 0 0 0,0 0-1 0 0,0 1 1 0 0,1-1 0 0 0,-1 0 0 0 0,1 0 0 0 0,-1 0-1 0 0,2 3 1 0 0,-2-1 0 0 0,1 1 0 0 0,9 9 0 0 0,-9-11 0 0 0,0-1 0 0 0,0 0 0 0 0,1 0 0 0 0,-1 0 0 0 0,1 0 0 0 0,0 0 0 0 0,-1 0 0 0 0,1-1 0 0 0,0 1 0 0 0,3 2 0 0 0,1 0 0 0 0,-5-4 0 0 0,0 1 0 0 0,0 0 0 0 0,0 0 0 0 0,0 0 0 0 0,-1-1 0 0 0,1 1 0 0 0,0-1 0 0 0,0 1 0 0 0,0-1 0 0 0,0 1 0 0 0,0-1 0 0 0,1 1 0 0 0,-1-1 0 0 0,0 0 0 0 0,0 1 0 0 0,0-1 0 0 0,0 0 0 0 0,0 0 0 0 0,0 0 0 0 0,1 0 0 0 0,-1 0 0 0 0,1 0 0 0 0,2-1 0 0 0,8 2 0 0 0,-11-1 0 0 0,-1 0 0 0 0,0 0 0 0 0,1 0 0 0 0,-1 0 0 0 0,1 0 0 0 0,-1 0 0 0 0,0 0 0 0 0,1 0 0 0 0,-1 0 0 0 0,1-1 0 0 0,-1 1 0 0 0,0 0 0 0 0,1 0 0 0 0,-1 0 0 0 0,1 0 0 0 0,-1-1 0 0 0,0 1 0 0 0,1 0 0 0 0,-1 0 0 0 0,0-1 0 0 0,1 1 0 0 0,-1 0 0 0 0,7-5 0 0 0,-6 5 0 0 0,1-1 0 0 0,0-1 0 0 0,0 1 0 0 0,0 0 0 0 0,0-1 0 0 0,0 1 0 0 0,0-1 0 0 0,0 0 0 0 0,0 0 0 0 0,-1 0 0 0 0,1 0 0 0 0,-1 0 0 0 0,2-3 0 0 0,-2 5 0 0 0,-1-1 0 0 0,0 1 0 0 0,0 0 0 0 0,1-1 0 0 0,-1 1 0 0 0,0-1 0 0 0,0 1 0 0 0,0-1 0 0 0,0 1 0 0 0,0-1 0 0 0,0 1 0 0 0,0 0 0 0 0,1-1 0 0 0,-1 1 0 0 0,0-1 0 0 0,-1 1 0 0 0,1-1 0 0 0,0 1 0 0 0,0-1 0 0 0,0 1 0 0 0,0-1 0 0 0,0 1 0 0 0,0-1 0 0 0,-1 1 0 0 0,1 0 0 0 0,0-1 0 0 0,-1 0 0 0 0,0 0 0 0 0,0-3 3 0 0,0 1-1 0 0,0-1 1 0 0,0 1-1 0 0,-1-1 0 0 0,1 1 1 0 0,-1 0-1 0 0,0 0 1 0 0,0 0-1 0 0,0 0 1 0 0,0 0-1 0 0,-1 0 1 0 0,1 1-1 0 0,-1-1 1 0 0,1 1-1 0 0,-1 0 1 0 0,0-1-1 0 0,0 1 0 0 0,0 1 1 0 0,0-1-1 0 0,-1 0 1 0 0,1 1-1 0 0,0-1 1 0 0,-1 1-1 0 0,1 0 1 0 0,-7-1-1 0 0,8 2-22 0 0,0 0 0 0 0,0 0 0 0 0,1 0 0 0 0,-1 0 0 0 0,0 0-1 0 0,0 1 1 0 0,0-1 0 0 0,0 1 0 0 0,1-1 0 0 0,-1 1 0 0 0,0-1 0 0 0,0 1 0 0 0,1 0-1 0 0,-1 0 1 0 0,1 0 0 0 0,-1 0 0 0 0,1 0 0 0 0,-1 0 0 0 0,1 1 0 0 0,-1-1-1 0 0,-1 3 1 0 0,1-2-196 0 0,-11 19-2666 0 0,8-11-4409 0 0</inkml:trace>
</inkml:ink>
</file>

<file path=ppt/ink/ink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57.973"/>
    </inkml:context>
    <inkml:brush xml:id="br0">
      <inkml:brushProperty name="width" value="0.05" units="cm"/>
      <inkml:brushProperty name="height" value="0.05" units="cm"/>
      <inkml:brushProperty name="color" value="#004F8B"/>
    </inkml:brush>
  </inkml:definitions>
  <inkml:trace contextRef="#ctx0" brushRef="#br0">227 145 1839 0 0,'0'0'283'0'0,"1"-1"366"0"0,5-3 190 0 0,0-1-1 0 0,-1 1 0 0 0,1-1 0 0 0,-1 0 1 0 0,9-13 1247 0 0,-12 16-852 0 0,-1 1-872 0 0,-1-1-1 0 0,1 0 0 0 0,0 0 0 0 0,0 0 0 0 0,-1-1 1 0 0,1 1-1 0 0,-1 0 0 0 0,1 0 0 0 0,-1 0 1 0 0,0 0-1 0 0,0 0 0 0 0,0 0 0 0 0,0-1 0 0 0,0 1 1 0 0,-1 0-1 0 0,1 0 0 0 0,-1 0 0 0 0,1 0 1 0 0,-1 0-1 0 0,0 0 0 0 0,0 0 0 0 0,0 0 1 0 0,0 0-1 0 0,0 0 0 0 0,-3-3 0 0 0,1 0 71 0 0,-1 0 1 0 0,0 0-1 0 0,-1 1 0 0 0,1 0 1 0 0,-1 0-1 0 0,0 0 0 0 0,0 0 1 0 0,-8-4-1 0 0,12 8-399 0 0,-1-1 1 0 0,1 1-1 0 0,-1 0 0 0 0,1 0 1 0 0,0 0-1 0 0,-1 0 0 0 0,1 0 1 0 0,0 0-1 0 0,-1 0 1 0 0,1 1-1 0 0,0-1 0 0 0,-1 1 1 0 0,1-1-1 0 0,0 1 0 0 0,-2 0 1 0 0,-2 0 17 0 0,-15 0 121 0 0,15-1-127 0 0,1 0 1 0 0,0 0-1 0 0,0 1 1 0 0,0-1 0 0 0,-1 1-1 0 0,-5 2 1 0 0,4-2-48 0 0,1 1 0 0 0,0 0-1 0 0,-1 0 1 0 0,1 1 0 0 0,0-1 0 0 0,0 1 0 0 0,1 0 0 0 0,-1 1 0 0 0,0-1 0 0 0,1 1 0 0 0,0 0 0 0 0,0 0-1 0 0,0 0 1 0 0,1 1 0 0 0,-1-1 0 0 0,1 1 0 0 0,0 0 0 0 0,-2 5 0 0 0,-10 16 54 0 0,11-20-41 0 0,0 0 0 0 0,1 1 0 0 0,0-1 0 0 0,-4 10-1 0 0,3-2-6 0 0,1 0 0 0 0,-2 15 0 0 0,4-24-4 0 0,1 1 0 0 0,0-1 0 0 0,0 0 0 0 0,1 0 0 0 0,-1 1 0 0 0,1-1-1 0 0,0 0 1 0 0,0 0 0 0 0,3 6 0 0 0,-3-8 0 0 0,1 1 0 0 0,0-1 0 0 0,0 0 0 0 0,0 0 0 0 0,1 0 0 0 0,-1-1 0 0 0,1 1 0 0 0,-1-1 0 0 0,1 1 0 0 0,0-1 0 0 0,0 0 0 0 0,0 0 0 0 0,0 0 0 0 0,0 0 0 0 0,1-1 0 0 0,3 2 0 0 0,-1 0 0 0 0,-1-2 0 0 0,1 1 0 0 0,-1-1 0 0 0,1 0 0 0 0,-1 0 0 0 0,1 0 0 0 0,0-1 0 0 0,-1 0 0 0 0,11-1 0 0 0,-5 0 30 0 0,0-1-1 0 0,-1 0 1 0 0,1-1 0 0 0,14-5-1 0 0,-22 6-170 0 0,0 0 0 0 0,0 0-1 0 0,0 0 1 0 0,0 0 0 0 0,0 0-1 0 0,-1-1 1 0 0,1 1 0 0 0,-1-1-1 0 0,1 0 1 0 0,-1 0 0 0 0,0 0-1 0 0,3-4 1 0 0,1-3-1778 0 0</inkml:trace>
</inkml:ink>
</file>

<file path=ppt/ink/ink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58.337"/>
    </inkml:context>
    <inkml:brush xml:id="br0">
      <inkml:brushProperty name="width" value="0.05" units="cm"/>
      <inkml:brushProperty name="height" value="0.05" units="cm"/>
      <inkml:brushProperty name="color" value="#004F8B"/>
    </inkml:brush>
  </inkml:definitions>
  <inkml:trace contextRef="#ctx0" brushRef="#br0">12 0 1839 0 0,'0'0'14111'0'0,"0"2"-12790"0"0,-4 38 2517 0 0,2-28-3202 0 0,0 0 1 0 0,1 21-1 0 0,1 111 169 0 0,-2-61-525 0 0,1-13-14 0 0,3 73 420 0 0,1-117-686 0 0,-2-23 1 0 0,0 1-1 0 0,-1-1 1 0 0,1 1-1 0 0,0-1 1 0 0,1 1-1 0 0,-1-1 1 0 0,0 0-1 0 0,4 4 1 0 0,-2 1 5 0 0,-2-7 0 0 0,0 0 1 0 0,0 0-1 0 0,0 0 1 0 0,-1 0-1 0 0,1-1 1 0 0,0 1-1 0 0,0 0 0 0 0,0 0 1 0 0,0-1-1 0 0,0 1 1 0 0,0-1-1 0 0,0 1 1 0 0,2 0-1 0 0,6 3-435 0 0,-1 1-2163 0 0</inkml:trace>
</inkml:ink>
</file>

<file path=ppt/ink/ink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58.800"/>
    </inkml:context>
    <inkml:brush xml:id="br0">
      <inkml:brushProperty name="width" value="0.05" units="cm"/>
      <inkml:brushProperty name="height" value="0.05" units="cm"/>
      <inkml:brushProperty name="color" value="#004F8B"/>
    </inkml:brush>
  </inkml:definitions>
  <inkml:trace contextRef="#ctx0" brushRef="#br0">11 154 1839 0 0,'2'1'8724'0'0,"29"2"-3516"0"0,18-5-2574 0 0,-8 0-1432 0 0,-29 2-911 0 0,0-1 0 0 0,0-1-1 0 0,1 0 1 0 0,-2 0 0 0 0,1-1-1 0 0,0-1 1 0 0,-1 0 0 0 0,12-6-1 0 0,-22 9-205 0 0,1 0-18 0 0,-1 0-44 0 0,1 0 0 0 0,-1 1 0 0 0,0-1 0 0 0,0 0 0 0 0,0 0 0 0 0,0-1 0 0 0,-1 1 0 0 0,1 0 1 0 0,0 0-1 0 0,0 0 0 0 0,-1-1 0 0 0,1 1 0 0 0,0 0 0 0 0,-1-1 0 0 0,1 1 0 0 0,-1 0 0 0 0,0-1 0 0 0,1 1 0 0 0,-1-1 0 0 0,0 1 0 0 0,0 0 0 0 0,0-4 0 0 0,0 2 19 0 0,-1-1 0 0 0,1 0-1 0 0,-1 0 1 0 0,0 1 0 0 0,0-1 0 0 0,0 0-1 0 0,-4-5 1 0 0,5 7 54 0 0,-2 1-71 0 0,0 0 1 0 0,1-1-1 0 0,-1 1 0 0 0,1 0 1 0 0,0-1-1 0 0,-1 0 0 0 0,1 1 1 0 0,0-1-1 0 0,0 0 0 0 0,-2-3 0 0 0,-5-8 81 0 0,5 11-81 0 0,1 0 0 0 0,-1 0-1 0 0,1 0 1 0 0,-1 0 0 0 0,0 0-1 0 0,0 1 1 0 0,0-1 0 0 0,0 1 0 0 0,0 0-1 0 0,0 0 1 0 0,0 0 0 0 0,0 0 0 0 0,0 0-1 0 0,0 1 1 0 0,-5-1 0 0 0,2 1-1 0 0,0 0 0 0 0,-1 0 0 0 0,1 1 1 0 0,0-1-1 0 0,-1 1 0 0 0,-11 4 0 0 0,8-2-17 0 0,1 1 0 0 0,0 0 0 0 0,-1 0-1 0 0,1 1 1 0 0,1 1 0 0 0,-1-1 0 0 0,1 1-1 0 0,-8 7 1 0 0,12-9-7 0 0,0 0 1 0 0,1 0-1 0 0,0 0 0 0 0,-1 0 0 0 0,2 1 1 0 0,-1-1-1 0 0,0 1 0 0 0,1 0 0 0 0,0-1 1 0 0,0 1-1 0 0,0 0 0 0 0,1 0 1 0 0,-1 1-1 0 0,1-1 0 0 0,1 0 0 0 0,-1 0 1 0 0,1 6-1 0 0,-1-9 2 0 0,1 0 0 0 0,0-1 0 0 0,0 1 1 0 0,0 0-1 0 0,0 0 0 0 0,1 0 0 0 0,-1 0 0 0 0,0 0 1 0 0,1 0-1 0 0,0-1 0 0 0,-1 1 0 0 0,1 0 0 0 0,0 0 1 0 0,0-1-1 0 0,0 1 0 0 0,0 0 0 0 0,2 1 0 0 0,1 3 8 0 0,-3-4-13 0 0,0-1-1 0 0,0 1 1 0 0,0-1-1 0 0,0 1 1 0 0,0-1 0 0 0,0 1-1 0 0,1-1 1 0 0,-1 0-1 0 0,0 1 1 0 0,1-1-1 0 0,-1 0 1 0 0,1 0-1 0 0,0 0 1 0 0,-1 0 0 0 0,4 1-1 0 0,1 1 10 0 0,8 3 92 0 0,0 0-1 0 0,0 0 1 0 0,19 4 0 0 0,30 10 96 0 0,-30-12-853 0 0</inkml:trace>
</inkml:ink>
</file>

<file path=ppt/ink/ink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1:59.757"/>
    </inkml:context>
    <inkml:brush xml:id="br0">
      <inkml:brushProperty name="width" value="0.05" units="cm"/>
      <inkml:brushProperty name="height" value="0.05" units="cm"/>
      <inkml:brushProperty name="color" value="#004F8B"/>
    </inkml:brush>
  </inkml:definitions>
  <inkml:trace contextRef="#ctx0" brushRef="#br0">266 26 1375 0 0,'10'4'13918'0'0,"-10"-5"-13733"0"0,0 1 1 0 0,-1-1 0 0 0,1 0-1 0 0,0 1 1 0 0,-1-1 0 0 0,1 1 0 0 0,0-1-1 0 0,-1 1 1 0 0,1-1 0 0 0,-1 1-1 0 0,1-1 1 0 0,-1 1 0 0 0,0 0 0 0 0,1-1-1 0 0,-1 1 1 0 0,1 0 0 0 0,-1-1-1 0 0,0 1 1 0 0,0 0 0 0 0,-14-5 1838 0 0,7 2-1775 0 0,-1 2-1 0 0,0-1 1 0 0,0 1-1 0 0,0 1 1 0 0,0 0-1 0 0,0 0 1 0 0,-14 2-1 0 0,16-1-182 0 0,1 0-1 0 0,-1 0 1 0 0,1 0 0 0 0,0 1-1 0 0,0 0 1 0 0,0 0 0 0 0,0 1-1 0 0,0-1 1 0 0,0 1 0 0 0,1 1-1 0 0,-9 5 1 0 0,4-1-22 0 0,1 0-1 0 0,-1 0 1 0 0,2 1 0 0 0,-1 0-1 0 0,1 1 1 0 0,1-1 0 0 0,-8 14-1 0 0,14-21-42 0 0,0 0-1 0 0,0 0 1 0 0,0 0-1 0 0,0 0 1 0 0,0 0-1 0 0,1 1 1 0 0,-1-1-1 0 0,1 0 0 0 0,-1 1 1 0 0,1-1-1 0 0,0 0 1 0 0,0 1-1 0 0,0-1 1 0 0,0 0-1 0 0,0 1 1 0 0,1-1-1 0 0,-1 0 0 0 0,1 0 1 0 0,-1 1-1 0 0,1-1 1 0 0,1 3-1 0 0,1 4 1 0 0,1 4-3 0 0,-3-7-3 0 0,1 0 0 0 0,-1 0-1 0 0,1-1 1 0 0,0 1 0 0 0,0-1 0 0 0,1 0-1 0 0,0 1 1 0 0,0-1 0 0 0,0 0-1 0 0,0-1 1 0 0,8 9 0 0 0,-1-6 77 0 0,-8-5-68 0 0,0-1 1 0 0,0 0 0 0 0,0 0-1 0 0,1 0 1 0 0,-1 0 0 0 0,0 0-1 0 0,0 0 1 0 0,1-1 0 0 0,-1 1-1 0 0,1-1 1 0 0,-1 1 0 0 0,0-1-1 0 0,1 0 1 0 0,-1 0 0 0 0,1 0-1 0 0,-1-1 1 0 0,1 1 0 0 0,2-1-1 0 0,-1 0-5 0 0,0-1 0 0 0,1 0 1 0 0,-1 0-1 0 0,0 0 0 0 0,0 0 0 0 0,-1-1 0 0 0,7-5 0 0 0,-1 1 7 0 0,-1 0-1 0 0,0-1 0 0 0,0 0 1 0 0,-1-1-1 0 0,0 1 0 0 0,11-19 1 0 0,-14 19 57 0 0,-1 0 1 0 0,0 1 0 0 0,0-1-1 0 0,0-1 1 0 0,-1 1-1 0 0,0 0 1 0 0,-1 0-1 0 0,0-1 1 0 0,0-14-1 0 0,0 11 119 0 0,-1 3-47 0 0,0 0 1 0 0,0 1 0 0 0,0-1-1 0 0,-1 1 1 0 0,-1-1 0 0 0,1 1-1 0 0,-5-14 1 0 0,5 21 460 0 0,-1 1-505 0 0,2 0-85 0 0,0 0 0 0 0,0 0 0 0 0,-1 0 0 0 0,1 0 0 0 0,0 0 1 0 0,0 1-1 0 0,-1-1 0 0 0,1 0 0 0 0,0 0 0 0 0,0 0 0 0 0,0 0 0 0 0,-1 0 0 0 0,1 0 1 0 0,0 0-1 0 0,0 0 0 0 0,-1 1 0 0 0,1-1 0 0 0,0 0 0 0 0,0 0 0 0 0,0 0 0 0 0,0 0 0 0 0,-1 1 1 0 0,1-1-1 0 0,0 0 0 0 0,0 0 0 0 0,0 1 0 0 0,-7 15 6 0 0,2-1-1 0 0,-1 2 1 0 0,2-1 0 0 0,0 1-1 0 0,2-1 1 0 0,-1 1 0 0 0,2 0-1 0 0,0 0 1 0 0,1 0-1 0 0,4 31 1 0 0,-3-43-27 0 0,0 0 1 0 0,0 0-1 0 0,0 0 0 0 0,1 0 1 0 0,3 8-1 0 0,-3-12-444 0 0,0 1 1 0 0,0 0-1 0 0,0 0 0 0 0,0-1 1 0 0,0 1-1 0 0,1-1 0 0 0,-1 0 1 0 0,1 0-1 0 0,-1 0 0 0 0,1 0 1 0 0,-1 0-1 0 0,4 1 1 0 0,5-2-1676 0 0</inkml:trace>
</inkml:ink>
</file>

<file path=ppt/ink/ink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00.160"/>
    </inkml:context>
    <inkml:brush xml:id="br0">
      <inkml:brushProperty name="width" value="0.05" units="cm"/>
      <inkml:brushProperty name="height" value="0.05" units="cm"/>
      <inkml:brushProperty name="color" value="#004F8B"/>
    </inkml:brush>
  </inkml:definitions>
  <inkml:trace contextRef="#ctx0" brushRef="#br0">1 89 13591 0 0,'0'0'5018'0'0,"1"1"-4390"0"0,3 6-155 0 0,0-1 0 0 0,0 1 1 0 0,4 8-1 0 0,10 20 452 0 0,10 14 649 0 0,-20-35-821 0 0,14 22 0 0 0,-21-35-609 0 0,2 2-80 0 0,4 9 552 0 0,-3-31-424 0 0,-5 6-170 0 0,0 0 0 0 0,-5-16-1 0 0,0-6-11 0 0,4 19 19 0 0,0 11-14 0 0,1-1 1 0 0,1 0-1 0 0,-1 1 1 0 0,1-1-1 0 0,0 0 0 0 0,0 1 1 0 0,1-1-1 0 0,0 1 1 0 0,0-1-1 0 0,0 0 1 0 0,0 1-1 0 0,1 0 1 0 0,3-8-1 0 0,-4 10-15 0 0,0 1 0 0 0,0 0 0 0 0,0 0 0 0 0,0-1 0 0 0,0 1 0 0 0,0 0 0 0 0,0 0 0 0 0,1 0 0 0 0,-1 1 0 0 0,0-1 0 0 0,1 0 0 0 0,0 0 0 0 0,-1 1 0 0 0,1-1 0 0 0,0 1 0 0 0,0-1 0 0 0,0 1 0 0 0,0 0 0 0 0,3-1 0 0 0,3-3-10 0 0,1 1 1 0 0,0 0-1 0 0,1 1 0 0 0,-1 0 0 0 0,0 1 0 0 0,1 0 1 0 0,0 0-1 0 0,18 0 0 0 0,-23 2-287 0 0,0 0 0 0 0,0 0 0 0 0,0 0 1 0 0,0 1-1 0 0,-1 0 0 0 0,1 0 0 0 0,0 0 0 0 0,8 4 0 0 0</inkml:trace>
</inkml:ink>
</file>

<file path=ppt/ink/ink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00.870"/>
    </inkml:context>
    <inkml:brush xml:id="br0">
      <inkml:brushProperty name="width" value="0.05" units="cm"/>
      <inkml:brushProperty name="height" value="0.05" units="cm"/>
      <inkml:brushProperty name="color" value="#004F8B"/>
    </inkml:brush>
  </inkml:definitions>
  <inkml:trace contextRef="#ctx0" brushRef="#br0">3 1 7711 0 0,'0'0'2335'0'0,"-1"2"-646"0"0,0 7 500 0 0,0 0 0 0 0,2 16-1 0 0,5 22-162 0 0,-4-25-1555 0 0,0 0 0 0 0,-1 0 0 0 0,-2 34-1 0 0,-1-2-201 0 0,1 6-64 0 0,0-20-86 0 0,1 0 1 0 0,8 57-1 0 0,3-19-54 0 0,1 10 110 0 0,-12-86 1310 0 0,10-30-913 0 0,9-80 103 0 0,-18 104-664 0 0,0 0 0 0 0,0 1 1 0 0,0-1-1 0 0,0 0 0 0 0,1 1 1 0 0,0-1-1 0 0,0 1 0 0 0,0-1 1 0 0,0 1-1 0 0,0 0 0 0 0,1 0 1 0 0,-1 0-1 0 0,1 0 0 0 0,0 0 1 0 0,0 1-1 0 0,0-1 0 0 0,0 1 1 0 0,0 0-1 0 0,0 0 0 0 0,1 0 1 0 0,6-3-1 0 0,-6 3-29 0 0,1 0 1 0 0,-1 0-1 0 0,1 1 0 0 0,8-2 0 0 0,-4 1-44 0 0,-3 0 69 0 0,1 1-1 0 0,-1 0 1 0 0,1 1-1 0 0,0 0 1 0 0,-1-1 0 0 0,1 2-1 0 0,0-1 1 0 0,0 1-1 0 0,12 3 1 0 0,-8 0-15 0 0,0-1 1 0 0,0 2 0 0 0,0-1 0 0 0,18 12 0 0 0,-24-13 25 0 0,1 1 0 0 0,-1 0 0 0 0,0 1 0 0 0,0-1 1 0 0,-1 1-1 0 0,1 0 0 0 0,-1 0 0 0 0,0 1 0 0 0,-1-1 0 0 0,6 10 0 0 0,-5-6-37 0 0,0 0-1 0 0,-1 0 0 0 0,0 1 0 0 0,0-1 0 0 0,-1 1 0 0 0,2 13 0 0 0,-4-15 31 0 0,1 0 0 0 0,-1 0 1 0 0,0 0-1 0 0,-1 0 0 0 0,0 0 1 0 0,0-1-1 0 0,0 1 0 0 0,-1 0 1 0 0,0-1-1 0 0,-1 1 0 0 0,0-1 1 0 0,0 1-1 0 0,0-1 0 0 0,-1 0 1 0 0,-7 9-1 0 0,7-10 49 0 0,-1 0 1 0 0,1-1-1 0 0,-1 0 0 0 0,-1 0 0 0 0,1 0 1 0 0,-1 0-1 0 0,1-1 0 0 0,-1 0 0 0 0,-1 0 1 0 0,1-1-1 0 0,0 1 0 0 0,-1-1 1 0 0,-9 2-1 0 0,11-3-26 0 0,-1-1 0 0 0,1 0 1 0 0,0 0-1 0 0,-1-1 0 0 0,1 1 1 0 0,-1-1-1 0 0,1-1 0 0 0,-1 1 1 0 0,1-1-1 0 0,-1 0 0 0 0,1 0 1 0 0,0 0-1 0 0,-1-1 0 0 0,1 0 1 0 0,0 0-1 0 0,0 0 0 0 0,0-1 1 0 0,-6-3-1 0 0,6 2-144 0 0,-7-4 273 0 0,0 0 1 0 0,-12-12 0 0 0,21 18-326 0 0,1-1 1 0 0,-1 1-1 0 0,1-1 1 0 0,0 0 0 0 0,0 0-1 0 0,0 0 1 0 0,0 0 0 0 0,0 0-1 0 0,1 0 1 0 0,-1-1 0 0 0,1 1-1 0 0,0 0 1 0 0,0-1-1 0 0,0-3 1 0 0,0-4-1135 0 0</inkml:trace>
</inkml:ink>
</file>

<file path=ppt/ink/ink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01.332"/>
    </inkml:context>
    <inkml:brush xml:id="br0">
      <inkml:brushProperty name="width" value="0.05" units="cm"/>
      <inkml:brushProperty name="height" value="0.05" units="cm"/>
      <inkml:brushProperty name="color" value="#004F8B"/>
    </inkml:brush>
  </inkml:definitions>
  <inkml:trace contextRef="#ctx0" brushRef="#br0">259 75 7255 0 0,'0'0'654'0'0,"0"-1"-537"0"0,0-6 5027 0 0,-8-4 848 0 0,4 8-5780 0 0,-1 0 1 0 0,1 0-1 0 0,0 1 0 0 0,-1-1 1 0 0,0 1-1 0 0,0 0 0 0 0,1 0 1 0 0,-1 0-1 0 0,0 1 0 0 0,0-1 1 0 0,-1 1-1 0 0,1 1 1 0 0,0-1-1 0 0,0 1 0 0 0,0 0 1 0 0,-1 0-1 0 0,1 0 0 0 0,0 1 1 0 0,0 0-1 0 0,0 0 0 0 0,-9 3 1 0 0,5-1-130 0 0,0 1 0 0 0,0 0 1 0 0,0 1-1 0 0,1 0 0 0 0,0 0 0 0 0,0 1 1 0 0,0 0-1 0 0,1 0 0 0 0,0 0 0 0 0,0 1 1 0 0,-10 13-1 0 0,14-15-68 0 0,0 0 1 0 0,-1 0-1 0 0,1 1 0 0 0,1-1 0 0 0,-1 1 0 0 0,1 0 1 0 0,0-1-1 0 0,1 1 0 0 0,-1 0 0 0 0,1 0 1 0 0,0 0-1 0 0,1 0 0 0 0,-1 0 0 0 0,1 0 1 0 0,0 1-1 0 0,1-1 0 0 0,-1 0 0 0 0,1 0 1 0 0,3 9-1 0 0,-3-12-23 0 0,-1 0-1 0 0,1 0 1 0 0,0-1 0 0 0,0 1 0 0 0,0 0 0 0 0,0-1 0 0 0,0 1 0 0 0,1-1-1 0 0,-1 1 1 0 0,1-1 0 0 0,0 0 0 0 0,0 1 0 0 0,0-1 0 0 0,0 0 0 0 0,3 3-1 0 0,1-1-12 0 0,-1 0 23 0 0,-1-1 1 0 0,1 1 0 0 0,0-1 0 0 0,0-1-1 0 0,0 1 1 0 0,0-1 0 0 0,0 0-1 0 0,1 0 1 0 0,-1 0 0 0 0,1-1 0 0 0,-1 1-1 0 0,1-1 1 0 0,0-1 0 0 0,0 1-1 0 0,-1-1 1 0 0,1 0 0 0 0,0-1 0 0 0,6 0-1 0 0,4-2 11 0 0,0-1 0 0 0,0 0 0 0 0,0-1-1 0 0,-1-1 1 0 0,16-8 0 0 0,-26 12 34 0 0,1-2 0 0 0,0 1-1 0 0,-1-1 1 0 0,0 1 0 0 0,0-2 0 0 0,0 1 0 0 0,0 0 0 0 0,-1-1 0 0 0,0 0 0 0 0,0 0 0 0 0,0 0-1 0 0,0-1 1 0 0,-1 1 0 0 0,0-1 0 0 0,0 0 0 0 0,0 0 0 0 0,-1 0 0 0 0,3-11 0 0 0,-3 9 59 0 0,-1 0 1 0 0,0 0 0 0 0,0 0 0 0 0,-1 0 0 0 0,0-1 0 0 0,0 1-1 0 0,-1 0 1 0 0,0 0 0 0 0,0 0 0 0 0,-1 0 0 0 0,0 0 0 0 0,-1 1-1 0 0,0-1 1 0 0,-5-11 0 0 0,6 16-96 0 0,0 0-1 0 0,0 0 1 0 0,0 0 0 0 0,0 0-1 0 0,-1 0 1 0 0,1 0 0 0 0,-1 1-1 0 0,1-1 1 0 0,-1 1 0 0 0,0 0-1 0 0,0 0 1 0 0,0 0 0 0 0,0 0-1 0 0,-1 0 1 0 0,1 1 0 0 0,0-1-1 0 0,-1 1 1 0 0,1 0 0 0 0,-1 0-1 0 0,0 0 1 0 0,1 0 0 0 0,-1 1-1 0 0,-4-1 1 0 0,-1 2-23 0 0,0 1-306 0 0,6-2 99 0 0,1 1 0 0 0,-1-1 0 0 0,0 1 0 0 0,1 0-1 0 0,-1 0 1 0 0,1 0 0 0 0,-1 0 0 0 0,1 0 0 0 0,-4 2 0 0 0</inkml:trace>
</inkml:ink>
</file>

<file path=ppt/ink/ink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01.696"/>
    </inkml:context>
    <inkml:brush xml:id="br0">
      <inkml:brushProperty name="width" value="0.05" units="cm"/>
      <inkml:brushProperty name="height" value="0.05" units="cm"/>
      <inkml:brushProperty name="color" value="#004F8B"/>
    </inkml:brush>
  </inkml:definitions>
  <inkml:trace contextRef="#ctx0" brushRef="#br0">1 0 9151 0 0,'0'0'9251'0'0,"0"2"-8372"0"0,1 24 1180 0 0,7 34 0 0 0,0-7-891 0 0,-2 28 47 0 0,-4 89 1 0 0,-4-105-648 0 0,12 122 1 0 0,-1-148-441 0 0,-4-28-344 0 0,-3-9-71 0 0,2 1-327 0 0</inkml:trace>
</inkml:ink>
</file>

<file path=ppt/ink/ink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02.126"/>
    </inkml:context>
    <inkml:brush xml:id="br0">
      <inkml:brushProperty name="width" value="0.05" units="cm"/>
      <inkml:brushProperty name="height" value="0.05" units="cm"/>
      <inkml:brushProperty name="color" value="#004F8B"/>
    </inkml:brush>
  </inkml:definitions>
  <inkml:trace contextRef="#ctx0" brushRef="#br0">8 244 455 0 0,'0'0'19704'0'0,"3"0"-18893"0"0,63 11 1906 0 0,-58-11-2624 0 0,0 0 0 0 0,0-1 0 0 0,0-1 0 0 0,0 1 0 0 0,-1-1 0 0 0,1 0-1 0 0,0-1 1 0 0,7-4 0 0 0,-9 5-81 0 0,11-6 10 0 0,0-1 1 0 0,18-12-1 0 0,-32 19-5 0 0,1 0 0 0 0,-1-1 1 0 0,0 0-1 0 0,1 1 0 0 0,-1-1 1 0 0,0 0-1 0 0,0-1 0 0 0,-1 1 1 0 0,1 0-1 0 0,-1-1 0 0 0,0 0 1 0 0,0 1-1 0 0,0-1 0 0 0,0 0 1 0 0,-1 0-1 0 0,1 0 0 0 0,-1 0 1 0 0,0-1-1 0 0,0 1 0 0 0,-1 0 1 0 0,1 0-1 0 0,-1 0 0 0 0,0-1 1 0 0,0 1-1 0 0,0 0 0 0 0,-1-1 1 0 0,1 1-1 0 0,-1 0 0 0 0,0 0 1 0 0,0 0-1 0 0,-1 0 0 0 0,1 0 1 0 0,-1 0-1 0 0,0 0 0 0 0,0 0 1 0 0,0 1-1 0 0,-1-1 0 0 0,-2-3 1 0 0,2 3-6 0 0,0 0 0 0 0,0 1 0 0 0,0-1 0 0 0,0 1 0 0 0,-1 0 0 0 0,1 0 0 0 0,-1 0 0 0 0,0 0 0 0 0,0 1 0 0 0,0-1 0 0 0,0 1 1 0 0,0 0-1 0 0,0 1 0 0 0,-1-1 0 0 0,1 1 0 0 0,-1-1 0 0 0,1 1 0 0 0,-1 0 0 0 0,1 1 0 0 0,-1-1 0 0 0,-5 1 0 0 0,9 0-12 0 0,-3 0 10 0 0,0 0 0 0 0,0 0 0 0 0,0 0 0 0 0,0 0 0 0 0,0 0 0 0 0,0 1-1 0 0,0 0 1 0 0,0 0 0 0 0,0 0 0 0 0,0 1 0 0 0,0-1 0 0 0,0 1 0 0 0,-6 3 0 0 0,-3 3 23 0 0,-19 16 0 0 0,28-20-26 0 0,0 0-1 0 0,0 0 0 0 0,1 0 1 0 0,-1 1-1 0 0,1-1 0 0 0,0 1 1 0 0,-4 9-1 0 0,4-8-6 0 0,-1 0 0 0 0,2 0 0 0 0,-1 1 0 0 0,1-1 0 0 0,0 1 0 0 0,0-1 0 0 0,1 1 0 0 0,0 0 0 0 0,0 0 0 0 0,0 0 0 0 0,1-1 0 0 0,1 15 0 0 0,1-12 20 0 0,-1 1 0 0 0,2 0-1 0 0,0-1 1 0 0,0 1 0 0 0,0-1 0 0 0,1 0 0 0 0,1 0-1 0 0,-1 0 1 0 0,1-1 0 0 0,1 0 0 0 0,6 8-1 0 0,-9-12-8 0 0,1 0 0 0 0,0 0 0 0 0,-1 0 0 0 0,2-1 1 0 0,-1 0-1 0 0,0 0 0 0 0,1 0 0 0 0,-1 0 0 0 0,1-1 0 0 0,0 0 0 0 0,-1 0 0 0 0,1 0 0 0 0,0 0 0 0 0,1-1 0 0 0,-1 0 0 0 0,0 0 0 0 0,0 0 0 0 0,0-1 0 0 0,1 0 0 0 0,-1 0 0 0 0,0 0 0 0 0,7-1 0 0 0,12-3-192 0 0,0-2 0 0 0,27-9 0 0 0,-36 9-1062 0 0,0-1 0 0 0,0 0-1 0 0,0-1 1 0 0,13-9 0 0 0,0-5-1281 0 0</inkml:trace>
</inkml:ink>
</file>

<file path=ppt/ink/ink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02.492"/>
    </inkml:context>
    <inkml:brush xml:id="br0">
      <inkml:brushProperty name="width" value="0.05" units="cm"/>
      <inkml:brushProperty name="height" value="0.05" units="cm"/>
      <inkml:brushProperty name="color" value="#004F8B"/>
    </inkml:brush>
  </inkml:definitions>
  <inkml:trace contextRef="#ctx0" brushRef="#br0">282 0 3223 0 0,'-2'0'240'0'0,"-14"1"-703"0"0,-9 1 4644 0 0,-21 1 4597 0 0,40-2-8465 0 0,1-1 0 0 0,-1 1 0 0 0,0 0-1 0 0,1 1 1 0 0,-1-1 0 0 0,1 1 0 0 0,0 0-1 0 0,0 0 1 0 0,0 1 0 0 0,0 0 0 0 0,0 0-1 0 0,0 0 1 0 0,1 0 0 0 0,-1 1 0 0 0,1-1 0 0 0,0 1-1 0 0,0 0 1 0 0,-4 5 0 0 0,7-7-295 0 0,0 0 0 0 0,0-1 1 0 0,0 1-1 0 0,0 0 0 0 0,1 0 1 0 0,-1 0-1 0 0,0-1 0 0 0,1 1 1 0 0,-1 0-1 0 0,1 0 0 0 0,0 0 1 0 0,0 0-1 0 0,0 0 0 0 0,0 0 1 0 0,0 0-1 0 0,0 0 0 0 0,0 0 1 0 0,1 3-1 0 0,0-1-21 0 0,0-1 0 0 0,1 0 0 0 0,-1 1 0 0 0,1-1 0 0 0,-1 0 0 0 0,1 0 0 0 0,0 0 0 0 0,4 5 0 0 0,4 3 31 0 0,-1-1 0 0 0,1 1-1 0 0,1-2 1 0 0,21 17 0 0 0,36 28-121 0 0,-48-37 122 0 0,-14-12 109 0 0,1 1 1 0 0,-1 0 0 0 0,0 1-1 0 0,0-1 1 0 0,5 10-1 0 0,-10-14-45 0 0,1 0 0 0 0,-1 0-1 0 0,0 1 1 0 0,0-1 0 0 0,0 0-1 0 0,0 0 1 0 0,0 1 0 0 0,0-1 0 0 0,-1 1-1 0 0,1-1 1 0 0,-1 1 0 0 0,0-1-1 0 0,0 1 1 0 0,0-1 0 0 0,0 1-1 0 0,0-1 1 0 0,0 1 0 0 0,-1-1-1 0 0,1 1 1 0 0,-1-1 0 0 0,0 0-1 0 0,1 1 1 0 0,-3 2 0 0 0,2-3 1 0 0,-1 0-1 0 0,0 0 1 0 0,0 0 0 0 0,0 0 0 0 0,0 0 0 0 0,0-1 0 0 0,0 1 0 0 0,0-1-1 0 0,-1 1 1 0 0,1-1 0 0 0,-1 0 0 0 0,1 0 0 0 0,-1 0 0 0 0,1 0 0 0 0,-6 1-1 0 0,1-1 46 0 0,0 1 0 0 0,0-1 0 0 0,-1-1 0 0 0,-12 0 0 0 0,7-1-276 0 0,1-1 1 0 0,0-1-1 0 0,0 0 1 0 0,-18-7-1 0 0,-44-23-2984 0 0,51 22 2347 0 0,-25-9-919 0 0</inkml:trace>
</inkml:ink>
</file>

<file path=ppt/ink/ink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02.936"/>
    </inkml:context>
    <inkml:brush xml:id="br0">
      <inkml:brushProperty name="width" value="0.05" units="cm"/>
      <inkml:brushProperty name="height" value="0.05" units="cm"/>
      <inkml:brushProperty name="color" value="#004F8B"/>
    </inkml:brush>
  </inkml:definitions>
  <inkml:trace contextRef="#ctx0" brushRef="#br0">0 177 7255 0 0,'0'0'654'0'0,"2"-1"-537"0"0,8-8 1629 0 0,0 0 0 0 0,0 0 1 0 0,-1-1-1 0 0,0 0 0 0 0,8-11 0 0 0,17-19 904 0 0,-27 31-2138 0 0,1 0 0 0 0,10-17 0 0 0,-2 2-1322 0 0</inkml:trace>
</inkml:ink>
</file>

<file path=ppt/ink/ink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03.720"/>
    </inkml:context>
    <inkml:brush xml:id="br0">
      <inkml:brushProperty name="width" value="0.05" units="cm"/>
      <inkml:brushProperty name="height" value="0.05" units="cm"/>
      <inkml:brushProperty name="color" value="#004F8B"/>
    </inkml:brush>
  </inkml:definitions>
  <inkml:trace contextRef="#ctx0" brushRef="#br0">1 1 8063 0 0,'0'0'12395'0'0,"2"1"-12026"0"0,7 0 40 0 0,1 1-1 0 0,17-1 1 0 0,6 2 249 0 0,-23-2-457 0 0,-1 0 0 0 0,1-1 0 0 0,9 0 0 0 0,-3 0-21 0 0,-2-1-18 0 0,-9 1-101 0 0,-1 0 0 0 0,1 0 0 0 0,-1 0 1 0 0,1 1-1 0 0,-1-1 0 0 0,1 1 0 0 0,-1 0 0 0 0,8 3 0 0 0,0 0 50 0 0,-10-4-101 0 0,-1 1 0 0 0,1-1 1 0 0,-1 1-1 0 0,1-1 0 0 0,0 1 0 0 0,-1 0 1 0 0,1-1-1 0 0,-1 1 0 0 0,3 2 0 0 0,-3-2-252 0 0</inkml:trace>
</inkml:ink>
</file>

<file path=ppt/ink/ink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04.084"/>
    </inkml:context>
    <inkml:brush xml:id="br0">
      <inkml:brushProperty name="width" value="0.05" units="cm"/>
      <inkml:brushProperty name="height" value="0.05" units="cm"/>
      <inkml:brushProperty name="color" value="#004F8B"/>
    </inkml:brush>
  </inkml:definitions>
  <inkml:trace contextRef="#ctx0" brushRef="#br0">0 7 1375 0 0,'0'0'14502'0'0,"13"2"-10896"0"0,53-10-694 0 0,-42 9-2132 0 0,41 8 1 0 0,-53-7-658 0 0,-5-1 42 0 0,-1 1 0 0 0,0 0 0 0 0,8 3-1 0 0,-9-3-166 0 0,1 0-1 0 0,0 0 1 0 0,-1-1-1 0 0,1 1 0 0 0,0-1 1 0 0,0-1-1 0 0,0 1 1 0 0,6-1-1 0 0,-11 0-1064 0 0</inkml:trace>
</inkml:ink>
</file>

<file path=ppt/ink/ink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04.436"/>
    </inkml:context>
    <inkml:brush xml:id="br0">
      <inkml:brushProperty name="width" value="0.05" units="cm"/>
      <inkml:brushProperty name="height" value="0.05" units="cm"/>
      <inkml:brushProperty name="color" value="#004F8B"/>
    </inkml:brush>
  </inkml:definitions>
  <inkml:trace contextRef="#ctx0" brushRef="#br0">1 11 9671 0 0,'0'0'10496'0'0,"2"0"-10064"0"0,17 2 74 0 0,1-2-1 0 0,-1 0 1 0 0,1-1 0 0 0,25-4-1 0 0,47-1 391 0 0,-77 7-746 0 0,4 3 76 0 0</inkml:trace>
</inkml:ink>
</file>

<file path=ppt/ink/ink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05.165"/>
    </inkml:context>
    <inkml:brush xml:id="br0">
      <inkml:brushProperty name="width" value="0.05" units="cm"/>
      <inkml:brushProperty name="height" value="0.05" units="cm"/>
      <inkml:brushProperty name="color" value="#004F8B"/>
    </inkml:brush>
  </inkml:definitions>
  <inkml:trace contextRef="#ctx0" brushRef="#br0">26 28 1375 0 0,'0'-2'452'0'0,"-3"-5"169"0"0,-8-11 15164 0 0,8 18-14759 0 0,2 0-982 0 0,1 0 0 0 0,0 0 0 0 0,0 0 0 0 0,0-1 0 0 0,0 1 0 0 0,0 0 0 0 0,-1 0 0 0 0,1 0 0 0 0,0 0 0 0 0,0 0 0 0 0,0 0 0 0 0,0 0 0 0 0,0 0 0 0 0,-1 0 1 0 0,1 0-1 0 0,0 0 0 0 0,0 0 0 0 0,0 0 0 0 0,0 0 0 0 0,-1 0 0 0 0,1 0 0 0 0,0 0 0 0 0,0 1 0 0 0,0-1 0 0 0,0 0 0 0 0,0 0 0 0 0,-1 0 0 0 0,1 0 0 0 0,0 0 0 0 0,0 0 0 0 0,0 0 0 0 0,0 0 0 0 0,0 0 0 0 0,0 1 0 0 0,0-1 0 0 0,-1 0 0 0 0,1 0 0 0 0,0 0 0 0 0,0 0 1 0 0,-1 16 145 0 0,0 0 1 0 0,0 0 0 0 0,2 0 0 0 0,0 0 0 0 0,7 31 0 0 0,0 13 122 0 0,-6 232-302 0 0,-2-279 14 0 0,0-6-5 0 0,0 0 1 0 0,0 0-1 0 0,-3 12 0 0 0,2-15-315 0 0,1-1 1021 0 0,0 17-5811 0 0</inkml:trace>
</inkml:ink>
</file>

<file path=ppt/ink/ink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05.660"/>
    </inkml:context>
    <inkml:brush xml:id="br0">
      <inkml:brushProperty name="width" value="0.05" units="cm"/>
      <inkml:brushProperty name="height" value="0.05" units="cm"/>
      <inkml:brushProperty name="color" value="#004F8B"/>
    </inkml:brush>
  </inkml:definitions>
  <inkml:trace contextRef="#ctx0" brushRef="#br0">1 32 919 0 0,'1'-8'19655'0'0,"53"90"-17287"0"0,-32-51-1836 0 0,25 47 1 0 0,-31-46-348 0 0,1-2 0 0 0,2 0 0 0 0,1-1 0 0 0,1-1 0 0 0,1 0 0 0 0,28 26 0 0 0,25 12 40 0 0,-62-57-189 0 0,0 1-1 0 0,1-2 0 0 0,0 1 0 0 0,17 6 0 0 0,-26-13-35 0 0,-3-1 0 0 0,1 0 0 0 0,-1 0 0 0 0,0-1 0 0 0,0 1 0 0 0,1-1 0 0 0,-1 0 0 0 0,0 1 0 0 0,1-1 0 0 0,-1 0 0 0 0,0 0 0 0 0,4-1 0 0 0,19-1-59 0 0,-23 2 123 0 0,-1-2 52 0 0,1-3-46 0 0,0 0 1 0 0,-1 0-1 0 0,1 0 0 0 0,-1 0 0 0 0,0 0 0 0 0,0 0 0 0 0,-1 0 0 0 0,0 0 0 0 0,1 0 0 0 0,-2-10 0 0 0,0 13 79 0 0,1 0 10 0 0,4-176 753 0 0,-4 166-876 0 0,5-136 312 0 0,-4 119-186 0 0,-5-47-1 0 0,3 58-132 0 0,-2-15-44 0 0,3 32-157 0 0</inkml:trace>
</inkml:ink>
</file>

<file path=ppt/ink/ink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06.042"/>
    </inkml:context>
    <inkml:brush xml:id="br0">
      <inkml:brushProperty name="width" value="0.05" units="cm"/>
      <inkml:brushProperty name="height" value="0.05" units="cm"/>
      <inkml:brushProperty name="color" value="#004F8B"/>
    </inkml:brush>
  </inkml:definitions>
  <inkml:trace contextRef="#ctx0" brushRef="#br0">0 1 11287 0 0,'0'0'8772'0'0,"1"2"-7904"0"0,1 5-62 0 0,-1-6-249 0 0,0 1-115 0 0,-1 0-289 0 0,1 0-1 0 0,0-1 0 0 0,0 1 0 0 0,0 0 0 0 0,0-1 0 0 0,0 1 0 0 0,0 0 0 0 0,0-1 1 0 0,3 3-1 0 0,-2-2-115 0 0,1-1 1 0 0,0 1-1 0 0,-1-1 1 0 0,1 0-1 0 0,0 1 1 0 0,0-1-1 0 0,0-1 1 0 0,-1 1-1 0 0,5 0 0 0 0,-3-1-1749 0 0,7-1-6493 0 0</inkml:trace>
</inkml:ink>
</file>

<file path=ppt/ink/ink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06.393"/>
    </inkml:context>
    <inkml:brush xml:id="br0">
      <inkml:brushProperty name="width" value="0.05" units="cm"/>
      <inkml:brushProperty name="height" value="0.05" units="cm"/>
      <inkml:brushProperty name="color" value="#004F8B"/>
    </inkml:brush>
  </inkml:definitions>
  <inkml:trace contextRef="#ctx0" brushRef="#br0">13 16 9095 0 0,'0'0'1760'0'0,"0"2"-874"0"0,0 2-346 0 0,0 1 1 0 0,0-1-1 0 0,1 0 1 0 0,-1 0-1 0 0,1 1 1 0 0,0-1-1 0 0,2 5 1 0 0,-2-8-465 0 0,0 0 0 0 0,0 1 0 0 0,0-1 0 0 0,0 0 0 0 0,0 0 0 0 0,1 0 0 0 0,-1 0 0 0 0,0 0 0 0 0,1 0 0 0 0,-1 0 0 0 0,0 0 0 0 0,1 0 0 0 0,-1-1 0 0 0,1 1 0 0 0,-1-1 0 0 0,1 1 1 0 0,0-1-1 0 0,-1 1 0 0 0,1-1 0 0 0,-1 0 0 0 0,1 0 0 0 0,0 0 0 0 0,3 0 0 0 0,-4 0 795 0 0,6-10 535 0 0,-7 7-1274 0 0,0 1 1 0 0,0-1-1 0 0,0 1 0 0 0,0-1 1 0 0,0 1-1 0 0,0-1 0 0 0,0 1 0 0 0,-1-1 1 0 0,0-2-1 0 0,0 3 205 0 0,-11-14 644 0 0,11 14-945 0 0,-1 1-1 0 0,1 0 0 0 0,0-1 0 0 0,-1 1 0 0 0,1 0 0 0 0,-1 0 1 0 0,1 0-1 0 0,-1 0 0 0 0,0 0 0 0 0,1 0 0 0 0,-1 0 0 0 0,0 0 1 0 0,0 1-1 0 0,0-1 0 0 0,0 1 0 0 0,1 0 0 0 0,-1-1 0 0 0,-3 1 0 0 0,-3 10-1761 0 0,1 1-6065 0 0</inkml:trace>
</inkml:ink>
</file>

<file path=ppt/ink/ink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07.663"/>
    </inkml:context>
    <inkml:brush xml:id="br0">
      <inkml:brushProperty name="width" value="0.05" units="cm"/>
      <inkml:brushProperty name="height" value="0.05" units="cm"/>
      <inkml:brushProperty name="color" value="#004F8B"/>
    </inkml:brush>
  </inkml:definitions>
  <inkml:trace contextRef="#ctx0" brushRef="#br0">0 134 10015 0 0,'0'0'8816'0'0,"6"-1"-8536"0"0,23 2 165 0 0,-16 0-291 0 0,1 0 0 0 0,-1-2 1 0 0,1 1-1 0 0,14-4 0 0 0,6-5-154 0 0,-11 3 139 0 0,-21 5 337 0 0,-9-7-449 0 0,3 2-5131 0 0,-1-4 5874 0 0,-1 2 1 0 0,0-1 0 0 0,-9-10-1 0 0,14 18-310 0 0,-3 1-432 0 0,-1 0 0 0 0,1 1 0 0 0,0-1 1 0 0,0 1-1 0 0,0-1 0 0 0,-1 1 0 0 0,1 1 0 0 0,0-1 0 0 0,0 0 0 0 0,0 1 0 0 0,1 0 0 0 0,-1 0 0 0 0,-5 4 1 0 0,2 1-88 0 0,6-6 60 0 0,0-1 1 0 0,0 1-1 0 0,0 0 1 0 0,1 0-1 0 0,-1 0 1 0 0,0 0-1 0 0,0 0 1 0 0,1 0-1 0 0,-1 0 1 0 0,1 0-1 0 0,-1 1 0 0 0,1-1 1 0 0,0 0-1 0 0,-1 0 1 0 0,1 0-1 0 0,0 1 1 0 0,0-1-1 0 0,0 0 1 0 0,0 2-1 0 0,-1 2 39 0 0,1-3-20 0 0,0-2-16 0 0,-1 1 0 0 0,1-1-1 0 0,0 0 1 0 0,0 1 0 0 0,0-1 0 0 0,0 0-1 0 0,0 1 1 0 0,0-1 0 0 0,-1 0 0 0 0,1 1 0 0 0,0-1-1 0 0,0 1 1 0 0,0-1 0 0 0,0 0 0 0 0,0 1-1 0 0,0-1 1 0 0,1 0 0 0 0,-1 1 0 0 0,0-1 0 0 0,0 1-1 0 0,0-1 1 0 0,0 1 0 0 0,6 6-52 0 0,2-4 44 0 0,-4-2 88 0 0,-1-1 0 0 0,1 0 0 0 0,-1 0 0 0 0,0 0 1 0 0,1-1-1 0 0,-1 1 0 0 0,1-1 0 0 0,4-1 0 0 0,-6 1 444 0 0,-2 0-358 0 0,2-3-104 0 0,-1 0 0 0 0,0 0 1 0 0,0-1-1 0 0,-1 1 1 0 0,1-7-1 0 0,-2-3 99 0 0,-2 10-155 0 0,1 3 10 0 0,-2-6-3 0 0,3 6-9 0 0,0-1-1 0 0,0 0 1 0 0,0 1 0 0 0,0-1 0 0 0,0 1-1 0 0,-1 0 1 0 0,1-1 0 0 0,0 1 0 0 0,-1 0-1 0 0,1 0 1 0 0,-1-1 0 0 0,1 1 0 0 0,-1 0 0 0 0,0 1-1 0 0,-2-2 1 0 0,1 1 17 0 0,1 0 0 0 0,-1 0 1 0 0,0 0-1 0 0,1 1 0 0 0,-1-1 0 0 0,0 1 0 0 0,1 0 0 0 0,-6 0 0 0 0,5 0 5 0 0,3 0-27 0 0,-1 0 1 0 0,1 1-1 0 0,-1-1 0 0 0,0 0 1 0 0,1 1-1 0 0,-1-1 0 0 0,1 0 1 0 0,-1 1-1 0 0,1-1 0 0 0,-1 1 0 0 0,1-1 1 0 0,0 1-1 0 0,-1-1 0 0 0,1 1 1 0 0,0 0-1 0 0,-1-1 0 0 0,1 2 1 0 0,-1-1 0 0 0,-1 2-9 0 0,1 0-1 0 0,-1 0 1 0 0,1 0-1 0 0,0 0 1 0 0,0 0-1 0 0,0 0 1 0 0,0 0-1 0 0,0 1 1 0 0,1-1-1 0 0,-1 0 1 0 0,1 0-1 0 0,0 1 1 0 0,0-1-1 0 0,0 0 1 0 0,2 7-1 0 0,2 4-5 0 0,-2-8-11 0 0,-1-3 14 0 0,1-1-1 0 0,-1 1 1 0 0,0 0-1 0 0,1-1 1 0 0,-1 0-1 0 0,1 1 1 0 0,0-1 0 0 0,0 0-1 0 0,3 3 1 0 0,5 4-3 0 0,-6-6 19 0 0,0-1-1 0 0,0 0 0 0 0,1 0 1 0 0,-1 0-1 0 0,0 0 0 0 0,7 2 1 0 0,-8-4 17 0 0,-1 0 1 0 0,0 1 0 0 0,0-1 0 0 0,0 0 0 0 0,1 0-1 0 0,-1 0 1 0 0,0 0 0 0 0,0-1 0 0 0,1 1-1 0 0,-1-1 1 0 0,0 1 0 0 0,0-1 0 0 0,0 0 0 0 0,0 0-1 0 0,4-2 1 0 0,-2 0 77 0 0,1 0 0 0 0,-1 0-1 0 0,0-1 1 0 0,0 0 0 0 0,-1 0 0 0 0,1 0-1 0 0,-1 0 1 0 0,4-7 0 0 0,2-2 319 0 0,-8 12-246 0 0,-1-2-43 0 0,0-4-42 0 0,0-1 0 0 0,-1 1 0 0 0,0 0 0 0 0,0-1 0 0 0,-5-13 0 0 0,5 17-57 0 0,-1 1-1 0 0,1-1 0 0 0,-1 1 0 0 0,0 0 0 0 0,0 0 1 0 0,0 0-1 0 0,0 0 0 0 0,-1 0 0 0 0,1 0 0 0 0,-1 0 0 0 0,0 1 1 0 0,0-1-1 0 0,0 1 0 0 0,-5-3 0 0 0,-9-5 38 0 0,6 10-18 0 0,8 1-56 0 0,0 0 0 0 0,0 0 0 0 0,0 1 0 0 0,0-1 0 0 0,0 1 0 0 0,0 0 0 0 0,1 0 0 0 0,-1 0 0 0 0,0 0 0 0 0,1 0 0 0 0,0 1 0 0 0,-1-1 0 0 0,1 1 0 0 0,0 0 0 0 0,0 0 0 0 0,1-1 0 0 0,-1 1-1 0 0,0 0 1 0 0,1 0 0 0 0,0 1 0 0 0,0-1 0 0 0,0 0 0 0 0,0 0 0 0 0,0 1 0 0 0,1-1 0 0 0,-1 0 0 0 0,1 1 0 0 0,0 5 0 0 0,10 21-3641 0 0,-8-25 1776 0 0</inkml:trace>
</inkml:ink>
</file>

<file path=ppt/ink/ink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08.140"/>
    </inkml:context>
    <inkml:brush xml:id="br0">
      <inkml:brushProperty name="width" value="0.05" units="cm"/>
      <inkml:brushProperty name="height" value="0.05" units="cm"/>
      <inkml:brushProperty name="color" value="#004F8B"/>
    </inkml:brush>
  </inkml:definitions>
  <inkml:trace contextRef="#ctx0" brushRef="#br0">63 47 4175 0 0,'0'0'191'0'0,"-10"6"7846"0"0,-41-4 3519 0 0,49-2-10812 0 0,3 1-664 0 0,2 1-78 0 0,-1-1 0 0 0,0 1 0 0 0,1-1 0 0 0,-1 1 0 0 0,1-1 0 0 0,0 0 0 0 0,-1 0 0 0 0,1 0 0 0 0,5 1 0 0 0,44 0-6 0 0,-29-2 4 0 0,-13-1 0 0 0,9-2 0 0 0,-10 1 12 0 0,-8 1 47 0 0,-8-6 134 0 0,-4-3-170 0 0,1 1-1 0 0,-1 0 1 0 0,-1 1 0 0 0,-18-10-1 0 0,19 15-84 0 0,8 3 51 0 0,-7 0 11 0 0,7 10-11 0 0,4 3-42 0 0,0-10 58 0 0,0 0 0 0 0,1 0 0 0 0,0 0 0 0 0,-1 0 0 0 0,5 6-1 0 0,-5-8-214 0 0,0 0 0 0 0,0 0 0 0 0,0 1-1 0 0,0-1 1 0 0,0 0 0 0 0,0 0 0 0 0,0 0-1 0 0,1 0 1 0 0,-1 0 0 0 0,0-1 0 0 0,0 1-1 0 0,1 0 1 0 0,-1 0 0 0 0,1-1 0 0 0,1 1-1 0 0</inkml:trace>
</inkml:ink>
</file>

<file path=ppt/ink/ink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08.840"/>
    </inkml:context>
    <inkml:brush xml:id="br0">
      <inkml:brushProperty name="width" value="0.05" units="cm"/>
      <inkml:brushProperty name="height" value="0.05" units="cm"/>
      <inkml:brushProperty name="color" value="#004F8B"/>
    </inkml:brush>
  </inkml:definitions>
  <inkml:trace contextRef="#ctx0" brushRef="#br0">243 87 5183 0 0,'0'0'234'0'0,"2"-2"-10"0"0,7-6 6497 0 0,-8 4-6037 0 0,0 0-1 0 0,-1 0 1 0 0,0 0-1 0 0,1 0 1 0 0,-1 0-1 0 0,-1 0 1 0 0,1 0-1 0 0,-1 0 1 0 0,1 0-1 0 0,-1 0 1 0 0,-2-4 0 0 0,3 6-565 0 0,-1 1 1 0 0,0-1 0 0 0,0 1-1 0 0,0-1 1 0 0,0 1 0 0 0,0-1 0 0 0,0 1-1 0 0,-1 0 1 0 0,1 0 0 0 0,0 0 0 0 0,-1-1-1 0 0,1 1 1 0 0,-1 1 0 0 0,1-1 0 0 0,-1 0-1 0 0,1 0 1 0 0,-1 0 0 0 0,1 1-1 0 0,-1-1 1 0 0,0 1 0 0 0,1-1 0 0 0,-1 1-1 0 0,0 0 1 0 0,0 0 0 0 0,1 0 0 0 0,-1 0-1 0 0,0 0 1 0 0,0 0 0 0 0,-2 0-1 0 0,-3 2 16 0 0,1-1 0 0 0,0 0 0 0 0,-1 1-1 0 0,1 0 1 0 0,0 1 0 0 0,0 0-1 0 0,-9 5 1 0 0,-37 28 100 0 0,48-33-193 0 0,-9 8 60 0 0,2 0 0 0 0,-20 24 0 0 0,30-34-99 0 0,-3 4-4 0 0,1-1 1 0 0,-1 1-1 0 0,1 0 0 0 0,0 0 0 0 0,0 0 0 0 0,1 0 0 0 0,-1 1 0 0 0,1-1 0 0 0,1 1 0 0 0,-1-1 0 0 0,1 1 0 0 0,0 0 0 0 0,-1 10 0 0 0,2-13-5 0 0,0 1 0 0 0,0 0-1 0 0,0-1 1 0 0,1 1 0 0 0,0 0-1 0 0,1 4 1 0 0,8 6-13 0 0,-7-10 18 0 0,1 0-31 0 0,1 0-1 0 0,-1 0 1 0 0,1 0 0 0 0,0 0-1 0 0,1-1 1 0 0,-1 1-1 0 0,0-1 1 0 0,1-1 0 0 0,0 1-1 0 0,0-1 1 0 0,0 0 0 0 0,0 0-1 0 0,0-1 1 0 0,0 0 0 0 0,0 0-1 0 0,13 0 1 0 0,-11-1-150 0 0,0 0 1 0 0,0-1-1 0 0,0 0 1 0 0,-1 0-1 0 0,1-1 0 0 0,0 0 1 0 0,-1 0-1 0 0,1-1 1 0 0,-1 0-1 0 0,0 0 1 0 0,1-1-1 0 0,11-8 0 0 0,-7 3-5512 0 0,-1 1-1701 0 0</inkml:trace>
</inkml:ink>
</file>

<file path=ppt/ink/ink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09.428"/>
    </inkml:context>
    <inkml:brush xml:id="br0">
      <inkml:brushProperty name="width" value="0.05" units="cm"/>
      <inkml:brushProperty name="height" value="0.05" units="cm"/>
      <inkml:brushProperty name="color" value="#004F8B"/>
    </inkml:brush>
  </inkml:definitions>
  <inkml:trace contextRef="#ctx0" brushRef="#br0">7 0 7943 0 0,'0'0'8336'0'0,"0"3"-7176"0"0,-2 55 2439 0 0,0 82-524 0 0,0-27-2134 0 0,2-94-856 0 0,2 1 0 0 0,0-1 0 0 0,9 33 0 0 0,-6-37-76 0 0,0 0 0 0 0,1-1 1 0 0,1 1-1 0 0,0-2 0 0 0,1 1 1 0 0,1-1-1 0 0,0 0 0 0 0,0-1 1 0 0,20 19-1 0 0,-24-26 6 0 0,0-1 0 0 0,1 0 0 0 0,0-1 1 0 0,0 1-1 0 0,0-1 0 0 0,1 0 0 0 0,-1-1 0 0 0,0 0 0 0 0,1 0 0 0 0,0 0 0 0 0,0-1 0 0 0,-1 1 1 0 0,1-2-1 0 0,8 1 0 0 0,-14-1-9 0 0,1 1 0 0 0,0-1 1 0 0,0 0-1 0 0,0 0 0 0 0,0 0 0 0 0,0 0 1 0 0,-1-1-1 0 0,1 1 0 0 0,0 0 1 0 0,0-1-1 0 0,0 0 0 0 0,-1 1 0 0 0,1-1 1 0 0,0 0-1 0 0,3-1 0 0 0,0-2 11 0 0,-1 3-30 0 0,-1-1 1 0 0,0 0-1 0 0,1 1 0 0 0,-1-1 1 0 0,0-1-1 0 0,0 1 0 0 0,0 0 1 0 0,0-1-1 0 0,-1 1 0 0 0,1-1 1 0 0,-1 0-1 0 0,1 0 0 0 0,3-6 1 0 0,0 0-16 0 0,-1 2 62 0 0,-1-1 0 0 0,0 0-1 0 0,0 0 1 0 0,-1 0 0 0 0,0 0 0 0 0,0-1 0 0 0,-1 1 0 0 0,0-1 0 0 0,0 1 0 0 0,-1-1-1 0 0,0 0 1 0 0,-1 0 0 0 0,0 0 0 0 0,0 1 0 0 0,-1-1 0 0 0,-4-17 0 0 0,4 23-38 0 0,0 0-1 0 0,0 0 1 0 0,-1 0 0 0 0,1 0 0 0 0,-1 0 0 0 0,0 0 0 0 0,0 0 0 0 0,0 1-1 0 0,0-1 1 0 0,-1 1 0 0 0,1 0 0 0 0,-1-1 0 0 0,1 1 0 0 0,-1 0-1 0 0,0 1 1 0 0,1-1 0 0 0,-1 0 0 0 0,0 1 0 0 0,0-1 0 0 0,-1 1 0 0 0,-3-1-1 0 0,1 0-6 0 0,-1 1 0 0 0,0 0 0 0 0,0 0 0 0 0,0 1 0 0 0,1-1 0 0 0,-1 1 0 0 0,0 1-1 0 0,0 0 1 0 0,-10 2 0 0 0,13-2 11 0 0,1-1 0 0 0,1 1 0 0 0,0-1 0 0 0,0 1 0 0 0,0 0 0 0 0,0 0 0 0 0,0 0 0 0 0,0 0 0 0 0,0 0 0 0 0,0 0 0 0 0,0 1 0 0 0,0-1 0 0 0,1 1 0 0 0,-1-1 0 0 0,0 1 0 0 0,1 0 0 0 0,-1-1 0 0 0,1 1 0 0 0,-2 3 0 0 0,-10 10 3 0 0,9-9-8 0 0,-1 6-4 0 0,3-7 3 0 0,1-3 2 0 0,-1 0 0 0 0,1 0 0 0 0,0 1 0 0 0,0-1 0 0 0,1 1 0 0 0,-1-1 0 0 0,0 1-1 0 0,1-1 1 0 0,-1 1 0 0 0,1-1 0 0 0,0 1 0 0 0,0-1 0 0 0,0 1 0 0 0,0 0 0 0 0,1-1-1 0 0,-1 1 1 0 0,1-1 0 0 0,-1 1 0 0 0,1-1 0 0 0,0 1 0 0 0,0-1 0 0 0,0 0 0 0 0,0 1 0 0 0,0-1-1 0 0,1 0 1 0 0,1 3 0 0 0,2 2 4 0 0,-1-1 0 0 0,2 1 0 0 0,-1-1 0 0 0,1 0 0 0 0,0 0 0 0 0,0 0 0 0 0,0-1 0 0 0,12 7 0 0 0,-7-5 2 0 0,-4-2 5 0 0,0 0 1 0 0,0-1-1 0 0,1 0 0 0 0,-1-1 1 0 0,1 1-1 0 0,15 3 0 0 0,1-1 35 0 0,-11-2 34 0 0,0-1 1 0 0,0-1-1 0 0,0 0 0 0 0,1-1 1 0 0,15 0-1 0 0,-22-1-425 0 0,-1-1 0 0 0,0 0 0 0 0,1 0 0 0 0,-1 0 0 0 0,0-1-1 0 0,1 0 1 0 0,6-3 0 0 0</inkml:trace>
</inkml:ink>
</file>

<file path=ppt/ink/ink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16.096"/>
    </inkml:context>
    <inkml:brush xml:id="br0">
      <inkml:brushProperty name="width" value="0.05" units="cm"/>
      <inkml:brushProperty name="height" value="0.05" units="cm"/>
      <inkml:brushProperty name="color" value="#004F8B"/>
    </inkml:brush>
  </inkml:definitions>
  <inkml:trace contextRef="#ctx0" brushRef="#br0">44 32 1375 0 0,'0'0'3330'0'0,"1"-5"-2073"0"0,3-21 17660 0 0,-3 38-18648 0 0,2 45-55 0 0,-6 72-1 0 0,0-105-213 0 0,1-15 0 0 0,1-1 0 0 0,0 1 0 0 0,0 14 0 0 0,1-14 11 0 0,0-7 209 0 0,-4 7-78 0 0,0-3-131 0 0,1 1-76 0 0,2-6-278 0 0,-5 2-381 0 0,-14-7-7482 0 0,17 3 5552 0 0</inkml:trace>
</inkml:ink>
</file>

<file path=ppt/ink/ink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17.844"/>
    </inkml:context>
    <inkml:brush xml:id="br0">
      <inkml:brushProperty name="width" value="0.05" units="cm"/>
      <inkml:brushProperty name="height" value="0.05" units="cm"/>
      <inkml:brushProperty name="color" value="#004F8B"/>
    </inkml:brush>
  </inkml:definitions>
  <inkml:trace contextRef="#ctx0" brushRef="#br0">16 1 11743 0 0,'-1'1'7080'0'0,"-10"15"-3809"0"0,8-12-4674 0 0</inkml:trace>
</inkml:ink>
</file>

<file path=ppt/ink/ink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18.403"/>
    </inkml:context>
    <inkml:brush xml:id="br0">
      <inkml:brushProperty name="width" value="0.05" units="cm"/>
      <inkml:brushProperty name="height" value="0.05" units="cm"/>
      <inkml:brushProperty name="color" value="#004F8B"/>
    </inkml:brush>
  </inkml:definitions>
  <inkml:trace contextRef="#ctx0" brushRef="#br0">1 4 11975 0 0,'0'0'10627'0'0,"18"-4"-8614"0"0,-16 6-1979 0 0,0 0 0 0 0,0-1 0 0 0,0 1 0 0 0,-1 0 0 0 0,1 0 0 0 0,0 1 0 0 0,-1-1 0 0 0,0 0 0 0 0,1 0 0 0 0,-1 1 0 0 0,0-1 0 0 0,0 1 0 0 0,0-1 0 0 0,0 1 0 0 0,-1-1 0 0 0,1 1 0 0 0,-1 3 0 0 0,2 4-11 0 0,-1 0 0 0 0,0 1 0 0 0,-1 12 0 0 0,-14 184 218 0 0,6 104-234 0 0,8-258 52 0 0,4 11-18 0 0,0-20-29 0 0,-2-28 47 0 0,7 30-1 0 0,-6-37-220 0 0,-2-7-745 0 0</inkml:trace>
</inkml:ink>
</file>

<file path=ppt/ink/ink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18.751"/>
    </inkml:context>
    <inkml:brush xml:id="br0">
      <inkml:brushProperty name="width" value="0.05" units="cm"/>
      <inkml:brushProperty name="height" value="0.05" units="cm"/>
      <inkml:brushProperty name="color" value="#004F8B"/>
    </inkml:brush>
  </inkml:definitions>
  <inkml:trace contextRef="#ctx0" brushRef="#br0">1 62 14975 0 0,'0'0'1504'0'0,"2"-1"-1381"0"0,39-16 547 0 0,-19 6 1063 0 0,40-11-1 0 0,-49 19-1359 0 0,0 0 0 0 0,1 1 0 0 0,-1 1 0 0 0,0 0 0 0 0,28 2 0 0 0,-39-1-465 0 0,-1-1 53 0 0,-1 1 0 0 0,1 0 0 0 0,-1 0 0 0 0,1 0 0 0 0,0 0 0 0 0,-1 0 0 0 0,1 0 0 0 0,-1 0 0 0 0,1 1 0 0 0,0-1 0 0 0,-1 0-1 0 0,1 0 1 0 0,-1 0 0 0 0,1 1 0 0 0,-1-1 0 0 0,1 0 0 0 0,-1 0 0 0 0,1 1 0 0 0,-1-1 0 0 0,1 1 0 0 0,8 8-313 0 0</inkml:trace>
</inkml:ink>
</file>

<file path=ppt/ink/ink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19.148"/>
    </inkml:context>
    <inkml:brush xml:id="br0">
      <inkml:brushProperty name="width" value="0.05" units="cm"/>
      <inkml:brushProperty name="height" value="0.05" units="cm"/>
      <inkml:brushProperty name="color" value="#004F8B"/>
    </inkml:brush>
  </inkml:definitions>
  <inkml:trace contextRef="#ctx0" brushRef="#br0">22 268 1839 0 0,'0'0'9868'0'0,"3"0"-8178"0"0,4 1-872 0 0,0-1 1 0 0,0 0 0 0 0,0-1 0 0 0,11-1 0 0 0,18-2 664 0 0,-31 3-1352 0 0,-1 1-1 0 0,0-1 1 0 0,0 0 0 0 0,0 0 0 0 0,0 0-1 0 0,0-1 1 0 0,0 1 0 0 0,0-1 0 0 0,0 0-1 0 0,0 0 1 0 0,-1-1 0 0 0,5-3 0 0 0,14-7 341 0 0,-17 9-349 0 0,0 0 0 0 0,0-1 0 0 0,0 1 0 0 0,-1-1 0 0 0,1 0 1 0 0,-1-1-1 0 0,4-7 0 0 0,0 2 153 0 0,-6 7-237 0 0,0 1 0 0 0,-1-1 0 0 0,0 0 1 0 0,0 0-1 0 0,0 0 0 0 0,0 0 0 0 0,-1 0 0 0 0,1 0 0 0 0,-1 0 0 0 0,0 0 0 0 0,-1-5 0 0 0,1 3-25 0 0,-1 0 0 0 0,0 0-1 0 0,-1 0 1 0 0,1 0-1 0 0,-1 0 1 0 0,-1 0 0 0 0,1 1-1 0 0,-1-1 1 0 0,0 1-1 0 0,0 0 1 0 0,0-1 0 0 0,-8-7-1 0 0,8 10 3 0 0,0-1 0 0 0,0 2-1 0 0,0-1 1 0 0,-1 0 0 0 0,1 1-1 0 0,-1-1 1 0 0,1 1 0 0 0,-1 0 0 0 0,0 0-1 0 0,0 1 1 0 0,0-1 0 0 0,0 1-1 0 0,0 0 1 0 0,0 0 0 0 0,0 0-1 0 0,-1 0 1 0 0,1 1 0 0 0,0 0-1 0 0,-6 0 1 0 0,-17 2 176 0 0,14 3-112 0 0,7-2-71 0 0,0 1 1 0 0,0 0-1 0 0,0 1 0 0 0,1-1 0 0 0,-1 1 0 0 0,1 0 1 0 0,0 1-1 0 0,1-1 0 0 0,-1 1 0 0 0,1 0 0 0 0,0 0 1 0 0,1 0-1 0 0,-1 0 0 0 0,1 1 0 0 0,1 0 0 0 0,-1 0 1 0 0,1-1-1 0 0,0 1 0 0 0,-2 13 0 0 0,3-11 2 0 0,1 1-1 0 0,0-1 1 0 0,0 1 0 0 0,0 0-1 0 0,1-1 1 0 0,1 0 0 0 0,0 1-1 0 0,0-1 1 0 0,0 0 0 0 0,1 0-1 0 0,1 0 1 0 0,0 0 0 0 0,0 0-1 0 0,8 11 1 0 0,-10-17-11 0 0,-1-1 0 0 0,1 1 0 0 0,1 0 0 0 0,-1-1 0 0 0,0 0 0 0 0,3 3 0 0 0,6-1 0 0 0,-4-3 0 0 0,4 3-119 0 0,1-1-1 0 0,-1 0 0 0 0,1-1 1 0 0,-1 0-1 0 0,1 0 0 0 0,0-2 1 0 0,-1 1-1 0 0,1-1 1 0 0,0-1-1 0 0,0 0 0 0 0,-1-1 1 0 0,1 0-1 0 0,13-5 0 0 0,-21 5-467 0 0,1-1-1 0 0,0 1 0 0 0,0-1 0 0 0,-1 0 0 0 0,8-7 0 0 0,5-5-1234 0 0</inkml:trace>
</inkml:ink>
</file>

<file path=ppt/ink/ink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19.481"/>
    </inkml:context>
    <inkml:brush xml:id="br0">
      <inkml:brushProperty name="width" value="0.05" units="cm"/>
      <inkml:brushProperty name="height" value="0.05" units="cm"/>
      <inkml:brushProperty name="color" value="#004F8B"/>
    </inkml:brush>
  </inkml:definitions>
  <inkml:trace contextRef="#ctx0" brushRef="#br0">20 0 2303 0 0,'-10'6'8467'0'0,"9"-3"-7845"0"0,0 0 1 0 0,-1 0-1 0 0,1-1 0 0 0,0 1 1 0 0,0 0-1 0 0,1 0 0 0 0,-1 0 0 0 0,0 1 1 0 0,1 5-1 0 0,0-3-99 0 0,0 0 0 0 0,1 0-1 0 0,0 0 1 0 0,3 10 0 0 0,2 4-95 0 0,2-1 0 0 0,10 21 0 0 0,-10-24 296 0 0,3 6-126 0 0,0 0 0 0 0,23 31-1 0 0,1 2 882 0 0,-34-54-812 0 0,2 2 424 0 0,-4-10-1137 0 0,-3-23 78 0 0,0 1 0 0 0,3 0 0 0 0,1-44 0 0 0,0 56-32 0 0,0 13 0 0 0,0 1 0 0 0,0-1 0 0 0,0 1 0 0 0,0-1 0 0 0,1 0 0 0 0,-1 1 0 0 0,1-1 0 0 0,0 1 0 0 0,0 0 0 0 0,0-1 0 0 0,1 1 0 0 0,2-4 0 0 0,-1-2 0 0 0,5 3 0 0 0,-4 5 0 0 0,0-1 1 0 0,0 1-1 0 0,0 0 1 0 0,0 0-1 0 0,0 0 1 0 0,0 0-1 0 0,0 1 0 0 0,5 0 1 0 0,36 2-946 0 0,-17 3-7463 0 0,-13-2 917 0 0</inkml:trace>
</inkml:ink>
</file>

<file path=ppt/ink/ink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19.974"/>
    </inkml:context>
    <inkml:brush xml:id="br0">
      <inkml:brushProperty name="width" value="0.05" units="cm"/>
      <inkml:brushProperty name="height" value="0.05" units="cm"/>
      <inkml:brushProperty name="color" value="#004F8B"/>
    </inkml:brush>
  </inkml:definitions>
  <inkml:trace contextRef="#ctx0" brushRef="#br0">221 20 1375 0 0,'0'0'66'0'0,"-1"0"472"0"0,-39 6 11242 0 0,-1 1-5272 0 0,31-5-5874 0 0,0 1 0 0 0,0 0 0 0 0,0 0 0 0 0,-10 6-1 0 0,12-5-536 0 0,5-3-53 0 0,1 0 0 0 0,-1 0 0 0 0,1 1 1 0 0,-1-1-1 0 0,1 1 0 0 0,0-1 0 0 0,0 1 0 0 0,0 0 0 0 0,0 0 0 0 0,0 0 1 0 0,0 0-1 0 0,0 0 0 0 0,-2 4 0 0 0,4-5-40 0 0,-3 3 9 0 0,0 1-1 0 0,0-1 0 0 0,0 1 1 0 0,1 0-1 0 0,0 0 1 0 0,0 0-1 0 0,0 0 1 0 0,-2 9-1 0 0,3-9-27 0 0,0 1 0 0 0,-1-1 0 0 0,-3 9 0 0 0,3-8 26 0 0,1-5-7 0 0,1 1 0 0 0,-1 0 0 0 0,1 0 0 0 0,0 0 0 0 0,0-1 0 0 0,0 1 0 0 0,0 0 0 0 0,0 0 0 0 0,0 0 0 0 0,1 0 1 0 0,0 2-1 0 0,0 3 0 0 0,2 11-4 0 0,0-14 0 0 0,-1-1 0 0 0,2 4 1 0 0,-3-4-2 0 0,1 0 0 0 0,-1 0 0 0 0,1 0 0 0 0,0 0 0 0 0,0 0 0 0 0,1-1 0 0 0,-1 1 0 0 0,0-1 0 0 0,1 1 0 0 0,0-1 0 0 0,4 3 0 0 0,-4-3-9 0 0,-1-1-1 0 0,1 1 0 0 0,0-1 1 0 0,0 1-1 0 0,0-1 0 0 0,-1 0 1 0 0,1 0-1 0 0,0-1 0 0 0,0 1 1 0 0,0-1-1 0 0,1 1 0 0 0,-1-1 1 0 0,0 0-1 0 0,0 0 0 0 0,3-1 1 0 0,-4 1 17 0 0,0-1 0 0 0,0 1-1 0 0,-1-1 1 0 0,1 0 0 0 0,0 0 0 0 0,0 1 0 0 0,2-3 0 0 0,6-3-9 0 0,-5 4-3 0 0,0 0 0 0 0,0-1 0 0 0,0 0 0 0 0,-1 0 0 0 0,1-1 0 0 0,-1 1 0 0 0,0-1 0 0 0,0 0 0 0 0,0 0 0 0 0,0 0 0 0 0,-1-1 0 0 0,1 1 0 0 0,4-10-1 0 0,0-2 45 0 0,0 0 0 0 0,-2 0-1 0 0,6-19 1 0 0,-5 10 430 0 0,-2 0 0 0 0,4-41 0 0 0,-9 55 1560 0 0,-1 13-1869 0 0,-3 4-116 0 0,0 2 0 0 0,0-1 0 0 0,1 0 0 0 0,0 1 0 0 0,0-1 0 0 0,1 1 0 0 0,0 0 0 0 0,0 0 0 0 0,-1 11 0 0 0,3 6-48 0 0,0 1 1 0 0,2 0-1 0 0,6 32 0 0 0,-8-56-172 0 0,1 0-1 0 0,0 0 0 0 0,-1 0 0 0 0,1-1 1 0 0,0 1-1 0 0,0 0 0 0 0,0-1 0 0 0,0 1 1 0 0,0-1-1 0 0,0 1 0 0 0,0-1 0 0 0,0 0 1 0 0,1 1-1 0 0,-1-1 0 0 0,0 0 0 0 0,1 0 1 0 0,0 0-1 0 0,-1 0 0 0 0,1 0 0 0 0,1 1 0 0 0</inkml:trace>
</inkml:ink>
</file>

<file path=ppt/ink/ink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20.484"/>
    </inkml:context>
    <inkml:brush xml:id="br0">
      <inkml:brushProperty name="width" value="0.05" units="cm"/>
      <inkml:brushProperty name="height" value="0.05" units="cm"/>
      <inkml:brushProperty name="color" value="#004F8B"/>
    </inkml:brush>
  </inkml:definitions>
  <inkml:trace contextRef="#ctx0" brushRef="#br0">164 18 7599 0 0,'0'0'2771'0'0,"-14"-11"6362"0"0,11 10-8794 0 0,-1-1-1 0 0,1 1 0 0 0,-1 0 0 0 0,1 1 1 0 0,-1-1-1 0 0,1 1 0 0 0,-1-1 1 0 0,0 1-1 0 0,1 0 0 0 0,-1 0 1 0 0,0 1-1 0 0,-4 0 0 0 0,-3 1-15 0 0,1 0 0 0 0,0 1 1 0 0,-11 4-1 0 0,18-6-307 0 0,0 1 1 0 0,0-1 0 0 0,1 1 0 0 0,-1 0-1 0 0,0 0 1 0 0,1 0 0 0 0,-1 1-1 0 0,1-1 1 0 0,0 1 0 0 0,0-1-1 0 0,0 1 1 0 0,0 0 0 0 0,0-1 0 0 0,1 1-1 0 0,-1 0 1 0 0,1 0 0 0 0,0 0-1 0 0,0 1 1 0 0,0-1 0 0 0,-1 5-1 0 0,0 0 17 0 0,1-1 0 0 0,1 1 0 0 0,-1 0 0 0 0,1-1 0 0 0,0 1-1 0 0,1 0 1 0 0,2 11 0 0 0,2 2-33 0 0,-1-16 0 0 0,-1-1 0 0 0,5 9 1 0 0,-1-1-1 0 0,2 1 0 0 0,0-2 1 0 0,0 1-1 0 0,12 10 1 0 0,-15-17-2 0 0,0 1-1 0 0,0-1 1 0 0,1-1 0 0 0,0 1 0 0 0,0-1 0 0 0,0 0-1 0 0,1-1 1 0 0,-1 0 0 0 0,1 0 0 0 0,15 3-1 0 0,-8-3-33 0 0,-9-1 19 0 0,1 0 1 0 0,-1-1-1 0 0,1 0 1 0 0,-1-1-1 0 0,1 1 1 0 0,0-1-1 0 0,-1 0 1 0 0,1-1-1 0 0,11-2 1 0 0,-6 0-65 0 0,-5 2 36 0 0,0 0 1 0 0,0-1 0 0 0,-1 0 0 0 0,1-1 0 0 0,0 1 0 0 0,-1-1 0 0 0,1-1 0 0 0,-1 1-1 0 0,0-1 1 0 0,9-8 0 0 0,-11 8 38 0 0,0 0 1 0 0,0-1-1 0 0,-1 1 0 0 0,0-1 1 0 0,0 0-1 0 0,0 0 0 0 0,-1 0 1 0 0,1 0-1 0 0,-1-1 0 0 0,0 1 1 0 0,-1-1-1 0 0,1 1 0 0 0,0-7 1 0 0,7-22-7 0 0,-5 19 62 0 0,-1 0 1 0 0,0 1-1 0 0,-1-1 0 0 0,0-28 0 0 0,-4 21 908 0 0,0 18 352 0 0,-2 13-877 0 0,3-5-402 0 0,0 19 124 0 0,0-7-105 0 0,1-10-36 0 0,0 0 0 0 0,0 0-1 0 0,0-1 1 0 0,1 1 0 0 0,1 8 0 0 0,6 21-19 0 0,-5-21 0 0 0,1 1 0 0 0,0-1 0 0 0,0-1 0 0 0,12 24 0 0 0,-6-16 17 0 0,-9-17-22 0 0,1 1 1 0 0,1 0 0 0 0,-1-1-1 0 0,0 1 1 0 0,1-1-1 0 0,0 0 1 0 0,0 0-1 0 0,1 0 1 0 0,-1-1 0 0 0,8 7-1 0 0,4-2-36 0 0,-6-4-2389 0 0</inkml:trace>
</inkml:ink>
</file>

<file path=ppt/ink/ink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20.836"/>
    </inkml:context>
    <inkml:brush xml:id="br0">
      <inkml:brushProperty name="width" value="0.05" units="cm"/>
      <inkml:brushProperty name="height" value="0.05" units="cm"/>
      <inkml:brushProperty name="color" value="#004F8B"/>
    </inkml:brush>
  </inkml:definitions>
  <inkml:trace contextRef="#ctx0" brushRef="#br0">60 15 5063 0 0,'0'0'390'0'0,"-1"-1"-252"0"0,-9-5 518 0 0,7 5 547 0 0,1 0-1 0 0,-1 0 1 0 0,1 0 0 0 0,-1 0 0 0 0,0 0 0 0 0,0 0 0 0 0,1 1-1 0 0,-1-1 1 0 0,-3 1 0 0 0,-9 2 807 0 0,15-2-1994 0 0,-1 0 1 0 0,1 1-1 0 0,0-1 1 0 0,0 0 0 0 0,-1 0-1 0 0,1 0 1 0 0,0 1 0 0 0,0-1-1 0 0,0 0 1 0 0,0 0 0 0 0,-1 1-1 0 0,1-1 1 0 0,0 0-1 0 0,0 0 1 0 0,0 1 0 0 0,0-1-1 0 0,0 0 1 0 0,0 0 0 0 0,0 1-1 0 0,0-1 1 0 0,-1 0-1 0 0,1 1 1 0 0,0-1 0 0 0,0 0-1 0 0,0 0 1 0 0,0 1 0 0 0,1-1-1 0 0,-1 0 1 0 0,0 1 0 0 0,0-1-1 0 0,0 0 1 0 0,0 1-1 0 0,1 12 106 0 0,0-12-142 0 0,8 19-264 0 0,0-9-5184 0 0,1-2-1052 0 0</inkml:trace>
</inkml:ink>
</file>

<file path=ppt/ink/ink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21.202"/>
    </inkml:context>
    <inkml:brush xml:id="br0">
      <inkml:brushProperty name="width" value="0.05" units="cm"/>
      <inkml:brushProperty name="height" value="0.05" units="cm"/>
      <inkml:brushProperty name="color" value="#004F8B"/>
    </inkml:brush>
  </inkml:definitions>
  <inkml:trace contextRef="#ctx0" brushRef="#br0">122 53 13471 0 0,'0'0'1032'0'0,"-1"-2"-706"0"0,-4-12-724 0 0,4 11 835 0 0,-1-1 0 0 0,1 1 0 0 0,0 0 0 0 0,-1-1 0 0 0,0 1 0 0 0,-3-4 0 0 0,4 6-133 0 0,0 0-1 0 0,0 0 0 0 0,0 0 1 0 0,0 1-1 0 0,0-1 0 0 0,-1 0 1 0 0,1 1-1 0 0,0-1 0 0 0,-1 1 1 0 0,1-1-1 0 0,0 1 0 0 0,-1-1 1 0 0,1 1-1 0 0,-1 0 0 0 0,1 0 1 0 0,0 0-1 0 0,-1 0 0 0 0,-1 0 1 0 0,0 0-230 0 0,0 1 0 0 0,0-1 0 0 0,0 1 0 0 0,0 0 1 0 0,0 0-1 0 0,1 0 0 0 0,-1 0 0 0 0,0 0 0 0 0,0 1 0 0 0,1-1 0 0 0,-1 1 1 0 0,1-1-1 0 0,0 1 0 0 0,-1 0 0 0 0,1 0 0 0 0,0 0 0 0 0,0 1 1 0 0,0-1-1 0 0,1 0 0 0 0,-1 1 0 0 0,0-1 0 0 0,1 1 0 0 0,-1 0 0 0 0,0 4 1 0 0,-1 0-57 0 0,0 0 1 0 0,0 1 0 0 0,1-1 0 0 0,1 1-1 0 0,-1-1 1 0 0,1 1 0 0 0,0 0 0 0 0,1 14-1 0 0,1-9-17 0 0,0 1 0 0 0,1 0 0 0 0,1-1 0 0 0,0 0 0 0 0,1 1 0 0 0,0-1 0 0 0,1-1 0 0 0,0 1 0 0 0,1-1 0 0 0,9 14 0 0 0,-1-10-1 0 0,-9-14 0 0 0,-1 0 0 0 0,0 1 0 0 0,0-1 0 0 0,0 0 0 0 0,0 1 0 0 0,1-1 0 0 0,-1-1 0 0 0,0 1 0 0 0,1-1 0 0 0,-1 0 0 0 0,1 1 0 0 0,-1-2 0 0 0,1 1 0 0 0,0-1 0 0 0,-1 1 0 0 0,1-1 0 0 0,0-1 0 0 0,-1 1 0 0 0,1-1 0 0 0,-1 0 0 0 0,1 0 0 0 0,-1 0 0 0 0,1 0 0 0 0,-1-1 0 0 0,1 0 0 0 0,-1 0 0 0 0,0 0 0 0 0,7-5 0 0 0,-5 4 13 0 0,-1-1 0 0 0,1-1 0 0 0,-1 1 0 0 0,0-1 0 0 0,0 1 0 0 0,-1-1 0 0 0,0-1 0 0 0,1 1 0 0 0,-2-1 0 0 0,1 0 0 0 0,-1 1 0 0 0,0-1 0 0 0,0-1 0 0 0,0 1 0 0 0,2-9 0 0 0,-2 5 203 0 0,-1-1 1 0 0,0 0-1 0 0,0 1 0 0 0,-1-1 0 0 0,0 0 0 0 0,-1 0 1 0 0,0 0-1 0 0,-1 0 0 0 0,0 1 0 0 0,-1-1 1 0 0,-5-19-1 0 0,6 27-194 0 0,0 0 0 0 0,0 1 1 0 0,0-1-1 0 0,0 1 1 0 0,-1-1-1 0 0,1 1 0 0 0,-1-1 1 0 0,0 1-1 0 0,1 0 1 0 0,-1-1-1 0 0,0 1 0 0 0,-1 0 1 0 0,1 0-1 0 0,0 1 0 0 0,0-1 1 0 0,-1 0-1 0 0,1 1 1 0 0,-1 0-1 0 0,1-1 0 0 0,-1 1 1 0 0,0 0-1 0 0,0 0 0 0 0,1 0 1 0 0,-1 1-1 0 0,-5-1 1 0 0,3 0-22 0 0,0 1 0 0 0,0 0 0 0 0,0 0 0 0 0,0 1 0 0 0,0-1 0 0 0,0 1 0 0 0,0 0 0 0 0,1 1 1 0 0,-1-1-1 0 0,0 1 0 0 0,0 0 0 0 0,1 0 0 0 0,-9 5 0 0 0,9-4-16 0 0,0 0 0 0 0,0 0 0 0 0,1 0 0 0 0,-1 0 0 0 0,1 0 0 0 0,0 1 0 0 0,-1 0 0 0 0,-4 7 0 0 0,7-8-202 0 0,0 0-1 0 0,-1 0 0 0 0,1 0 1 0 0,0 0-1 0 0,1 0 1 0 0,-1 0-1 0 0,0 0 0 0 0,1 0 1 0 0,0 1-1 0 0,0-1 1 0 0,0 0-1 0 0,0 0 0 0 0,1 6 1 0 0,-1-8-89 0 0,1 1 0 0 0,-1-1 0 0 0,0 1 0 0 0,1-1 0 0 0,-1 1 0 0 0,1-1 0 0 0,0 0 0 0 0,-1 1 0 0 0,1-1 0 0 0,0 0 0 0 0,1 2 0 0 0,2 3-483 0 0,3 14-1513 0 0</inkml:trace>
</inkml:ink>
</file>

<file path=ppt/ink/ink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21.536"/>
    </inkml:context>
    <inkml:brush xml:id="br0">
      <inkml:brushProperty name="width" value="0.05" units="cm"/>
      <inkml:brushProperty name="height" value="0.05" units="cm"/>
      <inkml:brushProperty name="color" value="#004F8B"/>
    </inkml:brush>
  </inkml:definitions>
  <inkml:trace contextRef="#ctx0" brushRef="#br0">1 48 455 0 0,'0'0'20662'0'0,"2"1"-19547"0"0,6 4-719 0 0,0 0 0 0 0,0 0 0 0 0,-1 1 0 0 0,0 0 0 0 0,0 0-1 0 0,0 1 1 0 0,-1-1 0 0 0,10 15 0 0 0,-8-11-127 0 0,-2 1-1 0 0,1 0 1 0 0,-1 0 0 0 0,-1 0-1 0 0,7 24 1 0 0,5 18 531 0 0,-16-52-505 0 0,-1 0-267 0 0,0-1 0 0 0,0 1 0 0 0,0-1 1 0 0,0 0-1 0 0,0 1 0 0 0,0-1 1 0 0,0 0-1 0 0,0 1 0 0 0,0-1 0 0 0,1 0 1 0 0,-1 1-1 0 0,0-1 0 0 0,0 0 0 0 0,0 1 1 0 0,1-1-1 0 0,-1 0 0 0 0,0 1 0 0 0,0-1 1 0 0,1 0-1 0 0,-1 1 0 0 0,7-7 11 0 0,-1 0 0 0 0,0 0-1 0 0,0 0 1 0 0,0-1 0 0 0,8-12-1 0 0,21-43 96 0 0,-12 20 12 0 0,-13 27-45 0 0,0 0 0 0 0,14-15-1 0 0,-19 24-90 0 0,1 0-1 0 0,0 0 1 0 0,1 0-1 0 0,0 1 0 0 0,-1 0 1 0 0,14-7-1 0 0,-5 6-26 0 0,-10 7 19 0 0,-3 0-3 0 0,0-1 1 0 0,0 1 0 0 0,0-1 0 0 0,-1 1 0 0 0,1 0 0 0 0,0-1 0 0 0,-1 1 0 0 0,1 0 0 0 0,-1 0 0 0 0,1 0 0 0 0,-1 0 0 0 0,1 0 0 0 0,-1 0 0 0 0,0 1 0 0 0,1-1 0 0 0,-1 0 0 0 0,2 4 0 0 0,-1-2 0 0 0,1 0 0 0 0,-1 1-1 0 0,0-1 1 0 0,-1 1 0 0 0,1 0 0 0 0,0 0 0 0 0,-1-1-1 0 0,0 1 1 0 0,0 0 0 0 0,0 0 0 0 0,0 7 0 0 0,0 0-13 0 0,13 104 79 0 0,-5-32-13 0 0,-7-58 11 0 0,-1-23-129 0 0,-1-1 0 0 0,1 1 0 0 0,-1-1 0 0 0,1 0 0 0 0,-1 0 0 0 0,1 1-1 0 0,0-1 1 0 0,0 0 0 0 0,-1 0 0 0 0,1 0 0 0 0,0 0 0 0 0,0 0 0 0 0,0 0 0 0 0,0 0 0 0 0,0 0 0 0 0,1 0 0 0 0,-1 0-1 0 0,0-1 1 0 0,0 1 0 0 0,0 0 0 0 0,1-1 0 0 0,1 1 0 0 0,-1 0-989 0 0,0-1 0 0 0,0 1 0 0 0,0-1 0 0 0,0 1 0 0 0,0-1 0 0 0,0 0 0 0 0,4 0 0 0 0,8-1-7649 0 0</inkml:trace>
</inkml:ink>
</file>

<file path=ppt/ink/ink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22.205"/>
    </inkml:context>
    <inkml:brush xml:id="br0">
      <inkml:brushProperty name="width" value="0.05" units="cm"/>
      <inkml:brushProperty name="height" value="0.05" units="cm"/>
      <inkml:brushProperty name="color" value="#004F8B"/>
    </inkml:brush>
  </inkml:definitions>
  <inkml:trace contextRef="#ctx0" brushRef="#br0">1 255 16471 0 0,'0'0'2508'0'0,"0"2"-1722"0"0,7 17 1332 0 0,-6-17-1709 0 0,11 5 337 0 0,-6-4-676 0 0,-1-1 0 0 0,1-1 0 0 0,0 1 1 0 0,0-1-1 0 0,-1 0 0 0 0,1 0 0 0 0,0-1 0 0 0,0 1 0 0 0,0-1 1 0 0,0-1-1 0 0,0 1 0 0 0,-1-1 0 0 0,1 0 0 0 0,0 0 1 0 0,0-1-1 0 0,-1 0 0 0 0,1 0 0 0 0,8-4 0 0 0,-5 1 37 0 0,0 0 1 0 0,0 0-1 0 0,0-1 0 0 0,-1 0 0 0 0,0 0 0 0 0,-1-1 0 0 0,1 0 0 0 0,-1-1 1 0 0,0 1-1 0 0,6-10 0 0 0,-10 11-66 0 0,1-1 0 0 0,-1 1 0 0 0,1-1 1 0 0,-2 0-1 0 0,1 0 0 0 0,-1 0 0 0 0,0 0 0 0 0,-1 0 1 0 0,2-14-1 0 0,-3 17-7 0 0,1 0 1 0 0,-1 0 0 0 0,-1 0 0 0 0,1 1-1 0 0,-1-1 1 0 0,1 0 0 0 0,-1 0 0 0 0,0 0-1 0 0,0 1 1 0 0,-1-1 0 0 0,1 0 0 0 0,-1 1-1 0 0,0-1 1 0 0,0 1 0 0 0,0 0-1 0 0,0 0 1 0 0,0 0 0 0 0,-1 0 0 0 0,1 0-1 0 0,-6-4 1 0 0,5 5-27 0 0,0 0 1 0 0,0 1-1 0 0,-1-1 1 0 0,1 1-1 0 0,0 0 1 0 0,-1 0-1 0 0,1 0 0 0 0,-1 0 1 0 0,1 1-1 0 0,-1-1 1 0 0,1 1-1 0 0,-1 0 0 0 0,1 0 1 0 0,-1 0-1 0 0,0 0 1 0 0,1 1-1 0 0,-1 0 0 0 0,1-1 1 0 0,0 1-1 0 0,-1 1 1 0 0,-3 1-1 0 0,-1 0 10 0 0,-1 1 1 0 0,1-1-1 0 0,1 2 1 0 0,-1-1-1 0 0,1 1 0 0 0,0 1 1 0 0,-10 8-1 0 0,11-7-20 0 0,0 0 0 0 0,0 1 0 0 0,1 0 0 0 0,0 0 0 0 0,1 0 0 0 0,0 0 0 0 0,0 0-1 0 0,0 1 1 0 0,1 0 0 0 0,1 0 0 0 0,-1 0 0 0 0,0 12 0 0 0,1-8-6 0 0,1 0 0 0 0,0 0 0 0 0,1 0 0 0 0,1 0 0 0 0,0 0-1 0 0,1 0 1 0 0,0 0 0 0 0,5 14 0 0 0,-5-20 10 0 0,0-1-1 0 0,1 0 1 0 0,0 1 0 0 0,0-1-1 0 0,0-1 1 0 0,1 1-1 0 0,0 0 1 0 0,0-1 0 0 0,0 0-1 0 0,1 0 1 0 0,0 0 0 0 0,0 0-1 0 0,0-1 1 0 0,0 0-1 0 0,1 0 1 0 0,0 0 0 0 0,-1-1-1 0 0,1 0 1 0 0,1 0 0 0 0,-1-1-1 0 0,0 1 1 0 0,1-1-1 0 0,-1 0 1 0 0,1-1 0 0 0,0 0-1 0 0,-1 0 1 0 0,1 0-1 0 0,0-1 1 0 0,0 0 0 0 0,0-1-1 0 0,-1 1 1 0 0,1-1 0 0 0,0 0-1 0 0,-1-1 1 0 0,1 0-1 0 0,12-4 1 0 0,3-6-20 0 0,-1-1 1 0 0,0 0-1 0 0,-1-2 1 0 0,22-20-1 0 0,-24 19 18 0 0,-2-1 0 0 0,0-1 0 0 0,-1 0 0 0 0,23-36 0 0 0,-32 43-14 0 0,-1 0 0 0 0,1 0 0 0 0,-2-1 0 0 0,0 1 0 0 0,6-24 0 0 0,-9 27 31 0 0,1 0 0 0 0,-1 0-1 0 0,-1 0 1 0 0,0 0 0 0 0,0 0 0 0 0,0 0-1 0 0,-1 0 1 0 0,0 0 0 0 0,0 0-1 0 0,-4-9 1 0 0,-2 2 13 0 0,2 13-5 0 0,3 1-20 0 0,-1-2-5 0 0,3 2 0 0 0,-1 1 0 0 0,0-1 0 0 0,1 0 0 0 0,-1 1 0 0 0,0-1 0 0 0,0 1 0 0 0,0-1 0 0 0,1 1 0 0 0,-1-1 0 0 0,0 1 0 0 0,0 0 0 0 0,0-1 0 0 0,0 1 0 0 0,0 0 0 0 0,0 0 0 0 0,0 0 0 0 0,-1 0 0 0 0,0-1 10 0 0,-1 0 27 0 0,-8 5-1 0 0,11-3-33 0 0,0 0 0 0 0,0-1-1 0 0,0 1 1 0 0,0 0 0 0 0,0-1 0 0 0,0 1 0 0 0,0 0 0 0 0,0-1 0 0 0,0 1 0 0 0,0 0 0 0 0,0-1 0 0 0,0 1 0 0 0,0 0-1 0 0,0-1 1 0 0,0 1 0 0 0,1 0 0 0 0,-1 0 0 0 0,1 0-2 0 0,0 3 1 0 0,1 1 1 0 0,0 0-1 0 0,0 0 1 0 0,0-1-1 0 0,1 1 0 0 0,-1-1 1 0 0,1 0-1 0 0,0 0 0 0 0,7 7 1 0 0,4 2 14 0 0,20 15 1 0 0,-14-11-13 0 0,83 78-5 0 0,-88-80 0 0 0,-1 2 0 0 0,-1 0 0 0 0,-1 0 0 0 0,16 30 0 0 0,-23-37 140 0 0,0 0 1 0 0,-1 0-1 0 0,5 20 0 0 0,-8-26-89 0 0,-1 0 0 0 0,1 0 0 0 0,-1 0 0 0 0,0-1 0 0 0,0 1 1 0 0,0 0-1 0 0,0 0 0 0 0,-1 0 0 0 0,1 0 0 0 0,-1 0 0 0 0,0 0 0 0 0,0 0 0 0 0,-3 6 0 0 0,2-8 30 0 0,0 0-1 0 0,0 1 1 0 0,1-1-1 0 0,-2 0 1 0 0,1 0-1 0 0,0 0 1 0 0,0-1-1 0 0,-1 1 1 0 0,1-1-1 0 0,0 1 1 0 0,-1-1-1 0 0,0 0 1 0 0,-4 2-1 0 0,3-1-20 0 0,0-1 0 0 0,0 0 0 0 0,0 0 0 0 0,0 0 0 0 0,-1 0 0 0 0,1-1 0 0 0,0 0 0 0 0,0 0 0 0 0,-5 0 0 0 0,-21-7 41 0 0,-36-12 0 0 0,48 11 2 0 0,-2 1-2323 0 0,7 4-3991 0 0,0 2-3290 0 0</inkml:trace>
</inkml:ink>
</file>

<file path=ppt/ink/ink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41.396"/>
    </inkml:context>
    <inkml:brush xml:id="br0">
      <inkml:brushProperty name="width" value="0.05" units="cm"/>
      <inkml:brushProperty name="height" value="0.05" units="cm"/>
      <inkml:brushProperty name="color" value="#004F8B"/>
    </inkml:brush>
  </inkml:definitions>
  <inkml:trace contextRef="#ctx0" brushRef="#br0">103 70 6335 0 0,'1'-2'59'0'0,"0"-1"-1"0"0,0 1 0 0 0,0 0 0 0 0,0-1 1 0 0,0 1-1 0 0,0-1 0 0 0,0-3 0 0 0,-1-6 9363 0 0,2 0-7860 0 0,1-8 1828 0 0,-1 18-905 0 0,1 10-2105 0 0,3 38-57 0 0,-1 86 0 0 0,-5-81-123 0 0,-4 142-67 0 0,-6-47 49 0 0,8-127-196 0 0,-4 30 6 0 0,5-47 217 0 0,-1 10-125 0 0,2-1-30 0 0,0-9 243 0 0,0 40 144 0 0,1-41-387 0 0,5 5-22 0 0,-5-5 353 0 0,0-1-367 0 0,0 1-1 0 0,-1-1 1 0 0,1 1 0 0 0,-1-1-1 0 0,1 1 1 0 0,-1-1 0 0 0,0 1 0 0 0,1-1-1 0 0,-1 1 1 0 0,1 0 0 0 0,-1-1-1 0 0,0 1 1 0 0,1-1 0 0 0,-1 1-1 0 0,0 0 1 0 0,0-1 0 0 0,0 1-1 0 0,1 0 1 0 0,-1-1 0 0 0,0 2-1 0 0,3 14 166 0 0,-3-7-97 0 0,-1 3-22 0 0,-1 4-44 0 0,0-7 22 0 0,-4 8-25 0 0,-2 13-16 0 0,-1 5 0 0 0,-5 10 0 0 0,7-25 0 0 0,-7 36 0 0 0,13-47 10 0 0,-1-1 0 0 0,0 0-1 0 0,-6 16 1 0 0,1-2 26 0 0,6-20 17 0 0,-3 15 11 0 0,1 0-64 0 0,2-6 0 0 0,0 0 0 0 0,2 16 0 0 0,-1-16 0 0 0,-5 79 0 0 0,4-69 0 0 0,0 11 0 0 0,-10 59 0 0 0,10-83 0 0 0,-1 5 0 0 0,2 0 0 0 0,-7 66 0 0 0,2-18 0 0 0,6-50 0 0 0,6-4 0 0 0,-3-4 0 0 0,1-1 0 0 0,-1 0 0 0 0,0 0 0 0 0,1 0 0 0 0,0-1 0 0 0,-1 1 0 0 0,1-1 0 0 0,0 0 0 0 0,7 0 0 0 0,4 1 0 0 0,50 6 15 0 0,-45-9 76 0 0,-19 1-84 0 0,0 0 0 0 0,0-1 0 0 0,-1 1 0 0 0,1 0 0 0 0,0 0 0 0 0,0 0 0 0 0,0 0 0 0 0,0 0 0 0 0,0 1 0 0 0,-1-1 0 0 0,1 1 0 0 0,2 0 0 0 0,90 36 492 0 0,-88-34-436 0 0,12 3 62 0 0,8-4-5070 0 0</inkml:trace>
</inkml:ink>
</file>

<file path=ppt/ink/ink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41.842"/>
    </inkml:context>
    <inkml:brush xml:id="br0">
      <inkml:brushProperty name="width" value="0.05" units="cm"/>
      <inkml:brushProperty name="height" value="0.05" units="cm"/>
      <inkml:brushProperty name="color" value="#004F8B"/>
    </inkml:brush>
  </inkml:definitions>
  <inkml:trace contextRef="#ctx0" brushRef="#br0">27 48 919 0 0,'-2'-15'14824'0'0,"-5"2"-12841"0"0,6 12-1267 0 0,-11-16 6438 0 0,8 15-6353 0 0,4 10-64 0 0,0-5-694 0 0,1-1 0 0 0,-1 1 0 0 0,1-1 1 0 0,0 1-1 0 0,0-1 0 0 0,0 1 0 0 0,1-1 0 0 0,1 4 1 0 0,2 0 52 0 0,0 0 0 0 0,0 0 1 0 0,9 7-1 0 0,57 39 131 0 0,27 31-163 0 0,-82-69-50 0 0,-11-7 15 0 0,6 15-8 0 0,-4-11-10 0 0,-1 4 44 0 0,-6-11-55 0 0,-1-3 9 0 0,1 1 0 0 0,0-1 1 0 0,0 1-1 0 0,0-1 1 0 0,-1 1 0 0 0,1-1-1 0 0,0 1 1 0 0,-1-1-1 0 0,1 1 1 0 0,-1-1-1 0 0,1 1 1 0 0,-1-1 0 0 0,0 0-1 0 0,0 1 1 0 0,0-1-1 0 0,1 0 1 0 0,-1 0-1 0 0,0 1 1 0 0,-1-1 0 0 0,1 0-1 0 0,0 0 1 0 0,0 0-1 0 0,-3 1 1 0 0,0 1 7 0 0,-1-1 0 0 0,0 0 1 0 0,0 0-1 0 0,-1-1 0 0 0,-5 2 1 0 0,-4 1 52 0 0,-40 7 461 0 0,46-8-507 0 0,-1 1 0 0 0,1 0 1 0 0,0 0-1 0 0,0 1 0 0 0,1 0 0 0 0,-1 1 0 0 0,-12 10 0 0 0,20-15-482 0 0</inkml:trace>
</inkml:ink>
</file>

<file path=ppt/ink/ink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42.541"/>
    </inkml:context>
    <inkml:brush xml:id="br0">
      <inkml:brushProperty name="width" value="0.05" units="cm"/>
      <inkml:brushProperty name="height" value="0.05" units="cm"/>
      <inkml:brushProperty name="color" value="#004F8B"/>
    </inkml:brush>
  </inkml:definitions>
  <inkml:trace contextRef="#ctx0" brushRef="#br0">92 30 919 0 0,'-19'-21'17063'0'0,"2"15"-13628"0"0,9 4 288 0 0,8 3-3464 0 0,-4 8-135 0 0,2 0 1 0 0,-1 1-1 0 0,1-1 1 0 0,1 1-1 0 0,-1-1 0 0 0,2 1 1 0 0,-1 0-1 0 0,2 9 0 0 0,-2 8-43 0 0,-17 227 591 0 0,15-203-549 0 0,-4 30-11 0 0,4-24-6 0 0,1-36-110 0 0,2-19-194 0 0</inkml:trace>
</inkml:ink>
</file>

<file path=ppt/ink/ink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42.940"/>
    </inkml:context>
    <inkml:brush xml:id="br0">
      <inkml:brushProperty name="width" value="0.05" units="cm"/>
      <inkml:brushProperty name="height" value="0.05" units="cm"/>
      <inkml:brushProperty name="color" value="#004F8B"/>
    </inkml:brush>
  </inkml:definitions>
  <inkml:trace contextRef="#ctx0" brushRef="#br0">1 167 15895 0 0,'0'0'5770'0'0,"2"-1"-5367"0"0,172-58 1762 0 0,-67 25-1407 0 0,107-30 1009 0 0,-204 61-1687 0 0,0 1 0 0 0,1 0 0 0 0,-1 1 0 0 0,1 1 0 0 0,-1-1 1 0 0,1 2-1 0 0,-1-1 0 0 0,20 5 0 0 0,-28-5-5 0 0,-1 1-124 0 0,-1-1 1 0 0,1 0-1 0 0,0 1 1 0 0,-1-1-1 0 0,1 1 1 0 0,0-1-1 0 0,-1 1 1 0 0,1 0-1 0 0,-1-1 1 0 0,1 1-1 0 0,-1 0 1 0 0,2 1-1 0 0,-2 29-4032 0 0</inkml:trace>
</inkml:ink>
</file>

<file path=ppt/ink/ink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43.304"/>
    </inkml:context>
    <inkml:brush xml:id="br0">
      <inkml:brushProperty name="width" value="0.05" units="cm"/>
      <inkml:brushProperty name="height" value="0.05" units="cm"/>
      <inkml:brushProperty name="color" value="#004F8B"/>
    </inkml:brush>
  </inkml:definitions>
  <inkml:trace contextRef="#ctx0" brushRef="#br0">1 66 9671 0 0,'0'0'10650'0'0,"2"-1"-9780"0"0,14-10 157 0 0,-15 9-961 0 0,1 1 0 0 0,-1 0 0 0 0,1 0 0 0 0,-1 0 0 0 0,1 0 0 0 0,0 0 0 0 0,-1 0 0 0 0,1 0 1 0 0,0 0-1 0 0,-1 1 0 0 0,1-1 0 0 0,0 0 0 0 0,0 1 0 0 0,0 0 0 0 0,0-1 0 0 0,0 1 0 0 0,3 0 0 0 0,3 0 119 0 0,1-1-1 0 0,-1 0 0 0 0,0 0 1 0 0,1-1-1 0 0,-1 0 1 0 0,13-5-1 0 0,14-3 210 0 0,-12 2-119 0 0,-20 7-239 0 0,0-1 0 0 0,0 1 0 0 0,0 0-1 0 0,1 0 1 0 0,-1 1 0 0 0,0-1 0 0 0,0 1 0 0 0,0 0 0 0 0,0-1 0 0 0,6 2 0 0 0,15 1 53 0 0,-17-1-62 0 0,0-1 1 0 0,0 1-1 0 0,0 0 0 0 0,0 1 0 0 0,0 0 1 0 0,7 3-1 0 0,-12-4-385 0 0</inkml:trace>
</inkml:ink>
</file>

<file path=ppt/ink/ink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43.750"/>
    </inkml:context>
    <inkml:brush xml:id="br0">
      <inkml:brushProperty name="width" value="0.05" units="cm"/>
      <inkml:brushProperty name="height" value="0.05" units="cm"/>
      <inkml:brushProperty name="color" value="#004F8B"/>
    </inkml:brush>
  </inkml:definitions>
  <inkml:trace contextRef="#ctx0" brushRef="#br0">295 44 1375 0 0,'0'0'13350'0'0,"-3"-6"-8705"0"0,-12-20-2397 0 0,14 25-1734 0 0,-1 0-87 0 0,-3-1-283 0 0,-1 0-1 0 0,0 0 1 0 0,0 1-1 0 0,0 0 0 0 0,1 0 1 0 0,-1 0-1 0 0,0 1 1 0 0,0 0-1 0 0,0 0 1 0 0,0 1-1 0 0,0-1 1 0 0,0 1-1 0 0,0 1 1 0 0,-10 2-1 0 0,7-1-62 0 0,1 0-1 0 0,-1 0 1 0 0,1 0-1 0 0,0 1 1 0 0,0 0-1 0 0,0 0 1 0 0,0 1-1 0 0,1 0 1 0 0,0 1-1 0 0,0 0 1 0 0,1 0 0 0 0,-1 0-1 0 0,1 1 1 0 0,-7 10-1 0 0,6-8-36 0 0,0 0 0 0 0,-15 14 0 0 0,21-21-43 0 0,-1 1 0 0 0,0-1 0 0 0,0 1 0 0 0,1-1 1 0 0,-1 1-1 0 0,1 0 0 0 0,0 0 0 0 0,0 0 0 0 0,0 0 0 0 0,0 0 0 0 0,0 4 0 0 0,-3 39-3 0 0,4-30 3 0 0,-1-9-1 0 0,1 0 0 0 0,1 1 0 0 0,-1-1 0 0 0,2 1 0 0 0,-1-1 0 0 0,1 0 0 0 0,0 0 0 0 0,3 8 0 0 0,0-5 0 0 0,6-5 0 0 0,6 5 0 0 0,-12-7 0 0 0,0 0 0 0 0,0-1 0 0 0,0 1 0 0 0,0-1 0 0 0,5 2 0 0 0,9-1 0 0 0,-14-4 0 0 0,-1-1 0 0 0,4 0 0 0 0,1 0 0 0 0,16-7 0 0 0,6-1 0 0 0,-27 8 6 0 0,-1 0 1 0 0,1 0-1 0 0,0 0 0 0 0,-1 0 0 0 0,0 0 0 0 0,1-1 1 0 0,-1 1-1 0 0,0-1 0 0 0,0 0 0 0 0,3-5 1 0 0,8-6-12 0 0,-10 10 10 0 0,-1 0 0 0 0,1-1 0 0 0,-1 1 0 0 0,0-1 0 0 0,0 0 0 0 0,3-7 0 0 0,1-3 24 0 0,-4 9 53 0 0,-1-1-1 0 0,1 0 1 0 0,-2 0-1 0 0,1 0 1 0 0,-1 0 0 0 0,0 0-1 0 0,-1 0 1 0 0,1 0-1 0 0,-1 0 1 0 0,-1 0 0 0 0,0 0-1 0 0,0-1 1 0 0,0 1-1 0 0,-4-12 1 0 0,-5 2 277 0 0,10 16-166 0 0,-1 1-180 0 0,1-1 0 0 0,0 1 0 0 0,0 0 0 0 0,0 0 0 0 0,0-1 0 0 0,0 1 0 0 0,0 0 0 0 0,0 0 0 0 0,0 0-1 0 0,-1-1 1 0 0,1 1 0 0 0,0 0 0 0 0,0 0 0 0 0,0 0 0 0 0,0-1 0 0 0,-1 1 0 0 0,1 0 0 0 0,0 0 0 0 0,0 0 0 0 0,0 0 0 0 0,-1 0 0 0 0,1-1 0 0 0,0 1 0 0 0,0 0 0 0 0,-1 0-1 0 0,1 0 1 0 0,-3 5-1 0 0,1 0 5 0 0,0 0-1 0 0,0 0 0 0 0,0 0 0 0 0,-1 10 1 0 0,0 0-11 0 0,1-1 1 0 0,0 1 0 0 0,1-1-1 0 0,0 1 1 0 0,1-1 0 0 0,1 1-1 0 0,3 15 1 0 0,-4-28-31 0 0,0 1 1 0 0,1-1-1 0 0,-1 1 1 0 0,1-1-1 0 0,0 0 0 0 0,0 0 1 0 0,0 1-1 0 0,0-1 0 0 0,0 0 1 0 0,3 4-1 0 0,1 5-2411 0 0,12-8-6647 0 0,12 4 5715 0 0</inkml:trace>
</inkml:ink>
</file>

<file path=ppt/ink/ink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44.083"/>
    </inkml:context>
    <inkml:brush xml:id="br0">
      <inkml:brushProperty name="width" value="0.05" units="cm"/>
      <inkml:brushProperty name="height" value="0.05" units="cm"/>
      <inkml:brushProperty name="color" value="#004F8B"/>
    </inkml:brush>
  </inkml:definitions>
  <inkml:trace contextRef="#ctx0" brushRef="#br0">316 30 9215 0 0,'0'0'831'0'0,"-6"-5"-670"0"0,2 2 230 0 0,0 0-1 0 0,0 1 1 0 0,0-1 0 0 0,0 1-1 0 0,0 0 1 0 0,-1 0-1 0 0,1 1 1 0 0,0-1-1 0 0,-1 1 1 0 0,0 0-1 0 0,1 0 1 0 0,-1 0-1 0 0,0 1 1 0 0,1 0-1 0 0,-1 0 1 0 0,0 0 0 0 0,1 0-1 0 0,-1 1 1 0 0,0 0-1 0 0,1 0 1 0 0,-1 0-1 0 0,1 0 1 0 0,-1 1-1 0 0,1 0 1 0 0,0 0-1 0 0,-1 0 1 0 0,1 0-1 0 0,0 0 1 0 0,0 1 0 0 0,1 0-1 0 0,-1 0 1 0 0,-5 6-1 0 0,-78 100 771 0 0,72-89-935 0 0,2 2 0 0 0,0 0-1 0 0,-13 33 1 0 0,24-51-214 0 0,1 0-1 0 0,0 0 1 0 0,0 0 0 0 0,0 1-1 0 0,0-1 1 0 0,1 0 0 0 0,-1 0-1 0 0,1 1 1 0 0,0-1-1 0 0,1 6 1 0 0,2 4-12 0 0,0-10 0 0 0,-1-2 0 0 0,0 1 0 0 0,0 0 0 0 0,1 0 0 0 0,-1 0 0 0 0,0 0 0 0 0,1-1 0 0 0,-1 1 0 0 0,1 0 0 0 0,0-1 0 0 0,0 0 0 0 0,0 0 0 0 0,0 0 0 0 0,0 0 0 0 0,1 0 0 0 0,-1-1 0 0 0,1 1 0 0 0,5 1 0 0 0,6 1 0 0 0,0 0 0 0 0,0-1 0 0 0,0 0 0 0 0,0-1 0 0 0,0-1 0 0 0,1 0 0 0 0,-1-1 0 0 0,0-1 0 0 0,1 0 0 0 0,16-5 0 0 0,-27 5 45 0 0,0 0-345 0 0,0 0-1 0 0,0 0 0 0 0,0 0 1 0 0,0-1-1 0 0,0 0 0 0 0,0 0 1 0 0,-1 0-1 0 0,1-1 0 0 0,6-4 1 0 0,-2-3-1379 0 0</inkml:trace>
</inkml:ink>
</file>

<file path=ppt/ink/ink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44.433"/>
    </inkml:context>
    <inkml:brush xml:id="br0">
      <inkml:brushProperty name="width" value="0.05" units="cm"/>
      <inkml:brushProperty name="height" value="0.05" units="cm"/>
      <inkml:brushProperty name="color" value="#004F8B"/>
    </inkml:brush>
  </inkml:definitions>
  <inkml:trace contextRef="#ctx0" brushRef="#br0">0 1 919 0 0,'0'0'22364'0'0,"0"2"-21741"0"0,13 187 2115 0 0,0-21-2191 0 0,-15-12-161 0 0,0-76-274 0 0,11 109 1 0 0,-8-183-104 0 0,-1-4-15 0 0,1 0 0 0 0,-1 1 0 0 0,1-1 0 0 0,0 0 0 0 0,0 0 0 0 0,-1 0 0 0 0,1 0 0 0 0,1 0 0 0 0,0 3 0 0 0,9-10-5122 0 0</inkml:trace>
</inkml:ink>
</file>

<file path=ppt/ink/ink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44.782"/>
    </inkml:context>
    <inkml:brush xml:id="br0">
      <inkml:brushProperty name="width" value="0.05" units="cm"/>
      <inkml:brushProperty name="height" value="0.05" units="cm"/>
      <inkml:brushProperty name="color" value="#004F8B"/>
    </inkml:brush>
  </inkml:definitions>
  <inkml:trace contextRef="#ctx0" brushRef="#br0">38 10 455 0 0,'-6'-3'-231'0'0,"5"2"895"0"0,0 0-1 0 0,-1 0 0 0 0,1 1 1 0 0,-1-1-1 0 0,1 0 1 0 0,0 1-1 0 0,-1-1 0 0 0,1 1 1 0 0,-1 0-1 0 0,1 0 1 0 0,-1-1-1 0 0,0 1 0 0 0,-10 2 9888 0 0,20 19-7995 0 0,-5-18-2505 0 0,0 0 1 0 0,0 1-1 0 0,1-1 0 0 0,-1 0 1 0 0,1-1-1 0 0,-1 1 0 0 0,1-1 1 0 0,0 1-1 0 0,7 2 0 0 0,43 15-536 0 0,-37-15-111 0 0,-8-2 225 0 0,19 6-5676 0 0,-9-4-411 0 0</inkml:trace>
</inkml:ink>
</file>

<file path=ppt/ink/ink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45.132"/>
    </inkml:context>
    <inkml:brush xml:id="br0">
      <inkml:brushProperty name="width" value="0.05" units="cm"/>
      <inkml:brushProperty name="height" value="0.05" units="cm"/>
      <inkml:brushProperty name="color" value="#004F8B"/>
    </inkml:brush>
  </inkml:definitions>
  <inkml:trace contextRef="#ctx0" brushRef="#br0">211 62 1375 0 0,'0'0'7'0'0,"1"-1"0"0"0,-1 1-1 0 0,0 0 1 0 0,0-1 0 0 0,0 1-1 0 0,0-1 1 0 0,0 1-1 0 0,0 0 1 0 0,1-1 0 0 0,-1 1-1 0 0,0-1 1 0 0,0 1 0 0 0,0 0-1 0 0,0-1 1 0 0,-1 1-1 0 0,1-1 1 0 0,0 1 0 0 0,0 0-1 0 0,0-1 1 0 0,0 1 0 0 0,0-1-1 0 0,0 1 1 0 0,-1 0-1 0 0,1-1 1 0 0,0 1 0 0 0,0 0-1 0 0,0-1 1 0 0,-1 1 0 0 0,1 0-1 0 0,0-1 1 0 0,-1 1-1 0 0,1 0 1 0 0,0 0 0 0 0,-1-1-1 0 0,1 1 1 0 0,0 0 0 0 0,-1 0-1 0 0,1 0 1 0 0,0-1-1 0 0,-1 1 1 0 0,1 0 0 0 0,0 0-1 0 0,-2 0 1 0 0,0-1 395 0 0,0-2 900 0 0,-1 1 0 0 0,0 0 0 0 0,0 0 0 0 0,0 0 1 0 0,-1 1-1 0 0,1-1 0 0 0,0 1 0 0 0,-1 0 0 0 0,1 0 1 0 0,-6-1-1 0 0,5 1-614 0 0,-1 1 0 0 0,1-1 0 0 0,-1 1 0 0 0,1 1 0 0 0,-1-1 0 0 0,1 1 1 0 0,0-1-1 0 0,-8 3 0 0 0,5 0-546 0 0,0 1 1 0 0,0-1-1 0 0,0 1 1 0 0,1 0-1 0 0,-1 0 1 0 0,1 1-1 0 0,0 0 1 0 0,1 0-1 0 0,-1 1 1 0 0,1-1 0 0 0,0 1-1 0 0,0 0 1 0 0,1 1-1 0 0,0-1 1 0 0,0 1-1 0 0,0-1 1 0 0,-3 11-1 0 0,5-11-142 0 0,-1 1 0 0 0,1-1 0 0 0,1 0 0 0 0,-1 0 0 0 0,1 1 0 0 0,1-1 0 0 0,-1 0 0 0 0,1 1 0 0 0,0-1 0 0 0,0 1 0 0 0,1-1 0 0 0,0 1 0 0 0,0-1 0 0 0,0 0 0 0 0,1 1 0 0 0,4 9 0 0 0,-6-15 0 0 0,0 1 0 0 0,0-1 0 0 0,1 1 0 0 0,-1-1 0 0 0,1 0 0 0 0,0 1 0 0 0,-1-1 0 0 0,1 1 0 0 0,0-1 0 0 0,0 0 0 0 0,-1 1 0 0 0,1-1 0 0 0,0 0 0 0 0,0 0 0 0 0,1 0 0 0 0,-1 0 0 0 0,0 0 0 0 0,0 0 0 0 0,0 0 0 0 0,2 1 0 0 0,2 0 0 0 0,-2 0 0 0 0,0 0 0 0 0,1 0 0 0 0,0-1 0 0 0,7 3 0 0 0,11 4 0 0 0,-18-6 0 0 0,0 0 0 0 0,0 0 0 0 0,0 0 0 0 0,0-1 0 0 0,0 0 0 0 0,1 0 0 0 0,-1 0 0 0 0,0 0 0 0 0,1-1 0 0 0,-1 1 0 0 0,1-1 0 0 0,-1 0 0 0 0,0-1 0 0 0,1 1 0 0 0,-1-1 0 0 0,8-2 0 0 0,26-3 0 0 0,-32 6 0 0 0,1-1 0 0 0,-1 0 0 0 0,0 0 0 0 0,0 0 0 0 0,0-1 0 0 0,0 0 0 0 0,0 0 0 0 0,7-4 0 0 0,-6 2 33 0 0,1-1 1 0 0,-1 0-1 0 0,-1 0 0 0 0,1-1 1 0 0,-1 0-1 0 0,0 0 0 0 0,0 0 1 0 0,-1-1-1 0 0,7-11 0 0 0,-9 13-3 0 0,0 0-1 0 0,-1 0 0 0 0,0 0 1 0 0,0 0-1 0 0,0 0 1 0 0,-1-1-1 0 0,1 1 1 0 0,-1-1-1 0 0,-1 1 0 0 0,1-1 1 0 0,-1 1-1 0 0,0-1 1 0 0,0 0-1 0 0,-1 1 1 0 0,-1-9-1 0 0,-1-1 280 0 0,-1 0 1 0 0,-7-16-1 0 0,9 25-224 0 0,-1 1-1 0 0,1 0 1 0 0,-1 1-1 0 0,0-1 1 0 0,0 0-1 0 0,-1 1 1 0 0,1-1-1 0 0,-1 1 1 0 0,-5-4-1 0 0,6 6-71 0 0,0 0 0 0 0,0 1 0 0 0,0-1-1 0 0,0 1 1 0 0,0 0 0 0 0,0 0-1 0 0,0 0 1 0 0,-1 1 0 0 0,1-1 0 0 0,0 1-1 0 0,0-1 1 0 0,-1 1 0 0 0,1 0-1 0 0,0 1 1 0 0,0-1 0 0 0,-1 0-1 0 0,1 1 1 0 0,0 0 0 0 0,0 0 0 0 0,0 0-1 0 0,-1 0 1 0 0,-2 2 0 0 0,-1 0 9 0 0,-1 0 1 0 0,1 1-1 0 0,1 0 1 0 0,-1 0-1 0 0,1 1 1 0 0,-1 0-1 0 0,1 0 1 0 0,-6 7-1 0 0,8-7-231 0 0,-1 1 1 0 0,1-1-1 0 0,0 1 0 0 0,-4 9 1 0 0,6-13-34 0 0,1 0 1 0 0,0 0-1 0 0,1 1 1 0 0,-1-1-1 0 0,0 1 1 0 0,1-1 0 0 0,-1 0-1 0 0,1 1 1 0 0,0-1-1 0 0,0 1 1 0 0,0-1-1 0 0,0 1 1 0 0,0-1-1 0 0,1 1 1 0 0,0 4-1 0 0,4 7-8331 0 0</inkml:trace>
</inkml:ink>
</file>

<file path=ppt/ink/ink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45.500"/>
    </inkml:context>
    <inkml:brush xml:id="br0">
      <inkml:brushProperty name="width" value="0.05" units="cm"/>
      <inkml:brushProperty name="height" value="0.05" units="cm"/>
      <inkml:brushProperty name="color" value="#004F8B"/>
    </inkml:brush>
  </inkml:definitions>
  <inkml:trace contextRef="#ctx0" brushRef="#br0">1 79 1375 0 0,'0'0'17906'0'0,"0"3"-16734"0"0,2 12-833 0 0,1 0 1 0 0,0-1 0 0 0,1 0 0 0 0,1 1 0 0 0,0-1 0 0 0,1-1 0 0 0,0 1 0 0 0,1-1 0 0 0,1 0-1 0 0,0-1 1 0 0,1 0 0 0 0,12 15 0 0 0,-18-25-317 0 0,-1-1 1 0 0,1 1-1 0 0,-1 0 0 0 0,1-1 0 0 0,5 3 1 0 0,-6-3-4 0 0,0 0 0 0 0,0 0 0 0 0,1 0 0 0 0,-1 1 0 0 0,0-1 0 0 0,0 0 0 0 0,-1 1 0 0 0,5 3 0 0 0,9 19 108 0 0,-14-22 320 0 0,-5-3-435 0 0,0 0 0 0 0,-1 0-1 0 0,1 0 1 0 0,0-1 0 0 0,0 0 0 0 0,0 0 0 0 0,0 0-1 0 0,0 0 1 0 0,0 0 0 0 0,1-1 0 0 0,-1 0 0 0 0,1 0-1 0 0,-4-3 1 0 0,-4-3 0 0 0,5 3 32 0 0,-1 0 0 0 0,1 0-1 0 0,0 0 1 0 0,0-1 0 0 0,1 0 0 0 0,0 0 0 0 0,0 0-1 0 0,1-1 1 0 0,0 1 0 0 0,0-1 0 0 0,-4-15-1 0 0,6 19-21 0 0,1-1 1 0 0,0 1-1 0 0,0-1 0 0 0,0 0 0 0 0,1 1 0 0 0,0-1 0 0 0,0 0 0 0 0,0 1 0 0 0,0-1 0 0 0,1 0 0 0 0,0 1 0 0 0,0-1 0 0 0,0 1 0 0 0,0-1 0 0 0,1 1 0 0 0,0-1 0 0 0,0 1 0 0 0,0 0 0 0 0,0 0 1 0 0,1 0-1 0 0,-1 0 0 0 0,1 0 0 0 0,5-4 0 0 0,0 0-16 0 0,1 0 0 0 0,0 1-1 0 0,0 0 1 0 0,0 1 0 0 0,1 0 0 0 0,0 0 0 0 0,1 1 0 0 0,-1 0 0 0 0,1 1 0 0 0,0 1 0 0 0,0-1 0 0 0,0 2-1 0 0,0-1 1 0 0,0 1 0 0 0,1 1 0 0 0,19 0 0 0 0,-18 3-1126 0 0,27 7 1 0 0,-34-8 770 0 0,-3 1-1126 0 0,4 5-19 0 0</inkml:trace>
</inkml:ink>
</file>

<file path=ppt/ink/ink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45.850"/>
    </inkml:context>
    <inkml:brush xml:id="br0">
      <inkml:brushProperty name="width" value="0.05" units="cm"/>
      <inkml:brushProperty name="height" value="0.05" units="cm"/>
      <inkml:brushProperty name="color" value="#004F8B"/>
    </inkml:brush>
  </inkml:definitions>
  <inkml:trace contextRef="#ctx0" brushRef="#br0">9 9 13591 0 0,'-2'-9'10075'0'0,"-2"21"-8629"0"0,3 1-1081 0 0,0 1-1 0 0,0-1 0 0 0,1 1 0 0 0,1-1 0 0 0,4 22 0 0 0,-2-3-214 0 0,20 194 271 0 0,-20-180-722 0 0,-2 1 0 0 0,-9 77-1 0 0,8-121-1316 0 0</inkml:trace>
</inkml:ink>
</file>

<file path=ppt/ink/ink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46.216"/>
    </inkml:context>
    <inkml:brush xml:id="br0">
      <inkml:brushProperty name="width" value="0.05" units="cm"/>
      <inkml:brushProperty name="height" value="0.05" units="cm"/>
      <inkml:brushProperty name="color" value="#004F8B"/>
    </inkml:brush>
  </inkml:definitions>
  <inkml:trace contextRef="#ctx0" brushRef="#br0">27 261 8983 0 0,'-4'-7'180'0'0,"0"0"0"0"0,0 0 0 0 0,1 0 0 0 0,-5-13 0 0 0,7 16 126 0 0,0 0 1 0 0,1 0 0 0 0,-1 0-1 0 0,1 0 1 0 0,0 0-1 0 0,0 0 1 0 0,0 0 0 0 0,0 0-1 0 0,1-1 1 0 0,1-6-1 0 0,1 0 1090 0 0,1-1 0 0 0,1 1 0 0 0,7-14 0 0 0,-8 18-1027 0 0,1-1 0 0 0,0 2 0 0 0,0-1-1 0 0,0 0 1 0 0,1 1 0 0 0,0 0 0 0 0,1 1 0 0 0,-1-1-1 0 0,9-4 1 0 0,-7 5-183 0 0,0 0-1 0 0,0 1 1 0 0,1 1-1 0 0,-1-1 1 0 0,1 1 0 0 0,0 1-1 0 0,0-1 1 0 0,0 2-1 0 0,0-1 1 0 0,0 1-1 0 0,14 0 1 0 0,-6 2-24 0 0,1 0 0 0 0,-1 1 1 0 0,1 1-1 0 0,-1 1 0 0 0,18 6 0 0 0,-22-6-112 0 0,0 1-1 0 0,0 0 1 0 0,-1 1 0 0 0,0 1-1 0 0,0 0 1 0 0,0 0-1 0 0,-1 1 1 0 0,0 0 0 0 0,10 11-1 0 0,-17-14-9 0 0,0-1-1 0 0,0 1 0 0 0,0-1 0 0 0,0 1 1 0 0,-1 0-1 0 0,0 1 0 0 0,0-1 1 0 0,-1 1-1 0 0,1-1 0 0 0,-1 1 1 0 0,0 0-1 0 0,-1-1 0 0 0,1 1 0 0 0,-1 0 1 0 0,0 0-1 0 0,-1 0 0 0 0,1 0 1 0 0,-1 1-1 0 0,-1-1 0 0 0,1 0 1 0 0,-1 0-1 0 0,-2 9 0 0 0,0-6 18 0 0,-1 0 0 0 0,0 0 0 0 0,0 0 0 0 0,-1 0 0 0 0,0-1 0 0 0,-1 0-1 0 0,1 0 1 0 0,-2 0 0 0 0,1-1 0 0 0,-1 0 0 0 0,0 0 0 0 0,-1-1 0 0 0,1 1 0 0 0,-1-2 0 0 0,0 1 0 0 0,-1-1 0 0 0,1 0-1 0 0,-1-1 1 0 0,0 0 0 0 0,0-1 0 0 0,-14 4 0 0 0,16-6-56 0 0,0-1 0 0 0,-1 1 1 0 0,1-2-1 0 0,0 1 0 0 0,0-1 0 0 0,-1 0 0 0 0,-7-2 0 0 0,-25-3 66 0 0,36 6-62 0 0,0 0 1 0 0,0 0-1 0 0,0-1 1 0 0,0 0-1 0 0,0 1 0 0 0,0-1 1 0 0,0-1-1 0 0,0 1 1 0 0,1 0-1 0 0,-1-1 0 0 0,0 0 1 0 0,1 0-1 0 0,-1 0 1 0 0,1 0-1 0 0,0-1 0 0 0,0 1 1 0 0,0-1-1 0 0,0 0 1 0 0,-3-4-1 0 0,2 0-3902 0 0,12 6 418 0 0,4 2 859 0 0</inkml:trace>
</inkml:ink>
</file>

<file path=ppt/ink/ink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46.645"/>
    </inkml:context>
    <inkml:brush xml:id="br0">
      <inkml:brushProperty name="width" value="0.05" units="cm"/>
      <inkml:brushProperty name="height" value="0.05" units="cm"/>
      <inkml:brushProperty name="color" value="#004F8B"/>
    </inkml:brush>
  </inkml:definitions>
  <inkml:trace contextRef="#ctx0" brushRef="#br0">145 159 1839 0 0,'0'0'83'0'0,"-1"-2"-6"0"0,-6-18 3263 0 0,4 12 803 0 0,-1 0 1 0 0,0 0-1 0 0,-7-10 0 0 0,-8-5-1128 0 0,18 22-2176 0 0,-22-9-119 0 0,21 10-714 0 0,1-1 0 0 0,-1 1-1 0 0,0 0 1 0 0,0-1 0 0 0,1 1 0 0 0,-1 0 0 0 0,0 0 0 0 0,1 1 0 0 0,-1-1 0 0 0,0 0-1 0 0,1 0 1 0 0,-1 1 0 0 0,0-1 0 0 0,1 1 0 0 0,-1 0 0 0 0,1-1 0 0 0,-1 1 0 0 0,1 0 0 0 0,-1 0-1 0 0,-1 1 1 0 0,1 0 13 0 0,-1 1 0 0 0,1-1-1 0 0,0 1 1 0 0,0-1-1 0 0,0 1 1 0 0,0 0 0 0 0,1 0-1 0 0,-1 0 1 0 0,-1 5-1 0 0,-1 2 23 0 0,1 0 0 0 0,1 0-1 0 0,0 0 1 0 0,1 0-1 0 0,-1 20 1 0 0,1-23-41 0 0,1 0 0 0 0,1 1 0 0 0,-1-1 0 0 0,1 0 0 0 0,1 0 0 0 0,-1 1 0 0 0,1-1 0 0 0,0 0 0 0 0,1-1 0 0 0,3 9 0 0 0,3-3 0 0 0,-5-7 0 0 0,2 0 0 0 0,-1-1 0 0 0,0 1 0 0 0,1-1 0 0 0,0 0 0 0 0,0 0 0 0 0,0-1 0 0 0,1 0 0 0 0,-1 0 0 0 0,1 0 0 0 0,0-1 0 0 0,-1 0 0 0 0,1 0 0 0 0,0-1 0 0 0,0 0 0 0 0,0 0 0 0 0,0-1 0 0 0,1 1 0 0 0,-1-2 0 0 0,0 1 0 0 0,0-1 0 0 0,0 0 0 0 0,0 0 0 0 0,0-1 0 0 0,0 0 0 0 0,-1 0 0 0 0,8-4 0 0 0,-3-1 2 0 0,-1 0-1 0 0,-1-1 1 0 0,0 0-1 0 0,0 0 1 0 0,0-1-1 0 0,7-11 1 0 0,-13 17 4 0 0,-1-1 0 0 0,0 0 1 0 0,1-1-1 0 0,-1 1 0 0 0,-1 0 0 0 0,1-1 1 0 0,-1 1-1 0 0,1 0 0 0 0,-1-1 0 0 0,-1 0 1 0 0,1 1-1 0 0,-1-1 0 0 0,1 0 1 0 0,-1 1-1 0 0,-1-8 0 0 0,-1 0 81 0 0,1 1 0 0 0,-2-1 0 0 0,0 0 0 0 0,-8-20-1 0 0,8 26-26 0 0,0 0 0 0 0,0-1 0 0 0,-1 2-1 0 0,1-1 1 0 0,-1 0 0 0 0,-1 1-1 0 0,1-1 1 0 0,-1 1 0 0 0,0 0 0 0 0,0 1-1 0 0,-1-1 1 0 0,-10-6 0 0 0,12 9-30 0 0,1 0 0 0 0,-1 0 0 0 0,0 1 0 0 0,1-1 1 0 0,-1 1-1 0 0,0 0 0 0 0,0 0 0 0 0,0 0 0 0 0,0 0 1 0 0,0 1-1 0 0,0 0 0 0 0,0-1 0 0 0,0 2 0 0 0,-1-1 1 0 0,1 0-1 0 0,0 1 0 0 0,0 0 0 0 0,0 0 0 0 0,1 0 1 0 0,-1 0-1 0 0,0 1 0 0 0,-7 3 0 0 0,7-3-96 0 0,0 1-1 0 0,0 0 1 0 0,0 0-1 0 0,0 0 1 0 0,1 1-1 0 0,-1-1 1 0 0,1 1 0 0 0,0 0-1 0 0,-4 5 1 0 0,6-7-46 0 0,0 0 0 0 0,0 0 0 0 0,0 0 0 0 0,0 0 0 0 0,1 0 0 0 0,-1 0 0 0 0,0 0 0 0 0,1 0 0 0 0,0 0 0 0 0,-1 0 1 0 0,1 0-1 0 0,0 0 0 0 0,0 0 0 0 0,0 1 0 0 0,0-1 0 0 0,0 0 0 0 0,1 0 0 0 0,-1 0 0 0 0,1 0 0 0 0,-1 0 0 0 0,1 0 0 0 0,0 0 0 0 0,1 2 0 0 0,4 7-6286 0 0</inkml:trace>
</inkml:ink>
</file>

<file path=ppt/ink/ink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47.043"/>
    </inkml:context>
    <inkml:brush xml:id="br0">
      <inkml:brushProperty name="width" value="0.05" units="cm"/>
      <inkml:brushProperty name="height" value="0.05" units="cm"/>
      <inkml:brushProperty name="color" value="#004F8B"/>
    </inkml:brush>
  </inkml:definitions>
  <inkml:trace contextRef="#ctx0" brushRef="#br0">22 82 1375 0 0,'0'0'66'0'0,"-2"-9"4"0"0,-8-28 20693 0 0,10 40-20203 0 0,6 23-231 0 0,1 0 0 0 0,1 0 0 0 0,1 0 0 0 0,21 41 0 0 0,-12-25 5 0 0,-16-33-236 0 0,1-1 1 0 0,0 0-1 0 0,1 0 0 0 0,0 0 0 0 0,1 0 1 0 0,-1-1-1 0 0,9 10 0 0 0,-12-16 573 0 0,-20-8-421 0 0,14 4-236 0 0,0-1 0 0 0,0 1 0 0 0,1-1 0 0 0,0-1 0 0 0,-1 1-1 0 0,1-1 1 0 0,1 1 0 0 0,-6-9 0 0 0,-2-6 20 0 0,-8-21 0 0 0,14 30-12 0 0,-1-1-3 0 0,1 0-1 0 0,1 0 1 0 0,0-1 0 0 0,-4-19 0 0 0,7 28 3 0 0,1-1 1 0 0,-1 1 0 0 0,1 0-1 0 0,0-1 1 0 0,1 1 0 0 0,-1 0 0 0 0,0-1-1 0 0,1 1 1 0 0,0 0 0 0 0,0 0-1 0 0,0 0 1 0 0,0-1 0 0 0,0 1 0 0 0,0 0-1 0 0,1 0 1 0 0,0 1 0 0 0,-1-1 0 0 0,1 0-1 0 0,0 0 1 0 0,1 1 0 0 0,-1-1-1 0 0,3-1 1 0 0,2-2-7 0 0,0 1 0 0 0,0 1 0 0 0,1-1 0 0 0,-1 1 0 0 0,1 0 0 0 0,0 1 0 0 0,14-4 0 0 0,-3 2 5 0 0,0 0 1 0 0,25-2-1 0 0,-17 6-21 0 0,0 0 0 0 0,28 4 0 0 0,-48-3-543 0 0,1 1-1 0 0,-1 0 1 0 0,1 0-1 0 0,12 5 1 0 0</inkml:trace>
</inkml:ink>
</file>

<file path=ppt/ink/ink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47.646"/>
    </inkml:context>
    <inkml:brush xml:id="br0">
      <inkml:brushProperty name="width" value="0.05" units="cm"/>
      <inkml:brushProperty name="height" value="0.05" units="cm"/>
      <inkml:brushProperty name="color" value="#004F8B"/>
    </inkml:brush>
  </inkml:definitions>
  <inkml:trace contextRef="#ctx0" brushRef="#br0">19 297 15775 0 0,'0'0'1590'0'0,"-3"-2"-1458"0"0,-11-5 13 0 0,14 7-106 0 0,0 0 1 0 0,0 0-1 0 0,-1-1 1 0 0,1 1-1 0 0,0 0 0 0 0,0 0 1 0 0,0-1-1 0 0,0 1 1 0 0,0 0-1 0 0,0 0 1 0 0,0 0-1 0 0,0-1 0 0 0,0 1 1 0 0,0 0-1 0 0,0 0 1 0 0,0-1-1 0 0,0 1 1 0 0,0 0-1 0 0,0 0 0 0 0,0-1 1 0 0,0 1-1 0 0,0 0 1 0 0,0 0-1 0 0,0-1 0 0 0,0 1 1 0 0,0 0-1 0 0,0 0 1 0 0,1-1-1 0 0,-1 1 1 0 0,0 0-1 0 0,0 0 0 0 0,0 0 1 0 0,0-1-1 0 0,1 1 1 0 0,-1 0-1 0 0,0 0 1 0 0,0 0-1 0 0,0 0 0 0 0,1-1 1 0 0,6-6 894 0 0,-7 7-910 0 0,13-9 985 0 0,-1 0 1 0 0,1 1-1 0 0,21-10 1 0 0,-19 11-818 0 0,0-1 0 0 0,23-17 0 0 0,-19 11-204 0 0,-9 7 45 0 0,-1 0 1 0 0,0-1-1 0 0,16-16 0 0 0,-23 22-25 0 0,-1-1 0 0 0,1 1-1 0 0,0-1 1 0 0,-1 1 0 0 0,1-1-1 0 0,-1 0 1 0 0,0 0 0 0 0,1 1 0 0 0,-2-1-1 0 0,1 0 1 0 0,0 0 0 0 0,0 0-1 0 0,-1 0 1 0 0,0 0 0 0 0,0 0-1 0 0,1 0 1 0 0,-2 0 0 0 0,1 0-1 0 0,0 0 1 0 0,-1-4 0 0 0,-5-16 56 0 0,6 22-61 0 0,-1 1 0 0 0,1-1-1 0 0,0 0 1 0 0,-1 1 0 0 0,1-1 0 0 0,0 0 0 0 0,-1 1 0 0 0,1-1 0 0 0,-1 1 0 0 0,1-1 0 0 0,-1 0 0 0 0,1 1 0 0 0,-1 0-1 0 0,0-1 1 0 0,1 1 0 0 0,-1-1 0 0 0,1 1 0 0 0,-2-1 0 0 0,-1 0 6 0 0,-1-3-6 0 0,-1 0-1 0 0,1 1 1 0 0,-1 0 0 0 0,0 0 0 0 0,0 0 0 0 0,-1 1 0 0 0,-5-2-1 0 0,8 3-1 0 0,0 0-1 0 0,0 0 1 0 0,0 1-1 0 0,-1 0 1 0 0,1-1-1 0 0,0 1 1 0 0,0 1-1 0 0,-1-1 0 0 0,1 0 1 0 0,0 1-1 0 0,0-1 1 0 0,0 1-1 0 0,0 0 1 0 0,-4 2-1 0 0,0 0 5 0 0,0 0 0 0 0,0 0 0 0 0,1 1 0 0 0,-1 0 0 0 0,1 1 0 0 0,0-1 0 0 0,0 1-1 0 0,0 0 1 0 0,1 1 0 0 0,0 0 0 0 0,0-1 0 0 0,-7 12 0 0 0,6-8-11 0 0,1 0 0 0 0,1-1 0 0 0,-1 1 0 0 0,2 1-1 0 0,-1-1 1 0 0,1 0 0 0 0,0 1 0 0 0,1 0 0 0 0,-2 17 0 0 0,4-21 1 0 0,0 0 1 0 0,0 0 0 0 0,1 0 0 0 0,0 0-1 0 0,0-1 1 0 0,0 1 0 0 0,0 0-1 0 0,1 0 1 0 0,0-1 0 0 0,0 1 0 0 0,1-1-1 0 0,0 0 1 0 0,0 0 0 0 0,0 0-1 0 0,0 0 1 0 0,1 0 0 0 0,7 7-1 0 0,-3-4 33 0 0,1-1-1 0 0,0 0 1 0 0,1 0-1 0 0,-1-1 1 0 0,1 0-1 0 0,1-1 1 0 0,-1 0-1 0 0,1 0 0 0 0,0-1 1 0 0,0-1-1 0 0,16 4 1 0 0,-17-6-4 0 0,0 1 1 0 0,0-1 0 0 0,0-1-1 0 0,0 1 1 0 0,0-2 0 0 0,0 1-1 0 0,0-2 1 0 0,-1 1 0 0 0,1-1-1 0 0,0-1 1 0 0,-1 0 0 0 0,1 0-1 0 0,14-7 1 0 0,-17 6-278 0 0,0-1 0 0 0,-1 1 0 0 0,0-1 0 0 0,1 0-1 0 0,-1-1 1 0 0,-1 1 0 0 0,1-1 0 0 0,-1 0 0 0 0,0-1 0 0 0,-1 1 0 0 0,1-1 0 0 0,5-11-1 0 0,-1-5-7927 0 0</inkml:trace>
</inkml:ink>
</file>

<file path=ppt/ink/ink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48.060"/>
    </inkml:context>
    <inkml:brush xml:id="br0">
      <inkml:brushProperty name="width" value="0.05" units="cm"/>
      <inkml:brushProperty name="height" value="0.05" units="cm"/>
      <inkml:brushProperty name="color" value="#004F8B"/>
    </inkml:brush>
  </inkml:definitions>
  <inkml:trace contextRef="#ctx0" brushRef="#br0">21 0 1839 0 0,'-1'2'11636'0'0,"-3"7"-10606"0"0,1-1 1 0 0,0 1-1 0 0,0 0 0 0 0,1-1 0 0 0,1 1 0 0 0,-1 0 0 0 0,1 1 0 0 0,1 12 1 0 0,8 78 403 0 0,-3-48-496 0 0,2 194 214 0 0,-5-70-83 0 0,8-51-495 0 0,-3-56-164 0 0,-5-57-275 0 0,-2-11-155 0 0,0-1 0 0 0,0 0-1 0 0,0 0 1 0 0,1 0 0 0 0,-1 0 0 0 0,0 0 0 0 0,0 0 0 0 0,0 0-1 0 0,0 0 1 0 0,0 1 0 0 0,0-1 0 0 0,0 0 0 0 0,0 0 0 0 0,0 0-1 0 0,0 0 1 0 0,0 0 0 0 0,1 0 0 0 0,-1 0 0 0 0,0 0-1 0 0,0 0 1 0 0,0 0 0 0 0,0 0 0 0 0,0 0 0 0 0,0 0 0 0 0,0 0-1 0 0,0 0 1 0 0,1 0 0 0 0,-1 0 0 0 0,0 0 0 0 0,0 0 0 0 0,0 0-1 0 0,0 0 1 0 0,0 0 0 0 0,0 0 0 0 0,1 0 0 0 0,-1 0-1 0 0,0 0 1 0 0,0 0 0 0 0,0 0 0 0 0,0 0 0 0 0,0 0 0 0 0,0 0-1 0 0,0 0 1 0 0,1 0 0 0 0,10-19-7630 0 0,-2 1-916 0 0</inkml:trace>
</inkml:ink>
</file>

<file path=ppt/ink/ink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48.743"/>
    </inkml:context>
    <inkml:brush xml:id="br0">
      <inkml:brushProperty name="width" value="0.05" units="cm"/>
      <inkml:brushProperty name="height" value="0.05" units="cm"/>
      <inkml:brushProperty name="color" value="#004F8B"/>
    </inkml:brush>
  </inkml:definitions>
  <inkml:trace contextRef="#ctx0" brushRef="#br0">299 77 4719 0 0,'0'0'2475'0'0,"-6"-14"5766"0"0,4 10-7942 0 0,-1 1-1 0 0,1-1 1 0 0,0 1-1 0 0,-1 0 0 0 0,0 0 1 0 0,1 0-1 0 0,-1 0 1 0 0,0 0-1 0 0,-1 1 1 0 0,1-1-1 0 0,0 1 0 0 0,-1 0 1 0 0,1 0-1 0 0,-1 0 1 0 0,0 1-1 0 0,0-1 1 0 0,0 1-1 0 0,1 0 0 0 0,-1 0 1 0 0,0 0-1 0 0,0 0 1 0 0,-1 1-1 0 0,1 0 1 0 0,-4 0-1 0 0,1 0-231 0 0,-1 1 1 0 0,1-1-1 0 0,0 1 0 0 0,0 1 1 0 0,0 0-1 0 0,0 0 0 0 0,0 0 1 0 0,0 1-1 0 0,0-1 0 0 0,1 2 1 0 0,0-1-1 0 0,-11 8 0 0 0,7-3-34 0 0,1 1 0 0 0,0 0 0 0 0,0 0 0 0 0,1 1 0 0 0,0 0 0 0 0,1 0 0 0 0,0 1 0 0 0,1 0 0 0 0,0 0 0 0 0,1 0 0 0 0,-8 22 0 0 0,11-26-36 0 0,1 0 0 0 0,-1 0-1 0 0,1 0 1 0 0,0 0 0 0 0,1 0 0 0 0,0 0-1 0 0,0 0 1 0 0,0 1 0 0 0,1-1 0 0 0,0 0-1 0 0,1 0 1 0 0,-1 0 0 0 0,1-1-1 0 0,1 1 1 0 0,-1 0 0 0 0,1-1 0 0 0,0 1-1 0 0,1-1 1 0 0,-1 0 0 0 0,1 0 0 0 0,1 0-1 0 0,-1-1 1 0 0,1 0 0 0 0,0 1 0 0 0,0-2-1 0 0,9 8 1 0 0,-8-9 3 0 0,0 0 0 0 0,1 0 0 0 0,-1 0 0 0 0,1-1 0 0 0,0 0 0 0 0,0 0 0 0 0,0-1 0 0 0,0 0 0 0 0,0 0 0 0 0,0-1 0 0 0,0 0 0 0 0,0 0 0 0 0,13-2 0 0 0,-12 0 2 0 0,0 0-1 0 0,0-1 1 0 0,0 1-1 0 0,-1-2 1 0 0,1 1-1 0 0,-1-1 1 0 0,1-1-1 0 0,-1 1 1 0 0,-1-1-1 0 0,1 0 1 0 0,-1-1-1 0 0,0 1 1 0 0,0-1-1 0 0,0 0 1 0 0,-1-1 0 0 0,0 0-1 0 0,0 0 1 0 0,-1 0-1 0 0,0 0 1 0 0,4-10-1 0 0,-1 2 2 0 0,-1-1 1 0 0,-1 0-1 0 0,0-1 0 0 0,-2 1 0 0 0,0-1 0 0 0,0 0 1 0 0,-2 0-1 0 0,0 0 0 0 0,-1-17 0 0 0,-1 23-3 0 0,0 1 0 0 0,-1-1 0 0 0,0 0 0 0 0,-1 1 0 0 0,-5-13 0 0 0,8 22 9 0 0,0 0-1 0 0,-1 0 0 0 0,1 0 1 0 0,-1 0-1 0 0,1 0 1 0 0,-1 0-1 0 0,1 0 1 0 0,-1 0-1 0 0,0 0 0 0 0,1 1 1 0 0,-1-1-1 0 0,0 0 1 0 0,0 1-1 0 0,1-1 1 0 0,-1 0-1 0 0,-2 0 1 0 0,3 1-2 0 0,0 0 0 0 0,-1 0 1 0 0,1 0-1 0 0,-1 0 1 0 0,1 0-1 0 0,-1 0 1 0 0,1 0-1 0 0,-1 0 1 0 0,1 0-1 0 0,-1 0 0 0 0,1 0 1 0 0,-1 0-1 0 0,1 0 1 0 0,-1 1-1 0 0,1-1 1 0 0,-1 0-1 0 0,1 0 1 0 0,0 1-1 0 0,-1-1 0 0 0,1 0 1 0 0,-1 1-1 0 0,1-1 1 0 0,-1 1-1 0 0,-1 1 34 0 0,0 1 0 0 0,0 0-1 0 0,0 0 1 0 0,0 0 0 0 0,-3 7-1 0 0,4-8-38 0 0,-4 12 101 0 0,0 0-1 0 0,0 0 1 0 0,2 0 0 0 0,0 0 0 0 0,0 0-1 0 0,0 21 1 0 0,-1 1-22 0 0,-4 121 96 0 0,5-58-177 0 0,-2-13-3 0 0,-9 234 77 0 0,20-272-4498 0 0</inkml:trace>
</inkml:ink>
</file>

<file path=ppt/ink/ink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49.683"/>
    </inkml:context>
    <inkml:brush xml:id="br0">
      <inkml:brushProperty name="width" value="0.05" units="cm"/>
      <inkml:brushProperty name="height" value="0.05" units="cm"/>
      <inkml:brushProperty name="color" value="#004F8B"/>
    </inkml:brush>
  </inkml:definitions>
  <inkml:trace contextRef="#ctx0" brushRef="#br0">21 209 8263 0 0,'-3'-10'882'0'0,"-15"-26"12692"0"0,20 38-13271 0 0,2 4-164 0 0,0 0-1 0 0,-1 0 1 0 0,0 0 0 0 0,0 0-1 0 0,0 1 1 0 0,-1-1 0 0 0,3 9-1 0 0,8 52 314 0 0,-2-12-372 0 0,-10-51-76 0 0,3 15 49 0 0,1-1 1 0 0,0 0 0 0 0,2 0-1 0 0,13 26 1 0 0,-19-42-54 0 0,0-1 0 0 0,1 1 0 0 0,-1 0 0 0 0,1-1 0 0 0,-1 1 0 0 0,1-1-1 0 0,0 1 1 0 0,0-1 0 0 0,-1 0 0 0 0,1 0 0 0 0,0 0 0 0 0,0 0 0 0 0,0 0 0 0 0,0 0 0 0 0,0 0 0 0 0,1-1 0 0 0,-1 1-1 0 0,0-1 1 0 0,0 0 0 0 0,0 1 0 0 0,1-1 0 0 0,-1 0 0 0 0,0 0 0 0 0,0-1 0 0 0,0 1 0 0 0,1 0 0 0 0,-1-1 0 0 0,4 0-1 0 0,0-1 3 0 0,0 0-1 0 0,0 0 1 0 0,0-1-1 0 0,0 1 1 0 0,-1-1-1 0 0,1 0 1 0 0,-1-1-1 0 0,10-7 1 0 0,-2-2 28 0 0,-1 0 0 0 0,0-1 0 0 0,-1-1 1 0 0,-1 0-1 0 0,0 0 0 0 0,-1-1 0 0 0,-1 0 0 0 0,13-34 1 0 0,-11 18 333 0 0,-1 0 1 0 0,-1-1 0 0 0,7-64-1 0 0,-15 83 127 0 0,0 13-107 0 0,0 3-324 0 0,3 56-45 0 0,0-32-17 0 0,-2 28 1 0 0,-2-41 1 0 0,1 0 0 0 0,1 0 0 0 0,0 0 0 0 0,0 0 0 0 0,2 0 0 0 0,0 0 0 0 0,0 0 0 0 0,1 0 0 0 0,1-1 0 0 0,8 17 0 0 0,-12-26 0 0 0,13 11 0 0 0,-12-12-2 0 0,0 0 0 0 0,0 0 0 0 0,1 0 0 0 0,-1 0 0 0 0,1-1 0 0 0,-1 0 0 0 0,1 1 0 0 0,-1-1 0 0 0,1 0 0 0 0,0 0 0 0 0,0 0 0 0 0,0 0 0 0 0,-1-1 0 0 0,1 1 0 0 0,0-1-1 0 0,0 0 1 0 0,0 0 0 0 0,0 0 0 0 0,0 0 0 0 0,0 0 0 0 0,0-1 0 0 0,0 1 0 0 0,0-1 0 0 0,-1 0 0 0 0,1 0 0 0 0,0 0 0 0 0,0 0 0 0 0,-1 0 0 0 0,1-1 0 0 0,-1 1 0 0 0,1-1 0 0 0,-1 0 0 0 0,0 1 0 0 0,1-1 0 0 0,1-3 0 0 0,4-2 17 0 0,-1-1 0 0 0,0 0 1 0 0,0 0-1 0 0,-1 0 1 0 0,-1-1-1 0 0,1 0 0 0 0,-1 0 1 0 0,-1-1-1 0 0,7-16 0 0 0,-4 3 29 0 0,-1-1 0 0 0,-1 0 0 0 0,1-25 0 0 0,-4 35-25 0 0,-1 10-4 0 0,0 1-1 0 0,0-1 0 0 0,-1 1 1 0 0,0-1-1 0 0,0 0 1 0 0,0 0-1 0 0,0 1 0 0 0,0-1 1 0 0,-1 0-1 0 0,0 1 1 0 0,-1-7-1 0 0,-1 15 377 0 0,0 13-328 0 0,0 21-113 0 0,6-11 45 0 0,0-1 0 0 0,2 0 0 0 0,12 40 0 0 0,-15-62-12 0 0,0 1-1 0 0,1 0 1 0 0,-1-1 0 0 0,2 0-1 0 0,4 8 1 0 0,-6-11 6 0 0,0 1 0 0 0,0-1 0 0 0,0 1 0 0 0,1-1-1 0 0,-1 0 1 0 0,1 0 0 0 0,-1 0 0 0 0,1 0 0 0 0,0 0 0 0 0,0-1 0 0 0,5 3 0 0 0,-2-2 22 0 0,1 0 0 0 0,-1 0 1 0 0,1-1-1 0 0,0 0 0 0 0,-1 0 1 0 0,1-1-1 0 0,0 0 0 0 0,0 0 0 0 0,-1 0 1 0 0,1-1-1 0 0,0 0 0 0 0,-1 0 1 0 0,1-1-1 0 0,0 0 0 0 0,-1 0 1 0 0,0 0-1 0 0,1-1 0 0 0,-1 0 0 0 0,0 0 1 0 0,9-7-1 0 0,-6 2-6 0 0,0 0 0 0 0,0 0 0 0 0,-1-1 0 0 0,0 0 0 0 0,-1 0 0 0 0,0-1 0 0 0,0 0-1 0 0,-1 0 1 0 0,0 0 0 0 0,-1-1 0 0 0,0 0 0 0 0,3-12 0 0 0,-2 5 19 0 0,-2-1 0 0 0,0 0 0 0 0,3-29 0 0 0,-7 42-21 0 0,0 0-1 0 0,0 0 1 0 0,0-1 0 0 0,-1 1-1 0 0,0 0 1 0 0,0 0 0 0 0,0 0-1 0 0,-1 0 1 0 0,0 0 0 0 0,0 0-1 0 0,0 0 1 0 0,-1 0 0 0 0,0 1-1 0 0,-6-10 1 0 0,6 11 1 0 0,2 3-1 0 0,0-1-1 0 0,0 1 1 0 0,0 0 0 0 0,-1 0 0 0 0,1 0-1 0 0,0 0 1 0 0,0 0 0 0 0,-1 0 0 0 0,1 0-1 0 0,0 0 1 0 0,-1 0 0 0 0,1 1 0 0 0,-1-1-1 0 0,1 1 1 0 0,-1-1 0 0 0,0 1 0 0 0,-2-1-1 0 0,1 0-1 0 0,-1 1 0 0 0,1-1 0 0 0,0 1-1 0 0,0 0 1 0 0,-1 0 0 0 0,1 0 0 0 0,0 0 0 0 0,-1 0-1 0 0,1 1 1 0 0,0 0 0 0 0,0-1 0 0 0,0 1-1 0 0,-4 2 1 0 0,-9 6-1 0 0,12-5 0 0 0,2 0 0 0 0,-3 2 0 0 0,-1 1 0 0 0,1 0 0 0 0,0 1 0 0 0,1-1 0 0 0,0 1 0 0 0,0 0 0 0 0,1 0 0 0 0,0 0 0 0 0,0 1 0 0 0,1-1 0 0 0,0 1 0 0 0,-2 14 0 0 0,3-9 0 0 0,1 0 0 0 0,1 1 0 0 0,-1-1 0 0 0,2 0 0 0 0,0 0 0 0 0,1-1 0 0 0,5 18 0 0 0,-5-23 3 0 0,1-1 1 0 0,-1 1-1 0 0,1 0 0 0 0,1-1 1 0 0,-1 0-1 0 0,1 0 0 0 0,1 0 1 0 0,-1-1-1 0 0,1 0 0 0 0,0 0 1 0 0,0 0-1 0 0,1-1 0 0 0,0 0 1 0 0,0 0-1 0 0,9 5 0 0 0,1-1-114 0 0,17 8 353 0 0,-32-16-417 0 0,0 0 0 0 0,1 0 0 0 0,0-1 0 0 0,-1 1 0 0 0,1-1 0 0 0,-1 1-1 0 0,1-1 1 0 0,0 0 0 0 0,-1 0 0 0 0,1 0 0 0 0,3-1 0 0 0,3-2-908 0 0</inkml:trace>
</inkml:ink>
</file>

<file path=ppt/ink/ink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50.367"/>
    </inkml:context>
    <inkml:brush xml:id="br0">
      <inkml:brushProperty name="width" value="0.05" units="cm"/>
      <inkml:brushProperty name="height" value="0.05" units="cm"/>
      <inkml:brushProperty name="color" value="#004F8B"/>
    </inkml:brush>
  </inkml:definitions>
  <inkml:trace contextRef="#ctx0" brushRef="#br0">171 42 6215 0 0,'0'0'460'0'0,"9"2"-272"0"0,28-10 9026 0 0,-25 2-7612 0 0,-12 6-1470 0 0,0 0 0 0 0,1-1 0 0 0,-1 1 0 0 0,0 0 0 0 0,0 0 0 0 0,1 0 0 0 0,-1 0 0 0 0,0-1 0 0 0,0 1 0 0 0,0 0 0 0 0,0 0 0 0 0,1 0 0 0 0,-1-1 0 0 0,0 1 0 0 0,0 0 0 0 0,0 0 0 0 0,0 0 0 0 0,0-1 0 0 0,0 1 0 0 0,1 0 0 0 0,-1 0 0 0 0,0-1 0 0 0,0 1 0 0 0,0 0 0 0 0,0 0 0 0 0,0-1 0 0 0,0 1 0 0 0,0 0 0 0 0,0-1 0 0 0,0 1 0 0 0,0 0 0 0 0,0 0 0 0 0,0-1 0 0 0,-1 1 0 0 0,1 0 0 0 0,0 0 0 0 0,0-1 0 0 0,0 1 0 0 0,0 0 0 0 0,-12-9 1474 0 0,8 7-1438 0 0,-1 0 1 0 0,0 0-1 0 0,0 0 1 0 0,-6-1-1 0 0,5 3-97 0 0,1 0 0 0 0,-1 0 0 0 0,0 0 0 0 0,1 0 0 0 0,-1 1 1 0 0,0 0-1 0 0,1 1 0 0 0,-1-1 0 0 0,1 1 0 0 0,0 0 0 0 0,-9 4 0 0 0,5-1-6 0 0,0 0 0 0 0,0 1 1 0 0,0 0-1 0 0,1 0 0 0 0,-11 11 0 0 0,17-15-72 0 0,1-1 21 0 0,-1 1 0 0 0,1-1-1 0 0,-1 0 1 0 0,1 0-1 0 0,0 1 1 0 0,0-1-1 0 0,0 1 1 0 0,0-1 0 0 0,0 1-1 0 0,0 0 1 0 0,0-1-1 0 0,0 1 1 0 0,1 0 0 0 0,-1 0-1 0 0,1-1 1 0 0,-1 1-1 0 0,1 0 1 0 0,0 0-1 0 0,-1 0 1 0 0,1 0 0 0 0,0 2-1 0 0,4 7 47 0 0,1-2-72 0 0,0 0 0 0 0,0 0 0 0 0,1-1 0 0 0,0 1 0 0 0,1-1 0 0 0,0 0 0 0 0,0-1 0 0 0,1 0 0 0 0,0 0 0 0 0,0-1 0 0 0,0 1 0 0 0,12 4 0 0 0,73 44 12 0 0,-81-47 0 0 0,0 0 0 0 0,0 1 0 0 0,-1 0 0 0 0,-1 0 0 0 0,13 15 0 0 0,-21-22 0 0 0,-1 0 0 0 0,0 0 0 0 0,1 0 0 0 0,-1 0 0 0 0,0 0 0 0 0,0 0 0 0 0,0 0 0 0 0,0 0 0 0 0,0 0 0 0 0,0 3 0 0 0,-1 5 0 0 0,-1-7 26 0 0,-1 0 0 0 0,1 0 0 0 0,-1-1 0 0 0,0 1-1 0 0,0 0 1 0 0,0-1 0 0 0,0 0 0 0 0,0 1 0 0 0,-1-1 0 0 0,1 0 0 0 0,-1 0-1 0 0,1 0 1 0 0,-1-1 0 0 0,0 1 0 0 0,-5 2 0 0 0,0-1 121 0 0,1 0 0 0 0,0 0 0 0 0,-1-1 0 0 0,0 0 0 0 0,-11 1 0 0 0,3-2 14 0 0,0-1 0 0 0,0 0-1 0 0,0-2 1 0 0,0 0 0 0 0,0 0-1 0 0,0-1 1 0 0,1-1 0 0 0,-1-1 0 0 0,1 0-1 0 0,-20-10 1 0 0,31 12-182 0 0,0 1-1 0 0,0 0 1 0 0,0-1 0 0 0,0 0-1 0 0,0 0 1 0 0,-3-4 0 0 0,17 0-4579 0 0,4-1-4611 0 0</inkml:trace>
</inkml:ink>
</file>

<file path=ppt/ink/ink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50.863"/>
    </inkml:context>
    <inkml:brush xml:id="br0">
      <inkml:brushProperty name="width" value="0.05" units="cm"/>
      <inkml:brushProperty name="height" value="0.05" units="cm"/>
      <inkml:brushProperty name="color" value="#004F8B"/>
    </inkml:brush>
  </inkml:definitions>
  <inkml:trace contextRef="#ctx0" brushRef="#br0">72 250 919 0 0,'-4'2'18110'0'0,"15"-2"-17727"0"0,-1-1 0 0 0,1 0 0 0 0,-1-1 0 0 0,1 0 0 0 0,-1-1 0 0 0,10-4 0 0 0,-13 4-187 0 0,1 0 1 0 0,-1 0 0 0 0,0-1-1 0 0,0 0 1 0 0,0 0-1 0 0,-1-1 1 0 0,1 0 0 0 0,9-10-1 0 0,-13 11-134 0 0,1 0 0 0 0,-1 0 0 0 0,0 0 0 0 0,0 0 0 0 0,-1-1 0 0 0,0 1 0 0 0,1-1 0 0 0,-1 0 0 0 0,-1 0 1 0 0,1 0-1 0 0,-1 0 0 0 0,0 0 0 0 0,0 0 0 0 0,0 0 0 0 0,-1 0 0 0 0,1 0 0 0 0,-1 0 0 0 0,-1-1 0 0 0,1 1 0 0 0,-1 0 0 0 0,0 0 0 0 0,0 0 0 0 0,0 0 0 0 0,-1 0 0 0 0,1 0 0 0 0,-1 1 0 0 0,-1-1 0 0 0,1 0 0 0 0,-1 1 0 0 0,1 0 0 0 0,-1-1 0 0 0,-1 1 0 0 0,-4-5 0 0 0,5 6-47 0 0,1 1 0 0 0,0 0-1 0 0,-1 0 1 0 0,0 0-1 0 0,1 0 1 0 0,-1 0-1 0 0,0 1 1 0 0,0-1-1 0 0,0 1 1 0 0,0 0-1 0 0,0 0 1 0 0,-1 0-1 0 0,1 0 1 0 0,0 1 0 0 0,0-1-1 0 0,-5 0 1 0 0,3 2 28 0 0,0-1 0 0 0,1 1 0 0 0,-1 0 1 0 0,0 0-1 0 0,1 0 0 0 0,-1 0 1 0 0,1 1-1 0 0,0 0 0 0 0,-1 0 0 0 0,-5 4 1 0 0,1 0 23 0 0,1 0 0 0 0,0 1 0 0 0,0 0 0 0 0,1 0 0 0 0,-1 0 1 0 0,2 1-1 0 0,-1 0 0 0 0,1 1 0 0 0,-9 16 0 0 0,7-10-67 0 0,5-11 0 0 0,1 0 0 0 0,-1 1 0 0 0,1-1 0 0 0,0 0 0 0 0,0 1 0 0 0,1-1 0 0 0,0 1 0 0 0,-1-1 0 0 0,1 1 0 0 0,1 0 0 0 0,-1 0 0 0 0,1-1 0 0 0,0 1 0 0 0,0 0 0 0 0,0 0 0 0 0,0-1 0 0 0,1 1 0 0 0,0 0 0 0 0,0-1 0 0 0,3 7 0 0 0,-3-4 2 0 0,0-5-3 0 0,-1 0-1 0 0,1 0 1 0 0,0 0 0 0 0,0 0 0 0 0,0 0-1 0 0,0 0 1 0 0,0 0 0 0 0,0 0 0 0 0,0-1-1 0 0,1 1 1 0 0,-1 0 0 0 0,3 2-1 0 0,3 3 6 0 0,0 0 0 0 0,0-1 0 0 0,1 0-1 0 0,-1 0 1 0 0,1 0 0 0 0,0-1-1 0 0,1-1 1 0 0,-1 1 0 0 0,1-1-1 0 0,0-1 1 0 0,0 1 0 0 0,1-2 0 0 0,16 4-1 0 0,-9-3-42 0 0,-1-1 0 0 0,1-1 0 0 0,-1-1 0 0 0,1 0 0 0 0,-1-1-1 0 0,1 0 1 0 0,20-6 0 0 0,-3-5-3846 0 0,-23 10 2414 0 0</inkml:trace>
</inkml:ink>
</file>

<file path=ppt/ink/ink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01.049"/>
    </inkml:context>
    <inkml:brush xml:id="br0">
      <inkml:brushProperty name="width" value="0.05" units="cm"/>
      <inkml:brushProperty name="height" value="0.05" units="cm"/>
      <inkml:brushProperty name="color" value="#004F8B"/>
    </inkml:brush>
  </inkml:definitions>
  <inkml:trace contextRef="#ctx0" brushRef="#br0">111 337 7599 0 0,'0'0'9540'0'0,"-6"-3"-8702"0"0,-19-13-64 0 0,20 14 197 0 0,4 4-1040 0 0,4 3 2655 0 0,4-4-2441 0 0,-1 0-1 0 0,0-1 1 0 0,0 0 0 0 0,0 0-1 0 0,1 0 1 0 0,-1-1-1 0 0,10-2 1 0 0,43-16-171 0 0,-56 19 40 0 0,7-6-24 0 0,0 1 0 0 0,0-1-1 0 0,-1-1 1 0 0,0 0 0 0 0,0 0-1 0 0,8-9 1 0 0,-12 11 9 0 0,0 1 40 0 0,-1-1 0 0 0,0 0-1 0 0,0 0 1 0 0,0 0 0 0 0,-1-1 0 0 0,1 1-1 0 0,-1-1 1 0 0,-1 0 0 0 0,1 0 0 0 0,-1 0 0 0 0,0 0-1 0 0,0 0 1 0 0,1-13 0 0 0,-2 11 12 0 0,0 0-1 0 0,-1 0 1 0 0,0 0 0 0 0,-1 0 0 0 0,1 0 0 0 0,-1 1-1 0 0,-1-1 1 0 0,0 0 0 0 0,0 0 0 0 0,-6-12-1 0 0,7 16-44 0 0,-1 1 0 0 0,0 0 0 0 0,0 0 0 0 0,0 0 0 0 0,0 0 0 0 0,0 0 0 0 0,-1 0 0 0 0,1 1 0 0 0,-1-1 0 0 0,0 1 0 0 0,0 0 0 0 0,0 0 0 0 0,0 0 0 0 0,0 0 0 0 0,-3-1 0 0 0,1 1 10 0 0,-1 0 0 0 0,1 0 1 0 0,0 1-1 0 0,-1 0 0 0 0,1 0 0 0 0,0 0 0 0 0,-1 1 0 0 0,1 0 1 0 0,-8 1-1 0 0,4 0 8 0 0,-1 0-1 0 0,1 1 1 0 0,0 0 0 0 0,0 1 0 0 0,0 0-1 0 0,0 0 1 0 0,1 1 0 0 0,-1 0 0 0 0,1 0 0 0 0,0 1-1 0 0,-10 8 1 0 0,7-4 3 0 0,0 1 0 0 0,1 0 1 0 0,1 0-1 0 0,-1 1 0 0 0,-9 16 0 0 0,16-23-20 0 0,0 1 1 0 0,1 0-1 0 0,-1 0 0 0 0,1 0 1 0 0,1 0-1 0 0,-1 0 0 0 0,1 0 1 0 0,0 1-1 0 0,0-1 0 0 0,0 0 1 0 0,1 1-1 0 0,0-1 0 0 0,0 0 0 0 0,0 1 1 0 0,1-1-1 0 0,-1 1 0 0 0,3 7 1 0 0,-1-6-2 0 0,1 0 1 0 0,0-1 0 0 0,0 1-1 0 0,0-1 1 0 0,1 1 0 0 0,0-1-1 0 0,0 0 1 0 0,0-1 0 0 0,1 1-1 0 0,0-1 1 0 0,6 6 0 0 0,11 10 57 0 0,-8-13-22 0 0,-6-6-35 0 0,0 1-1 0 0,0-1 1 0 0,0 0-1 0 0,0-1 1 0 0,0 0-1 0 0,0 0 0 0 0,0-1 1 0 0,11 0-1 0 0,-7 0 21 0 0,1 0 0 0 0,15 3 0 0 0,-20-2 9 0 0,0 0 0 0 0,-1-1 0 0 0,1 1 0 0 0,0-2 0 0 0,-1 1-1 0 0,1-1 1 0 0,11-3 0 0 0,-14 3-244 0 0,0 0-1 0 0,-1-1 1 0 0,1 0-1 0 0,-1 1 1 0 0,1-1-1 0 0,-1-1 1 0 0,0 1-1 0 0,0-1 1 0 0,0 0-1 0 0,0 0 1 0 0,0 0-1 0 0,-1 0 1 0 0,4-5-1 0 0,-2 0-5473 0 0</inkml:trace>
</inkml:ink>
</file>

<file path=ppt/ink/ink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01.858"/>
    </inkml:context>
    <inkml:brush xml:id="br0">
      <inkml:brushProperty name="width" value="0.05" units="cm"/>
      <inkml:brushProperty name="height" value="0.05" units="cm"/>
      <inkml:brushProperty name="color" value="#004F8B"/>
    </inkml:brush>
  </inkml:definitions>
  <inkml:trace contextRef="#ctx0" brushRef="#br0">0 17 10135 0 0,'0'0'231'0'0,"2"-16"11640"0"0,-2 16-11767 0 0,10 12 1297 0 0,7 19-1308 0 0,-12-19 56 0 0,-2 0 0 0 0,0 1-1 0 0,0-1 1 0 0,-2 1 0 0 0,1-1-1 0 0,-1 1 1 0 0,-2 20 0 0 0,1-29-127 0 0,0 18 99 0 0,-4 101 222 0 0,-23 224 169 0 0,27-272-192 0 0,0-72-256 0 0,0 9 11 0 0,1-4 372 0 0,0-4-1133 0 0</inkml:trace>
</inkml:ink>
</file>

<file path=ppt/ink/ink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02.894"/>
    </inkml:context>
    <inkml:brush xml:id="br0">
      <inkml:brushProperty name="width" value="0.05" units="cm"/>
      <inkml:brushProperty name="height" value="0.05" units="cm"/>
      <inkml:brushProperty name="color" value="#004F8B"/>
    </inkml:brush>
  </inkml:definitions>
  <inkml:trace contextRef="#ctx0" brushRef="#br0">21 36 11631 0 0,'0'0'264'0'0,"2"-7"734"0"0,-12-9-939 0 0,4 4 10200 0 0,5 14-9798 0 0,0 3-312 0 0,-1 0-1 0 0,1 1 0 0 0,1-1 1 0 0,-1 0-1 0 0,1 1 0 0 0,0-1 0 0 0,0 7 1 0 0,9 41 165 0 0,-1-10-221 0 0,-2-3-68 0 0,-3-24-15 0 0,0 0-1 0 0,0 22 0 0 0,-2-10 28 0 0,2 1 0 0 0,8 34-1 0 0,-4-27-18 0 0,3 32 153 0 0,5 20-3543 0 0</inkml:trace>
</inkml:ink>
</file>

<file path=ppt/ink/ink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03.258"/>
    </inkml:context>
    <inkml:brush xml:id="br0">
      <inkml:brushProperty name="width" value="0.05" units="cm"/>
      <inkml:brushProperty name="height" value="0.05" units="cm"/>
      <inkml:brushProperty name="color" value="#004F8B"/>
    </inkml:brush>
  </inkml:definitions>
  <inkml:trace contextRef="#ctx0" brushRef="#br0">1 230 1375 0 0,'0'-2'107'0'0,"0"-7"1039"0"0,0 0 0 0 0,1 1 0 0 0,1-1 0 0 0,-1 0 0 0 0,1 1 0 0 0,1-1 0 0 0,-1 1 0 0 0,2 0-1 0 0,-1 0 1 0 0,1 0 0 0 0,0 0 0 0 0,1 0 0 0 0,5-7 0 0 0,-5 9-752 0 0,1 0 1 0 0,-1 0-1 0 0,1 0 0 0 0,0 1 1 0 0,8-6-1 0 0,0 3 23 0 0,-1-1 0 0 0,1 2 0 0 0,0 0 0 0 0,1 0 0 0 0,-1 2 0 0 0,1 0 0 0 0,1 0 0 0 0,16-2 0 0 0,-21 5-328 0 0,-1 1 0 0 0,1 1-1 0 0,0-1 1 0 0,-1 2 0 0 0,1-1 0 0 0,0 1 0 0 0,-1 1 0 0 0,1 0 0 0 0,-1 1-1 0 0,0 0 1 0 0,0 0 0 0 0,19 9 0 0 0,-19-6-37 0 0,0 0-1 0 0,0 0 0 0 0,0 1 1 0 0,-1 0-1 0 0,0 1 0 0 0,0 0 1 0 0,-1 0-1 0 0,10 15 1 0 0,-12-16 2 0 0,-1 1 0 0 0,-1 0 0 0 0,0 0 0 0 0,0 0 0 0 0,0 1 0 0 0,-1 0 1 0 0,-1-1-1 0 0,1 1 0 0 0,-1 0 0 0 0,-1 0 0 0 0,1 14 0 0 0,-1-16 41 0 0,-2 0 0 0 0,1 0 0 0 0,-1 0 1 0 0,0-1-1 0 0,0 1 0 0 0,-1 0 0 0 0,0-1 0 0 0,0 1 0 0 0,0-1 0 0 0,-1 0 0 0 0,0 1 0 0 0,0-1 1 0 0,-1-1-1 0 0,0 1 0 0 0,0 0 0 0 0,0-1 0 0 0,-7 6 0 0 0,9-8-61 0 0,0-1-1 0 0,-1 0 1 0 0,0 1-1 0 0,1-1 1 0 0,-1-1-1 0 0,0 1 1 0 0,0 0-1 0 0,0-1 1 0 0,0 1-1 0 0,-1-1 1 0 0,1 0-1 0 0,0 0 1 0 0,-1 0 0 0 0,1 0-1 0 0,-4 0 1 0 0,1-1-12 0 0,0 0 0 0 0,0 0 0 0 0,0-1 1 0 0,0 1-1 0 0,-1-1 0 0 0,1-1 0 0 0,-9-2 1 0 0,-22-5 46 0 0,32 9-129 0 0,-1-1 0 0 0,0 0 0 0 0,0 0 0 0 0,1-1 0 0 0,-1 0 0 0 0,1 0 0 0 0,0 0 0 0 0,-1-1 0 0 0,1 1 0 0 0,-7-6 0 0 0,11 7-384 0 0,8-15-8656 0 0</inkml:trace>
</inkml:ink>
</file>

<file path=ppt/ink/ink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03.671"/>
    </inkml:context>
    <inkml:brush xml:id="br0">
      <inkml:brushProperty name="width" value="0.05" units="cm"/>
      <inkml:brushProperty name="height" value="0.05" units="cm"/>
      <inkml:brushProperty name="color" value="#004F8B"/>
    </inkml:brush>
  </inkml:definitions>
  <inkml:trace contextRef="#ctx0" brushRef="#br0">0 331 8263 0 0,'0'0'748'0'0,"2"-2"-614"0"0,22-9 2456 0 0,-8 5 181 0 0,15-6 887 0 0,-20 8-3041 0 0,-2 0 0 0 0,1 0 0 0 0,13-8 1 0 0,48-37 1568 0 0,-39 28-1313 0 0,-27 19-744 0 0,0-1 1 0 0,0 1-1 0 0,0-1 0 0 0,-1-1 1 0 0,1 1-1 0 0,-1-1 0 0 0,0 1 1 0 0,0-1-1 0 0,0 0 1 0 0,-1-1-1 0 0,0 1 0 0 0,5-8 1 0 0,-5 6-7 0 0,0 1 0 0 0,-1-1 0 0 0,0 0 1 0 0,0 0-1 0 0,-1 0 0 0 0,2-9 0 0 0,-3 11-62 0 0,0 0-1 0 0,0 1 1 0 0,0-1-1 0 0,0 0 1 0 0,-1 0-1 0 0,1 1 1 0 0,-1-1-1 0 0,0 1 1 0 0,-1-1-1 0 0,1 0 1 0 0,0 1 0 0 0,-3-4-1 0 0,0-1 52 0 0,1 3-10 0 0,1 0 1 0 0,-1 1-1 0 0,0-1 1 0 0,-7-7-1 0 0,9 11-85 0 0,-1 0-1 0 0,1-1 1 0 0,-1 1 0 0 0,0 0-1 0 0,1 0 1 0 0,-1 0 0 0 0,0 0-1 0 0,0 1 1 0 0,0-1-1 0 0,0 0 1 0 0,0 1 0 0 0,0-1-1 0 0,0 1 1 0 0,0 0-1 0 0,0-1 1 0 0,-3 1 0 0 0,-2 1-6 0 0,0 0 1 0 0,0 0-1 0 0,0 0 1 0 0,0 1 0 0 0,1 0-1 0 0,-1 0 1 0 0,0 1-1 0 0,1 0 1 0 0,0 0-1 0 0,0 0 1 0 0,0 1 0 0 0,0 0-1 0 0,0 0 1 0 0,1 0-1 0 0,0 1 1 0 0,-10 10-1 0 0,7-5 9 0 0,0 0 0 0 0,0 1-1 0 0,1 0 1 0 0,0 0 0 0 0,1 0-1 0 0,0 1 1 0 0,0 0-1 0 0,-3 15 1 0 0,7-20-20 0 0,1-1 0 0 0,-1 0 0 0 0,1 0 0 0 0,1 1 0 0 0,-1-1 0 0 0,1 0 0 0 0,0 1 0 0 0,1-1 0 0 0,0 0 0 0 0,0 1 0 0 0,0-1 0 0 0,0 0 0 0 0,4 8 0 0 0,-3-10 0 0 0,0 0 0 0 0,0 0 0 0 0,0 0 0 0 0,0 0 0 0 0,1-1 0 0 0,0 1 0 0 0,0-1 0 0 0,0 0 0 0 0,0 1 0 0 0,0-1 0 0 0,1-1 0 0 0,-1 1 0 0 0,1 0 0 0 0,0-1 0 0 0,0 0 0 0 0,0 0 0 0 0,0 0 0 0 0,0 0 0 0 0,8 2 0 0 0,2-2-478 0 0,0 0 0 0 0,0-1 0 0 0,1 0-1 0 0,-1-1 1 0 0,1-1 0 0 0,-1 0 0 0 0,17-4 0 0 0,-13 1-5662 0 0,1-4-1775 0 0</inkml:trace>
</inkml:ink>
</file>

<file path=ppt/ink/ink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04.054"/>
    </inkml:context>
    <inkml:brush xml:id="br0">
      <inkml:brushProperty name="width" value="0.05" units="cm"/>
      <inkml:brushProperty name="height" value="0.05" units="cm"/>
      <inkml:brushProperty name="color" value="#004F8B"/>
    </inkml:brush>
  </inkml:definitions>
  <inkml:trace contextRef="#ctx0" brushRef="#br0">257 34 1375 0 0,'-9'-8'128'0'0,"6"5"718"0"0,-1 0-1 0 0,1 1 1 0 0,-1-1-1 0 0,0 1 1 0 0,0 0-1 0 0,0 0 1 0 0,0 0-1 0 0,0 1 1 0 0,0 0-1 0 0,0 0 1 0 0,-1 0-1 0 0,1 0 1 0 0,0 0-1 0 0,-1 1 1 0 0,1 0-1 0 0,-7 0 0 0 0,7 0-309 0 0,0 1-1 0 0,-1 0 0 0 0,1-1 0 0 0,0 2 0 0 0,1-1 0 0 0,-6 2 0 0 0,1 0 22 0 0,1 1 0 0 0,0-1 0 0 0,0 2-1 0 0,0-1 1 0 0,-10 9 0 0 0,17-12-534 0 0,-1-1-1 0 0,1 1 0 0 0,-1-1 1 0 0,1 1-1 0 0,0 0 1 0 0,-1-1-1 0 0,1 1 1 0 0,0 0-1 0 0,0-1 0 0 0,0 1 1 0 0,-1 0-1 0 0,1-1 1 0 0,0 1-1 0 0,0 0 0 0 0,0-1 1 0 0,0 1-1 0 0,0 0 1 0 0,0 0-1 0 0,0 2 43 0 0,0 2-50 0 0,0 1 0 0 0,0-1 0 0 0,0 0 0 0 0,1 0 0 0 0,-1 0 0 0 0,1 0 0 0 0,1 0 0 0 0,-1 0 0 0 0,0 0 0 0 0,1 0 0 0 0,0 0 0 0 0,1-1 0 0 0,-1 1 0 0 0,1-1 0 0 0,5 9 0 0 0,5 3 53 0 0,1-1 1 0 0,26 23-1 0 0,-24-23-56 0 0,15 13-27 0 0,-18-18 3 0 0,-1 1 0 0 0,-1 0-1 0 0,16 19 1 0 0,-18-18 38 0 0,-1 0 0 0 0,0 0 0 0 0,8 20 0 0 0,-15-31 270 0 0,-2 2-111 0 0,1-1-122 0 0,-1 0-1 0 0,1 0 0 0 0,-1 1 0 0 0,0-1 0 0 0,0 0 0 0 0,0 0 0 0 0,0 0 0 0 0,0 0 0 0 0,0 0 0 0 0,0 0 0 0 0,-1-1 0 0 0,1 1 0 0 0,-1 0 0 0 0,1-1 0 0 0,-1 1 0 0 0,0-1 0 0 0,0 1 0 0 0,0-1 0 0 0,1 0 0 0 0,-1 0 0 0 0,0 0 0 0 0,-1 0 1 0 0,1 0-1 0 0,0 0 0 0 0,0-1 0 0 0,0 1 0 0 0,-4 0 0 0 0,-5 1 174 0 0,0-1 0 0 0,0 0 1 0 0,0-1-1 0 0,-1 0 0 0 0,1-1 1 0 0,0 0-1 0 0,0 0 0 0 0,-16-5 1 0 0,-8-5-10 0 0,-40-17 1 0 0,65 24-205 0 0,7 3-82 0 0,0 0 1 0 0,0 0-1 0 0,0-1 0 0 0,0 0 1 0 0,0 1-1 0 0,0-1 0 0 0,0 0 1 0 0,1-1-1 0 0,-1 1 0 0 0,1 0 1 0 0,0-1-1 0 0,-1 1 0 0 0,1-1 1 0 0,0 0-1 0 0,1 0 0 0 0,-3-4 1 0 0,4 7-3 0 0,0-1 1 0 0,0 1 0 0 0,0-1-1 0 0,0 1 1 0 0,0-1 0 0 0,1 1-1 0 0,-1-1 1 0 0,0 1 0 0 0,1-1-1 0 0,-1 1 1 0 0,0-1 0 0 0,1 1-1 0 0,-1-1 1 0 0,0 1 0 0 0,1 0-1 0 0,-1-1 1 0 0,1 1 0 0 0,-1 0-1 0 0,0-1 1 0 0,2 1 0 0 0,-1-1-212 0 0,9-8-2343 0 0,2-1-706 0 0</inkml:trace>
</inkml:ink>
</file>

<file path=ppt/ink/ink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04.452"/>
    </inkml:context>
    <inkml:brush xml:id="br0">
      <inkml:brushProperty name="width" value="0.05" units="cm"/>
      <inkml:brushProperty name="height" value="0.05" units="cm"/>
      <inkml:brushProperty name="color" value="#004F8B"/>
    </inkml:brush>
  </inkml:definitions>
  <inkml:trace contextRef="#ctx0" brushRef="#br0">157 70 1375 0 0,'1'-2'598'0'0,"10"-36"14440"0"0,-19 20-10743 0 0,6 17-4082 0 0,1-1 0 0 0,-1 1 0 0 0,1 0 0 0 0,-1 0 0 0 0,0 0 0 0 0,1 0-1 0 0,-1 1 1 0 0,0-1 0 0 0,0 0 0 0 0,1 1 0 0 0,-1-1 0 0 0,0 1 0 0 0,0-1 0 0 0,0 1 0 0 0,0 0 0 0 0,0 0 0 0 0,1 0 0 0 0,-4 0 0 0 0,0 1-149 0 0,1-1 1 0 0,-1 0-1 0 0,0 1 1 0 0,1 0-1 0 0,-1 0 1 0 0,-6 3-1 0 0,6-2-30 0 0,-1 1 1 0 0,1 0-1 0 0,0 0 0 0 0,0 0 0 0 0,0 0 1 0 0,1 1-1 0 0,-1 0 0 0 0,1 0 1 0 0,0 0-1 0 0,0 1 0 0 0,0-1 0 0 0,1 1 1 0 0,-1 0-1 0 0,1 0 0 0 0,0 0 1 0 0,1 1-1 0 0,-1-1 0 0 0,1 1 0 0 0,0-1 1 0 0,0 1-1 0 0,1 0 0 0 0,0 0 1 0 0,-1 6-1 0 0,1-3-39 0 0,1 0 0 0 0,-1 0 0 0 0,1 1 1 0 0,1-1-1 0 0,0 0 0 0 0,2 9 0 0 0,-1-13-1 0 0,-1 1-1 0 0,1-1 0 0 0,0 1 1 0 0,0-1-1 0 0,1 0 0 0 0,0 0 1 0 0,0 0-1 0 0,0 0 0 0 0,0-1 1 0 0,8 8-1 0 0,-6-7 9 0 0,1 0 0 0 0,-1 0 1 0 0,1-1-1 0 0,0 0 0 0 0,0 0 0 0 0,1-1 0 0 0,-1 1 0 0 0,1-2 0 0 0,0 1 1 0 0,0-1-1 0 0,0 0 0 0 0,13 3 0 0 0,-5-4 3 0 0,0 0-1 0 0,0-1 1 0 0,0 0 0 0 0,1-1-1 0 0,15-4 1 0 0,-30 5-1 0 0,13-2-5 0 0,0 0 0 0 0,-1-1 0 0 0,25-9 0 0 0,-35 10 28 0 0,1 1 0 0 0,-1-1-1 0 0,0 0 1 0 0,0 0 0 0 0,0 0-1 0 0,0 0 1 0 0,0 0 0 0 0,0-1 0 0 0,-1 1-1 0 0,1-1 1 0 0,-1 1 0 0 0,0-1 0 0 0,1 0-1 0 0,-1 0 1 0 0,-1 0 0 0 0,1-1-1 0 0,0 1 1 0 0,-1 0 0 0 0,0-1 0 0 0,2-4-1 0 0,-2 3 84 0 0,-1-1-1 0 0,1 0 0 0 0,-1 0 0 0 0,0 0 1 0 0,0 0-1 0 0,-1 0 0 0 0,0 1 0 0 0,0-1 1 0 0,0 0-1 0 0,-1 0 0 0 0,0 1 0 0 0,0-1 1 0 0,0 1-1 0 0,-1 0 0 0 0,0-1 0 0 0,0 1 1 0 0,0 0-1 0 0,0 1 0 0 0,-1-1 0 0 0,-6-6 0 0 0,1 2-35 0 0,0 0 0 0 0,-1 1 0 0 0,0 0 0 0 0,-1 0 0 0 0,1 1 0 0 0,-1 1-1 0 0,0 0 1 0 0,-20-7 0 0 0,27 11-70 0 0,-1 0 0 0 0,1 1-1 0 0,-1 0 1 0 0,1 0 0 0 0,-1 1-1 0 0,0-1 1 0 0,1 1 0 0 0,-1 0 0 0 0,0 0-1 0 0,0 0 1 0 0,1 1 0 0 0,-1 0-1 0 0,1 0 1 0 0,-1 0 0 0 0,0 0 0 0 0,1 1-1 0 0,-8 3 1 0 0,6-2-260 0 0,1 1-1 0 0,0-1 1 0 0,1 1-1 0 0,-1-1 1 0 0,-6 8-1 0 0,5-4-1148 0 0,1-1-1 0 0,0 1 0 0 0,-7 13 0 0 0,4-7-7139 0 0</inkml:trace>
</inkml:ink>
</file>

<file path=ppt/ink/ink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52.360"/>
    </inkml:context>
    <inkml:brush xml:id="br0">
      <inkml:brushProperty name="width" value="0.05" units="cm"/>
      <inkml:brushProperty name="height" value="0.05" units="cm"/>
      <inkml:brushProperty name="color" value="#004F8B"/>
    </inkml:brush>
  </inkml:definitions>
  <inkml:trace contextRef="#ctx0" brushRef="#br0">7 142 919 0 0,'-6'7'16596'0'0,"6"-7"-16191"0"0,-1 1 1 0 0,1-1-1 0 0,0 1 0 0 0,0 0 0 0 0,1 12 2616 0 0,9 18-3524 0 0,-3-14 1323 0 0,32 98 820 0 0,-23-48-944 0 0,-15-65-504 0 0,0 0-96 0 0,-1-2-93 0 0,0 0 0 0 0,0 1 0 0 0,0-1 1 0 0,0 0-1 0 0,0 0 0 0 0,0 0 0 0 0,0 1 0 0 0,0-1 0 0 0,0 0 0 0 0,0 0 0 0 0,0 0 0 0 0,0 1 1 0 0,0-1-1 0 0,0 0 0 0 0,1 0 0 0 0,-1 0 0 0 0,0 0 0 0 0,0 1 0 0 0,0-1 0 0 0,0 0 0 0 0,0 0 1 0 0,1 0-1 0 0,-1 0 0 0 0,0 0 0 0 0,0 1 0 0 0,0-1 0 0 0,0 0 0 0 0,1 0 0 0 0,-1 0 1 0 0,0 0-1 0 0,0 0 0 0 0,0 0 0 0 0,1 0 0 0 0,-1 0 0 0 0,0 0 0 0 0,0 0 0 0 0,0 0 0 0 0,1 0 1 0 0,-1 0-1 0 0,0 0 0 0 0,0 0 0 0 0,0 0 0 0 0,1 0 0 0 0,-1 0 0 0 0,0 0 0 0 0,7-11-66 0 0,0-20 86 0 0,-2 0 76 0 0,1 1 1 0 0,1 0 0 0 0,1 1 0 0 0,16-37-1 0 0,-21 60-52 0 0,4-14 3 0 0,1 1 0 0 0,11-21 1 0 0,-16 35-21 0 0,0 1 0 0 0,0-1 1 0 0,0 1-1 0 0,1-1 1 0 0,-1 1-1 0 0,1 0 0 0 0,0 0 1 0 0,0 1-1 0 0,0-1 1 0 0,1 1-1 0 0,0 0 0 0 0,-1 0 1 0 0,8-3-1 0 0,-3 5-30 0 0,-6 1 0 0 0,0 1 0 0 0,0 0 0 0 0,0 0 0 0 0,0 1 0 0 0,0-1 0 0 0,0 0 0 0 0,-1 1 0 0 0,1 0 0 0 0,0 0 0 0 0,-1 0 0 0 0,0 0 0 0 0,1 0 0 0 0,-1 0 0 0 0,0 0 0 0 0,0 1 0 0 0,0-1 0 0 0,-1 1 0 0 0,3 3 0 0 0,3 6 0 0 0,-1 0 0 0 0,9 24 0 0 0,-8-12 37 0 0,-1 0-1 0 0,-1 1 1 0 0,-1 0-1 0 0,-1 0 1 0 0,-1 0 0 0 0,-2 27-1 0 0,1-43-36 0 0,1-2 11 0 0,6-4 42 0 0,-5-4-43 0 0,0 1 0 0 0,-1-1 1 0 0,1 0-1 0 0,0 0 0 0 0,0 0 0 0 0,0 0 0 0 0,-1 0 0 0 0,1-1 0 0 0,0 1 1 0 0,-1-1-1 0 0,1 0 0 0 0,-1 0 0 0 0,0 1 0 0 0,4-5 0 0 0,0-1 0 0 0,0 0 0 0 0,0 0 0 0 0,8-12 0 0 0,32-67 119 0 0,-32 56-116 0 0,2 1 0 0 0,33-46 0 0 0,-32 57-2 0 0,-10 9 31 0 0,3 7-31 0 0,0 5-11 0 0,-1 5 0 0 0,-5 0-9 0 0,-2 1 0 0 0,1 0 0 0 0,-1 0 1 0 0,0 0-1 0 0,1 14 0 0 0,1 40 35 0 0,-4-42-17 0 0,2 1 0 0 0,7 35 0 0 0,5-5-9 0 0,-9-41 0 0 0,3-3 0 0 0,-6-7 2 0 0,0 0 0 0 0,1 0 0 0 0,-1 0 1 0 0,0 0-1 0 0,0 0 0 0 0,0 0 0 0 0,1 0 0 0 0,-1-1 0 0 0,1 1 0 0 0,-1-1 0 0 0,0 0 1 0 0,1 0-1 0 0,-1 0 0 0 0,1 0 0 0 0,-1 0 0 0 0,0 0 0 0 0,1-1 0 0 0,-1 1 0 0 0,0-1 1 0 0,1 1-1 0 0,-1-1 0 0 0,0 0 0 0 0,0 0 0 0 0,1 0 0 0 0,-1 0 0 0 0,0 0 0 0 0,0-1 1 0 0,0 1-1 0 0,0-1 0 0 0,-1 1 0 0 0,3-3 0 0 0,2-2 7 0 0,0-1-1 0 0,-1 1 1 0 0,0-1-1 0 0,-1 1 1 0 0,1-1-1 0 0,-1-1 1 0 0,5-13-1 0 0,16-36 35 0 0,-15 36-2 0 0,-1 0 1 0 0,0-1-1 0 0,7-35 0 0 0,-3 21 75 0 0,-11 30 0 0 0,1 1 0 0 0,-1-1 1 0 0,0 0-1 0 0,-1 0 0 0 0,1 0 0 0 0,0-10 0 0 0,-1 18-158 0 0,0-1 41 0 0,-1 1 0 0 0,1 0 0 0 0,0 0 0 0 0,-1 0 0 0 0,0 0 0 0 0,1 0 0 0 0,-1 0 0 0 0,0 0 0 0 0,0 0 0 0 0,0 0 0 0 0,0 0 0 0 0,0 0 0 0 0,0 0 0 0 0,-1 2 0 0 0,-1 4 1 0 0,2 11 7 0 0,3 85-97 0 0,-2-86 94 0 0,1 0 1 0 0,1 0 0 0 0,9 29 0 0 0,-11-43-6 0 0,-1-3-2 0 0,0 1 1 0 0,0-1-1 0 0,1 0 0 0 0,-1 1 1 0 0,1-1-1 0 0,-1 0 0 0 0,1 0 1 0 0,0 0-1 0 0,-1 1 0 0 0,1-1 0 0 0,0 0 1 0 0,0 0-1 0 0,0 0 0 0 0,1 1 1 0 0,11 15 115 0 0,-11-16-109 0 0,-1 0 0 0 0,0-1 0 0 0,1 1 0 0 0,-1-1 0 0 0,1 1 0 0 0,-1-1 0 0 0,1 0 0 0 0,-1 0 0 0 0,1 0 0 0 0,0 0 0 0 0,-1 0 0 0 0,1 0 0 0 0,-1 0 0 0 0,1 0 0 0 0,1-1 0 0 0,1 0 1 0 0,0 0 0 0 0,-1 0 0 0 0,0-1 1 0 0,1 1-1 0 0,-1-1 0 0 0,0 0 0 0 0,1 0 0 0 0,-1 0 0 0 0,0 0 0 0 0,-1 0 1 0 0,1-1-1 0 0,0 0 0 0 0,3-4 0 0 0,0-1 9 0 0,0 1 1 0 0,-1-1-1 0 0,0-1 1 0 0,4-8-1 0 0,6-13-19 0 0,-7 15-4 0 0,-1-1 1 0 0,0 1 0 0 0,0-1-1 0 0,-2-1 1 0 0,0 1-1 0 0,4-31 1 0 0,-9 8 8 0 0,0 38 0 0 0,0 1 6 0 0,1-1 0 0 0,-1 0-1 0 0,0 1 1 0 0,0-1 0 0 0,0 1-1 0 0,1-1 1 0 0,-1 1 0 0 0,0-1-1 0 0,0 1 1 0 0,0-1 0 0 0,0 0 0 0 0,0 1-1 0 0,0-1 1 0 0,0 1 0 0 0,-1-1-1 0 0,1 1 1 0 0,0-1 0 0 0,0 1-1 0 0,0-1 1 0 0,0 0 0 0 0,-1 1-1 0 0,1-1 1 0 0,0 1 0 0 0,-1-1-1 0 0,1 0 1 0 0,-6-6 23 0 0,5 6-98 0 0,1 4-52 0 0,-6 98 235 0 0,3-54-115 0 0,2-32-13 0 0,0 0 1 0 0,2 25 0 0 0,0-32 10 0 0,0 0 0 0 0,1 0-1 0 0,0 0 1 0 0,1 0 0 0 0,0-1 0 0 0,0 1 0 0 0,0-1 0 0 0,6 8 0 0 0,-8-13-135 0 0,-1 0 1 0 0,1-1-1 0 0,0 1 1 0 0,0-1-1 0 0,0 0 0 0 0,1 1 1 0 0,-1-1-1 0 0,0 0 0 0 0,0 0 1 0 0,1 0-1 0 0,-1 0 0 0 0,1 0 1 0 0,-1 0-1 0 0,1 0 1 0 0,-1 0-1 0 0,1 0 0 0 0,-1-1 1 0 0,1 1-1 0 0,0-1 0 0 0,0 1 1 0 0,-1-1-1 0 0,1 0 1 0 0,0 1-1 0 0,-1-1 0 0 0,1 0 1 0 0,0 0-1 0 0,0 0 0 0 0,2-1 1 0 0,-1 0-195 0 0,0 0-1 0 0,0 0 1 0 0,0 0 0 0 0,0-1 0 0 0,-1 1 0 0 0,1-1-1 0 0,-1 0 1 0 0,1 1 0 0 0,-1-1 0 0 0,0 0 0 0 0,1-1-1 0 0,-1 1 1 0 0,0 0 0 0 0,0-1 0 0 0,2-3 0 0 0,4-5-2322 0 0</inkml:trace>
</inkml:ink>
</file>

<file path=ppt/ink/ink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55.180"/>
    </inkml:context>
    <inkml:brush xml:id="br0">
      <inkml:brushProperty name="width" value="0.05" units="cm"/>
      <inkml:brushProperty name="height" value="0.05" units="cm"/>
      <inkml:brushProperty name="color" value="#004F8B"/>
    </inkml:brush>
  </inkml:definitions>
  <inkml:trace contextRef="#ctx0" brushRef="#br0">18 0 455 0 0,'-3'3'0'0'0,"-12"29"22676"0"0,26-29-23601 0 0,-7-2-1187 0 0,4 1 2220 0 0,-1-1 0 0 0,0 0 1 0 0,1-1-1 0 0,11 0 0 0 0,15 1 32 0 0,4 0-21 0 0,-30-1-428 0 0,0 0-1 0 0,-1 0 1 0 0,1 1-1 0 0,-1 0 0 0 0,1 0 1 0 0,12 5-1 0 0,-18-6-954 0 0</inkml:trace>
</inkml:ink>
</file>

<file path=ppt/ink/ink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55.529"/>
    </inkml:context>
    <inkml:brush xml:id="br0">
      <inkml:brushProperty name="width" value="0.05" units="cm"/>
      <inkml:brushProperty name="height" value="0.05" units="cm"/>
      <inkml:brushProperty name="color" value="#004F8B"/>
    </inkml:brush>
  </inkml:definitions>
  <inkml:trace contextRef="#ctx0" brushRef="#br0">32 109 1375 0 0,'0'0'20196'0'0,"0"2"-19488"0"0,3 25-157 0 0,-2 0 0 0 0,-2-1 0 0 0,0 1 0 0 0,-5 28 0 0 0,2-18-250 0 0,1-17-200 0 0,2-8-93 0 0,0 0-1 0 0,0 0 1 0 0,1 1-1 0 0,2 14 1 0 0,-1-18-96 0 0,0-7-586 0 0</inkml:trace>
  <inkml:trace contextRef="#ctx0" brushRef="#br0" timeOffset="1">34 45 9095 0 0,'-1'-2'415'0'0,"-2"-3"-102"0"0,-12-16 175 0 0,1 5 7866 0 0,14 24-8257 0 0,0-4-2553 0 0,2 7-475 0 0</inkml:trace>
</inkml:ink>
</file>

<file path=ppt/ink/ink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55.896"/>
    </inkml:context>
    <inkml:brush xml:id="br0">
      <inkml:brushProperty name="width" value="0.05" units="cm"/>
      <inkml:brushProperty name="height" value="0.05" units="cm"/>
      <inkml:brushProperty name="color" value="#004F8B"/>
    </inkml:brush>
  </inkml:definitions>
  <inkml:trace contextRef="#ctx0" brushRef="#br0">7 1 15663 0 0,'0'0'1819'0'0,"-1"3"-1218"0"0,0 9 220 0 0,0 1-1 0 0,1-1 1 0 0,0 0-1 0 0,2 16 0 0 0,1 20 17 0 0,3 103 301 0 0,-2 42-619 0 0,-5-137-695 0 0,-3 51 505 0 0,2-84-2747 0 0,-7 25 1 0 0,7-35-4981 0 0</inkml:trace>
</inkml:ink>
</file>

<file path=ppt/ink/ink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56.261"/>
    </inkml:context>
    <inkml:brush xml:id="br0">
      <inkml:brushProperty name="width" value="0.05" units="cm"/>
      <inkml:brushProperty name="height" value="0.05" units="cm"/>
      <inkml:brushProperty name="color" value="#004F8B"/>
    </inkml:brush>
  </inkml:definitions>
  <inkml:trace contextRef="#ctx0" brushRef="#br0">4 314 12095 0 0,'-2'-50'1072'0'0,"0"30"-788"0"0,3-34 0 0 0,-1 48 157 0 0,1-1 0 0 0,0 0 0 0 0,1 0 0 0 0,0 1 0 0 0,0-1-1 0 0,0 1 1 0 0,1-1 0 0 0,6-10 0 0 0,-2 7 72 0 0,0 1-1 0 0,1 0 0 0 0,0 0 1 0 0,1 0-1 0 0,0 1 1 0 0,0 1-1 0 0,0-1 0 0 0,1 2 1 0 0,16-10-1 0 0,-14 9-318 0 0,-8 4-121 0 0,0 1 0 0 0,1-1-1 0 0,-1 1 1 0 0,0 0 0 0 0,1 0 0 0 0,-1 1 0 0 0,1-1 0 0 0,-1 1 0 0 0,1 0-1 0 0,0 0 1 0 0,9 0 0 0 0,-7 1-30 0 0,0 1-1 0 0,0 0 1 0 0,-1 0 0 0 0,1 1-1 0 0,-1 0 1 0 0,1 0 0 0 0,-1 1-1 0 0,1-1 1 0 0,-1 2 0 0 0,6 2-1 0 0,0 2 27 0 0,0 1 0 0 0,-1 0-1 0 0,18 16 1 0 0,-23-18-26 0 0,0 0 0 0 0,0 0 1 0 0,-1 0-1 0 0,0 1 0 0 0,-1-1 0 0 0,1 1 0 0 0,-2 0 0 0 0,1 1 1 0 0,-1-1-1 0 0,0 0 0 0 0,-1 1 0 0 0,0 0 0 0 0,2 14 0 0 0,-4-18 23 0 0,1-1 0 0 0,-1 1-1 0 0,0 0 1 0 0,-1 0-1 0 0,1 0 1 0 0,-1 0-1 0 0,0 0 1 0 0,0 0 0 0 0,-1 0-1 0 0,1-1 1 0 0,-1 1-1 0 0,0 0 1 0 0,0-1 0 0 0,-1 0-1 0 0,1 1 1 0 0,-1-1-1 0 0,0 0 1 0 0,0 0-1 0 0,0-1 1 0 0,-1 1 0 0 0,1-1-1 0 0,-1 1 1 0 0,0-1-1 0 0,0 0 1 0 0,-8 4-1 0 0,6-4-15 0 0,0-1-1 0 0,0 0 0 0 0,0 0 1 0 0,-1 0-1 0 0,1-1 0 0 0,-1 0 1 0 0,1 0-1 0 0,-1-1 0 0 0,1 1 1 0 0,-1-2-1 0 0,1 1 1 0 0,-1-1-1 0 0,1 0 0 0 0,-1 0 1 0 0,1 0-1 0 0,-10-4 0 0 0,6 1-152 0 0,0 0 0 0 0,1 0 0 0 0,-1-1 0 0 0,1 0 0 0 0,0-1 1 0 0,0 0-1 0 0,0 0 0 0 0,1-1 0 0 0,-11-12 0 0 0,15 15-653 0 0,1 0-1 0 0,0 0 1 0 0,0 0 0 0 0,-3-8-1 0 0,1-3-7684 0 0</inkml:trace>
</inkml:ink>
</file>

<file path=ppt/ink/ink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56.595"/>
    </inkml:context>
    <inkml:brush xml:id="br0">
      <inkml:brushProperty name="width" value="0.05" units="cm"/>
      <inkml:brushProperty name="height" value="0.05" units="cm"/>
      <inkml:brushProperty name="color" value="#004F8B"/>
    </inkml:brush>
  </inkml:definitions>
  <inkml:trace contextRef="#ctx0" brushRef="#br0">0 36 1839 0 0,'8'-10'2592'0'0,"12"-16"17848"0"0,-19 27-20343 0 0,1-1-1 0 0,-1 0 0 0 0,1 1 1 0 0,-1-1-1 0 0,1 1 1 0 0,-1-1-1 0 0,1 1 1 0 0,-1 0-1 0 0,1 0 0 0 0,-1-1 1 0 0,0 1-1 0 0,0 0 1 0 0,1 0-1 0 0,-1 0 1 0 0,0 1-1 0 0,0-1 0 0 0,1 2 1 0 0,1 1 49 0 0,1 0 1 0 0,-2 1-1 0 0,6 9 0 0 0,-6-8-54 0 0,1 1-1 0 0,-1 0 0 0 0,-1 0 0 0 0,1 0 0 0 0,-1 1 1 0 0,0-1-1 0 0,-1 9 0 0 0,-4 55 249 0 0,2-42-218 0 0,-11 219 525 0 0,9-211-647 0 0,2-15 0 0 0,-1 36 0 0 0,2 31 160 0 0,1-77-80 0 0,3-2-79 0 0,-2-8-267 0 0,6-9-5224 0 0</inkml:trace>
</inkml:ink>
</file>

<file path=ppt/ink/ink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56.962"/>
    </inkml:context>
    <inkml:brush xml:id="br0">
      <inkml:brushProperty name="width" value="0.05" units="cm"/>
      <inkml:brushProperty name="height" value="0.05" units="cm"/>
      <inkml:brushProperty name="color" value="#004F8B"/>
    </inkml:brush>
  </inkml:definitions>
  <inkml:trace contextRef="#ctx0" brushRef="#br0">0 39 5815 0 0,'0'0'527'0'0,"0"-2"-432"0"0,1-6 3839 0 0,2-12 3941 0 0,1 12-682 0 0,0 19-6997 0 0,1 0 1 0 0,-1 0-1 0 0,-1 1 0 0 0,0-1 1 0 0,-1 1-1 0 0,2 21 0 0 0,-4 76 52 0 0,-1-49-155 0 0,1-56-267 0 0,-1 1 120 0 0,0 9-4057 0 0</inkml:trace>
</inkml:ink>
</file>

<file path=ppt/ink/ink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57.326"/>
    </inkml:context>
    <inkml:brush xml:id="br0">
      <inkml:brushProperty name="width" value="0.05" units="cm"/>
      <inkml:brushProperty name="height" value="0.05" units="cm"/>
      <inkml:brushProperty name="color" value="#004F8B"/>
    </inkml:brush>
  </inkml:definitions>
  <inkml:trace contextRef="#ctx0" brushRef="#br0">0 0 11055 0 0,'0'0'10744'0'0,"2"2"-10680"0"0,25 20-769 0 0,-17-14-1896 0 0,-1 1 1 0 0,11 13 0 0 0,-4-3-534 0 0</inkml:trace>
</inkml:ink>
</file>

<file path=ppt/ink/ink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57.680"/>
    </inkml:context>
    <inkml:brush xml:id="br0">
      <inkml:brushProperty name="width" value="0.05" units="cm"/>
      <inkml:brushProperty name="height" value="0.05" units="cm"/>
      <inkml:brushProperty name="color" value="#004F8B"/>
    </inkml:brush>
  </inkml:definitions>
  <inkml:trace contextRef="#ctx0" brushRef="#br0">296 71 1375 0 0,'-1'-4'1185'0'0,"1"0"0"0"0,-1 1-1 0 0,0-1 1 0 0,0 1-1 0 0,0-1 1 0 0,-1 1 0 0 0,1 0-1 0 0,-1 0 1 0 0,0-1-1 0 0,0 1 1 0 0,0 0 0 0 0,0 0-1 0 0,0 1 1 0 0,-6-6-1 0 0,4 6-460 0 0,0-1-1 0 0,0 1 1 0 0,0-1-1 0 0,-9-2 1 0 0,8 4-483 0 0,0 1 1 0 0,1 0-1 0 0,-1 0 1 0 0,0 0-1 0 0,0 0 0 0 0,0 1 1 0 0,0 0-1 0 0,0 0 1 0 0,1 0-1 0 0,-9 4 1 0 0,4-3-233 0 0,-2 3 53 0 0,1-1 0 0 0,-1 2 1 0 0,1 0-1 0 0,0 0 0 0 0,-15 13 0 0 0,19-14-26 0 0,-8 6 71 0 0,1 2 0 0 0,1-1-1 0 0,-12 18 1 0 0,21-27-102 0 0,1 0 20 0 0,-1 1-1 0 0,1 0 1 0 0,0 0-1 0 0,0 0 0 0 0,0 0 1 0 0,1 0-1 0 0,0 0 0 0 0,-1 0 1 0 0,1 1-1 0 0,1-1 0 0 0,-1 0 1 0 0,0 9-1 0 0,1 3 31 0 0,1 0 1 0 0,3 18-1 0 0,-2-29-54 0 0,-1 0 0 0 0,1-1 0 0 0,-1 1 0 0 0,1 0 0 0 0,0-1-1 0 0,1 1 1 0 0,-1-1 0 0 0,1 0 0 0 0,0 0 0 0 0,0 0 0 0 0,0 0 0 0 0,1 0 0 0 0,-1-1 0 0 0,1 0-1 0 0,0 1 1 0 0,7 3 0 0 0,-5-3-18 0 0,1 1 0 0 0,0-2-1 0 0,0 1 1 0 0,0-1 0 0 0,0 0 0 0 0,1-1-1 0 0,-1 1 1 0 0,1-2 0 0 0,0 1 0 0 0,7 0-1 0 0,-3-1-279 0 0,0-1-1 0 0,0-1 1 0 0,-1 0-1 0 0,1-1 1 0 0,20-5-1 0 0,-24 5-821 0 0,0-1 0 0 0,0 0 0 0 0,-1-1 0 0 0,1 1 0 0 0,7-7 0 0 0,1-3-1695 0 0</inkml:trace>
</inkml:ink>
</file>

<file path=ppt/ink/ink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2:58.045"/>
    </inkml:context>
    <inkml:brush xml:id="br0">
      <inkml:brushProperty name="width" value="0.05" units="cm"/>
      <inkml:brushProperty name="height" value="0.05" units="cm"/>
      <inkml:brushProperty name="color" value="#004F8B"/>
    </inkml:brush>
  </inkml:definitions>
  <inkml:trace contextRef="#ctx0" brushRef="#br0">123 1 1375 0 0,'-2'1'107'0'0,"-7"7"891"0"0,3-4 1839 0 0,1-1 0 0 0,-1 1 0 0 0,0-1 0 0 0,-9 3 0 0 0,1-4-969 0 0,11-1-1440 0 0,0 0 0 0 0,0 1 0 0 0,0-1 1 0 0,0 1-1 0 0,0-1 0 0 0,0 1 1 0 0,1 0-1 0 0,-1 0 0 0 0,1 0 1 0 0,-1 0-1 0 0,1 0 0 0 0,-4 6 0 0 0,-4 11 186 0 0,9-18-448 0 0,0 2-56 0 0,-1 4-47 0 0,0-4-58 0 0,1 1 0 0 0,0-1 0 0 0,0 1 0 0 0,1-1 0 0 0,-1 1-1 0 0,1 0 1 0 0,0-1 0 0 0,0 1 0 0 0,0-1 0 0 0,0 1 0 0 0,1 0 0 0 0,1 6-1 0 0,-2-5 5 0 0,1-1-1 0 0,0 0 1 0 0,0 1-1 0 0,0-1 0 0 0,1 0 1 0 0,-1 1-1 0 0,1-1 1 0 0,0 0-1 0 0,1 0 0 0 0,-1-1 1 0 0,0 1-1 0 0,1 0 1 0 0,0-1-1 0 0,0 1 0 0 0,0-1 1 0 0,0 0-1 0 0,1 0 1 0 0,-1 0-1 0 0,7 3 0 0 0,9 3 5 0 0,-13-9-13 0 0,-2 0-2 0 0,2 1 28 0 0,1 0 0 0 0,-1-1 0 0 0,1 0 0 0 0,-1 0 0 0 0,1 0 0 0 0,-1-1 0 0 0,0 0 0 0 0,10-3 0 0 0,-12 3-5 0 0,0-1 0 0 0,0 1 1 0 0,-1-1-1 0 0,1 0 0 0 0,-1 0 1 0 0,1 0-1 0 0,-1-1 0 0 0,0 1 1 0 0,0-1-1 0 0,0 1 0 0 0,0-1 0 0 0,0 0 1 0 0,-1-1-1 0 0,4-4 0 0 0,17-26 602 0 0,-14 22-282 0 0,-1-2 1 0 0,13-24-1 0 0,-14 27-87 0 0,-6 9-169 0 0,1 1 1 0 0,-1-1-1 0 0,0 0 1 0 0,0 1-1 0 0,0-1 0 0 0,-1 0 1 0 0,1 0-1 0 0,1-2 1 0 0,9 12 144 0 0,24 52-23 0 0,7 12-134 0 0,-41-70-73 0 0,1 1-1 0 0,0 0 1 0 0,0-1 0 0 0,0 1-1 0 0,0-1 1 0 0,1 1-1 0 0,3 2 1 0 0,-1-1-243 0 0</inkml:trace>
</inkml:ink>
</file>

<file path=ppt/ink/ink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28.816"/>
    </inkml:context>
    <inkml:brush xml:id="br0">
      <inkml:brushProperty name="width" value="0.05" units="cm"/>
      <inkml:brushProperty name="height" value="0.05" units="cm"/>
      <inkml:brushProperty name="color" value="#004F8B"/>
    </inkml:brush>
  </inkml:definitions>
  <inkml:trace contextRef="#ctx0" brushRef="#br0">55 30 1375 0 0,'-1'-5'107'0'0,"-1"-19"18869"0"0,12 34-18651 0 0,1 11 155 0 0,-11-19-320 0 0,4 13 135 0 0,-2 1-213 0 0,0 1 1 0 0,-1 0-1 0 0,-1 0 0 0 0,-1-1 1 0 0,-1 1-1 0 0,-5 26 0 0 0,3-22 2 0 0,1 0 1 0 0,2 1-1 0 0,0 22 0 0 0,1 11-37 0 0,0-36-19 0 0,-9 53 25 0 0,-8 122 174 0 0,1-91-143 0 0,0-6-35 0 0,14-79-57 0 0,1-11 0 0 0,0 1 0 0 0,0 0 0 0 0,1-1 0 0 0,0 1 0 0 0,1 0 0 0 0,2 14 0 0 0,0-11 8 0 0,1-1 0 0 0,4-4 0 0 0,-5-5-117 0 0,-1-1 1 0 0,1 1-1 0 0,-1-1 0 0 0,1 1 0 0 0,-1-1 1 0 0,1 0-1 0 0,-1 0 0 0 0,1 0 1 0 0,-1-1-1 0 0,1 1 0 0 0,-1 0 0 0 0,1-1 1 0 0,-1 0-1 0 0,0 1 0 0 0,1-1 0 0 0,-1 0 1 0 0,3-2-1 0 0</inkml:trace>
</inkml:ink>
</file>

<file path=ppt/ink/ink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30.343"/>
    </inkml:context>
    <inkml:brush xml:id="br0">
      <inkml:brushProperty name="width" value="0.05" units="cm"/>
      <inkml:brushProperty name="height" value="0.05" units="cm"/>
      <inkml:brushProperty name="color" value="#004F8B"/>
    </inkml:brush>
  </inkml:definitions>
  <inkml:trace contextRef="#ctx0" brushRef="#br0">78 164 1535 0 0,'4'-19'167'0'0,"-4"17"90"0"0,1 0-135 0 0,3-6 536 0 0,1-1 1 0 0,-2 0-1 0 0,1 1 1 0 0,-1-1-1 0 0,-1 0 1 0 0,1-1-1 0 0,-2 1 1 0 0,2-13-1 0 0,3 8 1328 0 0,-2 6-896 0 0,-1-8 1724 0 0,-3 7 5365 0 0,-1 11-8080 0 0,-12 43 167 0 0,-8 60-1 0 0,4-15-20 0 0,-10 98-9 0 0,15-80-152 0 0,-2-34-56 0 0,8-50 10 0 0,1 1 0 0 0,-3 45-1 0 0,8-68 97 0 0,1 17 334 0 0,0-13-429 0 0,1-1 0 0 0,1 0 0 0 0,-1 1 1 0 0,1-1-1 0 0,0 0 0 0 0,0 0 0 0 0,0-1 0 0 0,1 1 1 0 0,7 8-1 0 0,-3-5 15 0 0,-1 1-32 0 0,-3-8 34 0 0,4-1-25 0 0,0-1 0 0 0,0-1 0 0 0,0 1 0 0 0,-1-1 0 0 0,1-1 0 0 0,9-3-1 0 0,46-25 151 0 0,-54 26-196 0 0,-7 4-277 0 0</inkml:trace>
</inkml:ink>
</file>

<file path=ppt/ink/ink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30.805"/>
    </inkml:context>
    <inkml:brush xml:id="br0">
      <inkml:brushProperty name="width" value="0.05" units="cm"/>
      <inkml:brushProperty name="height" value="0.05" units="cm"/>
      <inkml:brushProperty name="color" value="#004F8B"/>
    </inkml:brush>
  </inkml:definitions>
  <inkml:trace contextRef="#ctx0" brushRef="#br0">0 0 9903 0 0,'0'0'13885'0'0,"2"1"-13594"0"0,18 12 183 0 0,-18-10-436 0 0,1-1 0 0 0,-1 0 0 0 0,1 0 0 0 0,0-1 0 0 0,-1 1 0 0 0,1-1 0 0 0,0 1 0 0 0,0-1 0 0 0,6 2-1 0 0,58 13 912 0 0,-52-12-764 0 0,-12-3-134 0 0,0-1 0 0 0,-1 1 0 0 0,1-1 0 0 0,-1 0 0 0 0,1 0 0 0 0,0 0 0 0 0,-1 0 0 0 0,5-1 0 0 0,-5 0-14 0 0,0 1 0 0 0,0-1 1 0 0,-1 1-1 0 0,1 0 0 0 0,0 0 0 0 0,0 0 0 0 0,0 0 1 0 0,0 0-1 0 0,0 1 0 0 0,0-1 0 0 0,0 0 0 0 0,0 1 1 0 0,0 0-1 0 0,2 1 0 0 0,3 2 52 0 0,-5-3-100 0 0,0 1 0 0 0,0-1 0 0 0,0 0 0 0 0,0 0 0 0 0,1 0 0 0 0,-1 0 1 0 0,0 0-1 0 0,4 0 0 0 0,-7-4-917 0 0,1 3 928 0 0,0-1-66 0 0,0 0 1 0 0,0 1 0 0 0,-1-1-1 0 0,1 0 1 0 0,0 0 0 0 0,-1 0-1 0 0,1 1 1 0 0,0-1 0 0 0,-1 0-1 0 0,1 0 1 0 0,-1 1 0 0 0,1-1-1 0 0,-1 0 1 0 0,0 0 0 0 0,0 1-6 0 0,0 0 0 0 0,0-1 1 0 0,0 1-1 0 0,0 0 0 0 0,0 0 0 0 0,0 0 0 0 0,0 0 1 0 0,0 0-1 0 0,0 0 0 0 0,0 0 0 0 0,0 0 1 0 0,0 1-1 0 0,-2 0 0 0 0</inkml:trace>
</inkml:ink>
</file>

<file path=ppt/ink/ink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33.149"/>
    </inkml:context>
    <inkml:brush xml:id="br0">
      <inkml:brushProperty name="width" value="0.05" units="cm"/>
      <inkml:brushProperty name="height" value="0.05" units="cm"/>
      <inkml:brushProperty name="color" value="#004F8B"/>
    </inkml:brush>
  </inkml:definitions>
  <inkml:trace contextRef="#ctx0" brushRef="#br0">240 101 9439 0 0,'3'0'93'0'0,"-1"0"-60"0"0,-1 0 0 0 0,0 0 0 0 0,0 0 0 0 0,0 0 0 0 0,0-1 1 0 0,0 1-1 0 0,1 0 0 0 0,-1-1 0 0 0,0 1 0 0 0,0-1 0 0 0,0 1 0 0 0,0-1 0 0 0,0 1 0 0 0,0-1 0 0 0,0 0 0 0 0,0 1 0 0 0,-1-1 1 0 0,2-1-1 0 0,29-23 8256 0 0,-29 24-7898 0 0,1-1 1 0 0,-1 0-1 0 0,0-1 0 0 0,0 1 1 0 0,0 0-1 0 0,0-1 1 0 0,0 1-1 0 0,-1-1 0 0 0,3-4 1 0 0,-2 4-21 0 0,-1 2 152 0 0,-1-1-393 0 0,0 1-1 0 0,0-1 1 0 0,0 0 0 0 0,0 0 0 0 0,0 0-1 0 0,-1 1 1 0 0,1-1 0 0 0,0 0 0 0 0,-1 0-1 0 0,1 1 1 0 0,-1-1 0 0 0,0 1 0 0 0,0-1-1 0 0,-1-2 1 0 0,1 3-76 0 0,0 0 0 0 0,0 1 0 0 0,-1-1 0 0 0,1 0-1 0 0,-1 0 1 0 0,1 1 0 0 0,0-1 0 0 0,-1 1 0 0 0,1-1 0 0 0,-1 1 0 0 0,1 0 0 0 0,-1-1-1 0 0,1 1 1 0 0,-1 0 0 0 0,1 0 0 0 0,-1 0 0 0 0,-1 1 0 0 0,-12-1 83 0 0,1 2 1 0 0,-1 0 0 0 0,1 1 0 0 0,-1 0-1 0 0,1 1 1 0 0,0 1 0 0 0,0 0-1 0 0,1 1 1 0 0,-1 0 0 0 0,1 1-1 0 0,1 0 1 0 0,-1 2 0 0 0,1-1-1 0 0,-19 19 1 0 0,25-21-129 0 0,-1 2 0 0 0,2-1 0 0 0,-1 1 1 0 0,1 0-1 0 0,0 0 0 0 0,0 0 0 0 0,1 0 0 0 0,0 1 0 0 0,1 0 0 0 0,0 0 1 0 0,0 0-1 0 0,1 0 0 0 0,0 1 0 0 0,1-1 0 0 0,0 0 0 0 0,0 1 0 0 0,1-1 1 0 0,1 1-1 0 0,-1-1 0 0 0,3 13 0 0 0,-2-16-9 0 0,1 1 0 0 0,-1-1 0 0 0,1 0 0 0 0,1 0 0 0 0,-1 1 0 0 0,1-1 0 0 0,0-1 0 0 0,0 1 0 0 0,1 0 0 0 0,0-1 0 0 0,0 0 0 0 0,0 1 0 0 0,0-2 0 0 0,1 1 0 0 0,0 0 0 0 0,0-1 0 0 0,11 7 0 0 0,-5-4 1 0 0,1-1-1 0 0,0 0 1 0 0,16 5 0 0 0,-15-6 7 0 0,-5-2-9 0 0,-1 0 0 0 0,1-1 1 0 0,0 0-1 0 0,0-1 1 0 0,0 0-1 0 0,0 0 0 0 0,1-1 1 0 0,-1 0-1 0 0,0 0 0 0 0,0-1 1 0 0,0 0-1 0 0,0 0 1 0 0,0-1-1 0 0,0 0 0 0 0,0-1 1 0 0,12-5-1 0 0,-13 4-419 0 0,18-13-1140 0 0,-11 2-5521 0 0,-6-1-1258 0 0</inkml:trace>
</inkml:ink>
</file>

<file path=ppt/ink/ink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33.470"/>
    </inkml:context>
    <inkml:brush xml:id="br0">
      <inkml:brushProperty name="width" value="0.05" units="cm"/>
      <inkml:brushProperty name="height" value="0.05" units="cm"/>
      <inkml:brushProperty name="color" value="#004F8B"/>
    </inkml:brush>
  </inkml:definitions>
  <inkml:trace contextRef="#ctx0" brushRef="#br0">19 1 14975 0 0,'0'0'1504'0'0,"0"2"-1381"0"0,-7 44 2611 0 0,2 1-1 0 0,2 72 1 0 0,3 29-1114 0 0,-3-49-902 0 0,2 61-116 0 0,5-88-449 0 0,-2-20-2 0 0,9 51 1 0 0,-10-100-157 0 0,0 0 0 0 0,-1 0 0 0 0,1-1 0 0 0,0 1-1 0 0,1 0 1 0 0,-1 0 0 0 0,0-1 0 0 0,1 1 0 0 0,-1-1 0 0 0,1 0 0 0 0,0 1 0 0 0,2 2-1 0 0,-2-4-102 0 0,19-3-3125 0 0,-11-2 1497 0 0</inkml:trace>
</inkml:ink>
</file>

<file path=ppt/ink/ink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33.849"/>
    </inkml:context>
    <inkml:brush xml:id="br0">
      <inkml:brushProperty name="width" value="0.05" units="cm"/>
      <inkml:brushProperty name="height" value="0.05" units="cm"/>
      <inkml:brushProperty name="color" value="#004F8B"/>
    </inkml:brush>
  </inkml:definitions>
  <inkml:trace contextRef="#ctx0" brushRef="#br0">1 261 10511 0 0,'0'0'1958'0'0,"1"2"-1046"0"0,1 0-696 0 0,1 0 1 0 0,-1-1-1 0 0,0 1 1 0 0,1 0-1 0 0,-1-1 1 0 0,1 0-1 0 0,-1 0 1 0 0,1 0-1 0 0,0 0 0 0 0,-1 0 1 0 0,1 0-1 0 0,0-1 1 0 0,0 1-1 0 0,-1-1 1 0 0,1 0-1 0 0,0 1 1 0 0,0-2-1 0 0,0 1 1 0 0,-1 0-1 0 0,1 0 1 0 0,0-1-1 0 0,0 0 1 0 0,3 0-1 0 0,0-1-52 0 0,0-1-1 0 0,0 1 1 0 0,-1-1-1 0 0,1 0 1 0 0,-1 0-1 0 0,1-1 1 0 0,-1 1 0 0 0,0-1-1 0 0,-1-1 1 0 0,6-4-1 0 0,22-21 802 0 0,-24 23-680 0 0,0 0 0 0 0,-1 0 0 0 0,0 0 0 0 0,0-1 0 0 0,-1 0 0 0 0,6-10 0 0 0,-5 7 9 0 0,-4 5-99 0 0,0 0 0 0 0,0 0-1 0 0,4-11 1 0 0,-6 15-159 0 0,-1 0-1 0 0,1 0 1 0 0,-1 0-1 0 0,0 0 1 0 0,0 0-1 0 0,1 0 1 0 0,-2 0-1 0 0,1 0 1 0 0,0 0-1 0 0,0 0 1 0 0,-1 0-1 0 0,1 0 1 0 0,-1 0-1 0 0,1 1 1 0 0,-1-1-1 0 0,0 0 1 0 0,-2-3-1 0 0,3 5-34 0 0,-1-4 35 0 0,-1 1 1 0 0,0-1 0 0 0,-1 1 0 0 0,1 0 0 0 0,-1 0 0 0 0,1 0-1 0 0,-1 0 1 0 0,0 0 0 0 0,0 0 0 0 0,0 1 0 0 0,-1 0-1 0 0,1-1 1 0 0,-6-2 0 0 0,4 3-11 0 0,-1-1 0 0 0,1 0 0 0 0,-1 1-1 0 0,0 0 1 0 0,-10-2 0 0 0,14 4-19 0 0,-1 0 0 0 0,0 0 0 0 0,0 0 0 0 0,1 0 0 0 0,-1 1 0 0 0,0-1 1 0 0,1 1-1 0 0,-1 0 0 0 0,0 0 0 0 0,1-1 0 0 0,-1 2 0 0 0,1-1 0 0 0,-1 0 0 0 0,1 0 0 0 0,-3 3 0 0 0,-12 7 65 0 0,11-8-18 0 0,1 0 0 0 0,0 0 0 0 0,0 1 1 0 0,0 0-1 0 0,1 0 0 0 0,-1 0 0 0 0,-5 8 0 0 0,4-5-50 0 0,1 1 0 0 0,0 0-1 0 0,1 0 1 0 0,0 0-1 0 0,0 1 1 0 0,0 0-1 0 0,-3 13 1 0 0,6-17-5 0 0,0 0 1 0 0,1 0 0 0 0,-1 0-1 0 0,1 0 1 0 0,0 0 0 0 0,0 1-1 0 0,0-1 1 0 0,1 0 0 0 0,0 0-1 0 0,0-1 1 0 0,0 1 0 0 0,1 0-1 0 0,-1 0 1 0 0,1 0-1 0 0,4 6 1 0 0,2 2-10 0 0,2 0-1 0 0,0 0 1 0 0,0-1-1 0 0,1 0 1 0 0,0 0-1 0 0,1-2 1 0 0,1 1-1 0 0,0-2 1 0 0,0 0-1 0 0,1 0 1 0 0,0-1-1 0 0,0-1 1 0 0,25 9-1 0 0,-36-13-1 0 0,1-1-3 0 0,14-1-11 0 0,-6-3-1715 0 0,1-2-6966 0 0</inkml:trace>
</inkml:ink>
</file>

<file path=ppt/ink/ink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34.484"/>
    </inkml:context>
    <inkml:brush xml:id="br0">
      <inkml:brushProperty name="width" value="0.05" units="cm"/>
      <inkml:brushProperty name="height" value="0.05" units="cm"/>
      <inkml:brushProperty name="color" value="#004F8B"/>
    </inkml:brush>
  </inkml:definitions>
  <inkml:trace contextRef="#ctx0" brushRef="#br0">403 11 455 0 0,'-19'-4'11735'0'0,"15"5"-10987"0"0,1-1 0 0 0,-1 0 0 0 0,0 1 0 0 0,1-1 0 0 0,-1-1 0 0 0,0 1 0 0 0,1-1 0 0 0,-1 1 0 0 0,1-1 0 0 0,-7-2 0 0 0,6 2-475 0 0,0 0-1 0 0,0 1 1 0 0,-1 0 0 0 0,1-1-1 0 0,0 2 1 0 0,0-1 0 0 0,-1 0-1 0 0,1 1 1 0 0,-8 2 0 0 0,-18 1 650 0 0,23-4-779 0 0,1 1 0 0 0,-1 0 0 0 0,1 1-1 0 0,0 0 1 0 0,0-1 0 0 0,-1 2 0 0 0,-7 3-1 0 0,-9 4-18 0 0,14-6-86 0 0,0 1 1 0 0,0 0-1 0 0,1 1 0 0 0,-1 0 0 0 0,1 0 0 0 0,1 1 1 0 0,-10 10-1 0 0,-7 5 18 0 0,16-14-43 0 0,0-1 1 0 0,1 1-1 0 0,0 0 1 0 0,1 0-1 0 0,0 1 1 0 0,0 0-1 0 0,-5 11 1 0 0,8-15 6 0 0,1 1 0 0 0,-1 0 0 0 0,1 0 0 0 0,0-1 0 0 0,1 1 1 0 0,0 0-1 0 0,0 1 0 0 0,0-1 0 0 0,0 0 0 0 0,1 0 0 0 0,0 0 0 0 0,0 0 1 0 0,2 9-1 0 0,-1-11-25 0 0,0 0 1 0 0,1-1-1 0 0,-1 1 1 0 0,1-1-1 0 0,-1 1 1 0 0,1-1 0 0 0,0 0-1 0 0,0 0 1 0 0,1 0-1 0 0,-1 0 1 0 0,1 0-1 0 0,5 5 1 0 0,-3-4-10 0 0,0 0 1 0 0,1-1-1 0 0,0 0 0 0 0,-1 1 0 0 0,1-2 1 0 0,0 1-1 0 0,7 1 0 0 0,0 0-8 0 0,0-1 0 0 0,1-1 0 0 0,-1 0 0 0 0,1-1-1 0 0,-1 0 1 0 0,22-3 0 0 0,-2-2-1857 0 0,-6 0-3354 0 0,-6 2-2802 0 0</inkml:trace>
</inkml:ink>
</file>

<file path=ppt/ink/ink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34.975"/>
    </inkml:context>
    <inkml:brush xml:id="br0">
      <inkml:brushProperty name="width" value="0.05" units="cm"/>
      <inkml:brushProperty name="height" value="0.05" units="cm"/>
      <inkml:brushProperty name="color" value="#004F8B"/>
    </inkml:brush>
  </inkml:definitions>
  <inkml:trace contextRef="#ctx0" brushRef="#br0">234 53 2303 0 0,'-9'0'200'0'0,"-23"3"3276"0"0,15-2 467 0 0,1 1 1 0 0,-19 4 0 0 0,21-3-2684 0 0,10-2-1083 0 0,0-1 1 0 0,1 1-1 0 0,0 0 1 0 0,-1 0 0 0 0,1 0-1 0 0,-1 0 1 0 0,1 1-1 0 0,0-1 1 0 0,0 1-1 0 0,0 0 1 0 0,0 0 0 0 0,0 0-1 0 0,0 0 1 0 0,1 1-1 0 0,-1-1 1 0 0,-3 4-1 0 0,-3 8 71 0 0,0-1 0 0 0,0 1-1 0 0,-11 29 1 0 0,14-28-210 0 0,6-10-17 0 0,1-1-16 0 0,-1 4-7 0 0,1-1 0 0 0,-1 1 0 0 0,1-1 0 0 0,1 0 0 0 0,-1 1 0 0 0,1-1 0 0 0,1 0 0 0 0,-1 0 0 0 0,1 0 0 0 0,0 0 0 0 0,1-1 0 0 0,0 1 0 0 0,0-1 0 0 0,0 0 0 0 0,1 0 0 0 0,5 5-1 0 0,-7-9 4 0 0,0 0 0 0 0,0 0 0 0 0,0 0 0 0 0,0-1 0 0 0,1 1 0 0 0,-1-1 0 0 0,1 0 0 0 0,-1 0 0 0 0,1 0-1 0 0,-1 0 1 0 0,1-1 0 0 0,-1 0 0 0 0,6 1 0 0 0,-2-1-3 0 0,0-1 0 0 0,0 1 1 0 0,0-1-1 0 0,0 0 0 0 0,0-1 0 0 0,7-2 0 0 0,-8 2-4 0 0,-1-1-1 0 0,1 0 1 0 0,-1 0-1 0 0,1 0 1 0 0,-1-1-1 0 0,0 1 1 0 0,0-2-1 0 0,-1 1 1 0 0,6-6-1 0 0,4-7 33 0 0,16-25 0 0 0,-13 16 103 0 0,-7 13 189 0 0,-2-2-1 0 0,1 1 0 0 0,-2-1 0 0 0,0 0 0 0 0,-1-1 1 0 0,-1 0-1 0 0,0 0 0 0 0,3-18 0 0 0,-5-23 1771 0 0,-5 58-2035 0 0,-3 2-30 0 0,4-3-20 0 0,1 1 0 0 0,-1-1 1 0 0,1 1-1 0 0,-1 0 0 0 0,1-1 0 0 0,0 1 1 0 0,-1 0-1 0 0,1-1 0 0 0,0 1 0 0 0,-1 0 0 0 0,1-1 1 0 0,0 1-1 0 0,0 0 0 0 0,0-1 0 0 0,0 1 0 0 0,-1 1 1 0 0,1 1 1 0 0,-3 3-5 0 0,1 1 0 0 0,0 0 0 0 0,0-1 0 0 0,1 1 0 0 0,0 0 0 0 0,0 0 0 0 0,1-1 0 0 0,0 14 0 0 0,1-4 0 0 0,0-9 0 0 0,0 1 0 0 0,0-1 0 0 0,0 0 0 0 0,4 11 0 0 0,5 15-58 0 0,-8-23-223 0 0,1 0-1 0 0,6 15 1 0 0,-7-23 83 0 0,-1 1-1 0 0,0-1 1 0 0,1 1 0 0 0,0-1 0 0 0,-1 1 0 0 0,1-1-1 0 0,0 0 1 0 0,0 0 0 0 0,0 0 0 0 0,1 0-1 0 0,-1 0 1 0 0,0-1 0 0 0,5 3 0 0 0,5 1-8749 0 0</inkml:trace>
</inkml:ink>
</file>

<file path=ppt/ink/ink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35.341"/>
    </inkml:context>
    <inkml:brush xml:id="br0">
      <inkml:brushProperty name="width" value="0.05" units="cm"/>
      <inkml:brushProperty name="height" value="0.05" units="cm"/>
      <inkml:brushProperty name="color" value="#004F8B"/>
    </inkml:brush>
  </inkml:definitions>
  <inkml:trace contextRef="#ctx0" brushRef="#br0">169 4 13359 0 0,'0'0'612'0'0,"-2"-1"-14"0"0,2 1-593 0 0,0 0 1 0 0,-1 0-1 0 0,1-1 0 0 0,0 1 1 0 0,-1 0-1 0 0,1 0 1 0 0,0-1-1 0 0,-1 1 1 0 0,1 0-1 0 0,0 0 1 0 0,-1 0-1 0 0,1 0 1 0 0,-1 0-1 0 0,1-1 0 0 0,0 1 1 0 0,-1 0-1 0 0,1 0 1 0 0,-1 0-1 0 0,1 0 1 0 0,0 0-1 0 0,-1 0 1 0 0,1 0-1 0 0,-1 0 1 0 0,1 1-1 0 0,0-1 0 0 0,-1 0 1 0 0,1 0-1 0 0,-1 0 1 0 0,1 0-1 0 0,0 0 1 0 0,-1 1-1 0 0,1-1 1 0 0,0 0-1 0 0,-1 0 1 0 0,1 1-1 0 0,0-1 0 0 0,0 0 1 0 0,-1 0-1 0 0,1 1 1 0 0,0-1-1 0 0,0 0 1 0 0,-1 1-1 0 0,1 0 1 0 0,-1-1-8 0 0,-5 5 541 0 0,-1-1 0 0 0,0 0 0 0 0,-1-1-1 0 0,-13 5 1 0 0,-19 10 2985 0 0,37-16-3355 0 0,1 0 1 0 0,-1 0-1 0 0,0 0 1 0 0,1 0-1 0 0,-1 0 1 0 0,1 0 0 0 0,0 1-1 0 0,0 0 1 0 0,0-1-1 0 0,-3 6 1 0 0,-1 2-23 0 0,1 0 0 0 0,1 1 0 0 0,0 0 0 0 0,0 0 0 0 0,-4 21 0 0 0,7-27-131 0 0,1-1 0 0 0,0 1-1 0 0,-1 0 1 0 0,2 0 0 0 0,-1 0-1 0 0,0 0 1 0 0,1 0 0 0 0,0 0-1 0 0,0-1 1 0 0,1 1 0 0 0,-1 0 0 0 0,1-1-1 0 0,0 1 1 0 0,0-1 0 0 0,1 0-1 0 0,4 7 1 0 0,-4-6-19 0 0,2 1-1 0 0,-1-1 0 0 0,1-1 1 0 0,-1 1-1 0 0,1-1 1 0 0,1 1-1 0 0,-1-1 1 0 0,0-1-1 0 0,1 1 1 0 0,0-1-1 0 0,10 4 1 0 0,-8-4-805 0 0,-1-1 1 0 0,1 0 0 0 0,11 1-1 0 0,0-1-962 0 0,-15-2-20 0 0</inkml:trace>
</inkml:ink>
</file>

<file path=ppt/ink/ink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35.705"/>
    </inkml:context>
    <inkml:brush xml:id="br0">
      <inkml:brushProperty name="width" value="0.05" units="cm"/>
      <inkml:brushProperty name="height" value="0.05" units="cm"/>
      <inkml:brushProperty name="color" value="#004F8B"/>
    </inkml:brush>
  </inkml:definitions>
  <inkml:trace contextRef="#ctx0" brushRef="#br0">56 107 1375 0 0,'0'-15'176'0'0,"-1"1"-1"0"0,-1-1 0 0 0,-4-15 0 0 0,-1-2 18760 0 0,-7 39-15866 0 0,11-3-2896 0 0,1-1 0 0 0,0 1 0 0 0,0 0 0 0 0,0 0 0 0 0,0 0 0 0 0,0 0-1 0 0,1 0 1 0 0,-1 6 0 0 0,1-8-79 0 0,-1 9 139 0 0,0-1 0 0 0,1 1 0 0 0,0 20 0 0 0,0-8-9 0 0,1 0 43 0 0,3 27 0 0 0,0-27-90 0 0,-2 30 1 0 0,-1 37 59 0 0,1-31-110 0 0,16 165 509 0 0,-9-185-626 0 0,-8-37-19 0 0,1 1 0 0 0,0-1 1 0 0,0 0-1 0 0,0 1 0 0 0,0-1 1 0 0,0 0-1 0 0,0 0 1 0 0,1 1-1 0 0,-1-1 0 0 0,1 0 1 0 0,-1 0-1 0 0,4 2 0 0 0,-3-3-250 0 0,-1-1 0 0 0,1 1-1 0 0,0-1 1 0 0,0 0-1 0 0,-1 0 1 0 0,1 0 0 0 0,0 0-1 0 0,0 0 1 0 0,-1 0 0 0 0,1-1-1 0 0,0 1 1 0 0,2-1-1 0 0,8-4-1041 0 0</inkml:trace>
</inkml:ink>
</file>

<file path=ppt/ink/ink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36.060"/>
    </inkml:context>
    <inkml:brush xml:id="br0">
      <inkml:brushProperty name="width" value="0.05" units="cm"/>
      <inkml:brushProperty name="height" value="0.05" units="cm"/>
      <inkml:brushProperty name="color" value="#004F8B"/>
    </inkml:brush>
  </inkml:definitions>
  <inkml:trace contextRef="#ctx0" brushRef="#br0">185 90 5983 0 0,'0'0'963'0'0,"-6"-6"3190"0"0,2 3-2846 0 0,1 0 0 0 0,-1 0 0 0 0,0 1 0 0 0,1-1 0 0 0,-7-2 0 0 0,5 3-531 0 0,-1 0 1 0 0,1 0 0 0 0,-1 0 0 0 0,-7-1 0 0 0,10 2-672 0 0,0 0 0 0 0,1 1 1 0 0,-1 0-1 0 0,0-1 0 0 0,1 1 0 0 0,-1 0 1 0 0,0 0-1 0 0,1 1 0 0 0,-1-1 0 0 0,0 1 1 0 0,1-1-1 0 0,-1 1 0 0 0,0 0 1 0 0,1 0-1 0 0,-1 0 0 0 0,1 0 0 0 0,0 0 1 0 0,-1 1-1 0 0,1-1 0 0 0,0 1 0 0 0,0-1 1 0 0,0 1-1 0 0,-3 3 0 0 0,0 2-72 0 0,0-1 1 0 0,0 0 1 0 0,0 0 0 0 0,1 1-1 0 0,0-1 1 0 0,0 1-1 0 0,0 0 1 0 0,1 1 0 0 0,0-1-1 0 0,1 0 1 0 0,0 1-1 0 0,-2 8 1 0 0,3-3-35 0 0,0-1 0 0 0,0 1 0 0 0,1-1 0 0 0,1 1 0 0 0,0-1 0 0 0,1 0 0 0 0,4 13 0 0 0,-4-16 0 0 0,1 0 0 0 0,1 0 0 0 0,0-1 0 0 0,0 1 0 0 0,0-1 0 0 0,1 0 0 0 0,1 0 0 0 0,-1 0 0 0 0,14 13 0 0 0,-17-20 0 0 0,-1 0 0 0 0,1 1 0 0 0,0-1 0 0 0,0 0 0 0 0,0 0 0 0 0,1-1 0 0 0,-1 1 0 0 0,0 0 0 0 0,0-1 0 0 0,0 1 0 0 0,1-1 0 0 0,-1 1 0 0 0,0-1 0 0 0,0 0 0 0 0,1 0 0 0 0,-1 0 0 0 0,0-1 0 0 0,1 1 0 0 0,-1 0 0 0 0,0-1 0 0 0,0 0 0 0 0,0 1 0 0 0,3-2 0 0 0,2-1 0 0 0,0 0 0 0 0,0 0 0 0 0,-1 0 0 0 0,1-1 0 0 0,-1 0 0 0 0,7-6 0 0 0,-5 4 0 0 0,0-1 0 0 0,-1 0 0 0 0,0 0 0 0 0,0-1 0 0 0,0 0 0 0 0,-1 0 0 0 0,0-1 0 0 0,-1 0 0 0 0,8-17 0 0 0,-7 11 147 0 0,0 0-1 0 0,-2-1 0 0 0,0 1 1 0 0,0-1-1 0 0,-2 0 0 0 0,0 0 1 0 0,0 0-1 0 0,-2-1 1 0 0,-2-25-1 0 0,-2-31 638 0 0,4 70-496 0 0,-2 6-204 0 0,-1 5-71 0 0,0 0 0 0 0,0 0 1 0 0,0 0-1 0 0,1 0 0 0 0,0 1 0 0 0,1-1 0 0 0,0 1 1 0 0,0-1-1 0 0,1 14 0 0 0,2-1 1 0 0,0-1 0 0 0,1 1 1 0 0,8 23-1 0 0,-8-33-5 0 0,1 0 0 0 0,0 0 0 0 0,1 0-1 0 0,1 0 1 0 0,0-1 0 0 0,0 0 0 0 0,8 10 0 0 0,-4-8-112 0 0,-7-7-14 0 0,0-1 0 0 0,1 0 0 0 0,0 0-1 0 0,-1 0 1 0 0,1 0 0 0 0,1-1 0 0 0,-1 1 0 0 0,0-1 0 0 0,7 3-1 0 0,-2-2-6509 0 0</inkml:trace>
</inkml:ink>
</file>

<file path=ppt/ink/ink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38.279"/>
    </inkml:context>
    <inkml:brush xml:id="br0">
      <inkml:brushProperty name="width" value="0.05" units="cm"/>
      <inkml:brushProperty name="height" value="0.05" units="cm"/>
      <inkml:brushProperty name="color" value="#004F8B"/>
    </inkml:brush>
  </inkml:definitions>
  <inkml:trace contextRef="#ctx0" brushRef="#br0">7 121 10367 0 0,'0'0'935'0'0,"-4"-8"-750"0"0,2-5 6603 0 0,5 22 96 0 0,18 55-6302 0 0,-13-43-313 0 0,6 27 0 0 0,6 51 531 0 0,-19-97 380 0 0,0-4-1065 0 0,5-3-56 0 0,-1-1 0 0 0,-1 0 0 0 0,1 0 0 0 0,-1 0 0 0 0,0 0-1 0 0,0-1 1 0 0,-1 0 0 0 0,0 0 0 0 0,0 0 0 0 0,2-9 0 0 0,14-30 191 0 0,-5 20-228 0 0,1 2 0 0 0,1 0 0 0 0,1 0 0 0 0,1 2 0 0 0,32-32 0 0 0,-43 48-31 0 0,1 1-1 0 0,0 0 1 0 0,0 0-1 0 0,0 1 1 0 0,0 0-1 0 0,12-4 1 0 0,-18 6 19 0 0,-1 2-9 0 0,-1 0 1 0 0,1-1 0 0 0,-1 1 0 0 0,1 0 0 0 0,0 0-1 0 0,-1-1 1 0 0,1 1 0 0 0,0 0 0 0 0,0 0 0 0 0,-1 0-1 0 0,1 0 1 0 0,0 0 0 0 0,-1 0 0 0 0,1 0 0 0 0,0 0 0 0 0,-1 0-1 0 0,1 0 1 0 0,0 0 0 0 0,-1 0 0 0 0,1 1 0 0 0,0-1-1 0 0,-1 0 1 0 0,2 1 0 0 0,1 0-2 0 0,0 0 0 0 0,0 0 0 0 0,0 0 0 0 0,0 1 0 0 0,-1 0 0 0 0,1-1 0 0 0,0 1 0 0 0,-1 0 0 0 0,1 0 0 0 0,-1 0 0 0 0,0 0 0 0 0,0 1 0 0 0,0-1 0 0 0,0 1 0 0 0,0-1 0 0 0,0 1 0 0 0,1 4 0 0 0,2 1 0 0 0,-1 1 0 0 0,-1 0 0 0 0,0 0 0 0 0,4 14 0 0 0,5 56-1 0 0,1 4-62 0 0,-13-79 63 0 0,4 14 0 0 0,-3-12 1 0 0,0-4 0 0 0,0 0 0 0 0,0 1 0 0 0,-1-1 0 0 0,1 0 0 0 0,1 0 0 0 0,-1 0 0 0 0,0 0 0 0 0,0 0 0 0 0,4 4 0 0 0,1-3 41 0 0,-4-3-36 0 0,0 0-1 0 0,-1-1 1 0 0,1 1-1 0 0,-1-1 1 0 0,1 1-1 0 0,-1-1 1 0 0,0 0-1 0 0,1 0 1 0 0,-1 0-1 0 0,0 0 1 0 0,1 1-1 0 0,-1-2 1 0 0,0 1-1 0 0,2-1 1 0 0,16-21 84 0 0,-15 18-84 0 0,8-11-6 0 0,13-24 0 0 0,-16 23 0 0 0,22-27 0 0 0,-26 38 0 0 0,13-14 0 0 0,1 2 0 0 0,-19 18 0 0 0,0 0 1 0 0,0-1-1 0 0,1 1 1 0 0,-1 0-1 0 0,0 0 0 0 0,0 0 1 0 0,0 0-1 0 0,1 0 0 0 0,-1-1 1 0 0,0 1-1 0 0,0 0 1 0 0,1 0-1 0 0,-1 0 0 0 0,0 0 1 0 0,0 0-1 0 0,1 0 1 0 0,-1 0-1 0 0,0 0 0 0 0,0 0 1 0 0,1 0-1 0 0,-1 0 0 0 0,0 0 1 0 0,0 0-1 0 0,1 0 1 0 0,-1 0-1 0 0,0 0 0 0 0,0 0 1 0 0,1 0-1 0 0,-1 0 0 0 0,0 0 1 0 0,0 1-1 0 0,1-1 1 0 0,-1 0-1 0 0,0 0 0 0 0,0 0 1 0 0,0 0-1 0 0,1 0 1 0 0,-1 1-1 0 0,0-1 0 0 0,0 0 1 0 0,0 0-1 0 0,0 0 0 0 0,1 1 1 0 0,-1-1-1 0 0,0 0 1 0 0,0 0-1 0 0,0 1 0 0 0,0-1 1 0 0,5 13 33 0 0,5 83-23 0 0,-9-86-11 0 0,0 0 0 0 0,0 1 0 0 0,1-1 0 0 0,0 0 0 0 0,1 0 0 0 0,0 0 0 0 0,1-1 0 0 0,0 1 0 0 0,10 17 0 0 0,-6-20 0 0 0,5-6 0 0 0,-8-2 0 0 0,0 0 0 0 0,0 0 0 0 0,-1 0 0 0 0,1-1 0 0 0,0 1 0 0 0,-1-1 0 0 0,7-4 0 0 0,28-19 0 0 0,-39 25 0 0 0,3-2 0 0 0,-1 0 0 0 0,0 0 0 0 0,0 0 0 0 0,0-1 0 0 0,0 1 0 0 0,0 0 0 0 0,1-4 0 0 0,9-10 0 0 0,-7 10 9 0 0,0 1-1 0 0,-1-1 1 0 0,0 0-1 0 0,0-1 1 0 0,-1 1-1 0 0,0 0 1 0 0,4-11-1 0 0,13-49 60 0 0,2-17-68 0 0,-24 103-20 0 0,0 0 0 0 0,2 0 0 0 0,3 29 0 0 0,1-25 4 0 0,0-3-91 0 0,4 12 142 0 0,17 49 0 0 0,-25-80-126 0 0,36-5-6566 0 0,-24-1 4834 0 0</inkml:trace>
</inkml:ink>
</file>

<file path=ppt/ink/ink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38.886"/>
    </inkml:context>
    <inkml:brush xml:id="br0">
      <inkml:brushProperty name="width" value="0.05" units="cm"/>
      <inkml:brushProperty name="height" value="0.05" units="cm"/>
      <inkml:brushProperty name="color" value="#004F8B"/>
    </inkml:brush>
  </inkml:definitions>
  <inkml:trace contextRef="#ctx0" brushRef="#br0">1 1 6679 0 0,'0'0'14363'0'0,"1"2"-13743"0"0,13 27 2168 0 0,-13-27-2091 0 0,0 0-597 0 0,11 19 315 0 0,-12-13-203 0 0</inkml:trace>
</inkml:ink>
</file>

<file path=ppt/ink/ink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39.570"/>
    </inkml:context>
    <inkml:brush xml:id="br0">
      <inkml:brushProperty name="width" value="0.05" units="cm"/>
      <inkml:brushProperty name="height" value="0.05" units="cm"/>
      <inkml:brushProperty name="color" value="#004F8B"/>
    </inkml:brush>
  </inkml:definitions>
  <inkml:trace contextRef="#ctx0" brushRef="#br0">1 17 11143 0 0,'1'-7'8616'0'0,"8"21"-6544"0"0,-9-12-1661 0 0,1-1-159 0 0,10 26 137 0 0,-4-9-330 0 0,12 22 1 0 0,-4-2 57 0 0,-9-24-118 0 0,22 60 13 0 0,-27-73-9 0 0,-1 0 1 0 0,0 0-1 0 0,0 0 1 0 0,1 0 0 0 0,-1 0-1 0 0,1-1 1 0 0,-1 1-1 0 0,0 0 1 0 0,1 0-1 0 0,0 0 1 0 0,-1-1-1 0 0,2 2 1 0 0,0 1 3 0 0,8 7-7 0 0,-7-8 19 0 0,1-1-1 0 0,-1 1 1 0 0,1 0 0 0 0,0-1-1 0 0,4 1 1 0 0,2 1 29 0 0,3 1 5 0 0,0-4-42 0 0,-9-1 22 0 0,1 0-1 0 0,-1 1 1 0 0,0-2 0 0 0,0 1-1 0 0,0 0 1 0 0,0-1 0 0 0,0 0-1 0 0,0 0 1 0 0,0 0 0 0 0,-1 0-1 0 0,1-1 1 0 0,0 0 0 0 0,-1 1-1 0 0,0-1 1 0 0,5-6 0 0 0,7-6 259 0 0,2-4 96 0 0,-11 8-121 0 0,0 3-124 0 0,-1-1 0 0 0,-1 1-1 0 0,0-1 1 0 0,4-11 0 0 0,-6 13-15 0 0,0 1-1 0 0,0-1 1 0 0,-1 0 0 0 0,0 0-1 0 0,0 0 1 0 0,-1 0 0 0 0,0-14-1 0 0,0 18-32 0 0,0-1 0 0 0,0 0-1 0 0,0 0 1 0 0,1 0 0 0 0,1-4-1 0 0,1-13 269 0 0,-7-5 125 0 0,4 24-161 0 0,-1 6-269 0 0,0 0 0 0 0,1-1 1 0 0,0 1-1 0 0,0 7 0 0 0,0-11-60 0 0,0 30 2 0 0,5 35 0 0 0,-5-56 0 0 0,-1-7 0 0 0,1 0 0 0 0,0 0 0 0 0,-1 0 0 0 0,1 0 0 0 0,0 0 0 0 0,0 0 0 0 0,1 0 0 0 0,-1 0 0 0 0,0 0 0 0 0,1 0 0 0 0,0 3 0 0 0,3 13 0 0 0,1 1 0 0 0,11 26 0 0 0,-15-43-3 0 0,0 1 1 0 0,0-1-1 0 0,0 1 0 0 0,0-1 0 0 0,0 1 0 0 0,0-1 1 0 0,1 0-1 0 0,0 0 0 0 0,-1 0 0 0 0,1 0 1 0 0,0 0-1 0 0,0 0 0 0 0,0 0 0 0 0,0 0 1 0 0,3 1-1 0 0,-1 0-26 0 0,0-1 26 0 0,-1 0 1 0 0,1 0-1 0 0,0-1 1 0 0,-1 1 0 0 0,1-1-1 0 0,0 0 1 0 0,0 0-1 0 0,0 0 1 0 0,0 0 0 0 0,0-1-1 0 0,0 0 1 0 0,0 0-1 0 0,0 0 1 0 0,0 0-1 0 0,4-1 1 0 0,-3 0-405 0 0,0 0 0 0 0,0 0 1 0 0,0 0-1 0 0,-1-1 0 0 0,1 0 0 0 0,0 0 1 0 0,-1 0-1 0 0,1-1 0 0 0,-1 1 0 0 0,0-1 1 0 0,6-5-1 0 0,3-6-1416 0 0</inkml:trace>
</inkml:ink>
</file>

<file path=ppt/ink/ink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40.079"/>
    </inkml:context>
    <inkml:brush xml:id="br0">
      <inkml:brushProperty name="width" value="0.05" units="cm"/>
      <inkml:brushProperty name="height" value="0.05" units="cm"/>
      <inkml:brushProperty name="color" value="#004F8B"/>
    </inkml:brush>
  </inkml:definitions>
  <inkml:trace contextRef="#ctx0" brushRef="#br0">5 146 14399 0 0,'0'0'1660'0'0,"1"1"-1142"0"0,4 1-261 0 0,-1 0 0 0 0,1 0 1 0 0,0 0-1 0 0,-1-1 0 0 0,1 1 1 0 0,0-1-1 0 0,0 0 0 0 0,0-1 1 0 0,0 1-1 0 0,0-1 0 0 0,0 0 1 0 0,0 0-1 0 0,0-1 0 0 0,5 0 1 0 0,10-2 481 0 0,-15 3-553 0 0,0 0-1 0 0,0-1 1 0 0,0 0 0 0 0,0 0-1 0 0,-1-1 1 0 0,1 1 0 0 0,0-1-1 0 0,4-2 1 0 0,42-27 1562 0 0,-41 25-1151 0 0,-9 6-561 0 0,0-1 0 0 0,0 1 0 0 0,1-1 0 0 0,-1 1 0 0 0,-1-1 0 0 0,1 0 0 0 0,0 1 0 0 0,0-1 0 0 0,0 0 0 0 0,0 0 0 0 0,0 0 0 0 0,-1 1 0 0 0,1-1 0 0 0,0 0-1 0 0,-1 0 1 0 0,1 0 0 0 0,-1 0 0 0 0,1 0 0 0 0,-1-1 0 0 0,1 1 0 0 0,-1 0 0 0 0,0 0 0 0 0,1-2 0 0 0,-1 1 1 0 0,1-1 0 0 0,-1 1-1 0 0,1-1 1 0 0,-1 0 0 0 0,0 1 0 0 0,0-1-1 0 0,0 1 1 0 0,0-1 0 0 0,0 1-1 0 0,-1-1 1 0 0,1 0 0 0 0,-1 1 0 0 0,0-1-1 0 0,0 1 1 0 0,0 0 0 0 0,0-1 0 0 0,0 1-1 0 0,0 0 1 0 0,0-1 0 0 0,-1 1 0 0 0,0 0-1 0 0,1 0 1 0 0,-1 0 0 0 0,0 0 0 0 0,0 1-1 0 0,0-1 1 0 0,0 0 0 0 0,0 1-1 0 0,0-1 1 0 0,0 1 0 0 0,-1 0 0 0 0,1 0-1 0 0,0 0 1 0 0,-1 0 0 0 0,1 0 0 0 0,-1 0-1 0 0,-4 0 1 0 0,-50-7 255 0 0,53 7-279 0 0,0 1 0 0 0,0 1 1 0 0,-1-1-1 0 0,1 1 0 0 0,0-1 0 0 0,0 1 0 0 0,0 0 1 0 0,-7 3-1 0 0,-30 16 121 0 0,39-19-133 0 0,0 0 0 0 0,0 1 0 0 0,0-1 0 0 0,0 1-1 0 0,0-1 1 0 0,0 1 0 0 0,0 0 0 0 0,1-1-1 0 0,-1 1 1 0 0,1 0 0 0 0,-1 0 0 0 0,1 0-1 0 0,0 1 1 0 0,-2 2 0 0 0,0 5-1 0 0,0 0 0 0 0,1 0-1 0 0,-1 14 1 0 0,2-16-8 0 0,1 1 0 0 0,0 0 0 0 0,1 0 0 0 0,0 0 0 0 0,0-1 0 0 0,1 1 0 0 0,0 0 0 0 0,0-1 0 0 0,1 0 0 0 0,7 16 0 0 0,-7-19 11 0 0,0 1 0 0 0,1-1-1 0 0,-1-1 1 0 0,7 7 0 0 0,-9-9 1 0 0,1 0-1 0 0,0-1 1 0 0,-1 1-1 0 0,1-1 1 0 0,0 0-1 0 0,0 1 1 0 0,0-1 0 0 0,0 0-1 0 0,1 0 1 0 0,-1 0-1 0 0,0 0 1 0 0,0-1-1 0 0,4 2 1 0 0,2-1-12 0 0,1-1 1 0 0,-1 0-1 0 0,0 0 1 0 0,1-1-1 0 0,-1 0 0 0 0,11-3 1 0 0,-3 0-444 0 0,0-1 1 0 0,23-10-1 0 0,-21 6-1870 0 0,-1 0 0 0 0,0-1-1 0 0,26-21 1 0 0,-19 10-461 0 0</inkml:trace>
</inkml:ink>
</file>

<file path=ppt/ink/ink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40.462"/>
    </inkml:context>
    <inkml:brush xml:id="br0">
      <inkml:brushProperty name="width" value="0.05" units="cm"/>
      <inkml:brushProperty name="height" value="0.05" units="cm"/>
      <inkml:brushProperty name="color" value="#004F8B"/>
    </inkml:brush>
  </inkml:definitions>
  <inkml:trace contextRef="#ctx0" brushRef="#br0">119 15 1375 0 0,'-2'-1'107'0'0,"-12"-5"1308"0"0,7 4 1193 0 0,-1 0 1 0 0,1 1-1 0 0,-1 0 1 0 0,-8 0-1 0 0,-2 0 30 0 0,16 1-1441 0 0,-4 5 533 0 0,5-5-1614 0 0,0 0 0 0 0,1 0-1 0 0,-1 1 1 0 0,0-1 0 0 0,0 0 0 0 0,1 1 0 0 0,-1-1-1 0 0,0 0 1 0 0,1 1 0 0 0,-1-1 0 0 0,1 1 0 0 0,-1-1-1 0 0,1 1 1 0 0,-1 0 0 0 0,1-1 0 0 0,-1 1-1 0 0,0 2-65 0 0,0-1 0 0 0,1 0 0 0 0,-1 1-1 0 0,1-1 1 0 0,0 1 0 0 0,0-1-1 0 0,0 1 1 0 0,0-1 0 0 0,0 0-1 0 0,1 1 1 0 0,-1-1 0 0 0,1 1-1 0 0,-1-1 1 0 0,1 0 0 0 0,0 0 0 0 0,0 1-1 0 0,0-1 1 0 0,0 0 0 0 0,0 0-1 0 0,0 0 1 0 0,1 0 0 0 0,-1 0-1 0 0,1 0 1 0 0,0 0 0 0 0,3 2-1 0 0,6 5 27 0 0,0 0 0 0 0,1-1 0 0 0,22 11 0 0 0,-25-14 19 0 0,0-1 0 0 0,15 4-1 0 0,-15-5-44 0 0,1 0-1 0 0,12 7 0 0 0,9 5 25 0 0,12 6-78 0 0,-40-19 17 0 0,0 1 0 0 0,0-1 0 0 0,0 0 0 0 0,-1 1 0 0 0,1 0 0 0 0,0-1 0 0 0,-1 1 0 0 0,0 0-1 0 0,0 0 1 0 0,3 4 0 0 0,-5-5 12 0 0,0-1-1 0 0,0 0 0 0 0,1 0 1 0 0,-1 0-1 0 0,0 1 0 0 0,0-1 1 0 0,0 0-1 0 0,0 0 0 0 0,0 0 1 0 0,0 1-1 0 0,-1-1 0 0 0,1 0 1 0 0,0 0-1 0 0,-1 0 0 0 0,1 0 1 0 0,0 1-1 0 0,-1-1 0 0 0,1 0 1 0 0,-1 0-1 0 0,0 0 0 0 0,0 1 1 0 0,-17 19 758 0 0,12-16-698 0 0,0-1 0 0 0,1 0 0 0 0,-1 0 0 0 0,-1-1 1 0 0,1 0-1 0 0,0 0 0 0 0,-1 0 0 0 0,-8 1 0 0 0,1 0 81 0 0,0-1 0 0 0,-1 0 0 0 0,-14-1-1 0 0,21-2-135 0 0,1 0 0 0 0,-1 0 0 0 0,1-1 0 0 0,-1-1 1 0 0,1 1-1 0 0,-1-1 0 0 0,-8-3 0 0 0,11 3-42 0 0,-1 0 0 0 0,1-1 0 0 0,0 1 0 0 0,0-1 1 0 0,0 0-1 0 0,1-1 0 0 0,-1 1 0 0 0,1-1 1 0 0,-1 1-1 0 0,-3-6 0 0 0,7 8-107 0 0,0-1-1 0 0,0 0 1 0 0,0 1-1 0 0,0-1 1 0 0,0 1-1 0 0,1-1 1 0 0,-1 0-1 0 0,1 0 1 0 0,-1 1-1 0 0,1-1 1 0 0,0 0-1 0 0,-1 0 1 0 0,1 1-1 0 0,0-1 1 0 0,0 0-1 0 0,0 0 1 0 0,0 0-1 0 0,1 1 1 0 0,-1-1 0 0 0,0 0-1 0 0,1 0 1 0 0,1-3-1 0 0,2-9-2112 0 0</inkml:trace>
</inkml:ink>
</file>

<file path=ppt/ink/ink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40.843"/>
    </inkml:context>
    <inkml:brush xml:id="br0">
      <inkml:brushProperty name="width" value="0.05" units="cm"/>
      <inkml:brushProperty name="height" value="0.05" units="cm"/>
      <inkml:brushProperty name="color" value="#004F8B"/>
    </inkml:brush>
  </inkml:definitions>
  <inkml:trace contextRef="#ctx0" brushRef="#br0">0 126 12207 0 0,'1'-2'562'0'0,"19"-70"1332"0"0,-19 67-1211 0 0,1 0 0 0 0,-1 1 1 0 0,1-1-1 0 0,2-5 0 0 0,5-12 6221 0 0,-8 23-6813 0 0,-1 1-1 0 0,1 0 0 0 0,0-1 1 0 0,-1 1-1 0 0,0 0 1 0 0,1-1-1 0 0,-1 1 1 0 0,0 0-1 0 0,0 0 0 0 0,0 2 1 0 0,3 43 540 0 0,1 0 1 0 0,13 53-1 0 0,5 55-435 0 0,-18-82-48 0 0,7 74-74 0 0,-7-116-15 0 0,1-1-1 0 0,15 52 1 0 0,-18-77-160 0 0,1 1 0 0 0,-1-1 0 0 0,1 1 0 0 0,0-1 0 0 0,6 8 0 0 0</inkml:trace>
</inkml:ink>
</file>

<file path=ppt/ink/ink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41.225"/>
    </inkml:context>
    <inkml:brush xml:id="br0">
      <inkml:brushProperty name="width" value="0.05" units="cm"/>
      <inkml:brushProperty name="height" value="0.05" units="cm"/>
      <inkml:brushProperty name="color" value="#004F8B"/>
    </inkml:brush>
  </inkml:definitions>
  <inkml:trace contextRef="#ctx0" brushRef="#br0">34 1 6447 0 0,'0'0'499'0'0,"-1"0"-328"0"0,-31 4 12811 0 0,34-2-12458 0 0,22 13-24 0 0,-1-1 0 0 0,2 0 0 0 0,51 19 0 0 0,-67-30-505 0 0,0 1-75 0 0,1-1 0 0 0,0-1 0 0 0,11 3 0 0 0,-18-4-230 0 0,1 0 1 0 0,-1 0 0 0 0,1 0 0 0 0,-1 0-1 0 0,0 1 1 0 0,5 2 0 0 0,4 3-6961 0 0</inkml:trace>
</inkml:ink>
</file>

<file path=ppt/ink/ink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41.589"/>
    </inkml:context>
    <inkml:brush xml:id="br0">
      <inkml:brushProperty name="width" value="0.05" units="cm"/>
      <inkml:brushProperty name="height" value="0.05" units="cm"/>
      <inkml:brushProperty name="color" value="#004F8B"/>
    </inkml:brush>
  </inkml:definitions>
  <inkml:trace contextRef="#ctx0" brushRef="#br0">24 12 7831 0 0,'-1'-2'603'0'0,"-5"-7"4856"0"0,-4 10 1197 0 0,8 12-5860 0 0,1-7-658 0 0,0 0 1 0 0,0 0 0 0 0,0 0 0 0 0,1 0 0 0 0,0 0 0 0 0,0 0 0 0 0,1 0-1 0 0,-1 0 1 0 0,1 0 0 0 0,1 0 0 0 0,-1 0 0 0 0,3 7 0 0 0,10 22 244 0 0,3 7 155 0 0,-11-33-258 0 0,-4-5-161 0 0,0 0 0 0 0,0 0 1 0 0,0-1-1 0 0,1 1 0 0 0,-1-1 0 0 0,1 0 0 0 0,0 0 1 0 0,0 0-1 0 0,4 3 0 0 0,6 9 2454 0 0,-13-17-2442 0 0,-1-5-25 0 0,0 0-1 0 0,0 0 1 0 0,0 0-1 0 0,-1 0 1 0 0,0 1-1 0 0,-4-10 1 0 0,3 11-66 0 0,1 0 1 0 0,0-1-1 0 0,0 1 0 0 0,0-1 1 0 0,1 1-1 0 0,0-1 1 0 0,0 0-1 0 0,1 1 0 0 0,-1-1 1 0 0,1 0-1 0 0,0 1 1 0 0,2-10-1 0 0,-1 12-33 0 0,-1 0 1 0 0,1 1-1 0 0,0-1 0 0 0,0 1 0 0 0,0-1 1 0 0,0 1-1 0 0,0-1 0 0 0,0 1 1 0 0,1 0-1 0 0,2-4 0 0 0,-2 5-4 0 0,0-1 0 0 0,1 0 1 0 0,-1 1-1 0 0,1 0 0 0 0,-1-1 0 0 0,1 1 0 0 0,-1 0 1 0 0,1 0-1 0 0,0 0 0 0 0,0 1 0 0 0,-1-1 0 0 0,1 1 1 0 0,0-1-1 0 0,3 1 0 0 0,21-1-3 0 0,-5-1-1918 0 0,-1 1 1 0 0,0 1-1 0 0,1 1 1 0 0,34 6-1 0 0,-41-3-5606 0 0</inkml:trace>
</inkml:ink>
</file>

<file path=ppt/ink/ink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41.940"/>
    </inkml:context>
    <inkml:brush xml:id="br0">
      <inkml:brushProperty name="width" value="0.05" units="cm"/>
      <inkml:brushProperty name="height" value="0.05" units="cm"/>
      <inkml:brushProperty name="color" value="#004F8B"/>
    </inkml:brush>
  </inkml:definitions>
  <inkml:trace contextRef="#ctx0" brushRef="#br0">243 44 9559 0 0,'-3'-3'6353'0'0,"3"3"-6116"0"0,-1-1 0 0 0,1 1 0 0 0,0 0 1 0 0,-1 0-1 0 0,1 0 0 0 0,0 0 1 0 0,-9 1 494 0 0,1-1 0 0 0,0 0 0 0 0,-1 0 0 0 0,1-1 0 0 0,0 0 0 0 0,0 0 1 0 0,-13-4-1 0 0,-14-3 746 0 0,30 8-1380 0 0,0 0-1 0 0,1 0 1 0 0,-1 0-1 0 0,0 1 0 0 0,0 0 1 0 0,1 0-1 0 0,-1 0 1 0 0,0 0-1 0 0,1 1 0 0 0,-6 2 1 0 0,-1 1-55 0 0,8-4-35 0 0,1 0 0 0 0,0 0 1 0 0,0 1-1 0 0,-1-1 0 0 0,1 1 0 0 0,0 0 0 0 0,0 0 0 0 0,1 0 0 0 0,-1 0 1 0 0,0 0-1 0 0,1 0 0 0 0,-1 0 0 0 0,1 0 0 0 0,-3 5 0 0 0,-1 5 30 0 0,-7 21-1 0 0,9-22-42 0 0,1-7 9 0 0,-1 4-13 0 0,6 11 78 0 0,-1-13-69 0 0,0 0 0 0 0,0 0 0 0 0,1 0 0 0 0,0 0 0 0 0,0-1 0 0 0,0 1 0 0 0,0-1 0 0 0,1 0 0 0 0,0 0 0 0 0,5 5 0 0 0,-6-7 2 0 0,1 0 0 0 0,-1-1 0 0 0,1 1 0 0 0,0-1-1 0 0,0 0 1 0 0,-1 0 0 0 0,1 0 0 0 0,1-1 0 0 0,-1 1-1 0 0,0-1 1 0 0,0 0 0 0 0,0 0 0 0 0,1-1 0 0 0,-1 1 0 0 0,8-1-1 0 0,-6 0 9 0 0,0 0 0 0 0,0 0 0 0 0,0-1-1 0 0,-1 0 1 0 0,1 0 0 0 0,0 0-1 0 0,0-1 1 0 0,-1 0 0 0 0,1 0-1 0 0,-1 0 1 0 0,1-1 0 0 0,-1 0 0 0 0,0 0-1 0 0,0 0 1 0 0,0 0 0 0 0,0-1-1 0 0,-1 0 1 0 0,1 0 0 0 0,-1 0 0 0 0,0-1-1 0 0,-1 1 1 0 0,1-1 0 0 0,-1 0-1 0 0,6-10 1 0 0,-3-2 44 0 0,-1 0-1 0 0,0-1 1 0 0,-1 1-1 0 0,-1-1 1 0 0,1-24 0 0 0,-1 8 16 0 0,-2 31 122 0 0,-1-4 104 0 0,2 24-258 0 0,0-1-1 0 0,1 1 0 0 0,1-1 1 0 0,1 1-1 0 0,0-1 1 0 0,1 0-1 0 0,1-1 1 0 0,1 0-1 0 0,12 21 1 0 0,-10-23 313 0 0,16 18 1 0 0,0-10-2281 0 0,-6-11-4457 0 0,-8-6-2289 0 0</inkml:trace>
</inkml:ink>
</file>

<file path=ppt/ink/ink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42.870"/>
    </inkml:context>
    <inkml:brush xml:id="br0">
      <inkml:brushProperty name="width" value="0.05" units="cm"/>
      <inkml:brushProperty name="height" value="0.05" units="cm"/>
      <inkml:brushProperty name="color" value="#004F8B"/>
    </inkml:brush>
  </inkml:definitions>
  <inkml:trace contextRef="#ctx0" brushRef="#br0">3 144 11287 0 0,'0'0'1023'0'0,"0"-1"-842"0"0,-2-8 7362 0 0,8 19-6642 0 0,5 16-262 0 0,0 0-1 0 0,-2 0 1 0 0,-1 1-1 0 0,8 48 1 0 0,-15-67-520 0 0,0-1-335 0 0,-1-5 384 0 0,1-1-1 0 0,-1 0 0 0 0,0 1 1 0 0,0-1-1 0 0,1 0 0 0 0,-1 1 1 0 0,1-1-1 0 0,-1 0 0 0 0,2 3 1 0 0,4-3 784 0 0,3-8-730 0 0,-7 4-169 0 0,0 0-1 0 0,0 0 1 0 0,0 1 0 0 0,0-1-1 0 0,-1 0 1 0 0,1-1 0 0 0,1-4-1 0 0,4-9 271 0 0,2 0-43 0 0,8-27 0 0 0,-12 30-206 0 0,1-1 0 0 0,13-24-1 0 0,21-20 31 0 0,-35 54-94 0 0,-1 0 1 0 0,1-1 0 0 0,0 2 0 0 0,1-1-1 0 0,-1 0 1 0 0,1 1 0 0 0,9-5 0 0 0,-14 8 7 0 0,5 0 19 0 0,10 9-39 0 0,-10-5 2 0 0,0 1 0 0 0,-1 0 0 0 0,1 0 0 0 0,-1 1 0 0 0,1-1 0 0 0,-1 1 0 0 0,-1 1 0 0 0,9 10 0 0 0,-4-2 0 0 0,0 0 0 0 0,9 22 0 0 0,-12-21 40 0 0,-1-1 0 0 0,0 1 0 0 0,-1 0-1 0 0,3 30 1 0 0,-3-20-39 0 0,2-8 10 0 0,-6-15 627 0 0,2-4-519 0 0,10-14 78 0 0,-5 9-178 0 0,0-1 0 0 0,-1 0 0 0 0,0-1 0 0 0,0 0 0 0 0,7-16 0 0 0,1-9 45 0 0,1 1 0 0 0,2 1 1 0 0,25-36-1 0 0,-35 56-64 0 0,2 0 0 0 0,0 1 0 0 0,0 0 0 0 0,1 1 0 0 0,21-17 0 0 0,-19 21 0 0 0,0 6 0 0 0,-10 0-1 0 0,-1 1-1 0 0,0 0 1 0 0,1 0 0 0 0,-1-1-1 0 0,0 1 1 0 0,1 0 0 0 0,-1 0-1 0 0,0 0 1 0 0,0 0 0 0 0,0 0-1 0 0,0 1 1 0 0,0-1 0 0 0,0 0-1 0 0,0 0 1 0 0,0 1 0 0 0,-1-1-1 0 0,1 0 1 0 0,0 3 0 0 0,8 28-34 0 0,-7-23 31 0 0,6 33 4 0 0,-3 0 0 0 0,1 46 0 0 0,-4-63 0 0 0,-2-2-1 0 0,0-11-6 0 0,1 0-1 0 0,0 0 1 0 0,0-1 0 0 0,4 13 0 0 0,-5-22-191 0 0,5-2-436 0 0,-1 0 279 0 0,1 0 0 0 0,-1-1 0 0 0,0 0 1 0 0,1 0-1 0 0,-1 0 0 0 0,0 0 0 0 0,0-1 1 0 0,5-2-1 0 0,-4 2-223 0 0,13-6-2630 0 0,1-2-5128 0 0</inkml:trace>
</inkml:ink>
</file>

<file path=ppt/ink/ink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43.278"/>
    </inkml:context>
    <inkml:brush xml:id="br0">
      <inkml:brushProperty name="width" value="0.05" units="cm"/>
      <inkml:brushProperty name="height" value="0.05" units="cm"/>
      <inkml:brushProperty name="color" value="#004F8B"/>
    </inkml:brush>
  </inkml:definitions>
  <inkml:trace contextRef="#ctx0" brushRef="#br0">175 93 11519 0 0,'0'-7'448'0'0,"1"4"-359"0"0,-1 1 0 0 0,0 0 0 0 0,0-1 0 0 0,0 1 0 0 0,-1 0-1 0 0,1 0 1 0 0,-1-1 0 0 0,0-2 0 0 0,0 3 62 0 0,1 1 0 0 0,-1 0 0 0 0,0 1 0 0 0,1-1 0 0 0,-1 0 0 0 0,0 0 0 0 0,0 0 0 0 0,0 0-1 0 0,1 0 1 0 0,-1 1 0 0 0,0-1 0 0 0,0 0 0 0 0,0 1 0 0 0,0-1 0 0 0,0 1 0 0 0,0-1 0 0 0,-1 1 0 0 0,1-1 0 0 0,0 1-1 0 0,0 0 1 0 0,0 0 0 0 0,0-1 0 0 0,0 1 0 0 0,-1 0 0 0 0,1 0 0 0 0,0 0 0 0 0,0 0 0 0 0,0 0 0 0 0,0 1 0 0 0,0-1 0 0 0,-1 0-1 0 0,1 1 1 0 0,-2 0 0 0 0,-1 0 517 0 0,-1 0 0 0 0,1 1 1 0 0,0-1-1 0 0,-1 1 0 0 0,1 0 0 0 0,0 1 0 0 0,-5 2 0 0 0,1 2-475 0 0,1 1 0 0 0,-1-1 0 0 0,2 1-1 0 0,-1 0 1 0 0,1 1 0 0 0,0 0 0 0 0,-6 13-1 0 0,4-7-142 0 0,2 0 0 0 0,0 0 0 0 0,1 1 0 0 0,-4 16 0 0 0,8-25-25 0 0,0-4-14 0 0,0 0 0 0 0,1 1 0 0 0,0-1 0 0 0,0 0 0 0 0,0 1 0 0 0,0-1 0 0 0,1 7 0 0 0,1 4 0 0 0,1 1 0 0 0,-1-13-5 0 0,0 1 0 0 0,-1-1 0 0 0,1 0-1 0 0,0 1 1 0 0,0-1 0 0 0,0 0 0 0 0,1 0 0 0 0,3 2 0 0 0,5 3-6 0 0,-8-6 6 0 0,0 0-1 0 0,0 0 0 0 0,0-1 1 0 0,0 1-1 0 0,0 0 1 0 0,0-1-1 0 0,0 0 0 0 0,1 0 1 0 0,-1 0-1 0 0,0 0 1 0 0,0 0-1 0 0,0-1 0 0 0,0 1 1 0 0,0-1-1 0 0,0 0 1 0 0,0 0-1 0 0,0 0 0 0 0,0 0 1 0 0,0-1-1 0 0,-1 1 1 0 0,1-1-1 0 0,0 0 0 0 0,-1 1 1 0 0,1-1-1 0 0,-1 0 1 0 0,0-1-1 0 0,0 1 0 0 0,0 0 1 0 0,0-1-1 0 0,0 1 1 0 0,3-5-1 0 0,2-7 37 0 0,-1 1 0 0 0,0-2 0 0 0,0 1-1 0 0,-1 0 1 0 0,3-18 0 0 0,-4 14-18 0 0,3-13 300 0 0,-1 0 0 0 0,-2 0 0 0 0,0-56 0 0 0,-4 85 220 0 0,-1 3-400 0 0,-1 2-136 0 0,-1 0-1 0 0,1 1 1 0 0,0-1 0 0 0,0 1 0 0 0,0-1-1 0 0,1 1 1 0 0,-1-1 0 0 0,1 1-1 0 0,0 0 1 0 0,0 0 0 0 0,0 0-1 0 0,0 6 1 0 0,-1 9 13 0 0,1 25 0 0 0,1-31-19 0 0,0 16-16 0 0,8 55-1 0 0,-5-70 5 0 0,0-1 0 0 0,0 0 0 0 0,1 0 0 0 0,1-1-1 0 0,0 1 1 0 0,10 16 0 0 0,-2-14-815 0 0,3-7-6467 0 0,-1-5-1123 0 0</inkml:trace>
</inkml:ink>
</file>

<file path=ppt/ink/ink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43.643"/>
    </inkml:context>
    <inkml:brush xml:id="br0">
      <inkml:brushProperty name="width" value="0.05" units="cm"/>
      <inkml:brushProperty name="height" value="0.05" units="cm"/>
      <inkml:brushProperty name="color" value="#004F8B"/>
    </inkml:brush>
  </inkml:definitions>
  <inkml:trace contextRef="#ctx0" brushRef="#br0">1 1 15199 0 0,'0'0'6993'0'0,"0"2"-6318"0"0,2 4-70 0 0,-1 1 1 0 0,2-1-1 0 0,4 12 0 0 0,7 19-246 0 0,-7 2-50 0 0,-1 1 0 0 0,-3 0 0 0 0,-1 68 0 0 0,-2-26 87 0 0,1-38-159 0 0,7 115 555 0 0,-3-125-622 0 0,1 0 0 0 0,20 66 0 0 0,-25-98-273 0 0</inkml:trace>
</inkml:ink>
</file>

<file path=ppt/ink/ink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45.265"/>
    </inkml:context>
    <inkml:brush xml:id="br0">
      <inkml:brushProperty name="width" value="0.05" units="cm"/>
      <inkml:brushProperty name="height" value="0.05" units="cm"/>
      <inkml:brushProperty name="color" value="#004F8B"/>
    </inkml:brush>
  </inkml:definitions>
  <inkml:trace contextRef="#ctx0" brushRef="#br0">288 91 919 0 0,'0'-2'67'0'0,"1"-1"756"0"0,-1 0 1 0 0,0 0-1 0 0,0 0 0 0 0,0 0 1 0 0,-1 0-1 0 0,1 0 0 0 0,-1 0 1 0 0,0 0-1 0 0,1 0 0 0 0,-1 0 1 0 0,-1 0-1 0 0,1 0 0 0 0,-2-3 0 0 0,1 2 675 0 0,-1 0-1 0 0,1 0 0 0 0,-1 0 1 0 0,-4-5-1 0 0,-7-2 293 0 0,11 9-1557 0 0,-1 1 1 0 0,1 0 0 0 0,-1 0 0 0 0,1 0 0 0 0,-1 1-1 0 0,1-1 1 0 0,-1 1 0 0 0,1-1 0 0 0,-1 1 0 0 0,-4 1-1 0 0,0 0-28 0 0,-1 0-1 0 0,-16 3 1 0 0,18 0-148 0 0,0-1 0 0 0,0 1 1 0 0,0 0-1 0 0,1 0 1 0 0,-1 0-1 0 0,1 1 0 0 0,0 0 1 0 0,0 1-1 0 0,-8 9 0 0 0,3-3-18 0 0,1 0-21 0 0,0 1 0 0 0,0 0 1 0 0,2 0-1 0 0,-1 1 0 0 0,2 0 0 0 0,-12 30 1 0 0,18-38-15 0 0,-1 0-1 0 0,1 0 1 0 0,0 0 0 0 0,0 0-1 0 0,1 1 1 0 0,0-1 0 0 0,0 0 0 0 0,1 1-1 0 0,-1-1 1 0 0,1 0 0 0 0,1 0 0 0 0,-1 0-1 0 0,1 0 1 0 0,0 0 0 0 0,1 0 0 0 0,-1 0-1 0 0,1 0 1 0 0,0-1 0 0 0,0 0-1 0 0,1 1 1 0 0,0-1 0 0 0,0 0 0 0 0,0-1-1 0 0,7 7 1 0 0,-7-8-11 0 0,1-1 0 0 0,-1 0 0 0 0,1 0-1 0 0,-1 0 1 0 0,1-1 0 0 0,-1 1 0 0 0,8 0 0 0 0,9 3 0 0 0,-12-3 14 0 0,1 0-1 0 0,-1-1 1 0 0,0 0-1 0 0,1-1 1 0 0,-1 0-1 0 0,0 0 1 0 0,18-4-1 0 0,7 1 6 0 0,-23 2-324 0 0,-1 0 0 0 0,1-1 0 0 0,-1-1 0 0 0,0 1 0 0 0,0-2 0 0 0,0 1 0 0 0,-1-1 0 0 0,14-8 0 0 0,-8 4-7984 0 0</inkml:trace>
</inkml:ink>
</file>

<file path=ppt/ink/ink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45.645"/>
    </inkml:context>
    <inkml:brush xml:id="br0">
      <inkml:brushProperty name="width" value="0.05" units="cm"/>
      <inkml:brushProperty name="height" value="0.05" units="cm"/>
      <inkml:brushProperty name="color" value="#004F8B"/>
    </inkml:brush>
  </inkml:definitions>
  <inkml:trace contextRef="#ctx0" brushRef="#br0">1 1 7367 0 0,'0'0'17229'0'0,"1"2"-16879"0"0,4 11-157 0 0,0 1 1 0 0,-2 0-1 0 0,1 1 1 0 0,-2-1-1 0 0,2 23 1 0 0,1 5 90 0 0,19 230 440 0 0,-18-165-665 0 0,4-9 145 0 0,-5-65-69 0 0,-3-22-553 0 0,-1 1-1 0 0,1-1 1 0 0,-2 13-1 0 0</inkml:trace>
</inkml:ink>
</file>

<file path=ppt/ink/ink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46.088"/>
    </inkml:context>
    <inkml:brush xml:id="br0">
      <inkml:brushProperty name="width" value="0.05" units="cm"/>
      <inkml:brushProperty name="height" value="0.05" units="cm"/>
      <inkml:brushProperty name="color" value="#004F8B"/>
    </inkml:brush>
  </inkml:definitions>
  <inkml:trace contextRef="#ctx0" brushRef="#br0">232 72 4143 0 0,'-2'-3'30'0'0,"1"0"-1"0"0,-1-1 0 0 0,1 1 0 0 0,-1 0 0 0 0,0 0 0 0 0,0 1 0 0 0,-1-1 1 0 0,1 0-1 0 0,-1 1 0 0 0,1-1 0 0 0,-1 1 0 0 0,0 0 0 0 0,-3-2 0 0 0,-6-3 839 0 0,7 4 977 0 0,1 0 1 0 0,-1 0-1 0 0,0 1 1 0 0,-1 0-1 0 0,1 0 1 0 0,0 0-1 0 0,-1 0 1 0 0,-10-1-1 0 0,12 3-1730 0 0,1 0 0 0 0,-1 0 0 0 0,0 0 0 0 0,0 0 0 0 0,1 0 0 0 0,-1 1 0 0 0,0 0 0 0 0,1 0 0 0 0,-1 0 0 0 0,0 0 0 0 0,1 0 0 0 0,0 1 0 0 0,-1-1 0 0 0,1 1 0 0 0,0 0 0 0 0,0 0 0 0 0,0 0 0 0 0,0 1 0 0 0,0-1 0 0 0,0 1 0 0 0,0 0 0 0 0,1-1 0 0 0,0 1 0 0 0,-4 5 0 0 0,0 2-116 0 0,0 0 0 0 0,1 0 0 0 0,0 0-1 0 0,1 1 1 0 0,0 0 0 0 0,0-1 0 0 0,1 1 0 0 0,1 0-1 0 0,-2 14 1 0 0,4-20 1 0 0,-1 0-1 0 0,1-1 1 0 0,1 1-1 0 0,-1-1 1 0 0,1 1-1 0 0,0 0 1 0 0,0-1-1 0 0,0 1 1 0 0,0-1-1 0 0,1 1 1 0 0,0-1-1 0 0,0 0 1 0 0,0 0-1 0 0,0 0 1 0 0,1 0-1 0 0,-1 0 1 0 0,1 0-1 0 0,0-1 1 0 0,0 1 0 0 0,1-1-1 0 0,-1 0 1 0 0,1 0-1 0 0,0 0 1 0 0,7 4-1 0 0,-7-4 1 0 0,-1 0 0 0 0,16 2 0 0 0,-15-5-5 0 0,0 1-1 0 0,0-1 1 0 0,0 0 0 0 0,1 0 0 0 0,-1 0-1 0 0,0 0 1 0 0,0-1 0 0 0,0 0-1 0 0,1 0 1 0 0,-1 0 0 0 0,0 0-1 0 0,0-1 1 0 0,0 1 0 0 0,-1-1-1 0 0,1 0 1 0 0,0 0 0 0 0,-1 0-1 0 0,1-1 1 0 0,3-3 0 0 0,-2 2 53 0 0,-1 0 1 0 0,0 0-1 0 0,0-1 1 0 0,0 1 0 0 0,-1-1-1 0 0,1 0 1 0 0,-1 0-1 0 0,0 0 1 0 0,-1 0-1 0 0,1-1 1 0 0,-1 1-1 0 0,0-1 1 0 0,1-8-1 0 0,3-22 1340 0 0,0-69-1 0 0,-6 102-1321 0 0,0 1 1 0 0,0-1-1 0 0,0 0 0 0 0,-1 0 1 0 0,1 1-1 0 0,-1-1 0 0 0,0 0 1 0 0,0 1-1 0 0,0-1 0 0 0,0 1 1 0 0,-2-4-1 0 0,2 5 101 0 0,-5 13-38 0 0,1-2-119 0 0,2 0 0 0 0,-1 0 0 0 0,1 0 0 0 0,1 0 0 0 0,0 1 0 0 0,-1 11 0 0 0,0 64-19 0 0,3-77 12 0 0,-1-7-3 0 0,1 0-1 0 0,0 0 1 0 0,0 0-1 0 0,0 0 1 0 0,0 0 0 0 0,1 0-1 0 0,-1 0 1 0 0,1 0-1 0 0,-1 0 1 0 0,1 0-1 0 0,-1 0 1 0 0,1 0 0 0 0,0 0-1 0 0,0 0 1 0 0,0-1-1 0 0,0 1 1 0 0,0 0-1 0 0,1-1 1 0 0,-1 1 0 0 0,3 2-1 0 0,0 0-38 0 0,-2-2-212 0 0,-1-1 188 0 0,0 0 0 0 0,0 0-1 0 0,0-1 1 0 0,0 1 0 0 0,0 0-1 0 0,0-1 1 0 0,1 1-1 0 0,-1-1 1 0 0,2 1 0 0 0,-2 0-21 0 0,3 0-375 0 0,1 1 1 0 0,-1-1-1 0 0,1-1 0 0 0,0 1 1 0 0,-1 0-1 0 0,1-1 0 0 0,0 0 1 0 0,-1 0-1 0 0,1-1 0 0 0,0 1 1 0 0,-1-1-1 0 0,1 0 0 0 0,-1 0 1 0 0,1 0-1 0 0,7-4 1 0 0,22-9-2036 0 0</inkml:trace>
</inkml:ink>
</file>

<file path=ppt/ink/ink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46.454"/>
    </inkml:context>
    <inkml:brush xml:id="br0">
      <inkml:brushProperty name="width" value="0.05" units="cm"/>
      <inkml:brushProperty name="height" value="0.05" units="cm"/>
      <inkml:brushProperty name="color" value="#004F8B"/>
    </inkml:brush>
  </inkml:definitions>
  <inkml:trace contextRef="#ctx0" brushRef="#br0">171 39 5063 0 0,'0'0'232'0'0,"-1"-1"-13"0"0,-1-2-107 0 0,-1 0-1 0 0,1 0 0 0 0,-1 0 1 0 0,0 0-1 0 0,-5-2 1 0 0,5 2 857 0 0,-1 1 0 0 0,0 0 0 0 0,0 0 0 0 0,0 0 0 0 0,0 1 0 0 0,0-1 0 0 0,-1 1 0 0 0,-4-1 0 0 0,5 2-216 0 0,0-1 0 0 0,1 1 1 0 0,-1 0-1 0 0,0 0 1 0 0,1 0-1 0 0,-1 1 1 0 0,0 0-1 0 0,1-1 1 0 0,-1 1-1 0 0,-4 2 0 0 0,5-2-765 0 0,0 0-1 0 0,0 1 0 0 0,1 0 1 0 0,-1 0-1 0 0,0-1 0 0 0,0 2 1 0 0,-3 2-1 0 0,3-1 74 0 0,-1 0 0 0 0,1 0-1 0 0,0 0 1 0 0,0 0 0 0 0,0 1 0 0 0,0-1 0 0 0,1 1 0 0 0,0 0 0 0 0,0 0 0 0 0,0 0-1 0 0,0 0 1 0 0,1 0 0 0 0,0 0 0 0 0,0 0 0 0 0,0 0 0 0 0,1 1 0 0 0,0-1 0 0 0,0 0-1 0 0,0 0 1 0 0,0 1 0 0 0,3 7 0 0 0,-2-7-55 0 0,1 1 0 0 0,0-1 1 0 0,1 0-1 0 0,-1 0 0 0 0,1-1 0 0 0,1 1 0 0 0,-1 0 1 0 0,1-1-1 0 0,0 0 0 0 0,0 0 0 0 0,0 0 0 0 0,1 0 1 0 0,0-1-1 0 0,-1 0 0 0 0,2 0 0 0 0,-1 0 0 0 0,7 4 0 0 0,29 13-11 0 0,-18-9-16 0 0,0 1 0 0 0,25 18-1 0 0,-22-12 22 0 0,-13-9 0 0 0,-12-8 36 0 0,1 0-1 0 0,0 0 0 0 0,0 1 1 0 0,-1-1-1 0 0,1 1 1 0 0,-1-1-1 0 0,0 1 1 0 0,0-1-1 0 0,0 1 0 0 0,0 0 1 0 0,0 0-1 0 0,-1-1 1 0 0,1 5-1 0 0,-1-5-10 0 0,0-1 1 0 0,0 1-1 0 0,0 0 0 0 0,0-1 1 0 0,0 1-1 0 0,-1 0 0 0 0,1-1 1 0 0,-1 1-1 0 0,1 0 0 0 0,-1-1 1 0 0,0 1-1 0 0,1-1 0 0 0,-1 1 1 0 0,0-1-1 0 0,0 1 0 0 0,0-1 1 0 0,0 0-1 0 0,0 1 0 0 0,0-1 1 0 0,-1 0-1 0 0,1 0 0 0 0,0 0 1 0 0,-3 2-1 0 0,-3 1 98 0 0,-1 0-1 0 0,1-1 1 0 0,-1 0 0 0 0,0 0-1 0 0,0-1 1 0 0,0 0 0 0 0,0 0-1 0 0,0-1 1 0 0,0 0 0 0 0,-1 0-1 0 0,1-1 1 0 0,0 0 0 0 0,-1-1-1 0 0,1 0 1 0 0,0 0 0 0 0,0 0-1 0 0,0-1 1 0 0,0-1 0 0 0,-12-4-1 0 0,7 2-41 0 0,2 1 3 0 0,1 0 1 0 0,-18-10-1 0 0,27 13-84 0 0,-1 1 1 0 0,1-1-1 0 0,0 0 1 0 0,0 0-1 0 0,0 0 1 0 0,0 0 0 0 0,0 0-1 0 0,0 0 1 0 0,-2-2-1 0 0,3-3-124 0 0,1 4 21 0 0,-1 0-124 0 0,0 1 0 0 0,0 0 0 0 0,0-1 0 0 0,0 1 0 0 0,0 0-1 0 0,0-1 1 0 0,1 1 0 0 0,-1 0 0 0 0,0-1 0 0 0,1 1 0 0 0,-1 0-1 0 0,1 0 1 0 0,-1 0 0 0 0,1-1 0 0 0,0 1 0 0 0,0 0 0 0 0,-1 0-1 0 0,1 0 1 0 0,0 0 0 0 0,0 0 0 0 0,0 0 0 0 0,0 0 0 0 0,2-1-1 0 0</inkml:trace>
</inkml:ink>
</file>

<file path=ppt/ink/ink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46.819"/>
    </inkml:context>
    <inkml:brush xml:id="br0">
      <inkml:brushProperty name="width" value="0.05" units="cm"/>
      <inkml:brushProperty name="height" value="0.05" units="cm"/>
      <inkml:brushProperty name="color" value="#004F8B"/>
    </inkml:brush>
  </inkml:definitions>
  <inkml:trace contextRef="#ctx0" brushRef="#br0">0 3 12207 0 0,'0'0'274'0'0,"2"0"39"0"0,4-1-23 0 0,0 0 0 0 0,-1 0 0 0 0,1 1-1 0 0,0 0 1 0 0,-1 1 0 0 0,1-1 0 0 0,0 1 0 0 0,8 2 0 0 0,-10-2 102 0 0,-1 0 0 0 0,1 1 1 0 0,-1 0-1 0 0,1-1 0 0 0,-1 1 0 0 0,0 0 1 0 0,0 1-1 0 0,0-1 0 0 0,0 1 1 0 0,0-1-1 0 0,0 1 0 0 0,-1 0 1 0 0,0 0-1 0 0,4 5 0 0 0,1 4 103 0 0,-1 1 1 0 0,0-1-1 0 0,-1 1 0 0 0,0 0 1 0 0,-1 1-1 0 0,-1-1 0 0 0,0 1 0 0 0,-1-1 1 0 0,0 1-1 0 0,-1 25 0 0 0,-1-31-326 0 0,1-1-1 0 0,0 1 1 0 0,3 11 0 0 0,-4-18-116 0 0,0 1 0 0 0,4 13-93 0 0,-4-13-497 0 0</inkml:trace>
</inkml:ink>
</file>

<file path=ppt/ink/ink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47.200"/>
    </inkml:context>
    <inkml:brush xml:id="br0">
      <inkml:brushProperty name="width" value="0.05" units="cm"/>
      <inkml:brushProperty name="height" value="0.05" units="cm"/>
      <inkml:brushProperty name="color" value="#004F8B"/>
    </inkml:brush>
  </inkml:definitions>
  <inkml:trace contextRef="#ctx0" brushRef="#br0">93 84 13703 0 0,'-7'-11'146'0'0,"2"4"44"0"0,1 0 1 0 0,-1 1-1 0 0,0-1 1 0 0,-1 1-1 0 0,0 0 1 0 0,0 0-1 0 0,-9-6 1 0 0,-12-3 4939 0 0,27 15-5048 0 0,0 0 0 0 0,-1 0 0 0 0,1-1 1 0 0,0 1-1 0 0,0 0 0 0 0,-1 0 0 0 0,1 0 0 0 0,0 0 0 0 0,0 0 0 0 0,-1 0 0 0 0,1 0 0 0 0,0 0 0 0 0,0 1 1 0 0,-1-1-1 0 0,1 0 0 0 0,0 0 0 0 0,0 0 0 0 0,0 0 0 0 0,-1 0 0 0 0,1 0 0 0 0,0 0 0 0 0,0 0 0 0 0,-1 1 0 0 0,1-1 1 0 0,0 0-1 0 0,0 0 0 0 0,0 1 0 0 0,8 7-1655 0 0,3 1-6025 0 0</inkml:trace>
</inkml:ink>
</file>

<file path=ppt/ink/ink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47.582"/>
    </inkml:context>
    <inkml:brush xml:id="br0">
      <inkml:brushProperty name="width" value="0.05" units="cm"/>
      <inkml:brushProperty name="height" value="0.05" units="cm"/>
      <inkml:brushProperty name="color" value="#004F8B"/>
    </inkml:brush>
  </inkml:definitions>
  <inkml:trace contextRef="#ctx0" brushRef="#br0">14 889 11519 0 0,'0'2'528'0'0,"-12"40"418"0"0,12-41-768 0 0,0 0-1 0 0,-1 0 1 0 0,1-1 0 0 0,0 1 0 0 0,0 0 0 0 0,0 0 0 0 0,0-1 0 0 0,0 1 0 0 0,0 0 0 0 0,0 0 0 0 0,0-1 0 0 0,0 1 0 0 0,1 0 0 0 0,-1 0 0 0 0,0-1-1 0 0,0 1 1 0 0,1 0 0 0 0,-1-1 0 0 0,0 1 0 0 0,1 0 0 0 0,-1-1 0 0 0,1 1 0 0 0,-1 0 0 0 0,1-1 0 0 0,-1 1 0 0 0,1-1 0 0 0,-1 1 0 0 0,1-1 0 0 0,-1 1-1 0 0,1-1 1 0 0,0 1 0 0 0,-1-1 0 0 0,1 0 0 0 0,0 1 0 0 0,-1-1 0 0 0,1 0 0 0 0,0 0 0 0 0,0 0 0 0 0,-1 1 0 0 0,1-1 0 0 0,0 0 0 0 0,0 0-1 0 0,-1 0 1 0 0,1 0 0 0 0,0 0 0 0 0,1-1 0 0 0,4 1 16 0 0,-1 0 0 0 0,1-1 0 0 0,0 0 0 0 0,9-4 0 0 0,-7 2-105 0 0,0 0 1 0 0,0-1-1 0 0,-1 0 1 0 0,1 0-1 0 0,-1-1 1 0 0,0 0 0 0 0,0 0-1 0 0,-1-1 1 0 0,0 0-1 0 0,0 0 1 0 0,7-8-1 0 0,6-12 488 0 0,27-47-1 0 0,-24 36 12 0 0,-4 6-226 0 0,-2-2 0 0 0,13-36-1 0 0,-9 17 5 0 0,-10 26-241 0 0,-2-1 0 0 0,-1 0-1 0 0,-1-1 1 0 0,4-44 0 0 0,-9 53-122 0 0,-1 0 0 0 0,0 0 0 0 0,-2 0 0 0 0,0 0-1 0 0,-1 0 1 0 0,-7-19 0 0 0,4 14-4 0 0,-2 1 0 0 0,-1 0 1 0 0,-1 1-1 0 0,-17-28 0 0 0,22 42-19 0 0,0 0-1 0 0,0 1 1 0 0,-1 0-1 0 0,0 0 1 0 0,-1 0-1 0 0,1 0 1 0 0,-1 1 0 0 0,-12-8-1 0 0,15 12 10 0 0,0-1-1 0 0,0 1 1 0 0,0 0 0 0 0,-1 0-1 0 0,1 1 1 0 0,-1 0 0 0 0,1-1-1 0 0,-1 1 1 0 0,0 1-1 0 0,1-1 1 0 0,-1 1 0 0 0,0 0-1 0 0,0 0 1 0 0,1 0 0 0 0,-1 0-1 0 0,0 1 1 0 0,1 0-1 0 0,-8 2 1 0 0,9-2 4 0 0,0 1 0 0 0,0-1 0 0 0,0 1-1 0 0,0 0 1 0 0,0 0 0 0 0,0 0 0 0 0,0 0 0 0 0,1 0 0 0 0,-1 0-1 0 0,1 1 1 0 0,0-1 0 0 0,-1 1 0 0 0,1 0 0 0 0,0 0 0 0 0,1 0-1 0 0,-1 0 1 0 0,0 0 0 0 0,1 0 0 0 0,0 0 0 0 0,-2 5 0 0 0,-1 7-33 0 0,1 0 0 0 0,0 0 0 0 0,0 21 0 0 0,1-18 30 0 0,1-10 10 0 0,0 5-2 0 0,-1 0 0 0 0,2-1 0 0 0,0 1 0 0 0,2 22-1 0 0,7 51-103 0 0,18 83 91 0 0,-12-64 72 0 0,11 208 231 0 0,-23-251-133 0 0,-5 31 164 0 0,-1-25 18 0 0,-2 53 237 0 0,1-76-395 0 0,3 0 1 0 0,5 66-1 0 0,-3-107-186 0 0,0 0 0 0 0,0 0 0 0 0,0 0 0 0 0,0 0 0 0 0,1-1 0 0 0,0 1 0 0 0,0 0 0 0 0,0-1 0 0 0,0 1 0 0 0,3 3 0 0 0,-4-6 29 0 0,1-2-68 0 0,0 0-1 0 0,-1 0 1 0 0,1-1-1 0 0,0 1 1 0 0,-1-1-1 0 0,1 1 1 0 0,-1-1-1 0 0,0 1 0 0 0,1-1 1 0 0,1-3-1 0 0,26-45-4773 0 0,-18 27 2999 0 0</inkml:trace>
</inkml:ink>
</file>

<file path=ppt/ink/ink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47.950"/>
    </inkml:context>
    <inkml:brush xml:id="br0">
      <inkml:brushProperty name="width" value="0.05" units="cm"/>
      <inkml:brushProperty name="height" value="0.05" units="cm"/>
      <inkml:brushProperty name="color" value="#004F8B"/>
    </inkml:brush>
  </inkml:definitions>
  <inkml:trace contextRef="#ctx0" brushRef="#br0">9 176 15895 0 0,'0'0'7796'0'0,"0"2"-7120"0"0,-1 5-365 0 0,0-1-1 0 0,1 1 0 0 0,0 0 1 0 0,2 12-1 0 0,16 90 205 0 0,2 4-361 0 0,-17-100-205 0 0,-3-9-15 0 0,1 1 1 0 0,-1-1-1 0 0,1 0 0 0 0,1 0 1 0 0,-1 0-1 0 0,1 0 1 0 0,-1 0-1 0 0,1-1 0 0 0,0 1 1 0 0,5 6-1 0 0</inkml:trace>
  <inkml:trace contextRef="#ctx0" brushRef="#br0" timeOffset="1">30 42 16239 0 0,'0'0'366'0'0,"-1"-2"55"0"0,-4-2-241 0 0,1-1 0 0 0,0 0 0 0 0,1 0 0 0 0,-1-1 0 0 0,-4-9 3532 0 0,19 19-3807 0 0,37 15-3130 0 0,-45-17 1978 0 0</inkml:trace>
</inkml:ink>
</file>

<file path=ppt/ink/ink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48.313"/>
    </inkml:context>
    <inkml:brush xml:id="br0">
      <inkml:brushProperty name="width" value="0.05" units="cm"/>
      <inkml:brushProperty name="height" value="0.05" units="cm"/>
      <inkml:brushProperty name="color" value="#004F8B"/>
    </inkml:brush>
  </inkml:definitions>
  <inkml:trace contextRef="#ctx0" brushRef="#br0">325 35 2303 0 0,'-1'-2'6066'0'0,"0"0"-5323"0"0,-1 0 1 0 0,1 0 0 0 0,-1 0-1 0 0,0 0 1 0 0,0 0-1 0 0,0 0 1 0 0,0 1 0 0 0,0-1-1 0 0,0 1 1 0 0,0-1-1 0 0,0 1 1 0 0,-6-2 0 0 0,3 1 45 0 0,0 0 0 0 0,0 1 0 0 0,-1 0 0 0 0,1 0 1 0 0,-11 0-1 0 0,4 1-272 0 0,1 0 1 0 0,-1 1-1 0 0,1 1 0 0 0,-1 0 1 0 0,-15 5-1 0 0,15-3-344 0 0,0 1 1 0 0,0 0-1 0 0,0 1 0 0 0,1 0 0 0 0,0 1 1 0 0,-18 15-1 0 0,23-18-172 0 0,1 1 0 0 0,0 0 0 0 0,0 0 0 0 0,0 0-1 0 0,0 1 1 0 0,1 0 0 0 0,0 0 0 0 0,1 0 0 0 0,-1 0 0 0 0,1 1 0 0 0,0-1 0 0 0,0 1 0 0 0,-2 12-1 0 0,2-6-2 0 0,1 0 0 0 0,1 0 0 0 0,0 1 0 0 0,0-1 0 0 0,1 0 0 0 0,1 1 0 0 0,0-1 0 0 0,1 0 0 0 0,1 0 0 0 0,0 0 0 0 0,9 25 0 0 0,-9-33 13 0 0,0 0 0 0 0,0-1 0 0 0,1 1 0 0 0,0-1 0 0 0,0 1 0 0 0,0-1 0 0 0,0-1 0 0 0,0 1 0 0 0,1 0 0 0 0,-1-1 0 0 0,1 0 0 0 0,0 0 0 0 0,0 0-1 0 0,9 2 1 0 0,-3 0-5 0 0,1-1-1 0 0,-1-1 0 0 0,1 0 1 0 0,0-1-1 0 0,22 2 0 0 0,-15-4-810 0 0,-1-1 0 0 0,1-1-1 0 0,-1 0 1 0 0,23-7 0 0 0,-16 3-1154 0 0</inkml:trace>
</inkml:ink>
</file>

<file path=ppt/ink/ink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48.663"/>
    </inkml:context>
    <inkml:brush xml:id="br0">
      <inkml:brushProperty name="width" value="0.05" units="cm"/>
      <inkml:brushProperty name="height" value="0.05" units="cm"/>
      <inkml:brushProperty name="color" value="#004F8B"/>
    </inkml:brush>
  </inkml:definitions>
  <inkml:trace contextRef="#ctx0" brushRef="#br0">202 26 5983 0 0,'0'0'464'0'0,"-1"-1"-22"0"0,-10-16 8351 0 0,-4 13-6757 0 0,11 3-1719 0 0,-1 0 0 0 0,0 1 0 0 0,0 0 0 0 0,1 0 0 0 0,-1 0 0 0 0,0 1 0 0 0,0 0 0 0 0,1 0 0 0 0,-1 0-1 0 0,1 0 1 0 0,-1 0 0 0 0,1 1 0 0 0,-1 0 0 0 0,1 0 0 0 0,-6 4 0 0 0,2-1-196 0 0,0 1-1 0 0,1-1 0 0 0,0 1 0 0 0,0 1 1 0 0,0-1-1 0 0,-10 15 0 0 0,12-14-100 0 0,1 0 0 0 0,0 0 0 0 0,1 0-1 0 0,-1 1 1 0 0,1-1 0 0 0,1 1 0 0 0,-1-1 0 0 0,1 1-1 0 0,-1 16 1 0 0,2-18-9 0 0,1 0-1 0 0,0 0 0 0 0,0 0 1 0 0,0 0-1 0 0,1 0 1 0 0,0 0-1 0 0,0 0 1 0 0,1 0-1 0 0,-1 0 0 0 0,1 0 1 0 0,1-1-1 0 0,-1 1 1 0 0,7 9-1 0 0,1-3-10 0 0,-4-8 0 0 0,-1-1 0 0 0,0 1 0 0 0,1-1 0 0 0,-1-1 0 0 0,1 1 0 0 0,0-1 0 0 0,0 0 0 0 0,0 0 0 0 0,0 0 0 0 0,0-1 0 0 0,1 0 0 0 0,-1 0 0 0 0,0-1 0 0 0,10 0 0 0 0,-6-1 0 0 0,-7 1 0 0 0,0 0 0 0 0,1-1 0 0 0,-1 1 0 0 0,0-1 0 0 0,0 0 0 0 0,0 0 0 0 0,0 0 0 0 0,0 0 0 0 0,0 0 0 0 0,0 0 0 0 0,0-1 0 0 0,0 0 0 0 0,-1 1 0 0 0,1-1 0 0 0,0 0 0 0 0,-1 0 0 0 0,3-3 0 0 0,0-1 4 0 0,-1 2 8 0 0,0 0 1 0 0,-1 0-1 0 0,0 0 1 0 0,1 0-1 0 0,-2 0 0 0 0,1-1 1 0 0,0 1-1 0 0,-1-1 1 0 0,2-6-1 0 0,4-16 794 0 0,6-54-1 0 0,-13 72-560 0 0,-1-1 0 0 0,1 0 0 0 0,-2 0 0 0 0,1 1 0 0 0,-1-1 0 0 0,-1 0 0 0 0,0 1 0 0 0,0 0 0 0 0,-6-13 0 0 0,8 22-224 0 0,0-1-1 0 0,0 1 0 0 0,0 0 1 0 0,0 0-1 0 0,0 0 1 0 0,0 0-1 0 0,0-1 0 0 0,0 1 1 0 0,0 0-1 0 0,0 0 0 0 0,-1 0 1 0 0,1 0-1 0 0,0 0 0 0 0,0-1 1 0 0,0 1-1 0 0,0 0 1 0 0,0 0-1 0 0,-1 0 0 0 0,1 0 1 0 0,0 0-1 0 0,0 0 0 0 0,0 0 1 0 0,0 0-1 0 0,-1 0 0 0 0,1 0 1 0 0,0 0-1 0 0,0 0 1 0 0,0 0-1 0 0,0 0 0 0 0,-1 0 1 0 0,1 0-1 0 0,0 0 0 0 0,0 0 1 0 0,0 0-1 0 0,0 0 0 0 0,-1 0 1 0 0,1 0-1 0 0,0 0 0 0 0,0 0 1 0 0,0 0-1 0 0,0 0 1 0 0,-1 0-1 0 0,1 0 0 0 0,0 0 1 0 0,0 0-1 0 0,0 0 0 0 0,0 1 1 0 0,-1-1-1 0 0,-8 11 225 0 0,-5 17-285 0 0,10-14 40 0 0,1 1 0 0 0,1-1 0 0 0,0 1 0 0 0,1 0 0 0 0,1 0 0 0 0,1 19 0 0 0,0-23 12 0 0,0 0 0 0 0,1 0 0 0 0,1 0 0 0 0,3 14 0 0 0,-4-22-58 0 0,-1 1-1 0 0,0 0 1 0 0,1-1-1 0 0,0 1 1 0 0,0-1-1 0 0,0 1 1 0 0,0-1-1 0 0,0 0 1 0 0,1 0-1 0 0,-1 0 1 0 0,1 0-1 0 0,0 0 1 0 0,0 0-1 0 0,0-1 1 0 0,4 3-1 0 0,-3-3-506 0 0,1 0 0 0 0,-1-1-1 0 0,1 1 1 0 0,-1-1 0 0 0,1 0 0 0 0,0 0 0 0 0,-1 0-1 0 0,1-1 1 0 0,0 1 0 0 0,0-1 0 0 0,9-1-1 0 0,6-3-1523 0 0</inkml:trace>
</inkml:ink>
</file>

<file path=ppt/ink/ink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49.011"/>
    </inkml:context>
    <inkml:brush xml:id="br0">
      <inkml:brushProperty name="width" value="0.05" units="cm"/>
      <inkml:brushProperty name="height" value="0.05" units="cm"/>
      <inkml:brushProperty name="color" value="#004F8B"/>
    </inkml:brush>
  </inkml:definitions>
  <inkml:trace contextRef="#ctx0" brushRef="#br0">217 80 2303 0 0,'0'-9'203'0'0,"-4"-14"-331"0"0,3 20 1237 0 0,0 0 0 0 0,0-1 0 0 0,-1 1 0 0 0,1 0-1 0 0,-1 0 1 0 0,0 0 0 0 0,0 1 0 0 0,-4-5 0 0 0,4 5-394 0 0,0 0-1 0 0,1 1 1 0 0,-1 0 0 0 0,0-1 0 0 0,0 1-1 0 0,0 0 1 0 0,0 0 0 0 0,0 0 0 0 0,0 0 0 0 0,0 0 0 0 0,0 1-1 0 0,-1-1 1 0 0,1 1 0 0 0,-2-1 0 0 0,1 1-596 0 0,1 0 0 0 0,-1 0 1 0 0,1 0-1 0 0,-1 0 0 0 0,1 1 0 0 0,0-1 1 0 0,-1 1-1 0 0,1-1 0 0 0,-4 3 0 0 0,-4 1 175 0 0,0 1 0 0 0,1 0 0 0 0,-1 1-1 0 0,1 0 1 0 0,0 1 0 0 0,0 0-1 0 0,-12 12 1 0 0,17-14-280 0 0,-1 0 1 0 0,1 1-1 0 0,0 0 1 0 0,0 0-1 0 0,0 0 0 0 0,1 1 1 0 0,0-1-1 0 0,0 1 0 0 0,1 0 1 0 0,0-1-1 0 0,0 1 0 0 0,0 0 1 0 0,0 8-1 0 0,0 2-14 0 0,1-1 1 0 0,1 0-1 0 0,3 33 0 0 0,-3-44-1 0 0,2 1 0 0 0,-1-1 0 0 0,0 0 0 0 0,1 0 0 0 0,0 0 0 0 0,0 1 0 0 0,1-2 0 0 0,0 1 0 0 0,-1 0 0 0 0,1 0 0 0 0,1-1 0 0 0,-1 0 0 0 0,1 0 0 0 0,0 0 0 0 0,6 6 0 0 0,-4-6-82 0 0,-1 0-1 0 0,1 0 0 0 0,0 0 0 0 0,0-1 0 0 0,1 0 1 0 0,-1 0-1 0 0,1 0 0 0 0,-1-1 0 0 0,1 0 0 0 0,0-1 1 0 0,0 1-1 0 0,0-1 0 0 0,0 0 0 0 0,0-1 1 0 0,0 0-1 0 0,0 0 0 0 0,0 0 0 0 0,0-1 0 0 0,0 0 1 0 0,0-1-1 0 0,0 1 0 0 0,0-1 0 0 0,-1-1 0 0 0,1 1 1 0 0,9-6-1 0 0,-7 2-637 0 0,-1 1 0 0 0,0-1 0 0 0,0-1 1 0 0,-1 0-1 0 0,1 0 0 0 0,-2 0 0 0 0,1-1 0 0 0,-1 0 1 0 0,7-11-1 0 0,9-16-1550 0 0</inkml:trace>
</inkml:ink>
</file>

<file path=ppt/ink/ink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49.346"/>
    </inkml:context>
    <inkml:brush xml:id="br0">
      <inkml:brushProperty name="width" value="0.05" units="cm"/>
      <inkml:brushProperty name="height" value="0.05" units="cm"/>
      <inkml:brushProperty name="color" value="#004F8B"/>
    </inkml:brush>
  </inkml:definitions>
  <inkml:trace contextRef="#ctx0" brushRef="#br0">34 53 14623 0 0,'-3'-10'1120'0'0,"1"0"-791"0"0,-8-22 4012 0 0,8 59-2587 0 0,-1 22-821 0 0,3 62 1 0 0,1-40-425 0 0,-8 147 365 0 0,0-1-180 0 0,7-206-592 0 0,0-1 0 0 0,1 1 1 0 0,3 16-1 0 0,-3-24-88 0 0,0 0 1 0 0,-1 0 0 0 0,2 0-1 0 0,-1 0 1 0 0,0-1 0 0 0,0 1-1 0 0,1 0 1 0 0,-1-1-1 0 0,1 1 1 0 0,0-1 0 0 0,0 1-1 0 0,0-1 1 0 0,0 0 0 0 0,0 0-1 0 0,1 0 1 0 0,3 2-1 0 0,-5-3-81 0 0,0-1 0 0 0,1 0 0 0 0,-1 1-1 0 0,1-1 1 0 0,-1 0 0 0 0,1 0 0 0 0,-1 0-1 0 0,1 0 1 0 0,-1 0 0 0 0,1 0-1 0 0,-1-1 1 0 0,1 1 0 0 0,-1 0 0 0 0,1-1-1 0 0,-1 1 1 0 0,2-2 0 0 0,2 1-571 0 0,11-3-1222 0 0</inkml:trace>
</inkml:ink>
</file>

<file path=ppt/ink/ink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3:49.712"/>
    </inkml:context>
    <inkml:brush xml:id="br0">
      <inkml:brushProperty name="width" value="0.05" units="cm"/>
      <inkml:brushProperty name="height" value="0.05" units="cm"/>
      <inkml:brushProperty name="color" value="#004F8B"/>
    </inkml:brush>
  </inkml:definitions>
  <inkml:trace contextRef="#ctx0" brushRef="#br0">212 17 11863 0 0,'0'0'540'0'0,"-2"-1"-5"0"0,0-1-419 0 0,-1 0 0 0 0,1 0 1 0 0,-1 1-1 0 0,0 0 0 0 0,1-1 0 0 0,-1 1 1 0 0,0 0-1 0 0,0 0 0 0 0,0 0 0 0 0,0 1 1 0 0,0-1-1 0 0,0 1 0 0 0,0-1 0 0 0,0 1 1 0 0,0 0-1 0 0,-4 1 0 0 0,3 0 206 0 0,-1 0 1 0 0,0 0-1 0 0,1 0 0 0 0,-1 1 0 0 0,1 0 1 0 0,0 0-1 0 0,0 0 0 0 0,0 0 1 0 0,-7 5-1 0 0,1 2 73 0 0,-1 1-1 0 0,1 0 1 0 0,1 0 0 0 0,0 1 0 0 0,0 0 0 0 0,-8 15 0 0 0,12-18-353 0 0,1 0 1 0 0,0 0 0 0 0,0 0-1 0 0,1 1 1 0 0,0 0 0 0 0,1 0-1 0 0,0-1 1 0 0,0 2-1 0 0,-1 11 1 0 0,3-14-53 0 0,0-1 0 0 0,0 1 0 0 0,1-1 1 0 0,-1 1-1 0 0,1 0 0 0 0,1-1 0 0 0,-1 0 0 0 0,1 1 0 0 0,1-1 0 0 0,-1 0 0 0 0,1 0 0 0 0,0 0 0 0 0,6 9 1 0 0,3 0-17 0 0,-7-13 4 0 0,-1-1 16 0 0,1 1 30 0 0,-1 0 1 0 0,1 0-1 0 0,0-1 0 0 0,0 1 0 0 0,-1-1 1 0 0,1-1-1 0 0,0 1 0 0 0,0-1 0 0 0,0 1 1 0 0,0-1-1 0 0,0-1 0 0 0,0 1 0 0 0,0-1 1 0 0,0 0-1 0 0,10-3 0 0 0,-7 0 95 0 0,-5 3-56 0 0,0 0 0 0 0,0-1-1 0 0,0 0 1 0 0,0 1 0 0 0,0-1 0 0 0,0 0-1 0 0,-1 0 1 0 0,1 0 0 0 0,-1-1 0 0 0,1 1-1 0 0,-1-1 1 0 0,0 1 0 0 0,3-5-1 0 0,7-16 577 0 0,0-2-1 0 0,-1 1 1 0 0,11-40-1 0 0,10-79 1895 0 0,-32 141-1146 0 0,1 36-1156 0 0,9 67 0 0 0,-7-83-219 0 0,1-1 0 0 0,1 1 0 0 0,0-1 0 0 0,1 0 0 0 0,13 23 0 0 0,-15-33-12 0 0,1 1 0 0 0,-1-1-1 0 0,2-1 1 0 0,-1 1 0 0 0,1-1-1 0 0,0 0 1 0 0,0 0 0 0 0,1-1 0 0 0,9 7-1 0 0,-5-5-56 0 0,0-1 0 0 0,1 0-1 0 0,0-1 1 0 0,0 0 0 0 0,17 3 0 0 0,-14-3-245 0 0,-2-1-2016 0 0,-5-2-3771 0 0</inkml:trace>
</inkml:ink>
</file>

<file path=ppt/ink/ink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39"/>
    </inkml:context>
    <inkml:brush xml:id="br0">
      <inkml:brushProperty name="width" value="0.05" units="cm"/>
      <inkml:brushProperty name="height" value="0.05" units="cm"/>
      <inkml:brushProperty name="color" value="#004F8B"/>
    </inkml:brush>
  </inkml:definitions>
  <inkml:trace contextRef="#ctx0" brushRef="#br0">1 835 1839 0 0,'0'-1'134'0'0,"2"-5"-26"0"0,-1 3 45 0 0,1-1 1 0 0,-2 1-1 0 0,1-1 0 0 0,0 1 1 0 0,0-1-1 0 0,-1 1 0 0 0,0-8 5266 0 0,1 10-4790 0 0,32-52 3419 0 0,-32 52-3377 0 0,6-9 627 0 0,2-3-640 0 0,-2 3-296 0 0,-1-1 0 0 0,1 0 0 0 0,4-12 0 0 0,-9 20-193 0 0,0 0 0 0 0,0 0 0 0 0,0 1 0 0 0,0-1 0 0 0,0 1 0 0 0,0-1 0 0 0,1 1 0 0 0,-1 0 0 0 0,6-3 0 0 0,7-8-90 0 0,-8 6-229 0 0,-1 1 118 0 0,0 0 0 0 0,0 0 0 0 0,-1-1 0 0 0,0 0 0 0 0,5-8 1 0 0,12-13 676 0 0,-7 11-301 0 0,-6 6-203 0 0,1 1 0 0 0,0 0 1 0 0,0 1-1 0 0,1 0 0 0 0,0 0 1 0 0,13-6-1 0 0,4-5 23 0 0,-10 8 7 0 0,1 1 0 0 0,32-14 0 0 0,-38 20-108 0 0,11-10 80 0 0,-19 12-107 0 0,0-1 0 0 0,1 1 1 0 0,7-3-1 0 0,19-9 86 0 0,-23 11-79 0 0,-1 0 1 0 0,1 0 0 0 0,15-3-1 0 0,-20 6-32 0 0,-1 0 0 0 0,0 1 0 0 0,0-1 0 0 0,0 0 0 0 0,0 0 0 0 0,0-1 0 0 0,0 1 1 0 0,0 0-1 0 0,0-1 0 0 0,0 0 0 0 0,0 0 0 0 0,-1 0 0 0 0,5-4 0 0 0,2-1 8 0 0,0 0 0 0 0,0 1 0 0 0,0 1-1 0 0,0-1 1 0 0,1 1 0 0 0,0 1 0 0 0,0 0 0 0 0,1 0 0 0 0,-1 1 0 0 0,19-3 0 0 0,-21 4 64 0 0,-1 0 1 0 0,0 0 0 0 0,0-1-1 0 0,7-5 1 0 0,7-1 207 0 0,6-6-56 0 0,-24 12-242 0 0,1 1 1 0 0,-1-1 0 0 0,1 1 0 0 0,0 1 0 0 0,0-1-1 0 0,0 0 1 0 0,0 1 0 0 0,5-1 0 0 0,-3 0 8 0 0,0 0 1 0 0,0 0-1 0 0,-1 0 0 0 0,1-1 1 0 0,10-5-1 0 0,16-8 146 0 0,28-3 130 0 0,95-18-1 0 0,-131 30-38 0 0,-19 6-126 0 0,-1-1-1 0 0,0 1 0 0 0,1 0 0 0 0,-1 0 1 0 0,0 1-1 0 0,1-1 0 0 0,7 1 0 0 0,-7 0 62 0 0,1-1-1 0 0,-1 1 0 0 0,0-1 0 0 0,1 0 0 0 0,-1-1 0 0 0,9-2 0 0 0,22-5 422 0 0,-7 5-768 0 0,-4 0-356 0 0,30 1-1 0 0,-46 2 433 0 0,1 0 0 0 0,0-1-1 0 0,-1 1 1 0 0,11-5 0 0 0,-12 4 113 0 0,1 0 1 0 0,-1 0-1 0 0,1 0 0 0 0,-1 1 1 0 0,15 0-1 0 0,1 1 31 0 0,-18 0-25 0 0,0 0 1 0 0,0 0-1 0 0,1 1 0 0 0,5 0 1 0 0,-5 0-8 0 0,-1-1-1 0 0,1 1 1 0 0,0-2 0 0 0,-1 1 0 0 0,1-1 0 0 0,-1 0 0 0 0,8-2 0 0 0,17-2 23 0 0,45 4 111 0 0,-51 2-31 0 0,41-4-1 0 0,16 1 179 0 0,-72 1-464 0 0,-1 0 0 0 0,0 1 0 0 0,1 0 0 0 0,-1 0 0 0 0,0 1 0 0 0,12 2 0 0 0,-10-1 284 0 0,1-1 0 0 0,16 0 0 0 0,-16-2 184 0 0,1 2 0 0 0,13 2 0 0 0,27 6-670 0 0,-17-4 325 0 0,54 17 0 0 0,-87-21-98 0 0,0-1-1 0 0,0 1 1 0 0,-1-1 0 0 0,1 0-1 0 0,0 1 1 0 0,5-2-1 0 0,6 2 64 0 0,-3 0 66 0 0,-6 0 14 0 0,0 0 0 0 0,1 0-1 0 0,-1 1 1 0 0,0-1 0 0 0,0 1-1 0 0,5 3 1 0 0,-7-4-2 0 0,7 4 69 0 0,0-1 1 0 0,1-1 0 0 0,0 0-1 0 0,20 4 1 0 0,-29-7-28 0 0,-1 0-1 0 0,1 1 0 0 0,0-1 1 0 0,-1 1-1 0 0,1 0 1 0 0,-1-1-1 0 0,1 1 1 0 0,-1 0-1 0 0,1 0 1 0 0,-1 0-1 0 0,1 0 0 0 0,1 2 1 0 0,3 1 160 0 0,15 9 382 0 0,-18-11-564 0 0,1 1 1 0 0,-1-1-1 0 0,1 0 0 0 0,0 0 0 0 0,0 0 0 0 0,0 0 0 0 0,0-1 0 0 0,0 0 0 0 0,0 0 0 0 0,0 0 1 0 0,0 0-1 0 0,6 0 0 0 0,-7-1 10 0 0,-1 0 1 0 0,1 1-1 0 0,0-1 1 0 0,0 1-1 0 0,-1-1 1 0 0,1 1-1 0 0,-1 0 1 0 0,1 0-1 0 0,-1 0 1 0 0,1 0 0 0 0,-1 0-1 0 0,4 3 1 0 0,-1-1-40 0 0,1 1 0 0 0,0-2 0 0 0,0 1 0 0 0,0-1 0 0 0,0 1 0 0 0,10 1 0 0 0,12 0-290 0 0,-22-3 344 0 0,0 0 0 0 0,1 0 0 0 0,-1 0 0 0 0,0 1 0 0 0,0-1 0 0 0,0 2 0 0 0,0-1 0 0 0,-1 1 0 0 0,10 5-1 0 0,-12-5-74 0 0,0 0 4 0 0,14 7 15 0 0,43 14 148 0 0,-58-23-7 0 0,2 0-111 0 0,1 0 0 0 0,0 0-1 0 0,-1 0 1 0 0,1 1 0 0 0,-1 0 0 0 0,8 4 0 0 0,3 0-14 0 0,23 13 64 0 0,-29-14-50 0 0,-1-1-1 0 0,13 5 1 0 0,-10-6-6 0 0,-9-3-11 0 0,0 1 1 0 0,1-1 0 0 0,-1 1-1 0 0,0 0 1 0 0,0 0-1 0 0,0-1 1 0 0,0 1 0 0 0,0 1-1 0 0,0-1 1 0 0,0 0-1 0 0,0 0 1 0 0,0 1 0 0 0,-1-1-1 0 0,1 1 1 0 0,0 0 0 0 0,-1-1-1 0 0,3 4 1 0 0,-3-3 3 0 0,1 0 0 0 0,1-1 0 0 0,-1 1 0 0 0,0 0 0 0 0,0-1 1 0 0,1 0-1 0 0,-1 1 0 0 0,0-1 0 0 0,1 0 0 0 0,0 0 0 0 0,2 0 1 0 0,2 1-2 0 0,-1 0-3 0 0,17 9 0 0 0,20 10 16 0 0,-31-16-6 0 0,0 1-1 0 0,0 0 1 0 0,0 1 0 0 0,21 16-1 0 0,-30-20-9 0 0,1 0 0 0 0,-1 0 0 0 0,1 0 0 0 0,0 0 0 0 0,6 2 0 0 0,22 12 0 0 0,-24-12 0 0 0,-3-3 0 0 0,-1 1 0 0 0,0-1 0 0 0,0 1 0 0 0,0 0 0 0 0,4 4 0 0 0,5 1 0 0 0,12 5 0 0 0,-20-10 0 0 0,-1-1-1 0 0,0 1 1 0 0,0 0-1 0 0,0 1 1 0 0,5 5-1 0 0,-3-2 5 0 0,1-1-1 0 0,0 0 0 0 0,12 8 1 0 0,-12-9 28 0 0,-2-2-28 0 0,0 0 0 0 0,0 0 0 0 0,-1 1 0 0 0,1-1 0 0 0,-1 1 0 0 0,0 0 0 0 0,4 6 0 0 0,-7-9-112 0 0,0 1-1 0 0,0 0 1 0 0,0-1 0 0 0,0 1 0 0 0,0-1 0 0 0,0 0-1 0 0,1 1 1 0 0,-1-1 0 0 0,0 0 0 0 0,1 0 0 0 0,-1 0 0 0 0,1 0-1 0 0,-1 0 1 0 0,1 0 0 0 0,0 0 0 0 0,-1 0 0 0 0,4 0-1 0 0,3 2-659 0 0,50 33 3503 0 0,-50-31-2696 0 0,10 6-4 0 0,-15-9-29 0 0,11 10 63 0 0,38 29 0 0 0,-33-20 146 0 0,-6-5-206 0 0,53 43-241 0 0,-61-55 232 0 0,0 0 0 0 0,0 1 0 0 0,-1 0 0 0 0,6 6 0 0 0,11 14 0 0 0,-4-9 0 0 0,-10-10 0 0 0,1 1 0 0 0,9 11 0 0 0,7 6 27 0 0,18 16 10 0 0,-23-13 16 0 0,-12-17-35 0 0,1-1-1 0 0,0 0 1 0 0,14 11-1 0 0,31 33-4 0 0,-37-36-13 0 0,-8-9 0 0 0,0 0 0 0 0,-1 0 0 0 0,0 1 0 0 0,7 12 0 0 0,-11-17 0 0 0,-1-1 0 0 0,2 1 0 0 0,-1-1 0 0 0,0 0 0 0 0,0 0 0 0 0,1 0 0 0 0,6 3 0 0 0,-6-3 0 0 0,0 0 0 0 0,0 0 0 0 0,-1 0 0 0 0,1 0 0 0 0,-1 0 0 0 0,1 1 0 0 0,4 6 0 0 0,-3-1 0 0 0,-1-3 0 0 0,1 1 0 0 0,0-1 0 0 0,8 9 0 0 0,7 15-173 0 0,-7-9 26 0 0,-8-12 207 0 0,0 0 0 0 0,7 17-1 0 0,-8-16-42 0 0,1-1 0 0 0,-1 0 0 0 0,9 12 0 0 0,15 13-175 0 0,-3-3 93 0 0,-15-17 80 0 0,-1 0 1 0 0,14 29-1 0 0,-9-15 162 0 0,-7-14-206 0 0,0 1-1 0 0,-1-1 1 0 0,7 27 0 0 0,-11-31-55 0 0,1 0 0 0 0,1-1 0 0 0,7 16-1 0 0,10 26 636 0 0,-9-22-540 0 0,-8-21 1 0 0,-1 1 0 0 0,0-1 1 0 0,3 15-1 0 0,-2-7-109 0 0,21 79-215 0 0,1 18 573 0 0,-9-43-1874 0 0,-10-29 470 0 0,-1-5 3570 0 0,3 27-6178 0 0,-4 32 6863 0 0,-2-31-2249 0 0,0-39-937 0 0,-2-17 59 0 0,0 0 0 0 0,0 16 0 0 0,-1-8 24 0 0,3 26 1 0 0,0-1-33 0 0,-5 2-109 0 0,1-23 250 0 0,-1 0 0 0 0,-6 23 1 0 0,5-23-7 0 0,0 0 1 0 0,-1 24 0 0 0,4-38-131 0 0,-2 16-18 0 0,0-11 37 0 0,0 4 1 0 0,-1 0 0 0 0,-1-1 0 0 0,0 0 0 0 0,-1 1 1 0 0,-1-2-1 0 0,-11 22 0 0 0,11-22 4 0 0,0-1 1 0 0,1 1-1 0 0,-4 18 1 0 0,6-24-8 0 0,-7 36 1 0 0,-5 13 0 0 0,-16 12 64 0 0,29-62-63 0 0,-1 1-1 0 0,0-1 1 0 0,-1-1 0 0 0,0 1 0 0 0,0 0-1 0 0,-7 7 1 0 0,7-8 5 0 0,0 1 4 0 0,-1 0 1 0 0,1 1 0 0 0,1 0-1 0 0,-6 13 1 0 0,-1 1-11 0 0,-6 15-36 0 0,12-25-45 0 0,-1 0 1 0 0,-11 17 0 0 0,1-6 341 0 0,13-21-261 0 0,1 0 0 0 0,0 0 0 0 0,0 0 0 0 0,0 0 0 0 0,0 1 0 0 0,0-1 0 0 0,0 0 0 0 0,1 1 0 0 0,-1-1 0 0 0,0 1 0 0 0,0 1 0 0 0,0-1 0 0 0,1 0 0 0 0,-1-1 0 0 0,0 1 0 0 0,0 0 0 0 0,0-1 0 0 0,0 1 0 0 0,0-1 0 0 0,0 1 0 0 0,0-1 0 0 0,-1 0 0 0 0,0 2 0 0 0,-10 14 37 0 0,-8 9-10 0 0,12-15-27 0 0,-7 29 0 0 0,4-21-22 0 0,5-10 18 0 0,1-1 0 0 0,-7 15-1 0 0,-2 0 17 0 0,0-7-13 0 0,11-9 4 0 0,2-5 1 0 0,0-1 0 0 0,0 1-1 0 0,-1 0 1 0 0,1 0-1 0 0,0-1 1 0 0,-1 1-1 0 0,1-1 1 0 0,-1 1 0 0 0,1-1-1 0 0,-1 1 1 0 0,0-1-1 0 0,0 0 1 0 0,1 0-1 0 0,-1 0 1 0 0,0 0 0 0 0,-3 1-1 0 0,1-1-3 0 0,-13 13 0 0 0,13-11 0 0 0,2-2 0 0 0,1 1 0 0 0,-1-1 0 0 0,0 1 0 0 0,1-1 0 0 0,0 1 0 0 0,-1-1 0 0 0,1 1 0 0 0,0 0 0 0 0,-2 3 0 0 0,-30 40 0 0 0,16-27 45 0 0,6-13-27 0 0,5-3-17 0 0,-10 5 21 0 0,0 1 89 0 0,0-1-1 0 0,0-1 1 0 0,0 0-1 0 0,-1-1 1 0 0,-21 3-1 0 0,-3-2-35 0 0,-35 11-75 0 0,68-15 0 0 0,4-1 0 0 0,0 0 0 0 0,0-1 0 0 0,0 0 0 0 0,0 1 0 0 0,1-1 0 0 0,-6-1 0 0 0,-110 1 277 0 0,94 2-237 0 0,24-1-55 0 0,-7-1 84 0 0,1 1 0 0 0,-1-1 1 0 0,0 0-1 0 0,0 0 0 0 0,0-1 0 0 0,-9-2 1 0 0,-5-1-1 0 0,15 1-16 0 0,-9 0-95 0 0,12 5 331 0 0,-1 0-3893 0 0</inkml:trace>
</inkml:ink>
</file>

<file path=ppt/ink/ink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40"/>
    </inkml:context>
    <inkml:brush xml:id="br0">
      <inkml:brushProperty name="width" value="0.05" units="cm"/>
      <inkml:brushProperty name="height" value="0.05" units="cm"/>
      <inkml:brushProperty name="color" value="#004F8B"/>
    </inkml:brush>
  </inkml:definitions>
  <inkml:trace contextRef="#ctx0" brushRef="#br0">37 26 9991 0 0,'0'0'1946'0'0,"-8"-9"1026"0"0,0-1 736 0 0,2 3 2258 0 0,5 9-5928 0 0,-1 1 0 0 0,1-1 0 0 0,-1 1 0 0 0,1-1 0 0 0,0 1 0 0 0,0 0 0 0 0,0-1 0 0 0,0 1 0 0 0,1 0 0 0 0,-1-1 0 0 0,1 1 0 0 0,-1 5 0 0 0,2 40 172 0 0,4 97 90 0 0,-6-27-163 0 0,4-46 37 0 0,-3-36 94 0 0,0-19-63 0 0,-3 24-1 0 0,3-22 124 0 0,2-15-49 0 0,0-14-283 0 0,-2 3-571 0 0,0-1 1 0 0,0 1 0 0 0,-1-1 0 0 0,-2-13-1 0 0,-2-6-3690 0 0,3 11 2375 0 0</inkml:trace>
</inkml:ink>
</file>

<file path=ppt/ink/ink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41"/>
    </inkml:context>
    <inkml:brush xml:id="br0">
      <inkml:brushProperty name="width" value="0.05" units="cm"/>
      <inkml:brushProperty name="height" value="0.05" units="cm"/>
      <inkml:brushProperty name="color" value="#004F8B"/>
    </inkml:brush>
  </inkml:definitions>
  <inkml:trace contextRef="#ctx0" brushRef="#br0">361 54 8607 0 0,'0'0'396'0'0,"1"-3"-12"0"0,6-9-244 0 0,1 0 2806 0 0,-4 10-1498 0 0,-4 2-1391 0 0,0 0 1 0 0,1 0-1 0 0,-1 0 1 0 0,1 0-1 0 0,-1 0 1 0 0,1-1-1 0 0,-1 1 1 0 0,0 0-1 0 0,1 0 0 0 0,-1 0 1 0 0,1 0-1 0 0,-1-1 1 0 0,0 1-1 0 0,1 0 1 0 0,-1 0-1 0 0,0-1 1 0 0,1 1-1 0 0,-1 0 0 0 0,0-1 1 0 0,14-20 7144 0 0,-16 22-7046 0 0,-27 17 265 0 0,20-12-245 0 0,0 0 0 0 0,-17 13-1 0 0,14-8-41 0 0,3-4 35 0 0,0 2 0 0 0,-10 11-1 0 0,-5 8 420 0 0,-43 37-1 0 0,24-24-91 0 0,39-38-443 0 0,0 0-1 0 0,-1 0 1 0 0,1-1-1 0 0,-1 1 0 0 0,-5 1 1 0 0,-12 7 192 0 0,19-9-181 0 0,-14 5 36 0 0,14-5-83 0 0,-10 10 102 0 0,10-9-71 0 0,-7 12-7 0 0,7-11-28 0 0,-10 8 33 0 0,9-9 34 0 0,-4 3 16 0 0,6-5 517 0 0,1 1-557 0 0,-4 5-45 0 0,1 5-11 0 0,4-10 0 0 0,0-1 0 0 0,0 1 0 0 0,0-1 0 0 0,1 0 0 0 0,-1 1 0 0 0,1-1 0 0 0,-1 0 0 0 0,1 0 0 0 0,1 3 0 0 0,19 23 0 0 0,-12-15 0 0 0,-7-8 0 0 0,1 0 0 0 0,-1-1 0 0 0,1 0 0 0 0,0 1 0 0 0,0-1 0 0 0,1 0 0 0 0,3 3 0 0 0,3 1 0 0 0,16 16 0 0 0,-7-7 0 0 0,-16-11 0 0 0,-1 1 0 0 0,8 10 0 0 0,-6-8 0 0 0,1-1 0 0 0,0 1 0 0 0,1-1 0 0 0,11 13 0 0 0,-3-8 0 0 0,-9-9 7 0 0,-1 0 0 0 0,1 0-1 0 0,-1 1 1 0 0,8 8 0 0 0,14 10 23 0 0,-18-16-32 0 0,-4-4 4 0 0,-1 1 0 0 0,1-1 0 0 0,-1 1-1 0 0,0 0 1 0 0,0 0 0 0 0,5 6 0 0 0,24 24 62 0 0,-31-31 193 0 0,20 3 248 0 0,-23-34-494 0 0,1 24-11 0 0,2-22 0 0 0,0 20 0 0 0,-3-29 0 0 0,-4-17 0 0 0,5 27 0 0 0,0 19 0 0 0,-11-39 0 0 0,9 34 0 0 0,-2-7 0 0 0,-3-32 0 0 0,7 43 0 0 0,0 5 0 0 0,1-1 0 0 0,0 1 0 0 0,0-1 0 0 0,0 1 0 0 0,1-1 0 0 0,-1 1 0 0 0,1 0 0 0 0,1-6 0 0 0,3-14 0 0 0,0-1 0 0 0,2-29 0 0 0,-6 47 0 0 0,1-14 21 0 0,-2 17 11 0 0,-12-29-16 0 0,12 31-18 0 0,0 1 0 0 0,0-1 0 0 0,0 1 0 0 0,0-1 0 0 0,-1 1 0 0 0,1 0 0 0 0,0-1-1 0 0,0 1 1 0 0,-1-1 0 0 0,1 1 0 0 0,0-1 0 0 0,-1 1 0 0 0,1 0 0 0 0,0-1 0 0 0,-1 1 0 0 0,1 0 0 0 0,0-1 0 0 0,-1 1 0 0 0,1 0-1 0 0,-1-1 1 0 0,1 1 0 0 0,-1 0 0 0 0,1 0 0 0 0,-1 0 0 0 0,1-1 0 0 0,-1 1 0 0 0,0 0 0 0 0,-5 3 1 0 0,1 0 0 0 0,-1 0 0 0 0,1 0 0 0 0,0 1 0 0 0,0 0 0 0 0,0 0 0 0 0,0 0 0 0 0,1 0 0 0 0,-1 1 0 0 0,-4 7 0 0 0,-28 28 1 0 0,32-35 0 0 0,1-1 0 0 0,-37 21 0 0 0,28-17 0 0 0,2-1-11 0 0,17-11-7 0 0,-1 0 0 0 0,1-1 0 0 0,-1 0-1 0 0,0 1 1 0 0,0-2 0 0 0,6-8-1 0 0,18-22-25 0 0,-14 19 35 0 0,-13 14 9 0 0,0 0 0 0 0,0 0 1 0 0,1 0-1 0 0,-1 0 0 0 0,1 0 0 0 0,0 1 0 0 0,0-1 0 0 0,3-1 1 0 0,11-8-14 0 0,-17 12 13 0 0,0 0-1 0 0,0 0 1 0 0,0 0-1 0 0,1 0 0 0 0,-1 0 1 0 0,0 0-1 0 0,0 0 0 0 0,0 0 1 0 0,0 0-1 0 0,0 0 1 0 0,0 0-1 0 0,0 0 0 0 0,0 0 1 0 0,0 0-1 0 0,0 0 0 0 0,0 0 1 0 0,0 0-1 0 0,0 0 1 0 0,0 0-1 0 0,1 0 0 0 0,-1 0 1 0 0,0 0-1 0 0,0 0 1 0 0,0 0-1 0 0,0 0 0 0 0,0 0 1 0 0,0 0-1 0 0,0 0 0 0 0,0 0 1 0 0,0 0-1 0 0,0 0 1 0 0,0 0-1 0 0,0 0 0 0 0,0 0 1 0 0,0 0-1 0 0,1 0 0 0 0,-1 0 1 0 0,0 0-1 0 0,0 1 1 0 0,0-1-1 0 0,0 0 0 0 0,0 0 1 0 0,0 0-1 0 0,0 0 1 0 0,0 0-1 0 0,0 0 0 0 0,0 0 1 0 0,0 0-1 0 0,0 0 0 0 0,0 0 1 0 0,0 0-1 0 0,0 0 1 0 0,0 0-1 0 0,0 0 0 0 0,0 1 1 0 0,0-1-1 0 0,0 0 0 0 0,0 0 1 0 0,0 0-1 0 0,0 0 1 0 0,0 0-1 0 0,0 0 0 0 0,0 0 1 0 0,0 0-1 0 0,0 0 1 0 0,0 0-1 0 0,0 0 0 0 0,0 0 1 0 0,1 5 1 0 0,1 0 1 0 0,-1 0-1 0 0,0 0 1 0 0,0 0-1 0 0,0 0 1 0 0,-1 5-1 0 0,0-8 5 0 0,0 1-1 0 0,-1 0 0 0 0,1-1 1 0 0,-1 1-1 0 0,1-1 0 0 0,-3 5 0 0 0,-1 2 1 0 0,3-6-1 0 0,1 0 1 0 0,-2 0-1 0 0,1-1 1 0 0,0 1-1 0 0,0 0 0 0 0,-1-1 1 0 0,-3 4-1 0 0,-15 24 16 0 0,15-21-21 0 0,-22 26 0 0 0,7-10 0 0 0,11-12 0 0 0,3 3 0 0 0,4-1-11 0 0,5-16 4 0 0,-1 0-1 0 0,0 0 1 0 0,0 0-1 0 0,1 0 0 0 0,-1 0 1 0 0,4-4-1 0 0,-3 3 8 0 0,11-11 0 0 0,-5 1 67 0 0,-9 12-67 0 0,0 0 0 0 0,1 0 1 0 0,-1 0-1 0 0,0-1 0 0 0,0 1 1 0 0,0 0-1 0 0,0 0 0 0 0,0 0 1 0 0,0 0-1 0 0,0 0 0 0 0,0 0 1 0 0,0-1-1 0 0,0 1 0 0 0,0 0 1 0 0,1 0-1 0 0,-1 0 0 0 0,0 0 1 0 0,0 0-1 0 0,0 0 0 0 0,0 0 1 0 0,0 0-1 0 0,0 0 0 0 0,1 0 1 0 0,-1 0-1 0 0,0 0 0 0 0,0-1 1 0 0,0 1-1 0 0,0 0 0 0 0,0 0 1 0 0,1 0-1 0 0,-1 0 0 0 0,0 0 1 0 0,0 0-1 0 0,0 0 0 0 0,0 0 1 0 0,0 1-1 0 0,1-1 0 0 0,-1 0 1 0 0,0 0-1 0 0,3 6 3 0 0,-1 10-6 0 0,-2-15 3 0 0,-1 14 0 0 0,-5 19 0 0 0,5-16 0 0 0,2-4-11 0 0,-1-14 11 0 0,0 0-1 0 0,0 0 0 0 0,0 0 1 0 0,0 0-1 0 0,0 0 0 0 0,0 0 1 0 0,0 0-1 0 0,0 0 0 0 0,0 0 1 0 0,0 0-1 0 0,0 0 0 0 0,0 0 0 0 0,1 0 1 0 0,-1 0-1 0 0,0 0 0 0 0,0 0 1 0 0,0 0-1 0 0,0 0 0 0 0,0 0 1 0 0,0 0-1 0 0,0 0 0 0 0,0 0 1 0 0,0 0-1 0 0,0 0 0 0 0,0 0 1 0 0,0 0-1 0 0,0 0 0 0 0,0 0 0 0 0,0 0 1 0 0,1 0-1 0 0,-1 0 0 0 0,0 0 1 0 0,0 0-1 0 0,0 0 0 0 0,0 0 1 0 0,0 0-1 0 0,0 0 0 0 0,0 0 1 0 0,0 0-1 0 0,0 0 0 0 0,0 0 1 0 0,0 0-1 0 0,0 1 0 0 0,0-1 0 0 0,0 0 1 0 0,0 0-1 0 0,0 0 0 0 0,0 0 1 0 0,0 0-1 0 0,0 0 0 0 0,0 0 1 0 0,0 0-1 0 0,0 0 0 0 0,0 0 1 0 0,0 0-1 0 0,0 0 0 0 0,0 0 1 0 0,0 0-1 0 0,0 0 0 0 0,0 1 0 0 0,0-1 1 0 0,9-7-11 0 0,-2-3 11 0 0,-3-5 0 0 0,-2 9 2 0 0,-2-1 0 0 0,1 0 0 0 0,-1 0 1 0 0,-1-9-1 0 0,-1 2 40 0 0,-4 5-44 0 0,6 9 1 0 0,0 0 0 0 0,0 0 0 0 0,0 0 1 0 0,0 0-1 0 0,0 0 0 0 0,0 0 0 0 0,0 1 1 0 0,0-1-1 0 0,0 0 0 0 0,0 0 0 0 0,0 0 0 0 0,0 0 1 0 0,0 0-1 0 0,0 0 0 0 0,0 0 0 0 0,0 0 1 0 0,0 0-1 0 0,0 0 0 0 0,0 0 0 0 0,0 0 0 0 0,0 0 1 0 0,0 0-1 0 0,0 1 0 0 0,-1-1 0 0 0,1 0 1 0 0,0 0-1 0 0,0 0 0 0 0,0 0 0 0 0,0 0 1 0 0,0 0-1 0 0,0 0 0 0 0,0 0 0 0 0,0 0 0 0 0,0 0 1 0 0,0 0-1 0 0,0 0 0 0 0,0 0 0 0 0,0 0 1 0 0,0 0-1 0 0,-1 0 0 0 0,1 0 0 0 0,0 0 0 0 0,0 0 1 0 0,0 0-1 0 0,0 0 0 0 0,0 0 0 0 0,0 0 1 0 0,0 0-1 0 0,0 0 0 0 0,0 0 0 0 0,0 0 1 0 0,0 0-1 0 0,0 0 0 0 0,0 0 0 0 0,-1 0 0 0 0,1 0 1 0 0,0 0-1 0 0,0 0 0 0 0,0 0 0 0 0,0 0 1 0 0,0-1-1 0 0,0 1 0 0 0,0 0 0 0 0,0 0 0 0 0,0 0 1 0 0,0 0-1 0 0,0 0 0 0 0,0 0 0 0 0,-5 8-13 0 0,1 1 1 0 0,0 0-1 0 0,1 0 0 0 0,0 0 0 0 0,0 0 0 0 0,-2 20 0 0 0,4-11-34 0 0,4-1 36 0 0,2-2 12 0 0,4-5-11 0 0,-9-10 10 0 0,0 0 1 0 0,0 0-1 0 0,0 0 0 0 0,0 0 0 0 0,1 0 0 0 0,-1 0 0 0 0,0 0 0 0 0,0 0 0 0 0,0 0 0 0 0,0 0 0 0 0,0 1 0 0 0,0-1 0 0 0,0 0 0 0 0,0 0 0 0 0,0 0 0 0 0,0 0 0 0 0,1 0 0 0 0,-1 0 0 0 0,0 0 0 0 0,0 0 1 0 0,0 0-1 0 0,0 0 0 0 0,0 0 0 0 0,0 0 0 0 0,0 0 0 0 0,1 0 0 0 0,-1 0 0 0 0,0 0 0 0 0,0 0 0 0 0,0 0 0 0 0,0 0 0 0 0,0 0 0 0 0,0 0 0 0 0,0 0 0 0 0,0 0 0 0 0,1 0 0 0 0,-1 0 0 0 0,0 0 0 0 0,0-1 1 0 0,0 1-1 0 0,0 0 0 0 0,0 0 0 0 0,0 0 0 0 0,0 0 0 0 0,10-8-10 0 0,-9 6 12 0 0,1-2 0 0 0,1 1 0 0 0,-1-1-1 0 0,-1 0 1 0 0,1 1 0 0 0,0-1 0 0 0,-1 0 0 0 0,0 0 0 0 0,1-6 0 0 0,-1 6 1 0 0,1 0 5 0 0,-1 1 0 0 0,-1-1 0 0 0,1 0 0 0 0,0 0 0 0 0,-1-6 0 0 0,2-19 4 0 0,-2 19-23 0 0,0 8-49 0 0,0 4-25 0 0,-1 1 78 0 0,1 0 1 0 0,-1 0-1 0 0,1-1 1 0 0,0 1-1 0 0,0 0 1 0 0,1 0-1 0 0,-1-1 1 0 0,0 1-1 0 0,2 4 1 0 0,-1-3 1 0 0,0 1 1 0 0,0-1-1 0 0,-1 1 0 0 0,0 0 1 0 0,0-1-1 0 0,0 1 1 0 0,0 0-1 0 0,-1-1 0 0 0,1 1 1 0 0,-3 5-1 0 0,0 7 6 0 0,5-6 11 0 0,0-19 31 0 0,-3 5-35 0 0,0 0 0 0 0,1 0 0 0 0,-1 0 0 0 0,0 0 0 0 0,-1 0 0 0 0,1 0-1 0 0,-3-3 1 0 0,-4-10 13 0 0,6 7-20 0 0,0 1 0 0 0,-1-1 0 0 0,0 1 0 0 0,-1-1 0 0 0,-5-9 0 0 0,3 10 0 0 0,-1 3-15 0 0,5 3-30 0 0,1 1 40 0 0,0 1 0 0 0,1-1 0 0 0,-1 1-1 0 0,0 0 1 0 0,0-1 0 0 0,0 1 0 0 0,1 0 0 0 0,-1-1 0 0 0,0 1 0 0 0,0 0 0 0 0,0 0 0 0 0,0 0 0 0 0,0 0 0 0 0,1 0 0 0 0,-1 0 0 0 0,0 0-1 0 0,0 0 1 0 0,0 0 0 0 0,-1 0 0 0 0,2 0 0 0 0,-3 2-56 0 0,-2 5 49 0 0,0 2 12 0 0,-1 0-12 0 0,6-9 11 0 0,0 0 0 0 0,0 0 0 0 0,0 0 0 0 0,0 0 0 0 0,0 0-1 0 0,0 0 1 0 0,0 0 0 0 0,0 0 0 0 0,0 0 0 0 0,0 0 0 0 0,0 0 0 0 0,0 0 0 0 0,0 0 0 0 0,-1 0 0 0 0,1 0 0 0 0,0 0-1 0 0,0 0 1 0 0,0 0 0 0 0,0 0 0 0 0,0 0 0 0 0,0 0 0 0 0,0 0 0 0 0,0 0 0 0 0,0 0 0 0 0,0 0 0 0 0,0 0-1 0 0,0 0 1 0 0,0 0 0 0 0,0 0 0 0 0,0 0 0 0 0,0 0 0 0 0,0 0 0 0 0,0 0 0 0 0,0-2 6 0 0,0 0 0 0 0,0 0 0 0 0,-1 0-1 0 0,1 0 1 0 0,0 0 0 0 0,-1 0 0 0 0,1 0 0 0 0,-2-2 0 0 0,-3-2-13 0 0,2 4 2 0 0,2 1-47 0 0,-1 2-78 0 0,-2-1 95 0 0,2 0 29 0 0,1 1 0 0 0,-1-1 1 0 0,0 1-1 0 0,0-1 0 0 0,1 1 0 0 0,-1-1 1 0 0,0 1-1 0 0,1 0 0 0 0,-1 0 1 0 0,1 0-1 0 0,-1 0 0 0 0,1 0 1 0 0,-1 0-1 0 0,1 0 0 0 0,-2 2 0 0 0,1 1-57 0 0,-2 9 51 0 0,-1 2 13 0 0,-3-6-11 0 0,7-7-42 0 0,2-3 48 0 0,0 1-1 0 0,1-1 1 0 0,-1 0-1 0 0,0 0 1 0 0,0 0-1 0 0,0 1 0 0 0,0-1 1 0 0,0 0-1 0 0,0-1 1 0 0,2 0-1 0 0,0-2 3 0 0,32-31 3 0 0,-28 25 0 0 0,0 0 0 0 0,-1 0 0 0 0,0 0 0 0 0,0-1 0 0 0,-1 0 0 0 0,0 0 0 0 0,-1 0 0 0 0,-1-1 0 0 0,5-22 0 0 0,-7 25 0 0 0,1-1 0 0 0,1 1 0 0 0,4-12 0 0 0,-1 10 0 0 0,-3 4 0 0 0,-21 24 0 0 0,-3 0-25 0 0,12-10 12 0 0,-1 1 0 0 0,-9 11 0 0 0,-15 8 1 0 0,32-25-48 0 0,5-4 0 0 0,7-5 49 0 0,-3 2 11 0 0,0 1 0 0 0,-1-1-1 0 0,0 0 1 0 0,9-10 0 0 0,-5 5 0 0 0,1 0 0 0 0,-3-3 0 0 0,-1 3 0 0 0,-7 10 0 0 0,6-5-20 0 0,-6 5 19 0 0,0 0 0 0 0,0 0 0 0 0,0-1 1 0 0,0 1-1 0 0,0 0 0 0 0,1 0 0 0 0,-1 0 0 0 0,0 0 1 0 0,0 0-1 0 0,0 0 0 0 0,0 0 0 0 0,0 0 0 0 0,0-1 1 0 0,1 1-1 0 0,-1 0 0 0 0,0 0 0 0 0,0 0 1 0 0,0 0-1 0 0,0 0 0 0 0,1 0 0 0 0,-1 0 0 0 0,0 0 1 0 0,0 0-1 0 0,0 0 0 0 0,0 0 0 0 0,1 0 0 0 0,-1 0 1 0 0,0 0-1 0 0,0 0 0 0 0,0 0 0 0 0,0 0 1 0 0,0 0-1 0 0,1 0 0 0 0,-1 0 0 0 0,0 1 0 0 0,0-1 1 0 0,0 0-1 0 0,0 0 0 0 0,0 0 0 0 0,1 0 1 0 0,-1 0-1 0 0,5 29-10 0 0,-7-17 10 0 0,-4 22 13 0 0,5-31-5 0 0,1 0 0 0 0,-1-1 0 0 0,1 1 0 0 0,-1 0 1 0 0,0-1-1 0 0,0 1 0 0 0,0-1 0 0 0,-1 1 0 0 0,1-1 0 0 0,-1 1 1 0 0,1-1-1 0 0,-4 3 0 0 0,-12 20 17 0 0,8-12-24 0 0,2-1 11 0 0,6-9 167 0 0,3-2-218 0 0,9 3 15 0 0,0 6-23 0 0,-5 6 36 0 0,0 2 12 0 0,-2-2 0 0 0,6-2 0 0 0,0 3-11 0 0,-10-12-11 0 0,8 3-2 0 0,0-2 28 0 0,-6-4 273 0 0,-2-4-248 0 0,0 0-1 0 0,0-1 0 0 0,-1 1 1 0 0,1 0-1 0 0,0 0 1 0 0,-1 0-1 0 0,1 0 1 0 0,-1 0-1 0 0,0-1 1 0 0,0 1-1 0 0,0 0 0 0 0,0 0 1 0 0,0 1-1 0 0,0-1 1 0 0,0 0-1 0 0,-1 0 1 0 0,1 1-1 0 0,-3-3 1 0 0,0 1 7 0 0,0 1 0 0 0,0-1 0 0 0,0 1 0 0 0,0 0 1 0 0,0 0-1 0 0,0 0 0 0 0,-1 1 0 0 0,1 0 0 0 0,0 0 1 0 0,-8-1-1 0 0,10 1-170 0 0</inkml:trace>
</inkml:ink>
</file>

<file path=ppt/ink/ink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42"/>
    </inkml:context>
    <inkml:brush xml:id="br0">
      <inkml:brushProperty name="width" value="0.05" units="cm"/>
      <inkml:brushProperty name="height" value="0.05" units="cm"/>
      <inkml:brushProperty name="color" value="#004F8B"/>
    </inkml:brush>
  </inkml:definitions>
  <inkml:trace contextRef="#ctx0" brushRef="#br0">18 53 2303 0 0,'0'0'6419'0'0,"0"-3"-4344"0"0,-1-2-1299 0 0,1 0 1 0 0,-1 0 0 0 0,-1 0 0 0 0,1 0-1 0 0,-1 0 1 0 0,-9-14 9343 0 0,11 27-10458 0 0,5 23 526 0 0,-1-3-48 0 0,2 44-60 0 0,-5 89 0 0 0,-2-142-76 0 0,0-11 3 0 0,0 0 0 0 0,1 0 0 0 0,0 0 0 0 0,1 0 0 0 0,-1 0 0 0 0,5 15 0 0 0,-2-16 15 0 0,3-9 20 0 0,21-1 41 0 0,-3-7-83 0 0,-11 6 0 0 0,0 5 21 0 0,50 12 542 0 0,-48-9-451 0 0,-11-3-66 0 0,0 1 1 0 0,0-1 0 0 0,0 0 0 0 0,0-1-1 0 0,5 1 1 0 0,0 0-157 0 0,1-1 0 0 0,-1 2 0 0 0,12 3 0 0 0,-16-4-84 0 0,0 1 0 0 0,1-1 0 0 0,0 0 0 0 0,-1 0-1 0 0,1-1 1 0 0,-1 0 0 0 0,1 0 0 0 0,0 0 0 0 0,-1 0-1 0 0,12-3 1 0 0,-17 3 194 0 0,0 0 0 0 0,1 0 0 0 0,-1-1 1 0 0,0 1-1 0 0,0 0 0 0 0,1 0 0 0 0,-1 0 0 0 0,0 0 0 0 0,1 0 0 0 0,-1 0 0 0 0,0 0 0 0 0,0 0 0 0 0,1 0 1 0 0,-1 0-1 0 0,0 0 0 0 0,1 0 0 0 0,-1 0 0 0 0,0 0 0 0 0,1 0 0 0 0,-1 1 0 0 0,0-1 0 0 0,0 0 1 0 0,1 0-1 0 0,-1 0 0 0 0,0 0 0 0 0,0 1 0 0 0,1-1 0 0 0,-1 0 0 0 0,0 0 0 0 0,0 0 0 0 0,0 1 0 0 0,1-1 1 0 0,-1 1 50 0 0,0-1 1 0 0,0 0-1 0 0,1 0 1 0 0,-1 1-1 0 0,0-1 1 0 0,0 0 0 0 0,1 0-1 0 0,-1 0 1 0 0,0 0-1 0 0,0 1 1 0 0,1-1-1 0 0,-1 0 1 0 0,0 0 0 0 0,0 0-1 0 0,1 0 1 0 0,-1 0-1 0 0,0 0 1 0 0,1 0-1 0 0,-1 1 1 0 0,0-1 0 0 0,0 0-1 0 0,1 0 1 0 0,-1 0-1 0 0,0 0 1 0 0,1 0-1 0 0,-1 0 1 0 0,0-1 0 0 0,1 1-1 0 0,-1 0 1 0 0,0 0-1 0 0,0 0 1 0 0,1 0 243 0 0,11-3 974 0 0,-12 3-1186 0 0,0 0-1 0 0,1 0 1 0 0,-1 0 0 0 0,0 0 0 0 0,0 0 0 0 0,1 0-1 0 0,-1 0 1 0 0,0 0 0 0 0,1 0 0 0 0,-1 0 0 0 0,0 0-1 0 0,1 0 1 0 0,-1 0 0 0 0,0 0 0 0 0,0 0 0 0 0,1 0 0 0 0,-1 0-1 0 0,0 0 1 0 0,1 0 0 0 0,-1 0 0 0 0,0 1 0 0 0,0-1-1 0 0,1 0 1 0 0,-1 0 0 0 0,0 0 0 0 0,0 0 0 0 0,0 1-1 0 0,1-1 1 0 0,-1 0 0 0 0,0 0 0 0 0,0 1 0 0 0,0-1 0 0 0,1 0-1 0 0,3-10 108 0 0,-3 8-157 0 0,0 0 64 0 0,-2 1-898 0 0,-6-3 322 0 0,6 4 254 0 0,1-1-1 0 0,-1 1 1 0 0,1-1 0 0 0,-1 1-1 0 0,1 0 1 0 0,0-1 0 0 0,-1 1-1 0 0,1-1 1 0 0,-1 1 0 0 0,1-1-1 0 0,0 1 1 0 0,0-1 0 0 0,-1 1 0 0 0,1-1-1 0 0,0 0 1 0 0,0 1 0 0 0,-1-1-1 0 0,1 1 1 0 0,0-1 0 0 0,0 0-1 0 0,0 1 1 0 0,0-1 0 0 0,0 1-1 0 0,0-1 1 0 0,0 0 0 0 0,0 1-1 0 0,0-1 1 0 0,1 0 0 0 0,-1 1-1 0 0,0-2 1 0 0,6-6-1303 0 0</inkml:trace>
</inkml:ink>
</file>

<file path=ppt/ink/ink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43"/>
    </inkml:context>
    <inkml:brush xml:id="br0">
      <inkml:brushProperty name="width" value="0.05" units="cm"/>
      <inkml:brushProperty name="height" value="0.05" units="cm"/>
      <inkml:brushProperty name="color" value="#004F8B"/>
    </inkml:brush>
  </inkml:definitions>
  <inkml:trace contextRef="#ctx0" brushRef="#br0">278 111 6879 0 0,'0'-29'623'0'0,"3"20"-144"0"0,-3 8-385 0 0,1 1 0 0 0,-1-1 0 0 0,0 1 0 0 0,1-1 0 0 0,-1 0 0 0 0,0 1 0 0 0,0-1 1 0 0,0 1-1 0 0,0-1 0 0 0,0 1 0 0 0,1-1 0 0 0,-1 0 0 0 0,0 1 0 0 0,0-1 0 0 0,-1 1 0 0 0,1-1 0 0 0,0 0 0 0 0,0 1 0 0 0,0-1 0 0 0,-1-4 596 0 0,0 1-1 0 0,0 0 1 0 0,1 0-1 0 0,0 0 1 0 0,0-5 0 0 0,-2-10 437 0 0,2 18-880 0 0,-1 0 0 0 0,1 1 1 0 0,-1-1-1 0 0,1 1 0 0 0,-1 0 0 0 0,0-1 0 0 0,1 1 0 0 0,-1 0 0 0 0,0-1 0 0 0,1 1 0 0 0,-1 0 0 0 0,0-1 0 0 0,0 1 0 0 0,1 0 0 0 0,-1 0 1 0 0,0 0-1 0 0,0 0 0 0 0,1 0 0 0 0,-1 0 0 0 0,0 0 0 0 0,0 0 0 0 0,-1 0 0 0 0,-15-2 737 0 0,15 1-887 0 0,0 0 0 0 0,0 1-1 0 0,0-1 1 0 0,0 1 0 0 0,0 0 0 0 0,0-1 0 0 0,0 1 0 0 0,0 0-1 0 0,0 0 1 0 0,0 1 0 0 0,0-1 0 0 0,0 0 0 0 0,0 0 0 0 0,0 1 0 0 0,0 0-1 0 0,1-1 1 0 0,-3 2 0 0 0,-17 3 653 0 0,18-5-677 0 0,0 1 0 0 0,1 0 1 0 0,-1 0-1 0 0,1-1 0 0 0,-1 2 0 0 0,1-1 0 0 0,-1 0 0 0 0,1 0 0 0 0,0 1 0 0 0,-4 3 1 0 0,3-3-44 0 0,0 0 0 0 0,0 0 0 0 0,0 0 0 0 0,0-1 1 0 0,0 1-1 0 0,-6 1 0 0 0,6-2-11 0 0,0 1 0 0 0,0-1-1 0 0,0 0 1 0 0,0 1 0 0 0,0 0 0 0 0,0-1-1 0 0,1 1 1 0 0,-1 0 0 0 0,0 1 0 0 0,1-1 0 0 0,0 0-1 0 0,0 1 1 0 0,0-1 0 0 0,-4 6 0 0 0,-1 2 38 0 0,6-9-42 0 0,0 0 0 0 0,-1 0 0 0 0,1 0 0 0 0,0 0 1 0 0,-1 0-1 0 0,1-1 0 0 0,-1 1 0 0 0,1 0 0 0 0,-1-1 1 0 0,0 1-1 0 0,1-1 0 0 0,-1 1 0 0 0,-1-1 0 0 0,-13 6 90 0 0,13-4-109 0 0,0 1 0 0 0,0-1 0 0 0,0 1 0 0 0,1 0 0 0 0,-1 0 0 0 0,1 0 0 0 0,-1 0 0 0 0,1 0 0 0 0,0 1 0 0 0,1-1 0 0 0,-3 4 0 0 0,2-1-1 0 0,1-1 1 0 0,-1 0-1 0 0,1 1 0 0 0,0 0 0 0 0,0-1 0 0 0,1 1 1 0 0,0 0-1 0 0,0-1 0 0 0,1 7 0 0 0,-1-11 0 0 0,0 1 0 0 0,0-1 0 0 0,0 1 0 0 0,0-1 0 0 0,1 1 0 0 0,-1-1 0 0 0,1 0 0 0 0,-1 1 0 0 0,2 2 0 0 0,8 17-28 0 0,-10-20 31 0 0,1 0 0 0 0,-1-1-1 0 0,0 1 1 0 0,1-1-1 0 0,-1 1 1 0 0,1 0-1 0 0,-1-1 1 0 0,1 1-1 0 0,-1-1 1 0 0,1 1-1 0 0,0-1 1 0 0,-1 0 0 0 0,1 1-1 0 0,0-1 1 0 0,-1 0-1 0 0,1 1 1 0 0,0-1-1 0 0,0 1 1 0 0,3 0-5 0 0,7 8 7 0 0,3-5 0 0 0,10-3 152 0 0,-23-1-150 0 0,-1 0 0 0 0,0 0-1 0 0,0 0 1 0 0,0 0 0 0 0,1 0 0 0 0,-1 1 0 0 0,0-1-1 0 0,0 0 1 0 0,1 0 0 0 0,-1 0 0 0 0,0 0-1 0 0,0 0 1 0 0,1 0 0 0 0,-1 0 0 0 0,0 0 0 0 0,0 0-1 0 0,1 0 1 0 0,-1 0 0 0 0,0 0 0 0 0,0 0 0 0 0,1 0-1 0 0,-1 0 1 0 0,0 0 0 0 0,0 0 0 0 0,1 0-1 0 0,-1 0 1 0 0,0-1 0 0 0,0 1 0 0 0,0 0 0 0 0,1 0-1 0 0,0-1 1 0 0,0 0-1 0 0,0 1 1 0 0,0-1-1 0 0,0 1 1 0 0,0-1-1 0 0,0 1 1 0 0,0 0-1 0 0,0-1 0 0 0,0 1 1 0 0,0 0-1 0 0,0-1 1 0 0,0 1-1 0 0,1 0 1 0 0,-1 0-1 0 0,0 0 1 0 0,2 0-1 0 0,5 1 1 0 0,-6-1-3 0 0,1 0-1 0 0,-1 0 1 0 0,0-1-1 0 0,1 1 1 0 0,-1 0-1 0 0,1-1 1 0 0,-1 1-1 0 0,1-1 1 0 0,-1 0-1 0 0,4-2 0 0 0,-2 2-15 0 0,-3 1 14 0 0,0 0 0 0 0,0 0 0 0 0,1 0 0 0 0,-1-1 0 0 0,0 1 0 0 0,0 0 0 0 0,0-1 0 0 0,0 1 0 0 0,0-1 0 0 0,0 0 0 0 0,0 1 0 0 0,0-1 0 0 0,-1 0 0 0 0,3-1 0 0 0,-1 0 6 0 0,0 0 0 0 0,0-1 0 0 0,0 1 0 0 0,-1 0 0 0 0,1-1 0 0 0,-1 1 0 0 0,1-1 0 0 0,-1 0 0 0 0,0 1 0 0 0,0-1 0 0 0,0 0 0 0 0,0 0 0 0 0,-1 0 0 0 0,1-6 0 0 0,3-7-59 0 0,-4 16 55 0 0,0 0-1 0 0,0 0 1 0 0,0 0 0 0 0,0 0 0 0 0,0 0-1 0 0,0 0 1 0 0,1 0 0 0 0,-1 0-1 0 0,0 0 1 0 0,0 0 0 0 0,0 0-1 0 0,0 0 1 0 0,0 0 0 0 0,0 0-1 0 0,0 0 1 0 0,0 0 0 0 0,0 0 0 0 0,0 0-1 0 0,0 0 1 0 0,0 0 0 0 0,0 0-1 0 0,0 0 1 0 0,0 0 0 0 0,0 0-1 0 0,0 0 1 0 0,0 0 0 0 0,0 0 0 0 0,0 0-1 0 0,0 0 1 0 0,0 0 0 0 0,0 0-1 0 0,1 0 1 0 0,-1 0 0 0 0,0 0-1 0 0,0 0 1 0 0,0 0 0 0 0,0 0-1 0 0,0 0 1 0 0,0 0 0 0 0,0 0 0 0 0,0 0-1 0 0,0 0 1 0 0,0 0 0 0 0,0 0-1 0 0,0 0 1 0 0,0 0 0 0 0,0 0-1 0 0,0 0 1 0 0,4 6-42 0 0,-4-19-8 0 0,-1 5-14 0 0,-3 25 47 0 0,4-15 160 0 0,10 1-8419 0 0,-8-2 7365 0 0,2-3-710 0 0,-3 1 1723 0 0,1 0 1 0 0,-1 0-1 0 0,0-1 1 0 0,1 1-1 0 0,-1 0 1 0 0,0-1-1 0 0,0 1 1 0 0,0-1-1 0 0,1 1 1 0 0,-2-1 0 0 0,1 0-1 0 0,0 1 1 0 0,0-1-1 0 0,-1 0 1 0 0,1 0-1 0 0,0 1 1 0 0,-1-1-1 0 0,0 0 1 0 0,1 0-1 0 0,-1 0 1 0 0,0 0-1 0 0,0 0 1 0 0,0 1-1 0 0,0-1 1 0 0,-1 0-1 0 0,0-3 1 0 0,1 3 1431 0 0,1-10-713 0 0,1 8-150 0 0,0 0-1 0 0,0-1 1 0 0,-1 1-1 0 0,1 0 1 0 0,1-9-1 0 0,5-9 34 0 0,-6 20 1073 0 0,-2 21-636 0 0,-1 2-1109 0 0,2 0-67 0 0,3 8 13 0 0,-3-10 26 0 0,-1-13-3 0 0,0 1 0 0 0,1-1 0 0 0,0 0-1 0 0,0 0 1 0 0,0 1 0 0 0,1-1 0 0 0,0 0 0 0 0,0 0-1 0 0,0 0 1 0 0,1-1 0 0 0,0 1 0 0 0,0-1 0 0 0,1 1-1 0 0,-1-1 1 0 0,7 7 0 0 0,12 9-105 0 0,-17-21 159 0 0,0-2-3 0 0,-1 0-9 0 0,0 0 0 0 0,0 0 1 0 0,1 1-1 0 0,-1-1 0 0 0,7 0 0 0 0,13 1-22 0 0,-15 2-106 0 0,-8-1-362 0 0,2-2-509 0 0,3-1 203 0 0</inkml:trace>
</inkml:ink>
</file>

<file path=ppt/ink/ink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44"/>
    </inkml:context>
    <inkml:brush xml:id="br0">
      <inkml:brushProperty name="width" value="0.05" units="cm"/>
      <inkml:brushProperty name="height" value="0.05" units="cm"/>
      <inkml:brushProperty name="color" value="#004F8B"/>
    </inkml:brush>
  </inkml:definitions>
  <inkml:trace contextRef="#ctx0" brushRef="#br0">9 38 13951 0 0,'0'-4'8'0'0,"-1"1"0"0"0,1 0-1 0 0,0 0 1 0 0,-1 0 0 0 0,1 0-1 0 0,-1 0 1 0 0,-5-12 12507 0 0,8 17-13153 0 0,11 24 852 0 0,-5-13-254 0 0,-2 1 0 0 0,1 0-1 0 0,-2 0 1 0 0,6 20 0 0 0,18 90-112 0 0,-29-122 152 0 0,8 29 21 0 0,-2 1 1 0 0,2 52-1 0 0,-10-67-3680 0 0</inkml:trace>
</inkml:ink>
</file>

<file path=ppt/ink/ink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45"/>
    </inkml:context>
    <inkml:brush xml:id="br0">
      <inkml:brushProperty name="width" value="0.05" units="cm"/>
      <inkml:brushProperty name="height" value="0.05" units="cm"/>
      <inkml:brushProperty name="color" value="#004F8B"/>
    </inkml:brush>
  </inkml:definitions>
  <inkml:trace contextRef="#ctx0" brushRef="#br0">0 205 4143 0 0,'0'0'319'0'0,"0"-3"152"0"0,0-6 1116 0 0,1-1 0 0 0,0 1 0 0 0,1-1 0 0 0,-1 0 0 0 0,6-13 0 0 0,5-23 3689 0 0,-9 36-4745 0 0,-1 3-96 0 0,0 0 0 0 0,1 1 0 0 0,3-9 0 0 0,-5 15-404 0 0,-1 0-1 0 0,1 0 1 0 0,-1 0 0 0 0,1-1 0 0 0,0 1-1 0 0,-1 0 1 0 0,1 0 0 0 0,-1 0 0 0 0,1 1 0 0 0,-1-1-1 0 0,1 0 1 0 0,-1 0 0 0 0,1 0 0 0 0,-1 0-1 0 0,1 0 1 0 0,-1 1 0 0 0,0-1 0 0 0,1 0-1 0 0,-1 0 1 0 0,1 1 0 0 0,0-1 28 0 0,1 1-24 0 0,0 0 1 0 0,0-1-1 0 0,0 0 0 0 0,0 1 0 0 0,0-1 0 0 0,0 0 1 0 0,0 0-1 0 0,0 0 0 0 0,1 0 0 0 0,-1-1 0 0 0,0 1 1 0 0,0 0-1 0 0,0-1 0 0 0,0 0 0 0 0,0 1 0 0 0,0-1 1 0 0,0 0-1 0 0,0 0 0 0 0,-1 0 0 0 0,1 0 0 0 0,0 0 1 0 0,0-1-1 0 0,-1 1 0 0 0,3-3 0 0 0,-1 2-2 0 0,-1 0 1 0 0,1 0-1 0 0,0 0 0 0 0,0 1 0 0 0,0-1 0 0 0,0 1 1 0 0,0-1-1 0 0,0 1 0 0 0,0 0 0 0 0,4-1 0 0 0,15-3 211 0 0,-18 4-204 0 0,0 0-1 0 0,-1 0 0 0 0,1 0 0 0 0,0 1 0 0 0,0-1 0 0 0,0 1 1 0 0,5 0-1 0 0,3 2 20 0 0,-8-1-35 0 0,1-1 1 0 0,-1 1 0 0 0,0-1 0 0 0,1 0 0 0 0,-1 0 0 0 0,7-1 0 0 0,-9 1-13 0 0,1 0-1 0 0,0 0 1 0 0,-1 1 0 0 0,1-1-1 0 0,-1 1 1 0 0,1 0 0 0 0,0 0-1 0 0,-1 0 1 0 0,0 0-1 0 0,1 0 1 0 0,-1 0 0 0 0,1 1-1 0 0,-1-1 1 0 0,2 3 0 0 0,12 5 69 0 0,-5-2 22 0 0,-1 0-1 0 0,1 0 0 0 0,-1 1 1 0 0,13 15-1 0 0,-15-15-74 0 0,0 1-1 0 0,-1 0 0 0 0,-1 1 1 0 0,1-1-1 0 0,-1 1 1 0 0,7 19-1 0 0,-11-26-27 0 0,-1 16 0 0 0,-2-13 88 0 0,0 0-1 0 0,0 0 0 0 0,-1-1 1 0 0,0 1-1 0 0,0 0 1 0 0,-1-1-1 0 0,1 0 1 0 0,-1 0-1 0 0,0 1 0 0 0,-1-2 1 0 0,1 1-1 0 0,-1 0 1 0 0,-4 4-1 0 0,3-5-19 0 0,0 0 0 0 0,0 0 0 0 0,0-1 0 0 0,-1 0 0 0 0,1 1 0 0 0,-1-2 1 0 0,0 1-1 0 0,0-1 0 0 0,0 0 0 0 0,0 0 0 0 0,0 0 0 0 0,0-1 0 0 0,0 0 0 0 0,-1 0 0 0 0,1-1 0 0 0,0 0 0 0 0,-1 0 0 0 0,1 0 0 0 0,0-1 0 0 0,-9-1 0 0 0,1-2-184 0 0,9 3 45 0 0,-1 0-1 0 0,1 0 1 0 0,0-1-1 0 0,0 1 1 0 0,-1-1-1 0 0,1-1 1 0 0,1 1 0 0 0,-1-1-1 0 0,-6-4 1 0 0</inkml:trace>
</inkml:ink>
</file>

<file path=ppt/ink/ink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46"/>
    </inkml:context>
    <inkml:brush xml:id="br0">
      <inkml:brushProperty name="width" value="0.05" units="cm"/>
      <inkml:brushProperty name="height" value="0.05" units="cm"/>
      <inkml:brushProperty name="color" value="#004F8B"/>
    </inkml:brush>
  </inkml:definitions>
  <inkml:trace contextRef="#ctx0" brushRef="#br0">0 19 6447 0 0,'10'16'560'0'0,"5"8"701"0"0,-9-9 5056 0 0,-6-14-6211 0 0,0-1 1 0 0,0 0 0 0 0,0 0 0 0 0,1 1-1 0 0,-1-1 1 0 0,0 0 0 0 0,0 0 0 0 0,0 1-1 0 0,0-1 1 0 0,0 0 0 0 0,0 0-1 0 0,1 1 1 0 0,-1-1 0 0 0,0 0 0 0 0,0 0-1 0 0,0 0 1 0 0,1 1 0 0 0,-1-1 0 0 0,0 0-1 0 0,0 0 1 0 0,0 0 0 0 0,1 0 0 0 0,-1 1-1 0 0,0-1 1 0 0,0 0 0 0 0,1 0 0 0 0,-1 0-1 0 0,0 0 1 0 0,0 0 0 0 0,1 0 0 0 0,-1 0-1 0 0,0 0 1 0 0,1 0 0 0 0,-1 0-1 0 0,0 0 1 0 0,0 0 0 0 0,1 0 0 0 0,-1 0-1 0 0,0 0 1 0 0,0 0 0 0 0,1 0 0 0 0,-1 0-1 0 0,0 0 1 0 0,1-1 0 0 0,-1 1 0 0 0,0 0-1 0 0,0 0 1 0 0,1 0-51 0 0,-1-1-1 0 0,1 1 0 0 0,-1 0 1 0 0,0 0-1 0 0,1 0 1 0 0,-1 0-1 0 0,1 0 1 0 0,-1 0-1 0 0,1-1 1 0 0,-1 1-1 0 0,0 0 1 0 0,1 0-1 0 0,-1 0 1 0 0,1 1-1 0 0,-1-1 1 0 0,1 0-1 0 0,-1 0 1 0 0,0 0-1 0 0,1 0 1 0 0,-1 0-1 0 0,1 0 0 0 0,-1 1 1 0 0,0-1-1 0 0,1 0 1 0 0,-1 0-1 0 0,1 1 1 0 0,4 5 397 0 0,0 0 1 0 0,7 12 0 0 0,-8-11-353 0 0,1 0 0 0 0,0-1 0 0 0,6 7 0 0 0,-7-6-38 0 0,1-1 0 0 0,-1 1-1 0 0,0 0 1 0 0,0 1 0 0 0,-1-1 0 0 0,0 1-1 0 0,0 0 1 0 0,1 9 0 0 0,2 0 167 0 0,-6-15 367 0 0,2 4-268 0 0,-2-6-313 0 0,0 0 0 0 0,0 0 0 0 0,0 0 0 0 0,0 0 0 0 0,0 0 0 0 0,-1 0 0 0 0,1 0 0 0 0,0 0 0 0 0,0 0-1 0 0,0 0 1 0 0,0 0 0 0 0,0 0 0 0 0,0 0 0 0 0,0 0 0 0 0,0 0 0 0 0,0 0 0 0 0,0 0 0 0 0,0 0 0 0 0,-1 0-1 0 0,1 0 1 0 0,0 0 0 0 0,0 0 0 0 0,0 0 0 0 0,0 0 0 0 0,0 0 0 0 0,0 0 0 0 0,0 0 0 0 0,0 0 0 0 0,0 0-1 0 0,0 0 1 0 0,0 0 0 0 0,0 0 0 0 0,0 0 0 0 0,0 0 0 0 0,0 1 0 0 0,0-1 0 0 0,-1 0 0 0 0,1 0 0 0 0,0 0-1 0 0,0 0 1 0 0,0 0 0 0 0,0 0 0 0 0,0 0 0 0 0,0 0 0 0 0,0 0 0 0 0,0 0 0 0 0,0 0 0 0 0,0 1 0 0 0,0-1-1 0 0,0 0 1 0 0,0 0 0 0 0,0 0 0 0 0,0 0 0 0 0,0 0 0 0 0,0 0 0 0 0,0 0 0 0 0,1 0 0 0 0,-1 0 0 0 0,0 0-1 0 0,0 0 1 0 0,0 0 0 0 0,0 1 0 0 0,0-1 0 0 0,0 0 0 0 0,0 0 0 0 0,0 0 0 0 0,-20-14 38 0 0,10 8-6 0 0,0-1-1 0 0,0 0 0 0 0,-15-15 1 0 0,23 21-32 0 0,0-1 1 0 0,1 1-1 0 0,0-1 1 0 0,-1 1-1 0 0,1-1 1 0 0,0 1-1 0 0,0-1 1 0 0,0 0-1 0 0,0 0 1 0 0,0 0-1 0 0,0 1 0 0 0,0-1 1 0 0,0 0-1 0 0,0-3 1 0 0,-1-2 61 0 0,0 2-35 0 0,-3-15 162 0 0,5 17-190 0 0,0-1-1 0 0,0 1 0 0 0,0-1 1 0 0,1 1-1 0 0,-1 0 1 0 0,1-1-1 0 0,0 1 0 0 0,0 0 1 0 0,2-5-1 0 0,0 0-6 0 0,-2 4 5 0 0,1 0 0 0 0,0 0 0 0 0,0 0 0 0 0,1 0 0 0 0,-1 1 0 0 0,1-1 0 0 0,0 1 0 0 0,0-1 0 0 0,0 1 0 0 0,0 0 1 0 0,0 0-1 0 0,1 0 0 0 0,-1 1 0 0 0,1-1 0 0 0,6-2 0 0 0,15-12-271 0 0,-23 16 271 0 0,-1-1 1 0 0,1 1 0 0 0,0 0 0 0 0,0 0-1 0 0,0 1 1 0 0,0-1 0 0 0,0 0 0 0 0,0 0-1 0 0,0 1 1 0 0,0 0 0 0 0,0-1-1 0 0,0 1 1 0 0,0 0 0 0 0,0 0 0 0 0,1 0-1 0 0,-1 0 1 0 0,0 0 0 0 0,0 1-1 0 0,0-1 1 0 0,0 0 0 0 0,0 1 0 0 0,2 1-1 0 0,18 2 65 0 0,-19-5-54 0 0,-2 1-33 0 0,0 0-1 0 0,0-1 1 0 0,0 1 0 0 0,0 0-1 0 0,0 0 1 0 0,0 0-1 0 0,0 0 1 0 0,0 0-1 0 0,0 0 1 0 0,0 1 0 0 0,0-1-1 0 0,0 0 1 0 0,-1 0-1 0 0,1 1 1 0 0,2 0-1 0 0,37 8-3955 0 0,-30-7-4431 0 0</inkml:trace>
</inkml:ink>
</file>

<file path=ppt/ink/ink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47"/>
    </inkml:context>
    <inkml:brush xml:id="br0">
      <inkml:brushProperty name="width" value="0.05" units="cm"/>
      <inkml:brushProperty name="height" value="0.05" units="cm"/>
      <inkml:brushProperty name="color" value="#004F8B"/>
    </inkml:brush>
  </inkml:definitions>
  <inkml:trace contextRef="#ctx0" brushRef="#br0">58 187 12607 0 0,'-11'-8'6364'0'0,"13"8"-5684"0"0,66-21 1519 0 0,-39 9-1727 0 0,-10 3-323 0 0,-10 3-149 0 0,-8 4 0 0 0,1 0 0 0 0,0 0 0 0 0,1 0 0 0 0,-1 0 0 0 0,0 0 0 0 0,0 1 0 0 0,6-3 0 0 0,-6 3-10 0 0,1-1 1 0 0,-1 1-1 0 0,0-1 0 0 0,0 0 0 0 0,1 1 1 0 0,-1-1-1 0 0,0 0 0 0 0,0 0 1 0 0,1-3-1 0 0,-2 4-68 0 0,0-1 53 0 0,6-30 1137 0 0,-6 31-520 0 0,-3-2-475 0 0,-3-2 23 0 0,0 0 0 0 0,0 0-1 0 0,-1 0 1 0 0,1 1-1 0 0,-1-1 1 0 0,0 1-1 0 0,0 1 1 0 0,-1-1-1 0 0,1 1 1 0 0,-1 0-1 0 0,1 1 1 0 0,-1-1-1 0 0,-9-1 1 0 0,12 4-195 0 0,0 1 0 0 0,1-1 0 0 0,-1 1 0 0 0,0-1 0 0 0,0 1 0 0 0,1 0 0 0 0,-1 0 0 0 0,1 1 0 0 0,-1-1 0 0 0,1 1 0 0 0,-1 0 0 0 0,1 0 0 0 0,0 0 0 0 0,0 0 0 0 0,-5 4 0 0 0,3-2 32 0 0,-9 2-44 0 0,13-6 68 0 0,-1 1-1 0 0,1-1 1 0 0,0 0 0 0 0,0 1-1 0 0,-1-1 1 0 0,1 1 0 0 0,0 0-1 0 0,0-1 1 0 0,0 1 0 0 0,0 0-1 0 0,0 0 1 0 0,-2 1-1 0 0,0 3 151 0 0,-1 0-1 0 0,1 1 0 0 0,0 0 0 0 0,0 0 1 0 0,0 0-1 0 0,1 0 0 0 0,0 0 0 0 0,-2 10 1 0 0,-5 13 536 0 0,8-27-540 0 0,2 1-27 0 0,0 4-115 0 0,1-1 1 0 0,1 1-1 0 0,-1 0 0 0 0,7 11 0 0 0,-7-15-5 0 0,0 0 0 0 0,0 1 0 0 0,1-2-1 0 0,-1 1 1 0 0,1 0 0 0 0,0 0 0 0 0,0-1 0 0 0,0 0 0 0 0,0 1-1 0 0,0-1 1 0 0,6 2 0 0 0,2 2-85 0 0,-10-4 0 0 0,1-1 1 0 0,0 0-1 0 0,0 0 1 0 0,-1 0-1 0 0,1 0 1 0 0,0 0-1 0 0,0 0 1 0 0,0 0-1 0 0,0-1 1 0 0,0 1-1 0 0,0-1 1 0 0,0 0-1 0 0,0 1 1 0 0,0-1-1 0 0,0 0 1 0 0,0 0 0 0 0,0 0-1 0 0,0 0 1 0 0,0-1-1 0 0,0 1 1 0 0,3-1-1 0 0,-1-1 65 0 0,0 0 0 0 0,0 1 0 0 0,0-1 0 0 0,1 1 0 0 0,-1 0 0 0 0,0 0 0 0 0,1 1 0 0 0,-1-1 0 0 0,1 1 0 0 0,-1 0 0 0 0,1 0 0 0 0,-1 1 0 0 0,1-1 0 0 0,7 3 0 0 0,19 8 200 0 0,-31-11-178 0 0,0 0 1 0 0,0 0-1 0 0,0 0 0 0 0,0 0 1 0 0,1 0-1 0 0,-1 0 0 0 0,0 0 0 0 0,0 0 1 0 0,0 0-1 0 0,0 0 0 0 0,0 0 1 0 0,1 0-1 0 0,-1 0 0 0 0,0 0 0 0 0,0 0 1 0 0,0 0-1 0 0,0 0 0 0 0,0 0 1 0 0,1 0-1 0 0,-1 0 0 0 0,0 0 0 0 0,0 0 1 0 0,0 0-1 0 0,0 0 0 0 0,0 0 1 0 0,1 0-1 0 0,-1 0 0 0 0,0 0 0 0 0,0 0 1 0 0,0 0-1 0 0,0-1 0 0 0,0 1 1 0 0,0 0-1 0 0,1 0 0 0 0,10-8 14 0 0,2 3-16 0 0,-1 6-1168 0 0,-2 1-3714 0 0</inkml:trace>
</inkml:ink>
</file>

<file path=ppt/ink/ink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48"/>
    </inkml:context>
    <inkml:brush xml:id="br0">
      <inkml:brushProperty name="width" value="0.05" units="cm"/>
      <inkml:brushProperty name="height" value="0.05" units="cm"/>
      <inkml:brushProperty name="color" value="#004F8B"/>
    </inkml:brush>
  </inkml:definitions>
  <inkml:trace contextRef="#ctx0" brushRef="#br0">247 15 17359 0 0,'0'0'1815'0'0,"-7"-9"-499"0"0,6 9-1244 0 0,0-1 1 0 0,1 1-1 0 0,-1-1 1 0 0,0 1-1 0 0,0-1 1 0 0,1 1-1 0 0,-1 0 1 0 0,0 0-1 0 0,0 0 1 0 0,0-1-1 0 0,0 1 1 0 0,0 0-1 0 0,1 0 0 0 0,-1 0 1 0 0,0 0-1 0 0,0 0 1 0 0,0 0-1 0 0,0 0 1 0 0,0 1-1 0 0,1-1 1 0 0,-1 0-1 0 0,0 0 1 0 0,0 1-1 0 0,0-1 1 0 0,1 1-1 0 0,-1-1 1 0 0,-1 1-1 0 0,2-1-14 0 0,-1 0 0 0 0,0 0 1 0 0,1 0-1 0 0,-1 0 0 0 0,0 0 0 0 0,1 0 0 0 0,-1 0 0 0 0,1 0 0 0 0,-1 0 0 0 0,0 0 0 0 0,1 0 1 0 0,-1-1-1 0 0,1 1 0 0 0,-1 0 0 0 0,0 0 0 0 0,1-1 0 0 0,-1 1 0 0 0,1 0 0 0 0,-1-1 0 0 0,-1 0 140 0 0,0 0-120 0 0,0 1-1 0 0,0 0 1 0 0,-1 0-1 0 0,1-1 1 0 0,0 2-1 0 0,0-1 1 0 0,0 0-1 0 0,0 0 1 0 0,0 1-1 0 0,0-1 1 0 0,0 1-1 0 0,0 0 1 0 0,0-1-1 0 0,0 1 1 0 0,0 0-1 0 0,-4 3 1 0 0,-17 5 359 0 0,16-8-389 0 0,0 1 0 0 0,0 1 0 0 0,1-1 0 0 0,-1 1 1 0 0,1 1-1 0 0,-1-1 0 0 0,1 1 0 0 0,0 0 0 0 0,0 0 0 0 0,1 1 0 0 0,-1-1 1 0 0,1 1-1 0 0,0 1 0 0 0,0-1 0 0 0,1 1 0 0 0,0 0 0 0 0,-6 9 0 0 0,-1 2-12 0 0,8-14-15 0 0,1 0 0 0 0,-1 0 1 0 0,1 0-1 0 0,0 1 0 0 0,1-1 0 0 0,-1 1 1 0 0,0-1-1 0 0,-1 6 0 0 0,3-7 82 0 0,1 2-283 0 0,2 6 170 0 0,0 1 1 0 0,1 0-1 0 0,0-1 1 0 0,1 0-1 0 0,0 0 1 0 0,0 0-1 0 0,1-1 1 0 0,12 15-1 0 0,-14-20-7 0 0,0 0-1 0 0,1-1 0 0 0,-1 1 0 0 0,1-1 1 0 0,0 0-1 0 0,0 0 0 0 0,0 0 0 0 0,0-1 0 0 0,1 0 1 0 0,-1 0-1 0 0,1 0 0 0 0,0-1 0 0 0,-1 0 1 0 0,1 0-1 0 0,0 0 0 0 0,-1-1 0 0 0,1 1 0 0 0,0-1 1 0 0,0-1-1 0 0,0 1 0 0 0,-1-1 0 0 0,1 0 1 0 0,7-3-1 0 0,13-2-120 0 0,-21 5-429 0 0,-1 0-1 0 0,0 0 1 0 0,1 0-1 0 0,-1 0 0 0 0,0-1 1 0 0,0 0-1 0 0,0 0 1 0 0,0 0-1 0 0,6-4 1 0 0,1-4-7031 0 0</inkml:trace>
</inkml:ink>
</file>

<file path=ppt/ink/ink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49"/>
    </inkml:context>
    <inkml:brush xml:id="br0">
      <inkml:brushProperty name="width" value="0.05" units="cm"/>
      <inkml:brushProperty name="height" value="0.05" units="cm"/>
      <inkml:brushProperty name="color" value="#004F8B"/>
    </inkml:brush>
  </inkml:definitions>
  <inkml:trace contextRef="#ctx0" brushRef="#br0">50 74 14279 0 0,'-16'-24'1291'0'0,"-5"-5"5098"0"0,21 28-6152 0 0,0 0-1 0 0,0 1 1 0 0,0-1 0 0 0,-1 0-1 0 0,1 0 1 0 0,0 0-1 0 0,-1 1 1 0 0,1-1-1 0 0,0 0 1 0 0,-1 1 0 0 0,1-1-1 0 0,-1 0 1 0 0,1 1-1 0 0,-1-1 1 0 0,1 0 0 0 0,-2 0-1 0 0,-3-6 861 0 0,5 6-888 0 0,1 3-50 0 0,3 7-125 0 0,0 0 0 0 0,-1 0 0 0 0,4 15 0 0 0,2 6 7 0 0,1 0 16 0 0,11 65 0 0 0,-4 33-3 0 0,-15-104-143 0 0,-2-16 144 0 0,1 1-1 0 0,0-1 1 0 0,0 0 0 0 0,4 11-1 0 0,1-1-53 0 0,-3-10-5 0 0,0 0 0 0 0,-1 0-1 0 0,3 14 1 0 0,10-4-1212 0 0,0-4-1199 0 0,-6-7 326 0 0</inkml:trace>
</inkml:ink>
</file>

<file path=ppt/ink/ink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50"/>
    </inkml:context>
    <inkml:brush xml:id="br0">
      <inkml:brushProperty name="width" value="0.05" units="cm"/>
      <inkml:brushProperty name="height" value="0.05" units="cm"/>
      <inkml:brushProperty name="color" value="#004F8B"/>
    </inkml:brush>
  </inkml:definitions>
  <inkml:trace contextRef="#ctx0" brushRef="#br0">0 21 5983 0 0,'2'-20'19683'0'0,"4"36"-20231"0"0,5 28 448 0 0,-2-12 215 0 0,-5-22-50 0 0,1 8-47 0 0,10 19 0 0 0,-10-24-152 0 0,-4-11-411 0 0</inkml:trace>
</inkml:ink>
</file>

<file path=ppt/ink/ink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51"/>
    </inkml:context>
    <inkml:brush xml:id="br0">
      <inkml:brushProperty name="width" value="0.05" units="cm"/>
      <inkml:brushProperty name="height" value="0.05" units="cm"/>
      <inkml:brushProperty name="color" value="#004F8B"/>
    </inkml:brush>
  </inkml:definitions>
  <inkml:trace contextRef="#ctx0" brushRef="#br0">32 44 18287 0 0,'-3'-7'884'0'0,"-19"-19"2640"0"0,20 25-2448 0 0,-1 1-1001 0 0,2-9 1121 0 0,1 10-1348 0 0,1 0 0 0 0,-1-1 0 0 0,0 1 0 0 0,1 0 0 0 0,-1 0 0 0 0,1 0 0 0 0,-1 0 0 0 0,1-1 0 0 0,0 1 0 0 0,-1 0 0 0 0,1 0 0 0 0,1 0 0 0 0</inkml:trace>
</inkml:ink>
</file>

<file path=ppt/ink/ink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52"/>
    </inkml:context>
    <inkml:brush xml:id="br0">
      <inkml:brushProperty name="width" value="0.05" units="cm"/>
      <inkml:brushProperty name="height" value="0.05" units="cm"/>
      <inkml:brushProperty name="color" value="#004F8B"/>
    </inkml:brush>
  </inkml:definitions>
  <inkml:trace contextRef="#ctx0" brushRef="#br0">212 15 13679 0 0,'0'0'1366'0'0,"-2"-4"-1249"0"0,1 4-96 0 0,1-1-1 0 0,-1 0 1 0 0,0 0 0 0 0,1 0-1 0 0,-1 0 1 0 0,0 1 0 0 0,0-1-1 0 0,0 0 1 0 0,0 1 0 0 0,0-1-1 0 0,1 0 1 0 0,-1 1 0 0 0,0 0-1 0 0,-2-1 1 0 0,1 0 259 0 0,1 1 0 0 0,-1 1-1 0 0,0-1 1 0 0,1 0 0 0 0,-1 0-1 0 0,1 0 1 0 0,-1 1 0 0 0,0-1 0 0 0,1 1-1 0 0,-1 0 1 0 0,1-1 0 0 0,-4 3 0 0 0,-1-1 209 0 0,0 1 1 0 0,0-1 0 0 0,0 0 0 0 0,0 0 0 0 0,0-1 0 0 0,-10 1 0 0 0,10-1-257 0 0,1 1 1 0 0,-1 0-1 0 0,1 0 1 0 0,0 1 0 0 0,-1-1-1 0 0,1 1 1 0 0,-6 5-1 0 0,2-2 4 0 0,4-3-21 0 0,1 0 1 0 0,-1 1-1 0 0,1 0 0 0 0,-5 5 0 0 0,-3 3 232 0 0,10-10-309 0 0,-15 11-224 0 0,17-13 50 0 0,-1 1 0 0 0,1 0 0 0 0,-1-1-1 0 0,1 1 1 0 0,0-1 0 0 0,-1 1 0 0 0,1-1 0 0 0,0 1 0 0 0,0 0 0 0 0,0-1 0 0 0,-1 1 0 0 0,1 0 0 0 0,0-1 0 0 0,0 1 0 0 0,0 0 0 0 0,0-1-1 0 0,0 1 1 0 0,0 0 0 0 0,1 1 0 0 0,-1-1-67 0 0,-1 4 59 0 0,1 0 1 0 0,1 0-1 0 0,-1 0 1 0 0,1 0-1 0 0,-1 0 1 0 0,2 0-1 0 0,-1 0 1 0 0,0-1-1 0 0,1 1 1 0 0,4 8-1 0 0,-4-10 51 0 0,-1 0 0 0 0,1 0 0 0 0,1 0 0 0 0,-1 0 0 0 0,0 0 0 0 0,1 0 1 0 0,-1-1-1 0 0,1 1 0 0 0,0-1 0 0 0,0 0 0 0 0,0 0 0 0 0,0 0 0 0 0,0 0 0 0 0,0 0 0 0 0,6 1 0 0 0,0 1 23 0 0,1-1 0 0 0,0 0 0 0 0,1 0 0 0 0,-1-1 0 0 0,0-1 1 0 0,1 1-1 0 0,-1-2 0 0 0,1 0 0 0 0,17-1 0 0 0,16-3 662 0 0,-42 4-653 0 0,1-1-1840 0 0,13-7 663 0 0,0-8-14 0 0</inkml:trace>
</inkml:ink>
</file>

<file path=ppt/ink/ink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53"/>
    </inkml:context>
    <inkml:brush xml:id="br0">
      <inkml:brushProperty name="width" value="0.05" units="cm"/>
      <inkml:brushProperty name="height" value="0.05" units="cm"/>
      <inkml:brushProperty name="color" value="#004F8B"/>
    </inkml:brush>
  </inkml:definitions>
  <inkml:trace contextRef="#ctx0" brushRef="#br0">189 3 14079 0 0,'0'0'136'0'0,"-1"0"-1"0"0,1 0 1 0 0,0 0-1 0 0,0-1 1 0 0,0 1 0 0 0,0 0-1 0 0,-1 0 1 0 0,1 0-1 0 0,0 0 1 0 0,0 0-1 0 0,-1-1 1 0 0,1 1-1 0 0,0 0 1 0 0,0 0 0 0 0,0 0-1 0 0,-1 0 1 0 0,1 0-1 0 0,0 0 1 0 0,0 0-1 0 0,-1 0 1 0 0,1 0-1 0 0,0 0 1 0 0,0 0-1 0 0,-1 0 1 0 0,1 0 0 0 0,0 0-1 0 0,0 0 1 0 0,-1 0-1 0 0,1 0 1 0 0,0 0-1 0 0,0 0 1 0 0,-1 0-1 0 0,1 1 1 0 0,-7 7 692 0 0,6-7-718 0 0,0 1 0 0 0,0 0 0 0 0,0-1 0 0 0,-1 1 0 0 0,1-1 0 0 0,0 0 0 0 0,-4 3 1 0 0,-2 0 111 0 0,0 1 1 0 0,0-1-1 0 0,-1-1 1 0 0,1 0-1 0 0,-1 0 1 0 0,0 0-1 0 0,0-1 1 0 0,-13 2-1 0 0,19-4-179 0 0,0 1 0 0 0,0-1 0 0 0,0 1 0 0 0,0-1-1 0 0,0 1 1 0 0,0 0 0 0 0,0 0 0 0 0,0 0 0 0 0,0 0 0 0 0,0 0 0 0 0,1 0-1 0 0,-1 1 1 0 0,-3 2 0 0 0,4-3 77 0 0,-6 10 32 0 0,-9 9-43 0 0,13-17-104 0 0,1-1-1 0 0,0 0 1 0 0,0 0 0 0 0,0 1-1 0 0,0-1 1 0 0,1 1-1 0 0,-1 0 1 0 0,1-1 0 0 0,-1 1-1 0 0,1 0 1 0 0,0 0-1 0 0,0 0 1 0 0,0 0 0 0 0,1 0-1 0 0,-1 0 1 0 0,1 0 0 0 0,-1 5-1 0 0,1-5 4 0 0,0 0 0 0 0,0 0-1 0 0,0 0 1 0 0,0 0 0 0 0,1 0-1 0 0,-1 0 1 0 0,1 0 0 0 0,0 0 0 0 0,0 0-1 0 0,0 0 1 0 0,0 0 0 0 0,0 0-1 0 0,1 0 1 0 0,-1-1 0 0 0,1 1 0 0 0,0-1-1 0 0,0 1 1 0 0,-1-1 0 0 0,2 1-1 0 0,-1-1 1 0 0,0 0 0 0 0,4 3-1 0 0,3 0 18 0 0,-1-1-1 0 0,1 1 1 0 0,1-1-1 0 0,16 5 0 0 0,43 7 291 0 0,-32-8-368 0 0,-33-7-91 0 0,0-1-1 0 0,0 1 0 0 0,0-1 0 0 0,0 0 0 0 0,0 0 1 0 0,0 0-1 0 0,0 0 0 0 0,0-1 0 0 0,0 0 0 0 0,0 1 0 0 0,0-2 1 0 0,5-1-1 0 0,12-6-7790 0 0</inkml:trace>
</inkml:ink>
</file>

<file path=ppt/ink/ink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54"/>
    </inkml:context>
    <inkml:brush xml:id="br0">
      <inkml:brushProperty name="width" value="0.05" units="cm"/>
      <inkml:brushProperty name="height" value="0.05" units="cm"/>
      <inkml:brushProperty name="color" value="#004F8B"/>
    </inkml:brush>
  </inkml:definitions>
  <inkml:trace contextRef="#ctx0" brushRef="#br0">4 22 11167 0 0,'0'0'1016'0'0,"2"-18"8565"0"0,-4 14-7184 0 0,0 6-1032 0 0,0 15-734 0 0,2 21-782 0 0,4-21 142 0 0,0-1 0 0 0,1 0 1 0 0,1 0-1 0 0,12 24 0 0 0,-12-28-6 0 0,-2-1-9 0 0,14 22-39 0 0,-17-31 98 0 0</inkml:trace>
</inkml:ink>
</file>

<file path=ppt/ink/ink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55"/>
    </inkml:context>
    <inkml:brush xml:id="br0">
      <inkml:brushProperty name="width" value="0.05" units="cm"/>
      <inkml:brushProperty name="height" value="0.05" units="cm"/>
      <inkml:brushProperty name="color" value="#004F8B"/>
    </inkml:brush>
  </inkml:definitions>
  <inkml:trace contextRef="#ctx0" brushRef="#br0">34 25 4607 0 0,'0'0'208'0'0,"-4"-6"32"0"0,0-1 2472 0 0,-9-1 8323 0 0,12 7-10802 0 0,0 1 15 0 0,1-1 0 0 0,-1 1 1 0 0,1 0-1 0 0,-1 0 0 0 0,1-1 1 0 0,-1 1-1 0 0,1 0 0 0 0,-1 0 1 0 0,1 0-1 0 0,-1 0 0 0 0,1-1 1 0 0,-1 1-1 0 0,1 0 1 0 0,-1 0-1 0 0,1 0 0 0 0,-1 0 1 0 0,1 0-1 0 0,-1 0 0 0 0,0 1 1 0 0,5 15-527 0 0,-2-13-150 0 0,2 7-2949 0 0,3 3-3999 0 0</inkml:trace>
</inkml:ink>
</file>

<file path=ppt/ink/ink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56"/>
    </inkml:context>
    <inkml:brush xml:id="br0">
      <inkml:brushProperty name="width" value="0.05" units="cm"/>
      <inkml:brushProperty name="height" value="0.05" units="cm"/>
      <inkml:brushProperty name="color" value="#004F8B"/>
    </inkml:brush>
  </inkml:definitions>
  <inkml:trace contextRef="#ctx0" brushRef="#br0">167 98 5527 0 0,'-4'-11'12946'0'0,"1"4"-10853"0"0,-4-9-669 0 0,6 15-784 0 0,0 0-62 0 0,-33-32 642 0 0,32 32-1057 0 0,-18 13 317 0 0,-28 18 208 0 0,44-27-659 0 0,0 0-1 0 0,1 0 0 0 0,0 0 1 0 0,-1 1-1 0 0,1-1 1 0 0,0 1-1 0 0,1 0 1 0 0,-5 7-1 0 0,6-8-28 0 0,-1-1 0 0 0,1 1 0 0 0,-1-1 0 0 0,1 1 0 0 0,0 0 0 0 0,0 0 0 0 0,0 0 0 0 0,0 0 0 0 0,1-1 0 0 0,-1 5 0 0 0,0 0 0 0 0,1-4-7 0 0,0 1 0 0 0,-1-1 0 0 0,1 0 0 0 0,1 1 0 0 0,-1-1-1 0 0,0 0 1 0 0,1 1 0 0 0,0-1 0 0 0,-1 0 0 0 0,1 1 0 0 0,1-1 0 0 0,-1 0 0 0 0,0 0 0 0 0,4 5-1 0 0,10 11-19 0 0,-7-14 6 0 0,-3-3 16 0 0,1 1 1 0 0,-3-2-3 0 0,-1 1 1 0 0,1-1 0 0 0,-1 0 0 0 0,1-1 0 0 0,0 1 0 0 0,0 0 0 0 0,-1-1 0 0 0,1 1 0 0 0,0-1-1 0 0,0 0 1 0 0,-1 0 0 0 0,6 0 0 0 0,0 0-44 0 0,-1 0 0 0 0,1 0 0 0 0,0-1 0 0 0,-1 0 0 0 0,1 0-1 0 0,0 0 1 0 0,-1-1 0 0 0,0-1 0 0 0,1 1 0 0 0,-1-1 0 0 0,0 0 0 0 0,0-1 0 0 0,-1 1-1 0 0,1-1 1 0 0,-1-1 0 0 0,11-8 0 0 0,-14 11 32 0 0,-1 0-8 0 0,7-14 51 0 0,-8 13-23 0 0,1-1 0 0 0,-1 1-1 0 0,0-1 1 0 0,0 1-1 0 0,0-1 1 0 0,1-6-1 0 0,-3-5 14 0 0,-2 11 19 0 0,1 1-10 0 0,-7-11 151 0 0,0 0-1 0 0,-1 0 0 0 0,0 1 0 0 0,-20-19 0 0 0,28 30-144 0 0,0 1-1 0 0,-1-1 1 0 0,1 1-1 0 0,0 0 1 0 0,0-1-1 0 0,-1 1 1 0 0,1 0-1 0 0,-3-1 1 0 0,2 1 0 0 0,0 0 1 0 0,0 0 0 0 0,0 0-1 0 0,0-1 1 0 0,1 1-1 0 0,-6-5 1 0 0,8 6-32 0 0,-1-1 0 0 0,1 0 0 0 0,-1 1 0 0 0,1-1 0 0 0,-1 1 0 0 0,0-1 0 0 0,1 1 0 0 0,-1-1 0 0 0,0 1 0 0 0,1-1 0 0 0,-1 1-1 0 0,0 0 1 0 0,0-1 0 0 0,0 1 0 0 0,1 0 0 0 0,-1 0 0 0 0,0-1 0 0 0,0 1 0 0 0,0 0 0 0 0,1 0 0 0 0,-1 0 0 0 0,0 0 0 0 0,0 0 0 0 0,-1 0 0 0 0,1 1-5 0 0,0 0 1 0 0,0 0-1 0 0,0 0 1 0 0,1 0-1 0 0,-1 0 1 0 0,0 0 0 0 0,0 1-1 0 0,0-1 1 0 0,1 0-1 0 0,-1 0 1 0 0,1 0-1 0 0,-1 1 1 0 0,0 1-1 0 0,1-2-91 0 0,0 10-1540 0 0,0-9-86 0 0</inkml:trace>
</inkml:ink>
</file>

<file path=ppt/ink/ink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57"/>
    </inkml:context>
    <inkml:brush xml:id="br0">
      <inkml:brushProperty name="width" value="0.05" units="cm"/>
      <inkml:brushProperty name="height" value="0.05" units="cm"/>
      <inkml:brushProperty name="color" value="#004F8B"/>
    </inkml:brush>
  </inkml:definitions>
  <inkml:trace contextRef="#ctx0" brushRef="#br0">1 0 13359 0 0,'0'0'6544'0'0,"0"2"-5708"0"0,2 15 104 0 0,-2-11-667 0 0,1 0 0 0 0,0 0 1 0 0,0 0-1 0 0,4 9 1 0 0,17 41 87 0 0,-2-6-308 0 0,-19-46-41 0 0,9 20-13 0 0,2 12 785 0 0,-11-33 747 0 0,7-22-955 0 0,9-29-1 0 0,-11 31-370 0 0,-2 6-11 0 0,1 0 0 0 0,13-21 1 0 0,-12 21-125 0 0,1 0 0 0 0,4-14 0 0 0,-10 24-65 0 0,-1-1 0 0 0,1 0 0 0 0,0 1 0 0 0,-1-1-1 0 0,1 1 1 0 0,0-1 0 0 0,0 1 0 0 0,0-1 0 0 0,1 1 0 0 0,-1 0 0 0 0,0-1-1 0 0,0 1 1 0 0,1 0 0 0 0,-1 0 0 0 0,0 0 0 0 0,1 0 0 0 0,0 0 0 0 0,-1 0-1 0 0,1 1 1 0 0,-1-1 0 0 0,1 0 0 0 0,0 1 0 0 0,-1-1 0 0 0,1 1 0 0 0,0 0-1 0 0,0-1 1 0 0,2 1 0 0 0,-3 0-5 0 0,0 0 0 0 0,-1 0 0 0 0,1 0 0 0 0,0 0 0 0 0,-1 0 0 0 0,1 0 0 0 0,0 0 0 0 0,-1 0 0 0 0,1 1 0 0 0,0-1 0 0 0,-1 0 0 0 0,1 0 0 0 0,0 1 0 0 0,-1-1 0 0 0,1 0 0 0 0,-1 1 0 0 0,1-1 0 0 0,-1 0 0 0 0,1 1 0 0 0,0-1 0 0 0,-1 1 0 0 0,1 0 0 0 0,1 1 0 0 0,1 0 0 0 0,0 1 0 0 0,0 0 1 0 0,-1-1-1 0 0,1 1 0 0 0,2 4 0 0 0,10 10-13 0 0,-12-15-3 0 0,10 13-53 0 0,-9-9 38 0 0,-3-4 75 0 0,9 10 40 0 0,-4-5-83 0 0,-1 0 0 0 0,-1 1 0 0 0,0-1 0 0 0,0 1 0 0 0,0 1-1 0 0,-1-1 1 0 0,0 0 0 0 0,-1 1 0 0 0,1-1 0 0 0,-2 1 0 0 0,2 10 0 0 0,-5 29-4 0 0,2-46-296 0 0,-10 21-6754 0 0,9-19 6595 0 0,-1-1-1732 0 0</inkml:trace>
</inkml:ink>
</file>

<file path=ppt/ink/ink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58"/>
    </inkml:context>
    <inkml:brush xml:id="br0">
      <inkml:brushProperty name="width" value="0.05" units="cm"/>
      <inkml:brushProperty name="height" value="0.05" units="cm"/>
      <inkml:brushProperty name="color" value="#004F8B"/>
    </inkml:brush>
  </inkml:definitions>
  <inkml:trace contextRef="#ctx0" brushRef="#br0">1 159 16127 0 0,'0'0'366'0'0,"1"-8"500"0"0,0 1-622 0 0,1 1 0 0 0,-1-1 0 0 0,1 1 0 0 0,1 0 0 0 0,-1 0 0 0 0,1 0 0 0 0,0 0 0 0 0,0 0 0 0 0,1 1 0 0 0,-1-1 0 0 0,8-6 0 0 0,0-1 759 0 0,2 1 1 0 0,-1 1-1 0 0,16-11 0 0 0,-24 20-928 0 0,4-2-96 0 0,-6 3-365 0 0,12-5-9975 0 0</inkml:trace>
</inkml:ink>
</file>

<file path=ppt/ink/ink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59"/>
    </inkml:context>
    <inkml:brush xml:id="br0">
      <inkml:brushProperty name="width" value="0.05" units="cm"/>
      <inkml:brushProperty name="height" value="0.05" units="cm"/>
      <inkml:brushProperty name="color" value="#004F8B"/>
    </inkml:brush>
  </inkml:definitions>
  <inkml:trace contextRef="#ctx0" brushRef="#br0">5 155 14079 0 0,'-2'7'94'0'0,"2"-3"160"0"0,0 0 1 0 0,0 0 0 0 0,1 0 0 0 0,-1 0-1 0 0,1 0 1 0 0,0 0 0 0 0,0 0-1 0 0,3 7 1 0 0,-3-7-53 0 0,0 0 1474 0 0,1-2-1602 0 0,2 1-22 0 0,-1 1 0 0 0,0 0 1 0 0,-1 0-1 0 0,1 0 0 0 0,-1 0 1 0 0,3 6-1 0 0,-4-10-38 0 0,-1 1-1 0 0,1-1 0 0 0,-1 0 1 0 0,1 0-1 0 0,-1 1 0 0 0,1-1 1 0 0,-1 0-1 0 0,1 0 0 0 0,0 0 1 0 0,-1 0-1 0 0,1 0 1 0 0,-1 0-1 0 0,1 0 0 0 0,-1 0 1 0 0,1 0-1 0 0,0 0 0 0 0,-1 0 1 0 0,1 0-1 0 0,-1 0 0 0 0,2 0 1 0 0,-2-1 12 0 0,6 0 124 0 0,0 0 1 0 0,0 0-1 0 0,10-5 1 0 0,8-1 84 0 0,-20 6-182 0 0,1 0-1 0 0,-1 0 1 0 0,1-1-1 0 0,-1 1 1 0 0,0-1 0 0 0,0 0-1 0 0,0 0 1 0 0,0 0-1 0 0,0-1 1 0 0,0 0-1 0 0,0 1 1 0 0,-1-1 0 0 0,6-6-1 0 0,7-6 359 0 0,-14 14-316 0 0,1-1 1 0 0,-1 0 0 0 0,0 0-1 0 0,0 0 1 0 0,0 0 0 0 0,2-3-1 0 0,3-5 353 0 0,-6 9-390 0 0,0-1 0 0 0,1 1 1 0 0,-1 0-1 0 0,0-1 0 0 0,0 0 0 0 0,0 1 0 0 0,-1-1 0 0 0,1 0 1 0 0,0 1-1 0 0,-1-1 0 0 0,1 0 0 0 0,-1 0 0 0 0,1 0 1 0 0,-1 0-1 0 0,0 1 0 0 0,0-1 0 0 0,0 0 0 0 0,0 0 1 0 0,0 0-1 0 0,0 0 0 0 0,-1-2 0 0 0,0 2 22 0 0,1 0 0 0 0,-1 1-1 0 0,0-1 1 0 0,0 0 0 0 0,0 0 0 0 0,0 0-1 0 0,0 0 1 0 0,0 1 0 0 0,0-1 0 0 0,-1 1-1 0 0,1-1 1 0 0,-1 1 0 0 0,1-1 0 0 0,-3-1-1 0 0,-29-17 241 0 0,16 10 60 0 0,16 9-220 0 0,-22-1 168 0 0,20 1-318 0 0,1 0 0 0 0,-1 1 0 0 0,1-1 0 0 0,-1 1 0 0 0,0 0 0 0 0,1 0 0 0 0,-1 0 0 0 0,1 0 0 0 0,-1 0-1 0 0,0 1 1 0 0,1-1 0 0 0,-1 1 0 0 0,1 0 0 0 0,-1-1 0 0 0,1 1 0 0 0,-1 0 0 0 0,-2 2 0 0 0,1 0-34 0 0,0 0-1 0 0,0 0 1 0 0,1 0 0 0 0,-1 1 0 0 0,1-1-1 0 0,0 1 1 0 0,0 0 0 0 0,0 0 0 0 0,0 0 0 0 0,1 0-1 0 0,-3 7 1 0 0,-7 6 24 0 0,10-16 0 0 0,0 1 0 0 0,1 0 0 0 0,0-1 0 0 0,-1 1 0 0 0,1 0 0 0 0,0 0 0 0 0,-2 3 0 0 0,0 2-2 0 0,2-4 4 0 0,-1 0 0 0 0,1 1-1 0 0,0-1 1 0 0,1 0-1 0 0,-1 0 1 0 0,1 1-1 0 0,-1 4 1 0 0,0-3 20 0 0,0 19 9 0 0,3-6-33 0 0,2-14 5 0 0,-1-3 7 0 0,30 41 107 0 0,-31-39-125 0 0,1 0 0 0 0,-1 1 0 0 0,1-1 0 0 0,0 0 0 0 0,0 0 0 0 0,0-1 0 0 0,0 1 0 0 0,1-1 0 0 0,6 4 0 0 0,4 3-29 0 0,-9-6 36 0 0,-1-1 0 0 0,1 1 0 0 0,0-1 0 0 0,0 0 0 0 0,0 0 0 0 0,0-1 1 0 0,0 1-1 0 0,1-1 0 0 0,-1 0 0 0 0,0-1 0 0 0,1 1 0 0 0,-1-1 0 0 0,0 0 0 0 0,6-1 0 0 0,0 0 2 0 0,0 0-1 0 0,-1-1 1 0 0,0-1-1 0 0,1 1 0 0 0,-1-2 1 0 0,12-4-1 0 0,3-5 44 0 0,46-32 0 0 0,-66 41-38 0 0,0 0 0 0 0,-1 0 1 0 0,0 0-1 0 0,0-1 0 0 0,0 0 0 0 0,-1 1 0 0 0,0-1 0 0 0,4-8 0 0 0,10-14-96 0 0,-15 25 83 0 0,-1 0 0 0 0,0-1 0 0 0,0 1-1 0 0,0 0 1 0 0,-1-1 0 0 0,1 1-1 0 0,0-1 1 0 0,-1 0 0 0 0,0 1-1 0 0,1-1 1 0 0,-1-2 0 0 0,2-16-23 0 0,-1 15 102 0 0,0 0-1 0 0,-1 0 1 0 0,0 0-1 0 0,0 0 1 0 0,0 0-1 0 0,-1 0 1 0 0,0 1 0 0 0,-2-12-1 0 0,-1 4 165 0 0,-1 0 0 0 0,-9-21 0 0 0,13 33-108 0 0,-4-6 261 0 0,22 26-441 0 0,1-1-1 0 0,33 25 1 0 0,-28-24 4 0 0,-12-10-3 0 0,1 0 1 0 0,0-1-1 0 0,21 10 0 0 0,-25-13-127 0 0,-1 0 0 0 0,0 0 0 0 0,0 0 0 0 0,-1 1-1 0 0,7 7 1 0 0,12 18 867 0 0,-23-29-983 0 0,-2 4-129 0 0,0 1 496 0 0,-1-1-1 0 0,1 1 1 0 0,-1-1-1 0 0,-3 12 0 0 0,2-15 23 0 0,1 0-1 0 0,0-1 0 0 0,-1 1 0 0 0,1 0 0 0 0,-1-1 0 0 0,0 1 0 0 0,0-1 1 0 0,0 0-1 0 0,0 1 0 0 0,0-1 0 0 0,0 0 0 0 0,-1 0 0 0 0,1 0 1 0 0,-5 2-1 0 0,-43 20 1340 0 0,47-23-1421 0 0,0 0-1 0 0,0-1 0 0 0,0 0 0 0 0,0 0 1 0 0,0 0-1 0 0,0 0 0 0 0,0 0 0 0 0,0 0 1 0 0,0-1-1 0 0,0 1 0 0 0,0-1 0 0 0,-3-1 0 0 0,-22-3 369 0 0,26 5-474 0 0,1 0-1 0 0,-1-1 1 0 0,1 1 0 0 0,-1 0-1 0 0,1-1 1 0 0,-1 1-1 0 0,1-1 1 0 0,-1 1-1 0 0,1-1 1 0 0,-1 0-1 0 0,1 1 1 0 0,0-1-1 0 0,-2-1 1 0 0,-6-4-7364 0 0</inkml:trace>
</inkml:ink>
</file>

<file path=ppt/ink/ink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60"/>
    </inkml:context>
    <inkml:brush xml:id="br0">
      <inkml:brushProperty name="width" value="0.05" units="cm"/>
      <inkml:brushProperty name="height" value="0.05" units="cm"/>
      <inkml:brushProperty name="color" value="#004F8B"/>
    </inkml:brush>
  </inkml:definitions>
  <inkml:trace contextRef="#ctx0" brushRef="#br0">2 23 12287 0 0,'0'0'10592'0'0,"0"2"-10372"0"0,0 3-81 0 0,-1-2-94 0 0,1 0 0 0 0,0-1 0 0 0,0 1 0 0 0,1 0 0 0 0,-1-1-1 0 0,1 1 1 0 0,-1-1 0 0 0,1 1 0 0 0,1 3 0 0 0,-1-5-36 0 0,0 2 21 0 0,0 0 1 0 0,1 0-1 0 0,-1 0 0 0 0,0 0 1 0 0,-1 0-1 0 0,1 0 0 0 0,0 0 1 0 0,-1 0-1 0 0,0 0 0 0 0,0 0 1 0 0,0 0-1 0 0,0 0 0 0 0,0 1 1 0 0,-1 2-1 0 0,-3 15 92 0 0,1-11 86 0 0,1-1 0 0 0,0 0-1 0 0,1 1 1 0 0,0-1 0 0 0,1 1 0 0 0,0 0 0 0 0,0-1-1 0 0,3 13 1 0 0,-2-19-168 0 0,0 0 1 0 0,0 0-1 0 0,0-1 0 0 0,0 1 0 0 0,1-1 1 0 0,-1 1-1 0 0,1-1 0 0 0,-1 0 0 0 0,1 0 1 0 0,0 1-1 0 0,0-1 0 0 0,0 0 1 0 0,0-1-1 0 0,5 4 0 0 0,1 0-67 0 0,0 0 1 0 0,18 6-1 0 0,-22-9 55 0 0,-2-1-26 0 0,1 0 0 0 0,-1-1 0 0 0,0 1 0 0 0,1-1 0 0 0,-1 0-1 0 0,1 0 1 0 0,-1 1 0 0 0,1-2 0 0 0,-1 1 0 0 0,0 0 0 0 0,1 0 0 0 0,-1-1 0 0 0,1 1 0 0 0,-1-1-1 0 0,2-1 1 0 0,17-2 43 0 0,-17 3-36 0 0,-1 0 0 0 0,0 0 0 0 0,0 0 0 0 0,1 0 1 0 0,-1 0-1 0 0,0-1 0 0 0,0 1 0 0 0,-1-1 0 0 0,1 0 0 0 0,0 0 1 0 0,0 0-1 0 0,-1 0 0 0 0,1 0 0 0 0,2-4 0 0 0,-2 3-6 0 0,-1 0-1 0 0,1-1 0 0 0,0 1 0 0 0,-1-1 1 0 0,0 0-1 0 0,0 0 0 0 0,0 0 1 0 0,0 0-1 0 0,-1 0 0 0 0,2-8 0 0 0,8-52-359 0 0,-7-4 218 0 0,-3 60 25 0 0,0 3 215 0 0,0 0 1 0 0,-1-1 0 0 0,0 1 0 0 0,0 0-1 0 0,0 0 1 0 0,0 0 0 0 0,-1-1 0 0 0,0 1-1 0 0,-2-5 1 0 0,2 8-43 0 0,-4-1-5 0 0,5 3-55 0 0,0 0-1 0 0,-1 0 0 0 0,1 0 0 0 0,0 0 0 0 0,-1 0 0 0 0,1 0 1 0 0,0 1-1 0 0,-1-1 0 0 0,1 0 0 0 0,0 0 0 0 0,-1 0 0 0 0,1 0 1 0 0,0 0-1 0 0,-1 1 0 0 0,1-1 0 0 0,0 0 0 0 0,0 0 0 0 0,-1 0 0 0 0,1 1 1 0 0,0-1-1 0 0,0 0 0 0 0,0 0 0 0 0,-1 1 0 0 0,1-1 0 0 0,0 0 1 0 0,0 1-1 0 0,0-1 0 0 0,0 0 0 0 0,-1 0 0 0 0,1 1 0 0 0,0-1 1 0 0,0 0-1 0 0,0 1 0 0 0,0-1 0 0 0,0 0 0 0 0,0 1 0 0 0,-3 11-480 0 0,0-1 0 0 0,1 1 0 0 0,-2 22-1 0 0,4-28 444 0 0,0 1-1 0 0,0-1 1 0 0,1 0-1 0 0,0 0 1 0 0,0 0-1 0 0,0 0 1 0 0,1 0-1 0 0,0 0 1 0 0,3 6-1 0 0,-4-10 107 0 0,5 8-3 0 0,-6-9-64 0 0,8 13-39 0 0,15 23 1 0 0,-21-36 50 0 0,-1 1 0 0 0,0-1 1 0 0,1 1-1 0 0,-1-1 0 0 0,0 0 0 0 0,1 1 0 0 0,0-1 1 0 0,-1 0-1 0 0,1 0 0 0 0,0 0 0 0 0,-1 0 1 0 0,3 0-1 0 0,1 1 23 0 0,1-1 0 0 0,-1-1-1 0 0,0 1 1 0 0,11-1 0 0 0,-11 0-33 0 0,-1-1 0 0 0,1 0 0 0 0,-1 0 0 0 0,0 0 0 0 0,0 0 0 0 0,1-1 0 0 0,-1 1 0 0 0,0-1-1 0 0,6-4 1 0 0,-5 3-19 0 0,-1 1-1 0 0,1 0 0 0 0,0 0 0 0 0,-1 0 0 0 0,7-1 0 0 0,-10 3 18 0 0,0 0 0 0 0,0-1 0 0 0,0 1 0 0 0,0 0 0 0 0,0 0 0 0 0,0 0 0 0 0,0-1 0 0 0,0 1 0 0 0,0-1 0 0 0,0 1 0 0 0,0-1 0 0 0,0 1 0 0 0,0-1 0 0 0,-1 1 0 0 0,1-1 0 0 0,0 0 0 0 0,0 0 0 0 0,-1 1 0 0 0,1-1 0 0 0,0 0 0 0 0,-1 0 0 0 0,1 0 0 0 0,-1 0 0 0 0,1 1 0 0 0,-1-1 0 0 0,1 0 0 0 0,-1 0 0 0 0,0 0 0 0 0,0 0 0 0 0,1 0 0 0 0,-1 0 0 0 0,0 0 0 0 0,0 0 0 0 0,0-2 0 0 0,2-4 0 0 0,-1 2 76 0 0,1 0-1 0 0,-1 0 1 0 0,-1 0-1 0 0,1 0 1 0 0,-1 0 0 0 0,1 0-1 0 0,-1 0 1 0 0,-1 0-1 0 0,1 0 1 0 0,-1-1 0 0 0,0 1-1 0 0,-3-8 1 0 0,-6-20-811 0 0,10 32 718 0 0,0 0 0 0 0,0-1 0 0 0,0 1 0 0 0,-1 0 0 0 0,1-1 0 0 0,0 1 0 0 0,-1 0 0 0 0,1 0 0 0 0,-1 0 0 0 0,1-1 0 0 0,-1 1 0 0 0,1 0 0 0 0,-1 0 0 0 0,0 0 0 0 0,0 0 0 0 0,0 0 0 0 0,-1-2 0 0 0,-2 0-16 0 0,2 7 28 0 0,0 1 0 0 0,1 0-1 0 0,0 0 1 0 0,0 0 0 0 0,0 0-1 0 0,0 0 1 0 0,1 7 0 0 0,1 50-54 0 0,4-23 48 0 0,-4-36-21 0 0,0-1 64 0 0,6 10-21 0 0,-7-12-11 0 0,7 9 0 0 0,-6-9 3 0 0,1 0 0 0 0,-1 0 0 0 0,0 0 0 0 0,0-1 0 0 0,1 1 0 0 0,-1 0 0 0 0,0-1 0 0 0,0 1 0 0 0,0-1 0 0 0,0 1 0 0 0,1-1 0 0 0,-1 0 0 0 0,0 1 0 0 0,0-1 0 0 0,0 0 0 0 0,1-1 0 0 0,17-17 239 0 0,12-28 1217 0 0,-28 42-1413 0 0,0 0 0 0 0,0 0 0 0 0,0-1-1 0 0,-1 1 1 0 0,0-1 0 0 0,3-10 0 0 0,-4 10-17 0 0,1 0 0 0 0,0-1 0 0 0,0 2 0 0 0,0-1 0 0 0,1 0 0 0 0,0 0 0 0 0,0 1 0 0 0,1 0 0 0 0,-1 0 0 0 0,9-10 0 0 0,-10 14-25 0 0,0-1-1 0 0,0 1 1 0 0,0-1-1 0 0,-1 1 1 0 0,1 0-1 0 0,0-1 1 0 0,1 1-1 0 0,-1 0 1 0 0,0 1-1 0 0,0-1 1 0 0,0 0-1 0 0,0 0 1 0 0,4 0-1 0 0,-5 1-5 0 0,0 0 0 0 0,0-1 0 0 0,0 1 0 0 0,0 0 0 0 0,0 0 0 0 0,0 0 0 0 0,0 0 0 0 0,0-1 0 0 0,0 1 0 0 0,0 0 0 0 0,0 1 0 0 0,0-1 0 0 0,0 0 0 0 0,0 0 0 0 0,0 0 0 0 0,0 1 0 0 0,0-1 0 0 0,-1 0 0 0 0,1 1 0 0 0,0-1 0 0 0,0 1 0 0 0,0-1 0 0 0,0 1-1 0 0,0-1 1 0 0,-1 1 0 0 0,1 0 0 0 0,0-1 0 0 0,-1 1 0 0 0,1 0 0 0 0,0 0 0 0 0,-1-1 0 0 0,1 2 0 0 0,1 1-4 0 0,0-1 11 0 0,-1-1 0 0 0,0 1 0 0 0,0-1 0 0 0,0 1 0 0 0,0 0 0 0 0,0 0 0 0 0,0-1 0 0 0,0 1 0 0 0,0 3-1 0 0,14 31 152 0 0,-5-15-17 0 0,-1 2 0 0 0,-1-1-1 0 0,6 29 1 0 0,-14-48-102 0 0,8 19 313 0 0,0-3-172 0 0,-6-17-173 0 0,2 19-83 0 0,-4-18-349 0 0</inkml:trace>
</inkml:ink>
</file>

<file path=ppt/ink/ink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61"/>
    </inkml:context>
    <inkml:brush xml:id="br0">
      <inkml:brushProperty name="width" value="0.05" units="cm"/>
      <inkml:brushProperty name="height" value="0.05" units="cm"/>
      <inkml:brushProperty name="color" value="#004F8B"/>
    </inkml:brush>
  </inkml:definitions>
  <inkml:trace contextRef="#ctx0" brushRef="#br0">0 21 15615 0 0,'0'0'6504'0'0,"12"11"-4173"0"0,-6-8-2255 0 0,-1 0 0 0 0,0 0 0 0 0,-1 0 0 0 0,1 0 0 0 0,0 1 0 0 0,-1 0-1 0 0,0 0 1 0 0,5 6 0 0 0,-2-2 5 0 0,-1 0 0 0 0,0 0 0 0 0,-1 1 0 0 0,5 9 0 0 0,-5-7-69 0 0,6 13 39 0 0,1-2 0 0 0,27 42 0 0 0,-35-60-51 0 0,3 8 0 0 0,-2-1 0 0 0,1-3 16 0 0,0 1 0 0 0,0-1 1 0 0,0-1-1 0 0,1 1 0 0 0,8 6 0 0 0,-2-1 15 0 0,-11-12 97 0 0,-10 2 9 0 0,8-3-121 0 0,0 0-1 0 0,-1 0 1 0 0,1 0-1 0 0,0 0 0 0 0,0 0 1 0 0,0 0-1 0 0,0 0 0 0 0,-1 0 1 0 0,1 0-1 0 0,0 0 0 0 0,0 0 1 0 0,0 0-1 0 0,0 0 1 0 0,-1 0-1 0 0,1 0 0 0 0,0 0 1 0 0,0-1-1 0 0,0 1 0 0 0,0 0 1 0 0,0 0-1 0 0,-1 0 0 0 0,1 0 1 0 0,0 0-1 0 0,0 0 1 0 0,0 0-1 0 0,0-1 0 0 0,0 1 1 0 0,0 0-1 0 0,0 0 0 0 0,0 0 1 0 0,-1 0-1 0 0,1-1 0 0 0,0 1 1 0 0,0 0-1 0 0,0 0 1 0 0,0 0-1 0 0,0 0 0 0 0,0 0 1 0 0,0-1-1 0 0,0 1 0 0 0,0 0 1 0 0,0 0-1 0 0,0 0 0 0 0,0 0 1 0 0,0-1-1 0 0,0 1 0 0 0,0 0 1 0 0,0 0-1 0 0,1 0 1 0 0,-1 0-1 0 0,0-1 0 0 0,0 1 1 0 0,0 0-1 0 0,7-14 248 0 0,1 0 11 0 0,-7 8-150 0 0,0-1 0 0 0,-1 0 0 0 0,0 1 0 0 0,0-1 0 0 0,0 1 0 0 0,-3-13 0 0 0,1 13-57 0 0,1 0 0 0 0,1 0 1 0 0,-1 0-1 0 0,1 0 0 0 0,0 0 0 0 0,0 0 0 0 0,1 1 1 0 0,-1-1-1 0 0,4-11 0 0 0,-2 12-17 0 0,0-1-1 0 0,0 0 1 0 0,-1 0-1 0 0,0-1 1 0 0,0 1-1 0 0,0 0 1 0 0,-1-11-1 0 0,0 9-11 0 0,1 0 0 0 0,-1-1 0 0 0,2 1-1 0 0,3-15 1 0 0,3-15 45 0 0,-6 34-91 0 0,-2 3 0 0 0,1 1-1 0 0,-1-1 1 0 0,1 1-1 0 0,-1-1 1 0 0,0 0-1 0 0,0 1 1 0 0,1-1-1 0 0,-1 0 1 0 0,0 1 0 0 0,0-1-1 0 0,0 0 1 0 0,0 1-1 0 0,0-1 1 0 0,0 0-1 0 0,0 1 1 0 0,0-1-1 0 0,0 0 1 0 0,0 1-1 0 0,0-1 1 0 0,0 0-1 0 0,-1 1 1 0 0,1-1-1 0 0,0 0 1 0 0,0 1 0 0 0,-1-2-1 0 0,0 1-722 0 0,10 19-6365 0 0,1-8 955 0 0,2-1 2561 0 0</inkml:trace>
</inkml:ink>
</file>

<file path=ppt/ink/ink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62"/>
    </inkml:context>
    <inkml:brush xml:id="br0">
      <inkml:brushProperty name="width" value="0.05" units="cm"/>
      <inkml:brushProperty name="height" value="0.05" units="cm"/>
      <inkml:brushProperty name="color" value="#004F8B"/>
    </inkml:brush>
  </inkml:definitions>
  <inkml:trace contextRef="#ctx0" brushRef="#br0">104 252 13823 0 0,'-6'-11'303'0'0,"4"9"-171"0"0,1 0 1 0 0,-1-1 0 0 0,1 1-1 0 0,0-1 1 0 0,0 0-1 0 0,-1 1 1 0 0,2-1 0 0 0,-2-3-1 0 0,2 5 38 0 0,0 0 0 0 0,0 0 0 0 0,0 1-1 0 0,1-1 1 0 0,-1 0 0 0 0,0 0 0 0 0,1 1-1 0 0,-1-1 1 0 0,0 0 0 0 0,1 1 0 0 0,-1-1-1 0 0,1 0 1 0 0,-1 1 0 0 0,1-1 0 0 0,-1 1-1 0 0,1-1 1 0 0,-1 1 0 0 0,1-1 0 0 0,-1 1-1 0 0,1-1 1 0 0,0 1 0 0 0,-1-1 0 0 0,2 1-1 0 0,21-9 388 0 0,-5 2-12 0 0,7-1-372 0 0,-22 7-154 0 0,0 0 0 0 0,1 0 0 0 0,-1 0 0 0 0,0 0 0 0 0,0-1 0 0 0,0 1 0 0 0,0-1 0 0 0,4-3 0 0 0,2-2 148 0 0,-1-2-1 0 0,0 1 0 0 0,11-16 1 0 0,-18 23 135 0 0,3-16 838 0 0,-4 12-982 0 0,0 0 0 0 0,-1 0-1 0 0,1 0 1 0 0,-1 0 0 0 0,0 0 0 0 0,0 0-1 0 0,-1 0 1 0 0,1 0 0 0 0,-1 0-1 0 0,0 0 1 0 0,-4-5 0 0 0,4 7-127 0 0,0 1 1 0 0,1 0-1 0 0,-1 0 1 0 0,0 0-1 0 0,-1 0 1 0 0,1 0-1 0 0,0 0 1 0 0,-1 1-1 0 0,1-1 1 0 0,-1 1-1 0 0,1-1 1 0 0,-1 1-1 0 0,0 0 1 0 0,1 0-1 0 0,-1 0 1 0 0,0 1-1 0 0,0-1 1 0 0,0 1-1 0 0,1-1 0 0 0,-1 1 1 0 0,-5 0-1 0 0,4 0 2 0 0,1 0-1 0 0,-1 0 0 0 0,0 0 0 0 0,1 1 0 0 0,-1-1 0 0 0,0 1 0 0 0,1 0 0 0 0,-1 0 0 0 0,1 1 0 0 0,-1-1 0 0 0,1 1 0 0 0,-1-1 0 0 0,1 1 0 0 0,0 0 0 0 0,0 0 0 0 0,0 0 1 0 0,0 1-1 0 0,0-1 0 0 0,-4 6 0 0 0,-65 69 257 0 0,70-75-289 0 0,0 0 0 0 0,0 0 0 0 0,0 1 0 0 0,0-1 0 0 0,1 1 0 0 0,-1-1 0 0 0,1 1 0 0 0,0-1 0 0 0,-1 1 0 0 0,1 0 0 0 0,-1 4 0 0 0,1-1 0 0 0,1 1 0 0 0,-1-1 0 0 0,1 0 0 0 0,1 9 0 0 0,-1 7 0 0 0,-1-19 0 0 0,0 7 0 0 0,1-10 0 0 0,0 1 0 0 0,0-1 0 0 0,0 1 0 0 0,0 0 0 0 0,0-1 0 0 0,0 1 0 0 0,0-1 0 0 0,0 1 0 0 0,0-1 0 0 0,1 1 0 0 0,-1-1 0 0 0,0 1 0 0 0,0 0 0 0 0,1-1 0 0 0,-1 0 0 0 0,0 1 0 0 0,0-1 0 0 0,1 1 0 0 0,-1-1 0 0 0,1 1 0 0 0,-1-1 0 0 0,0 0 0 0 0,1 1 0 0 0,-1-1 0 0 0,1 0 0 0 0,-1 1 0 0 0,1-1 0 0 0,-1 0 0 0 0,1 1 0 0 0,0-1 0 0 0,1 1 0 0 0,4 3-10 0 0,0 0-1 0 0,0-1 1 0 0,0 1-1 0 0,1-1 1 0 0,0-1 0 0 0,-1 1-1 0 0,1-1 1 0 0,0 0-1 0 0,7 0 1 0 0,7 1-42 0 0,36-2 0 0 0,2 3-2417 0 0,-46-6-6086 0 0</inkml:trace>
</inkml:ink>
</file>

<file path=ppt/ink/ink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63"/>
    </inkml:context>
    <inkml:brush xml:id="br0">
      <inkml:brushProperty name="width" value="0.05" units="cm"/>
      <inkml:brushProperty name="height" value="0.05" units="cm"/>
      <inkml:brushProperty name="color" value="#004F8B"/>
    </inkml:brush>
  </inkml:definitions>
  <inkml:trace contextRef="#ctx0" brushRef="#br0">149 5 18047 0 0,'0'0'1126'0'0,"-3"0"156"0"0,-5-2-191 0 0,6 1-893 0 0,1 1 1 0 0,-1 0-1 0 0,0-1 1 0 0,1 1-1 0 0,-1 0 1 0 0,1 0-1 0 0,-1 0 1 0 0,0 0-1 0 0,1 0 1 0 0,-1 0-1 0 0,0 1 1 0 0,1-1-1 0 0,-1 0 1 0 0,-2 2-1 0 0,-55 25 2243 0 0,58-26-2415 0 0,-1 0-1 0 0,0 0 1 0 0,0 0-1 0 0,0 1 1 0 0,0-1-1 0 0,1 0 1 0 0,-1 1-1 0 0,1-1 1 0 0,-1 1-1 0 0,1 0 0 0 0,-1-1 1 0 0,1 1-1 0 0,0 0 1 0 0,-2 4-1 0 0,-10 31 60 0 0,6-13-142 0 0,5-18 36 0 0,0 1 0 0 0,1-1 0 0 0,0 1 0 0 0,0-1 0 0 0,1 1 0 0 0,0 8 0 0 0,0-8-2 0 0,0-6 2 0 0,9 8 212 0 0,5 11-137 0 0,-12-17-51 0 0,-1 0 0 0 0,1-1 0 0 0,0 1 0 0 0,-1-1 0 0 0,1 1 0 0 0,1-1-1 0 0,-1 0 1 0 0,0 0 0 0 0,1 0 0 0 0,-1 0 0 0 0,4 2 0 0 0,-2-1-38 0 0,0-2-1 0 0,-1 1 1 0 0,1 0 0 0 0,0-1-1 0 0,0 1 1 0 0,0-1-1 0 0,0 0 1 0 0,0-1 0 0 0,0 1-1 0 0,0-1 1 0 0,0 0 0 0 0,0 0-1 0 0,0 0 1 0 0,1 0 0 0 0,-1-1-1 0 0,0 1 1 0 0,0-1-1 0 0,5-2 1 0 0,23-3 57 0 0,-24 5-78 0 0,0 0 0 0 0,-1-1 1 0 0,10-3-1 0 0,-16 5 12 0 0,1-1 1 0 0,-1 0 0 0 0,1 1 0 0 0,0-1-1 0 0,-1 1 1 0 0,1 0 0 0 0,0-1 0 0 0,0 1-1 0 0,-1 0 1 0 0,4 0 0 0 0,-3 1-936 0 0,0-3-292 0 0,2-2 447 0 0,0 1-1 0 0,-1-1 0 0 0,1 0 0 0 0,-1 0 0 0 0,0 0 0 0 0,0 0 0 0 0,0-1 0 0 0,-1 1 0 0 0,4-9 0 0 0,6-11-5203 0 0,-4 10 1936 0 0</inkml:trace>
</inkml:ink>
</file>

<file path=ppt/ink/ink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64"/>
    </inkml:context>
    <inkml:brush xml:id="br0">
      <inkml:brushProperty name="width" value="0.05" units="cm"/>
      <inkml:brushProperty name="height" value="0.05" units="cm"/>
      <inkml:brushProperty name="color" value="#004F8B"/>
    </inkml:brush>
  </inkml:definitions>
  <inkml:trace contextRef="#ctx0" brushRef="#br0">0 37 16703 0 0,'0'0'1274'0'0,"1"-1"-873"0"0,0-1-328 0 0,0-1-43 0 0,-2-11 186 0 0,-1-3 6149 0 0,5 17-5808 0 0,-3 0-529 0 0,1 1-1 0 0,0-1 1 0 0,0 0 0 0 0,0 0-1 0 0,0 1 1 0 0,0-1-1 0 0,0 0 1 0 0,0 1 0 0 0,0-1-1 0 0,0 1 1 0 0,-1-1-1 0 0,1 1 1 0 0,0 0-1 0 0,0-1 1 0 0,-1 1 0 0 0,1 0-1 0 0,0-1 1 0 0,-1 1-1 0 0,1 0 1 0 0,-1 0 0 0 0,1 0-1 0 0,-1 0 1 0 0,1-1-1 0 0,-1 1 1 0 0,1 0 0 0 0,-1 0-1 0 0,0 0 1 0 0,0 0-1 0 0,1 2 1 0 0,13 45 215 0 0,-2 0-1 0 0,10 81 1 0 0,-16-59-172 0 0,8 132 178 0 0,-12-176-249 0 0,0 0 0 0 0,2 0 0 0 0,11 36 0 0 0,-15-60-85 0 0,1 0 1 0 0,-1-1-1 0 0,1 1 1 0 0,-1 0-1 0 0,1-1 0 0 0,0 1 1 0 0,0 0-1 0 0,0-1 1 0 0,0 1-1 0 0,0-1 0 0 0,0 0 1 0 0,1 1-1 0 0,-1-1 0 0 0,0 0 1 0 0,1 0-1 0 0,-1 1 1 0 0,1-1-1 0 0,-1 0 0 0 0,1-1 1 0 0,0 1-1 0 0,-1 0 0 0 0,1 0 1 0 0,0-1-1 0 0,-1 1 1 0 0,1-1-1 0 0,0 1 0 0 0,2-1 1 0 0</inkml:trace>
</inkml:ink>
</file>

<file path=ppt/ink/ink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65"/>
    </inkml:context>
    <inkml:brush xml:id="br0">
      <inkml:brushProperty name="width" value="0.05" units="cm"/>
      <inkml:brushProperty name="height" value="0.05" units="cm"/>
      <inkml:brushProperty name="color" value="#004F8B"/>
    </inkml:brush>
  </inkml:definitions>
  <inkml:trace contextRef="#ctx0" brushRef="#br0">1 0 17791 0 0,'0'0'712'0'0,"9"6"2384"0"0,-7-4-2988 0 0,-1-1 0 0 0,1 0 0 0 0,0 1 0 0 0,0-1 0 0 0,0 0 0 0 0,-1 0 0 0 0,1 0 0 0 0,0 0 0 0 0,0 0 0 0 0,0-1 0 0 0,1 1 0 0 0,2 0 0 0 0,34 5 639 0 0,-12-3-374 0 0,6 5-722 0 0,63 24-1 0 0,-94-31 157 0 0,0 0-1 0 0,0-1 1 0 0,0 1-1 0 0,0-1 1 0 0,0 0-1 0 0,0 0 0 0 0,0 0 1 0 0,0 0-1 0 0,0 0 1 0 0,0 0-1 0 0,0 0 1 0 0,0-1-1 0 0,0 1 0 0 0,0-1 1 0 0,3 0-1 0 0,12-4-7246 0 0</inkml:trace>
</inkml:ink>
</file>

<file path=ppt/ink/ink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66"/>
    </inkml:context>
    <inkml:brush xml:id="br0">
      <inkml:brushProperty name="width" value="0.05" units="cm"/>
      <inkml:brushProperty name="height" value="0.05" units="cm"/>
      <inkml:brushProperty name="color" value="#004F8B"/>
    </inkml:brush>
  </inkml:definitions>
  <inkml:trace contextRef="#ctx0" brushRef="#br0">262 41 4607 0 0,'0'0'354'0'0,"-2"-2"-233"0"0,-7-6 5518 0 0,3 4-4040 0 0,-1-1 1 0 0,0 2-1 0 0,0-1 1 0 0,0 1-1 0 0,0 0 1 0 0,-9-2-1 0 0,12 4-1293 0 0,-1 0 1 0 0,1 1-1 0 0,0-1 0 0 0,-1 1 0 0 0,1 0 0 0 0,-1 0 0 0 0,1 1 0 0 0,0-1 0 0 0,-1 1 0 0 0,1 0 0 0 0,0 0 0 0 0,-8 3 0 0 0,2 1-46 0 0,0 0 0 0 0,0 1-1 0 0,-16 11 1 0 0,22-14-240 0 0,-1 1-1 0 0,1-1 1 0 0,0 1 0 0 0,0 0 0 0 0,0 1-1 0 0,1-1 1 0 0,0 0 0 0 0,0 1 0 0 0,-4 7-1 0 0,-5 7 23 0 0,10-16-37 0 0,0 0 1 0 0,0 0-1 0 0,0 0 1 0 0,0 1 0 0 0,-1 4-1 0 0,1-4-14 0 0,0 1 1 0 0,1 0-1 0 0,0-1 0 0 0,0 1 1 0 0,1 0-1 0 0,-1 0 0 0 0,1-1 0 0 0,0 1 1 0 0,0 0-1 0 0,1 0 0 0 0,-1 0 1 0 0,1-1-1 0 0,0 1 0 0 0,2 6 0 0 0,4 8 15 0 0,-6-17-8 0 0,-1 1 0 0 0,1-1 0 0 0,0 1 0 0 0,0-1 0 0 0,0 1 0 0 0,0-1-1 0 0,0 0 1 0 0,1 1 0 0 0,-1-1 0 0 0,1 0 0 0 0,-1 0 0 0 0,1 0 0 0 0,0 0 0 0 0,0 0 0 0 0,0-1 0 0 0,0 1-1 0 0,0 0 1 0 0,0-1 0 0 0,0 1 0 0 0,0-1 0 0 0,1 0 0 0 0,2 1 0 0 0,-4-2 0 0 0,15 6-61 0 0,31 7 0 0 0,-42-12 62 0 0,1 0 0 0 0,0 0 0 0 0,-1-1 0 0 0,1 0 0 0 0,0 0-1 0 0,-1-1 1 0 0,1 1 0 0 0,-1-1 0 0 0,10-3 0 0 0,74-16 1 0 0,-84 18 25 0 0,-1 0 0 0 0,1-1 1 0 0,0 0-1 0 0,-1 0 0 0 0,1 0 0 0 0,-1 0 0 0 0,0-1 1 0 0,0 1-1 0 0,0-1 0 0 0,0 0 0 0 0,-1 0 0 0 0,0-1 0 0 0,0 1 1 0 0,0-1-1 0 0,0 0 0 0 0,3-8 0 0 0,-6 12-18 0 0,0-1-1 0 0,0 1 1 0 0,0 0-1 0 0,0 0 1 0 0,0-1 0 0 0,0 1-1 0 0,0 0 1 0 0,-1 0-1 0 0,1-1 1 0 0,0 1 0 0 0,-1 0-1 0 0,1 0 1 0 0,-1 0-1 0 0,0 0 1 0 0,1 0 0 0 0,-1-1-1 0 0,-1 0 1 0 0,1 0 23 0 0,-6-8 138 0 0,0 1 0 0 0,0 0 1 0 0,0 0-1 0 0,-1 1 0 0 0,-1-1 0 0 0,1 2 0 0 0,-19-13 0 0 0,22 17-138 0 0,0 0 0 0 0,0 0 0 0 0,0 1 1 0 0,0 0-1 0 0,0 0 0 0 0,0 0 0 0 0,-1 0 0 0 0,1 1 1 0 0,-1 0-1 0 0,1 0 0 0 0,-1 1 0 0 0,1-1 1 0 0,-1 1-1 0 0,1 1 0 0 0,-1-1 0 0 0,0 1 1 0 0,1 0-1 0 0,-9 2 0 0 0,0 4-41 0 0,13-6-222 0 0,5 10-2091 0 0,0 1 931 0 0,-2 2-14 0 0</inkml:trace>
</inkml:ink>
</file>

<file path=ppt/ink/ink1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67"/>
    </inkml:context>
    <inkml:brush xml:id="br0">
      <inkml:brushProperty name="width" value="0.05" units="cm"/>
      <inkml:brushProperty name="height" value="0.05" units="cm"/>
      <inkml:brushProperty name="color" value="#004F8B"/>
    </inkml:brush>
  </inkml:definitions>
  <inkml:trace contextRef="#ctx0" brushRef="#br0">1 6 19063 0 0,'0'0'5785'0'0,"1"3"-5419"0"0,6 24 216 0 0,-6-21-542 0 0,0 0 0 0 0,0 1 1 0 0,1-1-1 0 0,0-1 0 0 0,1 1 0 0 0,4 8 1 0 0,3 4-23 0 0,0 1 0 0 0,-1 0 1 0 0,13 38-1 0 0,10 25-627 0 0,-22-42 551 0 0,-9-38-75 0 0,-7-9-563 0 0,0-3 1368 0 0,1 0-1 0 0,0-1 1 0 0,0 1-1 0 0,-4-17 1 0 0,0 2-361 0 0,3 11-246 0 0,1 0-1 0 0,1 0 1 0 0,0 0-1 0 0,1 0 1 0 0,-2-26-1 0 0,4 36-46 0 0,1 0-1 0 0,0 0 1 0 0,1 0-1 0 0,-1 0 1 0 0,1 0 0 0 0,0 0-1 0 0,-1 0 1 0 0,2 1-1 0 0,-1-1 1 0 0,0 0-1 0 0,1 0 1 0 0,0 1-1 0 0,0-1 1 0 0,0 1-1 0 0,0 0 1 0 0,0-1-1 0 0,1 1 1 0 0,-1 0-1 0 0,1 0 1 0 0,0 1-1 0 0,0-1 1 0 0,0 1-1 0 0,0-1 1 0 0,1 1 0 0 0,6-3-1 0 0,-1 1-93 0 0,0 0-1 0 0,0 1 0 0 0,1 0 1 0 0,-1 0-1 0 0,1 1 1 0 0,18-1-1 0 0,-7 2 98 0 0,0 1 0 0 0,25 4 0 0 0,-16-2-217 0 0,-17-2 181 0 0,0 1 1 0 0,0 1-1 0 0,16 3 0 0 0,-3-1-65 0 0,-24-4-333 0 0,-21 7-11270 0 0</inkml:trace>
</inkml:ink>
</file>

<file path=ppt/ink/ink1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68"/>
    </inkml:context>
    <inkml:brush xml:id="br0">
      <inkml:brushProperty name="width" value="0.05" units="cm"/>
      <inkml:brushProperty name="height" value="0.05" units="cm"/>
      <inkml:brushProperty name="color" value="#004F8B"/>
    </inkml:brush>
  </inkml:definitions>
  <inkml:trace contextRef="#ctx0" brushRef="#br0">252 43 5063 0 0,'5'-14'16207'0'0,"-39"-10"-14894"0"0,32 23-1057 0 0,-9-2 288 0 0,7 3-444 0 0,1 1 0 0 0,0 0 0 0 0,0 0 1 0 0,0 0-1 0 0,0 0 0 0 0,0 0 0 0 0,-4 3 0 0 0,-10 3 151 0 0,9-4-166 0 0,-1 1 0 0 0,1-1-1 0 0,0 2 1 0 0,0-1 0 0 0,0 1 0 0 0,0 0 0 0 0,-6 7-1 0 0,-3 1-14 0 0,12-9-70 0 0,1-1-1 0 0,0 1 1 0 0,1 0-1 0 0,-5 6 1 0 0,-8 8 14 0 0,-4 6 57 0 0,19-23-69 0 0,0 1 1 0 0,0-1 0 0 0,-1 1-1 0 0,1-1 1 0 0,0 1 0 0 0,0-1 0 0 0,1 1-1 0 0,-1-1 1 0 0,0 1 0 0 0,0 0-1 0 0,1 0 1 0 0,-1-1 0 0 0,1 1-1 0 0,0 0 1 0 0,-1 0 0 0 0,1 0-1 0 0,0 2 1 0 0,0 3 2 0 0,-1-1-12 0 0,0 0-1 0 0,1 0 1 0 0,0 0-1 0 0,0 0 1 0 0,0 0 0 0 0,0 0-1 0 0,1 0 1 0 0,0-1-1 0 0,0 1 1 0 0,1 0-1 0 0,-1 0 1 0 0,1-1 0 0 0,1 1-1 0 0,-1-1 1 0 0,1 1-1 0 0,0-1 1 0 0,0 0-1 0 0,0 0 1 0 0,1-1 0 0 0,0 1-1 0 0,0-1 1 0 0,0 1-1 0 0,0-1 1 0 0,1 0-1 0 0,0-1 1 0 0,0 1 0 0 0,7 3-1 0 0,-5-4 2 0 0,-1-2 0 0 0,1 1 0 0 0,0-1 0 0 0,0 1 0 0 0,0-2 0 0 0,-1 1 0 0 0,1-1 0 0 0,0 0 0 0 0,8-1 0 0 0,-11 0 5 0 0,0 0-1 0 0,1 0 0 0 0,-1 0 1 0 0,0 0-1 0 0,1-1 1 0 0,-1 1-1 0 0,0-1 0 0 0,0 0 1 0 0,-1 0-1 0 0,1-1 1 0 0,6-4-1 0 0,2-4 21 0 0,21-22 0 0 0,-15 14 102 0 0,-16 17-57 0 0,6-10 11 0 0,5-11-11 0 0,-13 23-63 0 0,0 0-1 0 0,0 0 1 0 0,0 1 0 0 0,0-1 0 0 0,1 0 0 0 0,-1 0-1 0 0,0 0 1 0 0,0 0 0 0 0,0 0 0 0 0,0 0-1 0 0,0 0 1 0 0,0 0 0 0 0,0 0 0 0 0,0 0 0 0 0,0 0-1 0 0,0 0 1 0 0,0 0 0 0 0,0 0 0 0 0,0 0 0 0 0,0 0-1 0 0,0 0 1 0 0,0 0 0 0 0,0 0 0 0 0,0 0 0 0 0,0 0-1 0 0,0 0 1 0 0,0 0 0 0 0,0 0 0 0 0,1 0 0 0 0,-1 0-1 0 0,0 0 1 0 0,0 0 0 0 0,0 0 0 0 0,0-1-1 0 0,0 1 1 0 0,0 0 0 0 0,0 0 0 0 0,0 0 0 0 0,0 0-1 0 0,0 0 1 0 0,0 0 0 0 0,0 0 0 0 0,0 0 0 0 0,0 0-1 0 0,0 0 1 0 0,0 0 0 0 0,0 0 0 0 0,0 0 0 0 0,0 0-1 0 0,0 0 1 0 0,0 0 0 0 0,0 0 0 0 0,0 0-1 0 0,2 0 10 0 0,0-5-8 0 0,0-5-3 0 0,-2 3 96 0 0,0 0 0 0 0,-1 0 0 0 0,1 0 0 0 0,-1 0 0 0 0,-1 0 0 0 0,-1-7 1 0 0,2 11-23 0 0,0 1 92 0 0,1 0-5 0 0,-2-10 7 0 0,2 4-91 0 0,-1 0 1 0 0,-1 0-1 0 0,-2-10 0 0 0,3 17 628 0 0,-3-3-845 0 0,3 13 141 0 0,2 21 117 0 0,2-11-101 0 0,8 60 32 0 0,-8-60-74 0 0,7 29-1 0 0,2 11-48 0 0,6 33 139 0 0,-16-85-40 0 0,-2-1-12 0 0,1-1-1 0 0,-1 0 1 0 0,0 1-1 0 0,0-1 1 0 0,-2 9-1 0 0,2-7 1 0 0,-1 0 0 0 0,1-1 0 0 0,0 9 0 0 0,3 8-2 0 0,0-3-97 0 0,0 26 0 0 0,-3-40 71 0 0</inkml:trace>
</inkml:ink>
</file>

<file path=ppt/ink/ink1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69"/>
    </inkml:context>
    <inkml:brush xml:id="br0">
      <inkml:brushProperty name="width" value="0.05" units="cm"/>
      <inkml:brushProperty name="height" value="0.05" units="cm"/>
      <inkml:brushProperty name="color" value="#004F8B"/>
    </inkml:brush>
  </inkml:definitions>
  <inkml:trace contextRef="#ctx0" brushRef="#br0">0 89 2303 0 0,'4'-14'19068'0'0,"-2"6"-14157"0"0,16 47-5065 0 0,-8-16 97 0 0,2 0 0 0 0,15 23-1 0 0,-26-43 125 0 0,2 0-14 0 0,21 28-126 0 0,-22-28 5 0 0,24 1 16 0 0,-23-3 48 0 0,-1-1 1 0 0,0 1 0 0 0,1 0-1 0 0,-1-1 1 0 0,1 0 0 0 0,-1 1-1 0 0,1-1 1 0 0,-1 0-1 0 0,1 0 1 0 0,-1 0 0 0 0,1-1-1 0 0,-1 1 1 0 0,0-1 0 0 0,1 1-1 0 0,-1-1 1 0 0,1 0 0 0 0,-1 0-1 0 0,3-1 1 0 0,14-12-132 0 0,-15 11 127 0 0,1-1 0 0 0,0 1 0 0 0,0-1 0 0 0,0 2 0 0 0,9-5 0 0 0,-13 7 16 0 0,1-1 0 0 0,0 0 0 0 0,0 0 0 0 0,-1 0 0 0 0,1 0 0 0 0,-1 0 0 0 0,1-1 0 0 0,-1 1 0 0 0,1 0 0 0 0,-1-1 0 0 0,0 1 0 0 0,0-1 0 0 0,0 1 0 0 0,0-1 0 0 0,0 1 0 0 0,0-1 0 0 0,1-3 0 0 0,1-2 33 0 0,-1-1 1 0 0,0 1 0 0 0,1-9 0 0 0,-1 8-30 0 0,-2 2-6 0 0,1 0 0 0 0,-1 0 1 0 0,0 0-1 0 0,0 0 0 0 0,0 0 0 0 0,-1 0 0 0 0,0 0 1 0 0,0 0-1 0 0,-3-7 0 0 0,2 4-4 0 0,-6-40 1270 0 0,7 51-1212 0 0,-2 4-49 0 0,1 0 0 0 0,-1 1 0 0 0,1-1-1 0 0,1 1 1 0 0,-1-1 0 0 0,1 1 0 0 0,0 0 0 0 0,1-1 0 0 0,0 1 0 0 0,0 0-1 0 0,1 9 1 0 0,-1-12-16 0 0,1 1-10 0 0,0-1 0 0 0,0 1 0 0 0,1-1 0 0 0,2 6 0 0 0,2 10 17 0 0,-2-5-2 0 0,8 21 0 0 0,-5-25 0 0 0,24 14 0 0 0,-29-23 0 0 0,0-1 0 0 0,0 1 0 0 0,0-1 0 0 0,1 0 0 0 0,-1 0 0 0 0,0 0 0 0 0,1 0 0 0 0,-1-1 0 0 0,3 1 0 0 0,-4 0-1 0 0,0-1 1 0 0,0 0-1 0 0,-1 0 0 0 0,1 0 1 0 0,0 0-1 0 0,0 0 0 0 0,0 0 0 0 0,-1 0 1 0 0,1 0-1 0 0,0 0 0 0 0,0 0 1 0 0,-1 0-1 0 0,1 0 0 0 0,1-1 0 0 0,1-1-5 0 0,-1 0 0 0 0,0 0 0 0 0,0 0 0 0 0,0 0 0 0 0,0 0 0 0 0,0 0 0 0 0,0-1 0 0 0,2-4 0 0 0,12-15-20 0 0,-15 22 26 0 0,-1-1-1 0 0,1 1 0 0 0,-1-1 0 0 0,1 1 0 0 0,0 0 0 0 0,-1-1 1 0 0,1 1-1 0 0,-1 0 0 0 0,1 0 0 0 0,0-1 0 0 0,-1 1 0 0 0,1 0 1 0 0,-1 0-1 0 0,1 0 0 0 0,0 0 0 0 0,-1 0 0 0 0,1 0 0 0 0,0 0 1 0 0,-1 0-1 0 0,1 0 0 0 0,0 0 0 0 0,-1 0 0 0 0,1 0 0 0 0,0 0 1 0 0,-1 1-1 0 0,1-1 0 0 0,0 0 0 0 0,-1 0 0 0 0,1 1 0 0 0,-1-1 1 0 0,2 1-1 0 0,6 5 58 0 0,-7-6-52 0 0,-1 0-1 0 0,1 1 1 0 0,0-1 0 0 0,-1 0-1 0 0,1 0 1 0 0,-1 1 0 0 0,1-1-1 0 0,0 0 1 0 0,-1 0 0 0 0,1 0-1 0 0,0 0 1 0 0,-1 0-1 0 0,1 0 1 0 0,0 0 0 0 0,-1 0-1 0 0,2 0 1 0 0,0 0 0 0 0,8-2-5 0 0,-8 0 1 0 0,0 1-1 0 0,-1 0 1 0 0,0 0-1 0 0,1-1 1 0 0,-1 1-1 0 0,0-1 1 0 0,1 1 0 0 0,-1-1-1 0 0,0 0 1 0 0,0 1-1 0 0,0-1 1 0 0,-1 0-1 0 0,2-2 1 0 0,7-28 28 0 0,-5 17-133 0 0,-2 5 77 0 0,0 1 0 0 0,-1-1-1 0 0,0 1 1 0 0,0-1-1 0 0,-1 0 1 0 0,-3-17-1 0 0,3 23 65 0 0,0 3-35 0 0,0 1 0 0 0,0-1 1 0 0,0 0-1 0 0,-1 1 0 0 0,1-1 1 0 0,0 0-1 0 0,0 1 0 0 0,-1-1 1 0 0,1 0-1 0 0,0 1 0 0 0,-1-1 1 0 0,1 1-1 0 0,0-1 0 0 0,-1 1 1 0 0,1-1-1 0 0,-1 1 0 0 0,1-1 1 0 0,-2 0-1 0 0,-9-12 133 0 0,10 12-87 0 0,-1-1-1 0 0,0 0 1 0 0,1 1-1 0 0,-1-1 1 0 0,0 1-1 0 0,0-1 1 0 0,-3 0-1 0 0,4 1 168 0 0,-7 2 148 0 0,7 0-368 0 0,0 0 1 0 0,0 0 0 0 0,0 0 0 0 0,1 0-1 0 0,-1 1 1 0 0,0-1 0 0 0,1 0-1 0 0,-1 1 1 0 0,1-1 0 0 0,-1 0-1 0 0,1 1 1 0 0,-1-1 0 0 0,1 0 0 0 0,0 1-1 0 0,0-1 1 0 0,0 1 0 0 0,0 2-1 0 0,1 28-24 0 0,0-23 18 0 0,1 2-3 0 0,1 0-1 0 0,0 0 0 0 0,0-1 1 0 0,1 1-1 0 0,1-1 0 0 0,-1 0 1 0 0,13 18-1 0 0,-15-26 11 0 0,1 0-1 0 0,-1-1 1 0 0,0 1-1 0 0,1-1 1 0 0,-1 0-1 0 0,0 0 0 0 0,1 0 1 0 0,0 0-1 0 0,-1 0 1 0 0,1 0-1 0 0,-1-1 1 0 0,1 1-1 0 0,0-1 1 0 0,0 0-1 0 0,3 0 1 0 0,19 5 135 0 0,-19-3-134 0 0,1 0 0 0 0,0 0 1 0 0,0 0-1 0 0,8 0 0 0 0,-12-2-1 0 0,0 0 0 0 0,0 0 0 0 0,-1-1-1 0 0,1 1 1 0 0,0-1 0 0 0,0 1-1 0 0,-1-1 1 0 0,1 0 0 0 0,0 0 0 0 0,-1 0-1 0 0,1 0 1 0 0,-1-1 0 0 0,5-2-1 0 0,-3 1 86 0 0,4-2-99 0 0,-1-1 1 0 0,1 0 0 0 0,6-7 0 0 0,-12 10 0 0 0,1 1 1 0 0,-1-1-1 0 0,0 0 1 0 0,-1 0-1 0 0,1 0 1 0 0,0 0-1 0 0,-1 0 1 0 0,0-1-1 0 0,0 1 1 0 0,0 0-1 0 0,1-7 1 0 0,1-3 154 0 0,-2 5-75 0 0,1 0 0 0 0,-1 0-1 0 0,-1 0 1 0 0,0-15 0 0 0,0 20-61 0 0,-1 1 0 0 0,1 0 0 0 0,0 0-1 0 0,-1 0 1 0 0,0 1 0 0 0,1-1 0 0 0,-1 0 0 0 0,0 0-1 0 0,0 0 1 0 0,0 0 0 0 0,0 1 0 0 0,0-1 0 0 0,-1 0-1 0 0,1 1 1 0 0,-1-1 0 0 0,1 1 0 0 0,-1-1-1 0 0,1 1 1 0 0,-1 0 0 0 0,1 0 0 0 0,-1 0 0 0 0,0 0-1 0 0,0 0 1 0 0,-3-1 0 0 0,-11-4-18 0 0,14 6-35 0 0,0 0 99 0 0,-2 1-17 0 0,1-1-25 0 0,1 1 0 0 0,0-1 1 0 0,0 1-1 0 0,0-1 0 0 0,0 1 0 0 0,0 0 1 0 0,0 0-1 0 0,0 0 0 0 0,0 0 0 0 0,0 0 1 0 0,1 0-1 0 0,-1 1 0 0 0,0-1 1 0 0,1 1-1 0 0,-3 2 0 0 0,1-2-7 0 0,-1 1 3 0 0,-4 12-20 0 0,4-5-72 0 0,3-8-27 0 0,1 1-103 0 0,-1 2 235 0 0,1 1 0 0 0,0-1 0 0 0,1 1 0 0 0,-1-1 0 0 0,1 1 0 0 0,1-1 0 0 0,-1 1 0 0 0,1-1 0 0 0,-1 0 1 0 0,1 0-1 0 0,1 0 0 0 0,-1 0 0 0 0,1 0 0 0 0,0 0 0 0 0,0-1 0 0 0,0 1 0 0 0,1-1 0 0 0,0 0 0 0 0,0 0 0 0 0,7 6 0 0 0,-6-6-15 0 0,1 0 0 0 0,-1 0 0 0 0,1-1 0 0 0,0 1 0 0 0,0-1 0 0 0,0-1 0 0 0,0 1 0 0 0,1-1 0 0 0,-1 0 0 0 0,1-1 0 0 0,-1 0 0 0 0,1 0 0 0 0,-1 0 0 0 0,12 0 0 0 0,-13-2 6 0 0,20 5-49 0 0,-24-3-28 0 0,0-1 0 0 0,0 0 0 0 0,0 1-1 0 0,1-1 1 0 0,-1 0 0 0 0,0 0 0 0 0,0 0 0 0 0,0 0 0 0 0,0 0 0 0 0,0 0 0 0 0,0 0 0 0 0,0 0 0 0 0,0 0 0 0 0,0 0 0 0 0,1-1-1 0 0,-1 1 1 0 0,0 0 0 0 0,0-1 0 0 0,0 1 0 0 0,0-1 0 0 0,-1 1 0 0 0,1-1 0 0 0,0 0 0 0 0,0 1 0 0 0,0-1 0 0 0,1-1 0 0 0,-1 0-313 0 0,0 0 1 0 0,0-1 0 0 0,0 1 0 0 0,0 0 0 0 0,0-1 0 0 0,-1 1 0 0 0,1-1 0 0 0,0-4 0 0 0,0-3-143 0 0,5-5-1320 0 0</inkml:trace>
</inkml:ink>
</file>

<file path=ppt/ink/ink1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70"/>
    </inkml:context>
    <inkml:brush xml:id="br0">
      <inkml:brushProperty name="width" value="0.05" units="cm"/>
      <inkml:brushProperty name="height" value="0.05" units="cm"/>
      <inkml:brushProperty name="color" value="#004F8B"/>
    </inkml:brush>
  </inkml:definitions>
  <inkml:trace contextRef="#ctx0" brushRef="#br0">17 46 13735 0 0,'-2'-9'1246'0'0,"0"-1"1443"0"0,1 9-1334 0 0,-11-24 7363 0 0,18 34-7937 0 0,-4-5-764 0 0,0-1 0 0 0,0 0 0 0 0,-1 0 0 0 0,1 1 0 0 0,-1-1 0 0 0,1 0 0 0 0,-1 1 0 0 0,0 0 0 0 0,0 3 0 0 0,3 38 56 0 0,-2-21-13 0 0,2 52-27 0 0,-5-56-24 0 0,2-1-1 0 0,0 0 1 0 0,2 1-1 0 0,8 34 1 0 0,13 14-9 0 0,-22-64 0 0 0,-1 1 0 0 0,1-1 0 0 0,0 0 0 0 0,0 0 0 0 0,5 8 0 0 0,-2-4 0 0 0,-3-5-43 0 0,-1-1 0 0 0,1 1 0 0 0,0-1 1 0 0,0 1-1 0 0,0-1 0 0 0,0 0 0 0 0,3 3 0 0 0,3 2-171 0 0,-7-6-400 0 0,0 0-361 0 0,1 1-1 0 0,0-1 0 0 0,0 0 1 0 0,0 1-1 0 0,0-1 1 0 0,0 0-1 0 0,3 1 0 0 0,6 3-8232 0 0</inkml:trace>
</inkml:ink>
</file>

<file path=ppt/ink/ink1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71"/>
    </inkml:context>
    <inkml:brush xml:id="br0">
      <inkml:brushProperty name="width" value="0.05" units="cm"/>
      <inkml:brushProperty name="height" value="0.05" units="cm"/>
      <inkml:brushProperty name="color" value="#004F8B"/>
    </inkml:brush>
  </inkml:definitions>
  <inkml:trace contextRef="#ctx0" brushRef="#br0">5 29 7831 0 0,'-4'-8'12711'0'0,"5"8"-11659"0"0,1 1-964 0 0,-1-1 1 0 0,1-1-1 0 0,-1 1 1 0 0,0 0-1 0 0,1 0 0 0 0,-1 0 1 0 0,1-1-1 0 0,-1 1 1 0 0,0-1-1 0 0,1 1 1 0 0,-1-1-1 0 0,0 1 0 0 0,0-1 1 0 0,1 0-1 0 0,-1 0 1 0 0,0 1-1 0 0,0-1 1 0 0,1-2-1 0 0,0 2-37 0 0,-1 0 0 0 0,0 0 0 0 0,0 0 0 0 0,1 0 1 0 0,-1 1-1 0 0,0-1 0 0 0,1 0 0 0 0,-1 0 0 0 0,1 1 0 0 0,-1-1 0 0 0,1 1 0 0 0,-1-1 0 0 0,1 1 0 0 0,-1 0 1 0 0,1 0-1 0 0,0-1 0 0 0,-1 1 0 0 0,1 0 0 0 0,-1 0 0 0 0,3 1 0 0 0,18 4 124 0 0,1 0-1 0 0,23 1 1 0 0,11 3-200 0 0,-55-9 0 0 0,0 1 1 0 0,1 0-1 0 0,-1 0 1 0 0,0 0 0 0 0,0 0-1 0 0,0 0 1 0 0,0 0-1 0 0,3 2 1 0 0,13 7-2797 0 0</inkml:trace>
</inkml:ink>
</file>

<file path=ppt/ink/ink1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72"/>
    </inkml:context>
    <inkml:brush xml:id="br0">
      <inkml:brushProperty name="width" value="0.05" units="cm"/>
      <inkml:brushProperty name="height" value="0.05" units="cm"/>
      <inkml:brushProperty name="color" value="#004F8B"/>
    </inkml:brush>
  </inkml:definitions>
  <inkml:trace contextRef="#ctx0" brushRef="#br0">25 115 12983 0 0,'0'0'987'0'0,"0"0"-977"0"0,0 0 1 0 0,0 0-1 0 0,0 0 1 0 0,0-1-1 0 0,0 1 0 0 0,-1 0 1 0 0,1 0-1 0 0,0 0 1 0 0,0 0-1 0 0,0 0 0 0 0,0 0 1 0 0,0 0-1 0 0,0 0 1 0 0,0 0-1 0 0,0 0 0 0 0,0 0 1 0 0,-1 0-1 0 0,1 0 1 0 0,0 0-1 0 0,0 0 0 0 0,0 0 1 0 0,0 0-1 0 0,0 0 1 0 0,0 0-1 0 0,0 0 0 0 0,0 0 1 0 0,-1 0-1 0 0,1 0 1 0 0,0 0-1 0 0,0 0 1 0 0,0 0-1 0 0,0 0 0 0 0,0 0 1 0 0,0 0-1 0 0,0 0 1 0 0,0 0-1 0 0,0 1 0 0 0,-1-1 1 0 0,1 0-1 0 0,0 0 1 0 0,0 0-1 0 0,0 0 0 0 0,0 0 1 0 0,0 0-1 0 0,0 0 1 0 0,0 0-1 0 0,0 0 0 0 0,0 0 1 0 0,0 1-1 0 0,0-1 1 0 0,1 1 83 0 0,-1 1 0 0 0,1-1 0 0 0,0 0 1 0 0,0 0-1 0 0,0 1 0 0 0,0-1 1 0 0,0 0-1 0 0,0 0 0 0 0,0 0 1 0 0,1 0-1 0 0,-1 0 0 0 0,0 0 0 0 0,0 0 1 0 0,1-1-1 0 0,-1 1 0 0 0,1 0 1 0 0,-1-1-1 0 0,2 1 0 0 0,33 6 1438 0 0,-21-5-1054 0 0,-3 1-260 0 0,-11-2-183 0 0,1 0 0 0 0,0-1 0 0 0,-1 1 0 0 0,1-1 0 0 0,0 1 0 0 0,0-1 0 0 0,0 0 0 0 0,-1 1 0 0 0,1-1 0 0 0,0 0 0 0 0,0 0 0 0 0,0-1 0 0 0,-1 1 1 0 0,1 0-1 0 0,3-2 0 0 0,4-1 217 0 0,0 0 1 0 0,0 0 0 0 0,13-2-1 0 0,-20 4-194 0 0,-1 1 0 0 0,1-1 0 0 0,-1 0 0 0 0,1 0 0 0 0,-1 0 0 0 0,1 0 0 0 0,-1 0 0 0 0,0 0 0 0 0,1 0 0 0 0,-1 0 0 0 0,2-3 0 0 0,-2 3 16 0 0,0 0 0 0 0,-1 0 1 0 0,1 0-1 0 0,0 0 1 0 0,0 0-1 0 0,0 0 1 0 0,1 1-1 0 0,-1-1 1 0 0,0 0-1 0 0,0 0 0 0 0,0 1 1 0 0,0-1-1 0 0,1 1 1 0 0,2-1-1 0 0,4-10 642 0 0,3-6-48 0 0,-10 16-29 0 0,-1-1-403 0 0,-10-39 793 0 0,-1 33-576 0 0,10 6-411 0 0,-1 1 0 0 0,1-1 0 0 0,-1 1 0 0 0,0-1 0 0 0,0 1-1 0 0,1 0 1 0 0,-1 0 0 0 0,0 0 0 0 0,0 0 0 0 0,0 0 0 0 0,0 0-1 0 0,0 0 1 0 0,-1 1 0 0 0,1-1 0 0 0,0 1 0 0 0,0 0-1 0 0,0-1 1 0 0,-5 1 0 0 0,4 0 26 0 0,0 0 0 0 0,0-1 0 0 0,0 1-1 0 0,0-1 1 0 0,-5-2 0 0 0,5 2-24 0 0,1 0 0 0 0,-1 1 0 0 0,1-1 0 0 0,-1 0 1 0 0,0 1-1 0 0,1 0 0 0 0,-1-1 0 0 0,0 1 0 0 0,-3 1 0 0 0,-14-1 13 0 0,18-1-122 0 0,0 1 0 0 0,0 0-1 0 0,0 0 1 0 0,0 0 0 0 0,0 0 0 0 0,0 0 0 0 0,0 1 0 0 0,0-1 0 0 0,0 0 0 0 0,0 1-1 0 0,0 0 1 0 0,0-1 0 0 0,0 1 0 0 0,0 0 0 0 0,-2 1 0 0 0,-1 3-170 0 0,-14 8 381 0 0,19-13-107 0 0,-1 0 0 0 0,0 1-1 0 0,1-1 1 0 0,-1 0 0 0 0,0 0 0 0 0,1 0 0 0 0,-1 1 0 0 0,0-1 0 0 0,1 0-1 0 0,-1 0 1 0 0,0 0 0 0 0,1 0 0 0 0,-1 0 0 0 0,0 0 0 0 0,0 0 0 0 0,1 0 0 0 0,-1 0-1 0 0,0-1 1 0 0,1 1 0 0 0,-1 0 0 0 0,0 0 0 0 0,1 0 0 0 0,-1-1 0 0 0,0 0-1 0 0,-1 2 19 0 0,1 1-1 0 0,-1-1 0 0 0,1 0 0 0 0,0 0 0 0 0,0 1 0 0 0,0-1 0 0 0,0 1 0 0 0,0-1 1 0 0,0 1-1 0 0,-1 1 0 0 0,2-2-51 0 0,-4 4-17 0 0,2-1-17 0 0,0-1-1 0 0,0 0 0 0 0,0 1 0 0 0,0 0 0 0 0,1-1 1 0 0,-1 1-1 0 0,1 0 0 0 0,-2 7 0 0 0,11 6 84 0 0,-3-9 11 0 0,-4-6-54 0 0,17 33 83 0 0,-16-32-99 0 0,0 0-1 0 0,0 0 1 0 0,0 0-1 0 0,1 0 0 0 0,-1-1 1 0 0,1 1-1 0 0,-1-1 1 0 0,1 0-1 0 0,0 0 0 0 0,4 2 1 0 0,9 7-7 0 0,-13-8-39 0 0,-1-1-1 0 0,1 0 1 0 0,0 0-1 0 0,-1-1 0 0 0,1 1 1 0 0,0-1-1 0 0,0 1 1 0 0,0-1-1 0 0,0 0 0 0 0,1 0 1 0 0,5 1-1 0 0,39 3-1751 0 0,22 8 3541 0 0,-40-8-1802 0 0,-9-3-516 0 0,-20-2-882 0 0</inkml:trace>
</inkml:ink>
</file>

<file path=ppt/ink/ink1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73"/>
    </inkml:context>
    <inkml:brush xml:id="br0">
      <inkml:brushProperty name="width" value="0.05" units="cm"/>
      <inkml:brushProperty name="height" value="0.05" units="cm"/>
      <inkml:brushProperty name="color" value="#004F8B"/>
    </inkml:brush>
  </inkml:definitions>
  <inkml:trace contextRef="#ctx0" brushRef="#br0">42 62 14167 0 0,'-1'-1'647'0'0,"-14"-12"217"0"0,14 12-809 0 0,-1 1 0 0 0,1-1 0 0 0,0 1 0 0 0,0-1 0 0 0,0 0 0 0 0,0 0-1 0 0,0 0 1 0 0,0 0 0 0 0,0 1 0 0 0,0-1 0 0 0,0 0 0 0 0,1-1 0 0 0,-1 1 0 0 0,0 0 0 0 0,1 0 0 0 0,-1 0 0 0 0,0-2 0 0 0,1 3 43 0 0,0-1 0 0 0,-1 0 1 0 0,-6-6 6817 0 0,7 9-6318 0 0,5 14 257 0 0,2 8-489 0 0,11 29 0 0 0,-9-34-1 0 0,-2 1 1 0 0,8 31-1 0 0,-15-49-205 0 0,2 0-27 0 0,2 6-77 0 0,-3-6 459 0 0,11-11-331 0 0,-6 2-48 0 0,0-1-1 0 0,-1 0 1 0 0,0 0 0 0 0,-1 0 0 0 0,1 0-1 0 0,-2-1 1 0 0,6-16 0 0 0,-5 13-46 0 0,0 1 1 0 0,1 0-1 0 0,1 0 1 0 0,6-11 0 0 0,-9 18-75 0 0,2-2-4 0 0,-1-1 0 0 0,0 0 0 0 0,5-9 0 0 0,-8 13 6 0 0,-1 2-15 0 0,1 0 1 0 0,-1 0 0 0 0,0 0-1 0 0,1 0 1 0 0,-1 0 0 0 0,1 0-1 0 0,-1 0 1 0 0,1 0 0 0 0,-1 1-1 0 0,1-1 1 0 0,0 0 0 0 0,-1 0-1 0 0,1 1 1 0 0,0-1 0 0 0,-1 1 0 0 0,1-1-1 0 0,0 0 1 0 0,0 1 0 0 0,0-1-1 0 0,0 1 1 0 0,0 0 0 0 0,0-1-1 0 0,-1 1 1 0 0,1 0 0 0 0,0-1-1 0 0,2 1 1 0 0,-2 0-4 0 0,0-1 0 0 0,0 1 0 0 0,0 0 0 0 0,0 0 0 0 0,0 0 1 0 0,0 0-1 0 0,-1 0 0 0 0,1 0 0 0 0,0 0 0 0 0,0 0 0 0 0,0 0 0 0 0,2 1 0 0 0,0 3 7 0 0,-2-4-2 0 0,4 6-18 0 0,0 1 0 0 0,0-1 0 0 0,-1 1 0 0 0,1-1 0 0 0,-1 1 0 0 0,-1 0 0 0 0,1 1 0 0 0,2 7 0 0 0,-6-13 5 0 0,0 0 0 0 0,1-1 0 0 0,-1 1 0 0 0,1 0 0 0 0,-1-1 1 0 0,1 1-1 0 0,0-1 0 0 0,0 1 0 0 0,-1-1 0 0 0,1 1 0 0 0,0-1 0 0 0,2 2 0 0 0,1 1 7 0 0,11 25 68 0 0,-13-25-60 0 0,1 1 1 0 0,-1 0 0 0 0,1 0 0 0 0,-1 0-1 0 0,-1 0 1 0 0,3 8 0 0 0,3 12 282 0 0,-6-22-376 0 0,2 7-2464 0 0,-2-8 1567 0 0</inkml:trace>
</inkml:ink>
</file>

<file path=ppt/ink/ink1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74"/>
    </inkml:context>
    <inkml:brush xml:id="br0">
      <inkml:brushProperty name="width" value="0.05" units="cm"/>
      <inkml:brushProperty name="height" value="0.05" units="cm"/>
      <inkml:brushProperty name="color" value="#004F8B"/>
    </inkml:brush>
  </inkml:definitions>
  <inkml:trace contextRef="#ctx0" brushRef="#br0">234 145 11263 0 0,'0'-2'2'0'0,"1"-1"-1"0"0,-1 1 0 0 0,0-1 0 0 0,0 1 1 0 0,0-1-1 0 0,0 1 0 0 0,0-1 0 0 0,0 1 1 0 0,-1 0-1 0 0,1-1 0 0 0,-1 1 0 0 0,0-1 1 0 0,1 1-1 0 0,-1 0 0 0 0,-2-3 0 0 0,-1-7 77 0 0,4 11 14 0 0,0-1 0 0 0,1 1 0 0 0,-1 0 0 0 0,0-1 0 0 0,1 1 0 0 0,-1 0 0 0 0,1 0 0 0 0,-1-1 0 0 0,1 1 0 0 0,0 0 0 0 0,-1 0 0 0 0,1 0 0 0 0,0 0 0 0 0,0 0 0 0 0,0 0 0 0 0,0 0 0 0 0,0 0 0 0 0,0 0 0 0 0,1 0 0 0 0,5-7 1466 0 0,-6 8-1343 0 0,0-2-17 0 0,0 1-1 0 0,-1 0 0 0 0,1 0 1 0 0,0 0-1 0 0,1 0 0 0 0,-1 0 0 0 0,0 0 1 0 0,0 0-1 0 0,0 0 0 0 0,1 0 1 0 0,-1 0-1 0 0,2 0 0 0 0,-3-3 414 0 0,-1 1-1 0 0,0 0 1 0 0,1 0-1 0 0,-2 0 1 0 0,1 0-1 0 0,-3-6 1 0 0,3 8 310 0 0,-6-5-96 0 0,0 4-568 0 0,0 0 0 0 0,0 0 0 0 0,-1 0 0 0 0,1 1 0 0 0,0 0-1 0 0,-1 0 1 0 0,1 1 0 0 0,-12 1 0 0 0,15-1-260 0 0,-1 1 0 0 0,1 0 0 0 0,0 1 0 0 0,0-1 0 0 0,0 1 0 0 0,0 0 0 0 0,0 0 0 0 0,0 0 0 0 0,0 0 0 0 0,-3 4 0 0 0,-13 6-52 0 0,20-12 55 0 0,-1 0 3 0 0,0 1 0 0 0,1-1 0 0 0,-1 0 0 0 0,0 1 0 0 0,0-1-1 0 0,1 1 1 0 0,-1-1 0 0 0,0 1 0 0 0,1 0 0 0 0,-1-1 0 0 0,0 1 0 0 0,1 0 0 0 0,-1-1 0 0 0,1 1 0 0 0,-1 0-1 0 0,0 1 1 0 0,-12 18 20 0 0,11-17-23 0 0,-3 4 0 0 0,0 0 0 0 0,-7 16 0 0 0,11-21 0 0 0,0 0 0 0 0,0 0 0 0 0,1 1 0 0 0,-1-1 0 0 0,1 0 0 0 0,-1 1 0 0 0,1-1 0 0 0,0 1 0 0 0,0-1 0 0 0,0 0 0 0 0,0 1 0 0 0,0-1 0 0 0,1 1 0 0 0,-1-1 0 0 0,2 4 0 0 0,-2-4-3 0 0,1 1 0 0 0,0-1 1 0 0,0 0-1 0 0,0 0 0 0 0,0-1 0 0 0,0 1 0 0 0,0 0 0 0 0,0 0 0 0 0,1 0 1 0 0,1 1-1 0 0,2 3-19 0 0,-4-4 30 0 0,1 0 1 0 0,-1-1-1 0 0,1 1 1 0 0,0 0 0 0 0,-1-1-1 0 0,1 1 1 0 0,0-1-1 0 0,0 1 1 0 0,0-1-1 0 0,0 0 1 0 0,0 0-1 0 0,1 0 1 0 0,-1 0 0 0 0,0 0-1 0 0,0-1 1 0 0,1 1-1 0 0,-1-1 1 0 0,0 1-1 0 0,1-1 1 0 0,-1 0-1 0 0,0 0 1 0 0,5 0 0 0 0,-1-1-78 0 0,1 0-1 0 0,0 0 1 0 0,-1 0 0 0 0,1-1 0 0 0,-1 0 0 0 0,11-5 0 0 0,-15 5 109 0 0,1 0 0 0 0,-1 1 0 0 0,0-1 0 0 0,1 0 0 0 0,-1 0 0 0 0,0 0 0 0 0,0-1 0 0 0,0 1-1 0 0,-1-1 1 0 0,3-3 0 0 0,10-11 69 0 0,-13 15-114 0 0,1 0 1 0 0,-1 1-1 0 0,0-1 0 0 0,0 1 1 0 0,0-1-1 0 0,0 0 0 0 0,0 0 0 0 0,0 0 1 0 0,0 0-1 0 0,0 0 0 0 0,-1 0 1 0 0,1 0-1 0 0,-1 0 0 0 0,0 0 1 0 0,1 0-1 0 0,-1-3 0 0 0,-1-1-45 0 0,1 0-1 0 0,-1 0 0 0 0,-3-12 1 0 0,1 3 1 0 0,2 14 30 0 0,0-1 0 0 0,1 0 0 0 0,-1 0 0 0 0,0 0 0 0 0,0 0 0 0 0,0 1 0 0 0,0-1 0 0 0,-3-2 0 0 0,-2-6-303 0 0,5 10 215 0 0,-2-2 99 0 0,-11 19 60 0 0,11-14-53 0 0,1 1 0 0 0,0-1-1 0 0,0 1 1 0 0,1 0 0 0 0,-1 0-1 0 0,1 0 1 0 0,0 0 0 0 0,0 0-1 0 0,0 0 1 0 0,1 0 0 0 0,-1 7 0 0 0,1 6 4 0 0,3 26 0 0 0,-2-33-3 0 0,4 23 400 0 0,1 0 0 0 0,19 54 0 0 0,-11-43-211 0 0,-2-8-619 0 0,34 67 0 0 0,-12-32 1358 0 0,-21-41-762 0 0,20 49 32 0 0,-28-66-216 0 0,-1 1-1 0 0,-1-1 0 0 0,0 1 1 0 0,1 14-1 0 0,-3-27 19 0 0,-1 1 0 0 0,0 0 0 0 0,1-1 0 0 0,-1 1 0 0 0,0 0 0 0 0,0-1 0 0 0,0 1 0 0 0,0 0 0 0 0,-1-1 0 0 0,1 1 0 0 0,0 0 0 0 0,-1-1 0 0 0,0 4 0 0 0,-2 0 0 0 0,2 1 7 0 0,-1-1 0 0 0,0 1-1 0 0,0-1 1 0 0,-5 9 0 0 0,6-13 13 0 0,1 0 1 0 0,-1 1 0 0 0,0-1 0 0 0,1 0 0 0 0,-1 0-1 0 0,0 0 1 0 0,0-1 0 0 0,0 1 0 0 0,0 0 0 0 0,0 0-1 0 0,0 0 1 0 0,0 0 0 0 0,0-1 0 0 0,0 1 0 0 0,0-1-1 0 0,0 1 1 0 0,0-1 0 0 0,-1 1 0 0 0,1-1 0 0 0,0 1-1 0 0,0-1 1 0 0,0 0 0 0 0,-1 0 0 0 0,1 0 0 0 0,0 0-1 0 0,0 0 1 0 0,-3 0 0 0 0,-1-1 83 0 0,0 0 0 0 0,0 0 0 0 0,0 0 0 0 0,-1 1 0 0 0,1-1 0 0 0,0 1 0 0 0,-6 1 0 0 0,4-1-11 0 0,0 0-1 0 0,0-1 1 0 0,1 0-1 0 0,-1-1 1 0 0,0 1-1 0 0,0-1 1 0 0,1-1-1 0 0,-9-3 1 0 0,2 1 66 0 0,6 2-91 0 0,1-1-1 0 0,-1 1 1 0 0,1-1 0 0 0,0-1 0 0 0,0 1-1 0 0,1-1 1 0 0,-1 0 0 0 0,-7-9-1 0 0,7 7-3 0 0,0 1 0 0 0,0 0 0 0 0,-1 0-1 0 0,0 1 1 0 0,-15-10 0 0 0,18 13-49 0 0,0-1-1 0 0,0 0 1 0 0,0 0 0 0 0,0-1-1 0 0,0 1 1 0 0,1-1-1 0 0,-1 0 1 0 0,1 0 0 0 0,0 0-1 0 0,0-1 1 0 0,0 1-1 0 0,-3-9 1 0 0,-2-6 31 0 0,1 1 0 0 0,-4-21 0 0 0,9 31-46 0 0,0-1 0 0 0,1 0 0 0 0,0 0 0 0 0,0 0 0 0 0,1 1 0 0 0,0-1 0 0 0,3-15 0 0 0,-1 15-331 0 0,1 1-1 0 0,1-1 1 0 0,0 1 0 0 0,0 0-1 0 0,1 0 1 0 0,0 0-1 0 0,0 0 1 0 0,1 1 0 0 0,0 0-1 0 0,0 0 1 0 0,0 0 0 0 0,1 1-1 0 0,0 0 1 0 0,1 1 0 0 0,-1-1-1 0 0,1 1 1 0 0,0 1-1 0 0,12-6 1 0 0,26-3-8607 0 0,-27 7 5708 0 0</inkml:trace>
</inkml:ink>
</file>

<file path=ppt/ink/ink1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75"/>
    </inkml:context>
    <inkml:brush xml:id="br0">
      <inkml:brushProperty name="width" value="0.05" units="cm"/>
      <inkml:brushProperty name="height" value="0.05" units="cm"/>
      <inkml:brushProperty name="color" value="#004F8B"/>
    </inkml:brush>
  </inkml:definitions>
  <inkml:trace contextRef="#ctx0" brushRef="#br0">239 24 16383 0 0,'-15'-9'147'0'0,"12"8"145"0"0,1-1 0 0 0,-1 0 0 0 0,1 1 0 0 0,-1 0 0 0 0,1-1 0 0 0,-1 1 0 0 0,0 0 0 0 0,0 0 0 0 0,1 0 0 0 0,-1 1 1 0 0,0-1-1 0 0,0 1 0 0 0,0 0 0 0 0,0 0 0 0 0,0 0 0 0 0,0 0 0 0 0,0 0 0 0 0,0 0 0 0 0,0 1 0 0 0,-3 1 0 0 0,-28 7 1856 0 0,24-6-1720 0 0,0 0 0 0 0,-17 7 0 0 0,23-8-384 0 0,1 0 0 0 0,0 0 0 0 0,0 0 0 0 0,0 0 0 0 0,0 1 1 0 0,-5 4-1 0 0,-20 29 175 0 0,28-35-219 0 0,-3 4 20 0 0,1 1 0 0 0,0-1 0 0 0,1 1 1 0 0,-1-1-1 0 0,1 1 0 0 0,0 0 0 0 0,0-1 0 0 0,1 1 0 0 0,0 0 0 0 0,0 10 0 0 0,1-13-34 0 0,0 0 0 0 0,-1 0-1 0 0,1 1 1 0 0,0-2-1 0 0,1 1 1 0 0,-1 0-1 0 0,0 0 1 0 0,1 0-1 0 0,0 0 1 0 0,0-1 0 0 0,2 4-1 0 0,27 25-353 0 0,-23-24 316 0 0,0-1 0 0 0,0 0-1 0 0,0 0 1 0 0,1-1 0 0 0,0 0-1 0 0,0 0 1 0 0,10 3 0 0 0,-13-6 47 0 0,-1-1 0 0 0,1 1 0 0 0,0-1 1 0 0,0 0-1 0 0,0 0 0 0 0,0-1 0 0 0,0 0 0 0 0,0 0 1 0 0,0 0-1 0 0,0-1 0 0 0,-1 0 0 0 0,1 0 1 0 0,7-2-1 0 0,-5 1-1 0 0,-1-1-1 0 0,1 0 1 0 0,-1 0 0 0 0,1 0 0 0 0,-1-1-1 0 0,0 0 1 0 0,0 0 0 0 0,-1-1 0 0 0,1 0 0 0 0,-1 0-1 0 0,6-7 1 0 0,14-17 43 0 0,-25 27-68 0 0,-1 0-1 0 0,1 0 0 0 0,-1 0 1 0 0,1 1-1 0 0,-1-1 0 0 0,0 0 1 0 0,1 0-1 0 0,-1 0 0 0 0,0 0 1 0 0,0 0-1 0 0,0 1 0 0 0,-1-1 1 0 0,1 0-1 0 0,0 0 0 0 0,-1 0 0 0 0,-1-3 1 0 0,1 1-44 0 0,0-2 332 0 0,-1-1 1 0 0,0 0-1 0 0,0 1 1 0 0,-1 0-1 0 0,0-1 0 0 0,-6-9 1 0 0,7 12-73 0 0,-1 1 1 0 0,0 0 0 0 0,0-1 0 0 0,0 1-1 0 0,0 0 1 0 0,0 1 0 0 0,-1-1 0 0 0,0 1-1 0 0,1-1 1 0 0,-1 1 0 0 0,-7-3 0 0 0,9 5-136 0 0,0-1-1 0 0,0 1 1 0 0,0-1 0 0 0,0 1 0 0 0,0 0 0 0 0,0 0 0 0 0,0 0-1 0 0,0 0 1 0 0,-1 1 0 0 0,1-1 0 0 0,0 0 0 0 0,0 1 0 0 0,-3 1 0 0 0,2-1-15 0 0,1-1 0 0 0,-1 1 0 0 0,0 0 0 0 0,1-1 0 0 0,-1 0 0 0 0,1 0 1 0 0,-1 0-1 0 0,0 0 0 0 0,-2 0 0 0 0,-40-11 81 0 0,-11-3-64 0 0,35 8-13 0 0,19 5-59 0 0,0 0 0 0 0,0 0 1 0 0,0 1-1 0 0,0-1 0 0 0,0 0 1 0 0,0 1-1 0 0,0-1 0 0 0,-1 1 0 0 0,1 0 1 0 0,0 0-1 0 0,0 0 0 0 0,0 0 1 0 0,-1 0-1 0 0,1 0 0 0 0,0 1 0 0 0,0-1 1 0 0,-4 2-1 0 0,-4 8-1016 0 0,8-8 764 0 0,1 0 0 0 0,0 0 0 0 0,-1-1-1 0 0,0 1 1 0 0,1-1 0 0 0,-1 1 0 0 0,-3 1 0 0 0,-15 5-1658 0 0,16-7-19 0 0</inkml:trace>
</inkml:ink>
</file>

<file path=ppt/ink/ink1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76"/>
    </inkml:context>
    <inkml:brush xml:id="br0">
      <inkml:brushProperty name="width" value="0.05" units="cm"/>
      <inkml:brushProperty name="height" value="0.05" units="cm"/>
      <inkml:brushProperty name="color" value="#004F8B"/>
    </inkml:brush>
  </inkml:definitions>
  <inkml:trace contextRef="#ctx0" brushRef="#br0">282 6 15359 0 0,'-1'0'305'0'0,"1"-1"1"0"0,-1 1-1 0 0,1-1 0 0 0,-1 1 0 0 0,1-1 0 0 0,-1 1 0 0 0,0 0 0 0 0,1-1 1 0 0,-1 1-1 0 0,0 0 0 0 0,0-1 0 0 0,1 1 0 0 0,-2 0 0 0 0,-19 1 1421 0 0,17 3-179 0 0,-1-3-1334 0 0,0-1 0 0 0,0 1 0 0 0,0-1 0 0 0,0 0 0 0 0,0 0 0 0 0,-7-1 0 0 0,-6 0 142 0 0,-3 0-204 0 0,17 0-114 0 0,1 0 1 0 0,-1 1-1 0 0,1 0 0 0 0,-1 0 1 0 0,1 0-1 0 0,-1 0 0 0 0,1 0 0 0 0,-1 1 1 0 0,1-1-1 0 0,-1 1 0 0 0,1 0 1 0 0,0 0-1 0 0,-5 2 0 0 0,-37 25 431 0 0,43-26-454 0 0,-1 0-1 0 0,1 0 1 0 0,0 0-1 0 0,0 0 1 0 0,-1 1-1 0 0,1-1 1 0 0,1 1 0 0 0,-1-1-1 0 0,0 1 1 0 0,1 0-1 0 0,-3 3 1 0 0,2-1-8 0 0,0-1 1 0 0,-1 0 0 0 0,1 0-1 0 0,-7 6 1 0 0,7-8-10 0 0,0 0-1 0 0,0 0 1 0 0,0 0 0 0 0,0 1-1 0 0,1-1 1 0 0,-1 0-1 0 0,1 1 1 0 0,-1-1 0 0 0,1 1-1 0 0,0-1 1 0 0,0 1-1 0 0,0 0 1 0 0,0-1 0 0 0,0 1-1 0 0,1 0 1 0 0,-1 0 0 0 0,1 0-1 0 0,0 0 1 0 0,-1-1-1 0 0,1 1 1 0 0,1 0 0 0 0,-1 0-1 0 0,0 0 1 0 0,1 0-1 0 0,1 3 1 0 0,0 5 18 0 0,-1-5 10 0 0,1-1 0 0 0,0 0 0 0 0,1 1 0 0 0,-1-1 0 0 0,1 0 0 0 0,0-1 0 0 0,5 8 0 0 0,-7-10-24 0 0,2 1-8 0 0,-1 0 0 0 0,1 0-1 0 0,0 0 1 0 0,0 0 0 0 0,0 0 0 0 0,0-1 0 0 0,0 0-1 0 0,1 1 1 0 0,-1-1 0 0 0,1 0 0 0 0,-1 0 0 0 0,1-1-1 0 0,0 1 1 0 0,7 1 0 0 0,-5-2-6 0 0,1 0-1 0 0,0 0 1 0 0,0 0-1 0 0,0-1 1 0 0,0 0-1 0 0,-1-1 1 0 0,15-2-1 0 0,-11 1-25 0 0,0-1 1 0 0,0 0-1 0 0,0 0 0 0 0,-1-1 1 0 0,14-7-1 0 0,-18 9 27 0 0,-1-1 0 0 0,-1 1-1 0 0,1-1 1 0 0,0 0 0 0 0,-1 0 0 0 0,1-1-1 0 0,-1 1 1 0 0,0-1 0 0 0,0 1-1 0 0,0-1 1 0 0,-1 0 0 0 0,1 0 0 0 0,-1 0-1 0 0,2-6 1 0 0,0-1 72 0 0,-2 6-2 0 0,0 1 0 0 0,0-1 0 0 0,0 0 0 0 0,-1 0 0 0 0,0 0 0 0 0,0 0-1 0 0,0 0 1 0 0,-1 0 0 0 0,0 0 0 0 0,0 0 0 0 0,0 0 0 0 0,0-1-1 0 0,-1 1 1 0 0,-1-5 0 0 0,-16-67 1662 0 0,18 76-1528 0 0,-5-2 13 0 0,5 3-202 0 0,-1-1 0 0 0,0 0 0 0 0,1 1 0 0 0,-1-1-1 0 0,0 0 1 0 0,0 1 0 0 0,1-1 0 0 0,-1 1 0 0 0,0 0 0 0 0,0-1-1 0 0,0 1 1 0 0,0-1 0 0 0,0 1 0 0 0,1 0 0 0 0,-1 0-1 0 0,0 0 1 0 0,-2-1 0 0 0,2 3 3 0 0,0-1 0 0 0,1 1 0 0 0,-1 0-1 0 0,0-1 1 0 0,1 1 0 0 0,-1-1 0 0 0,1 1 0 0 0,0 0 0 0 0,-1 2 0 0 0,1-1-1 0 0,-7 41-86 0 0,2 1 1 0 0,3 0-1 0 0,4 71 0 0 0,6 92 145 0 0,2-158-181 0 0,-10-49-203 0 0</inkml:trace>
</inkml:ink>
</file>

<file path=ppt/ink/ink1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77"/>
    </inkml:context>
    <inkml:brush xml:id="br0">
      <inkml:brushProperty name="width" value="0.05" units="cm"/>
      <inkml:brushProperty name="height" value="0.05" units="cm"/>
      <inkml:brushProperty name="color" value="#004F8B"/>
    </inkml:brush>
  </inkml:definitions>
  <inkml:trace contextRef="#ctx0" brushRef="#br0">1 134 17391 0 0,'0'0'1322'0'0,"1"-2"-901"0"0,1 0-340 0 0,0-3-23 0 0,-1-13 104 0 0,-1 16 564 0 0,0 1-532 0 0,0 1 1 0 0,0-1 0 0 0,0 1 0 0 0,0-1 0 0 0,0 0-1 0 0,0 1 1 0 0,0-1 0 0 0,1 1 0 0 0,-1-1 0 0 0,0 1-1 0 0,0-1 1 0 0,0 0 0 0 0,1 1 0 0 0,-1-1 0 0 0,0 1-1 0 0,1-1 1 0 0,-1 1 0 0 0,0-1 0 0 0,1 1 0 0 0,-1 0-1 0 0,1-1 1 0 0,-1 1 0 0 0,0-1 0 0 0,1 1 0 0 0,5 12 1849 0 0,-1 1-2307 0 0,-1-1 318 0 0,0 0-1 0 0,0 1 0 0 0,1 14 1 0 0,4 14 274 0 0,-3-8-190 0 0,2 4-205 0 0,-7-34 68 0 0,0-1 1 0 0,0 1-1 0 0,0-1 0 0 0,0 1 1 0 0,1-1-1 0 0,-1 0 1 0 0,1 1-1 0 0,0-1 0 0 0,0 0 1 0 0,-1 0-1 0 0,5 3 0 0 0,15 9 126 0 0,-7-10-117 0 0,-10-4-11 0 0,-1 0 0 0 0,0-1 1 0 0,0 1-1 0 0,0-1 0 0 0,0 1 0 0 0,1-1 0 0 0,-1 0 1 0 0,0 0-1 0 0,0 0 0 0 0,0-1 0 0 0,-1 1 0 0 0,1-1 1 0 0,0 1-1 0 0,0-1 0 0 0,-1 0 0 0 0,1 0 0 0 0,-1 0 1 0 0,0-1-1 0 0,1 1 0 0 0,2-5 0 0 0,-1 2 5 0 0,-1 0 0 0 0,0 0-1 0 0,0 0 1 0 0,0-1 0 0 0,-1 1-1 0 0,0-1 1 0 0,0 0 0 0 0,0 1 0 0 0,-1-1-1 0 0,2-8 1 0 0,0-13 23 0 0,-1 13-25 0 0,-1 0 0 0 0,0 0-1 0 0,0 0 1 0 0,-2 0 0 0 0,0 0 0 0 0,-5-26 0 0 0,4 34 14 0 0,1-4 129 0 0,5 17-50 0 0,-3-6-196 0 0,3 12-267 0 0,13 51 170 0 0,-16-57 217 0 0,0 0-1 0 0,1 0 0 0 0,0 0 0 0 0,0 0 1 0 0,1 0-1 0 0,-1-1 0 0 0,1 1 1 0 0,1-1-1 0 0,7 11 0 0 0,-10-15-126 0 0,10 8 10 0 0,-5-5 100 0 0,0-1 1 0 0,0 0-1 0 0,13 7 0 0 0,-17-10 185 0 0,0-2-61 0 0,6 0-139 0 0,-1-1 0 0 0,1 0 1 0 0,-1 0-1 0 0,1 0 0 0 0,7-5 0 0 0,-12 5-15 0 0,1 1 0 0 0,-1-1-1 0 0,0 0 1 0 0,0 0 0 0 0,0 0-1 0 0,0-1 1 0 0,-1 1 0 0 0,1-1-1 0 0,0 0 1 0 0,-1 0 0 0 0,0 1-1 0 0,0-1 1 0 0,4-7 0 0 0,-4 6 28 0 0,0-1 0 0 0,0-1 0 0 0,-1 1 0 0 0,1 0 0 0 0,-1 0 0 0 0,0-1 0 0 0,-1 1 0 0 0,1 0 0 0 0,-1-1 0 0 0,0 1 0 0 0,-1 0 0 0 0,1-1 0 0 0,-3-9 0 0 0,0-1 125 0 0,2 11-102 0 0,1 0 0 0 0,-2-1 0 0 0,1 1 0 0 0,-1 0 0 0 0,0 0 0 0 0,-3-7 0 0 0,4 11-83 0 0,-3 14 66 0 0,-1 1 35 0 0,4 0-42 0 0,6 15-117 0 0,1-16 64 0 0,-1-4 49 0 0,-4-6 13 0 0,0 0-1 0 0,1-1 1 0 0,-1 1 0 0 0,1-1-1 0 0,0 1 1 0 0,0-1 0 0 0,0 0-1 0 0,0 0 1 0 0,0 0-1 0 0,0 0 1 0 0,1 0 0 0 0,-1 0-1 0 0,6 3 1 0 0,-6-4-3 0 0,1 0-1 0 0,0 0 1 0 0,-1 0-1 0 0,1 0 0 0 0,0 0 1 0 0,0-1-1 0 0,0 1 1 0 0,-1-1-1 0 0,1 0 1 0 0,0 1-1 0 0,5-2 1 0 0,33-6-70 0 0,-21 3 62 0 0,7 1 6 0 0,14-3-13 0 0,-38 5 16 0 0,0 0 0 0 0,0 0-1 0 0,0-1 1 0 0,0 1-1 0 0,0-1 1 0 0,0 1 0 0 0,0-1-1 0 0,-1 0 1 0 0,1 0-1 0 0,4-4 1 0 0,-2 0 20 0 0,-1 2-1 0 0,-1 0 0 0 0,0 0 0 0 0,0 0 0 0 0,0-1 0 0 0,0 0 0 0 0,-1 1 0 0 0,1-1 0 0 0,2-10 0 0 0,-4 13-32 0 0,-1-1 0 0 0,1 0 0 0 0,-1 1 0 0 0,1-1 0 0 0,-1 0 0 0 0,0 1 0 0 0,0-1 0 0 0,0 0 0 0 0,0 0 0 0 0,-1-2 0 0 0,0-4-1 0 0,0 2 61 0 0,1 1 0 0 0,-1-1 0 0 0,-1 1 0 0 0,1-1 0 0 0,-1 1 0 0 0,-5-11-1 0 0,7 15 170 0 0,-9-7 54 0 0,7 8-269 0 0,0 1-10 0 0,2 0 7 0 0,-1 0 0 0 0,0 1 0 0 0,0-1 0 0 0,0 0-1 0 0,0 1 1 0 0,1-1 0 0 0,-1 0 0 0 0,0 0 0 0 0,0 0-1 0 0,0 1 1 0 0,0-1 0 0 0,0 0 0 0 0,0 0-1 0 0,0-1 1 0 0,0 1 0 0 0,-7-2 67 0 0,7 2-64 0 0,1 0-1 0 0,-1 0 1 0 0,0-1-1 0 0,0 1 1 0 0,0 0-1 0 0,0 0 0 0 0,0 0 1 0 0,1 0-1 0 0,-1 0 1 0 0,0 0-1 0 0,0 0 1 0 0,0 0-1 0 0,0 0 0 0 0,0 0 1 0 0,0 0-1 0 0,-1 1 1 0 0,-2 1 0 0 0,0 1 1 0 0,0-1 0 0 0,0 1-1 0 0,0 0 1 0 0,0 0-1 0 0,1 0 1 0 0,0 0-1 0 0,-1 1 1 0 0,1 0 0 0 0,0-1-1 0 0,1 1 1 0 0,-5 8-1 0 0,5-8-4 0 0,0-1 0 0 0,0 1 0 0 0,0 0 0 0 0,1-1 0 0 0,0 1 0 0 0,0 0-1 0 0,0 0 1 0 0,0 0 0 0 0,1 0 0 0 0,-1 0 0 0 0,1 0 0 0 0,0 0 0 0 0,0 0-1 0 0,0 0 1 0 0,1 0 0 0 0,1 4 0 0 0,-1-3 3 0 0,1 0 0 0 0,0 0 0 0 0,0-1 0 0 0,1 1 0 0 0,-1-1 0 0 0,1 1 0 0 0,0-1 0 0 0,0 0-1 0 0,1 0 1 0 0,-1 0 0 0 0,1-1 0 0 0,0 1 0 0 0,0-1 0 0 0,0 0 0 0 0,0 0 0 0 0,0 0 0 0 0,1-1 0 0 0,0 0 0 0 0,6 3 0 0 0,0-1 0 0 0,0 0 0 0 0,1-1 0 0 0,0-1 0 0 0,-1 0 1 0 0,1 0-1 0 0,16-1 0 0 0,-5-1-17 0 0,1-1-1 0 0,28-6 0 0 0,-29 1-1835 0 0</inkml:trace>
</inkml:ink>
</file>

<file path=ppt/ink/ink1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78"/>
    </inkml:context>
    <inkml:brush xml:id="br0">
      <inkml:brushProperty name="width" value="0.05" units="cm"/>
      <inkml:brushProperty name="height" value="0.05" units="cm"/>
      <inkml:brushProperty name="color" value="#004F8B"/>
    </inkml:brush>
  </inkml:definitions>
  <inkml:trace contextRef="#ctx0" brushRef="#br0">255 70 13567 0 0,'-1'-8'2087'0'0,"-8"-4"-916"0"0,-13-13-45 0 0,17 18 2776 0 0,3 7-3237 0 0,-3-3-234 0 0,0 0-96 0 0,0 1 0 0 0,0 0 0 0 0,0 0 0 0 0,-10-3 0 0 0,14 5-290 0 0,-1 0-1 0 0,1 0 1 0 0,-1-1-1 0 0,1 1 0 0 0,-1 0 1 0 0,1 1-1 0 0,-1-1 1 0 0,1 0-1 0 0,-1 0 0 0 0,1 1 1 0 0,-1-1-1 0 0,1 0 1 0 0,0 1-1 0 0,-1 0 0 0 0,1-1 1 0 0,0 1-1 0 0,-1 0 0 0 0,1 0 1 0 0,0-1-1 0 0,0 1 1 0 0,0 0-1 0 0,-1 0 0 0 0,0 2 1 0 0,-8 10 151 0 0,8-10-156 0 0,0 0 0 0 0,-1 0 0 0 0,1 0 0 0 0,-1 0 0 0 0,1 0 0 0 0,-1-1 0 0 0,0 1 0 0 0,0-1 1 0 0,0 0-1 0 0,0 0 0 0 0,0 0 0 0 0,-1 0 0 0 0,1 0 0 0 0,-6 1 0 0 0,5-2-2 0 0,0 0 0 0 0,0 0 0 0 0,0 1 0 0 0,0-1-1 0 0,0 1 1 0 0,0 0 0 0 0,1 0 0 0 0,-1 0 0 0 0,1 1 0 0 0,-1-1 0 0 0,-4 5-1 0 0,5-3-33 0 0,0 0 0 0 0,0 0 0 0 0,1 1 0 0 0,-1-1 0 0 0,1 0 0 0 0,0 1 0 0 0,0-1 0 0 0,1 1 0 0 0,-2 8-1 0 0,-6 9 75 0 0,9-11-36 0 0,4 0-28 0 0,9 15-17 0 0,-7-9 42 0 0,-6-15-29 0 0,1 0 1 0 0,-1 0-1 0 0,1 0 1 0 0,-1 0-1 0 0,1 0 0 0 0,0 0 1 0 0,0 0-1 0 0,0 0 0 0 0,0-1 1 0 0,0 1-1 0 0,0 0 1 0 0,1 0-1 0 0,-1-1 0 0 0,1 1 1 0 0,-1-1-1 0 0,1 1 0 0 0,-1-1 1 0 0,1 0-1 0 0,0 0 1 0 0,-1 0-1 0 0,1 0 0 0 0,0 0 1 0 0,2 1-1 0 0,14 4-36 0 0,-1-1-1 0 0,20 3 1 0 0,-30-7 1 0 0,-1-1 0 0 0,1 1 0 0 0,0-1 0 0 0,0 0 0 0 0,0-1 0 0 0,0 0 0 0 0,0 0 0 0 0,12-3 0 0 0,2-3-397 0 0,-4 0-804 0 0,1 1-1 0 0,0 1 1 0 0,1 1 0 0 0,24-3 0 0 0,-38 6 551 0 0,0 0 1 0 0,0 0 0 0 0,-1-1-1 0 0,1 0 1 0 0,0 0-1 0 0,-1 0 1 0 0,0-1 0 0 0,0 1-1 0 0,1-1 1 0 0,-1 0-1 0 0,-1 0 1 0 0,5-5 0 0 0,3-1-1479 0 0,4-2-1046 0 0</inkml:trace>
</inkml:ink>
</file>

<file path=ppt/ink/ink1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79"/>
    </inkml:context>
    <inkml:brush xml:id="br0">
      <inkml:brushProperty name="width" value="0.05" units="cm"/>
      <inkml:brushProperty name="height" value="0.05" units="cm"/>
      <inkml:brushProperty name="color" value="#004F8B"/>
    </inkml:brush>
  </inkml:definitions>
  <inkml:trace contextRef="#ctx0" brushRef="#br0">237 46 9903 0 0,'0'0'455'0'0,"-2"1"-12"0"0,2 0-439 0 0,-1 0 0 0 0,1-1 0 0 0,-1 1 1 0 0,0-1-1 0 0,1 1 0 0 0,-1-1 0 0 0,0 1 1 0 0,1-1-1 0 0,-1 1 0 0 0,0-1 0 0 0,0 0 1 0 0,1 0-1 0 0,-1 1 0 0 0,0-1 0 0 0,0 0 1 0 0,0 0-1 0 0,1 0 0 0 0,-1 0 0 0 0,0 0 1 0 0,0 0-1 0 0,-1 0 0 0 0,0 0 389 0 0,0-1 0 0 0,0 0 1 0 0,0 0-1 0 0,-1 0 0 0 0,1 0 0 0 0,0 0 0 0 0,-2-2 0 0 0,-9-11 3851 0 0,12 13-4109 0 0,1 0 0 0 0,-1 0 1 0 0,0 0-1 0 0,0 0 0 0 0,0 0 0 0 0,1 1 1 0 0,-1-1-1 0 0,0 0 0 0 0,0 0 1 0 0,0 0-1 0 0,0 1 0 0 0,-1-1 0 0 0,1 1 1 0 0,0-1-1 0 0,0 1 0 0 0,0-1 1 0 0,-2 0-1 0 0,-3 0 120 0 0,0 0 0 0 0,1 1 0 0 0,-1-1 0 0 0,0 1 0 0 0,1 0 0 0 0,-1 0 0 0 0,0 1 0 0 0,1 0 0 0 0,-1 0 0 0 0,1 0 0 0 0,-1 1 0 0 0,1 0 0 0 0,0 0 0 0 0,-1 0 1 0 0,1 0-1 0 0,0 1 0 0 0,0 0 0 0 0,1 0 0 0 0,-1 0 0 0 0,-4 5 0 0 0,-3 3 99 0 0,9-8-334 0 0,0 0-1 0 0,0 0 1 0 0,0 0 0 0 0,0 0-1 0 0,0 1 1 0 0,1-1-1 0 0,-1 1 1 0 0,1 0-1 0 0,0 0 1 0 0,0 0 0 0 0,-2 7-1 0 0,2-8-31 0 0,2-2 7 0 0,-1 0 0 0 0,1 0 1 0 0,-1 0-1 0 0,1 0 0 0 0,0 0 1 0 0,-1 0-1 0 0,1 0 0 0 0,0 0 1 0 0,0 0-1 0 0,0 0 1 0 0,0 0-1 0 0,0 0 0 0 0,0 1 1 0 0,0-1-1 0 0,1 1 0 0 0,-1 1 5 0 0,0 0 0 0 0,0-1 0 0 0,0 1 0 0 0,1 0 0 0 0,-1 0 0 0 0,1 0 0 0 0,-1-1 0 0 0,1 1 0 0 0,0 0 0 0 0,0-1 0 0 0,0 1 0 0 0,1-1 0 0 0,-1 1 0 0 0,1-1 0 0 0,-1 0 0 0 0,1 0 0 0 0,0 0 0 0 0,0 1 0 0 0,0-2 0 0 0,0 1 0 0 0,0 0-1 0 0,0 0 1 0 0,0-1 0 0 0,1 1 0 0 0,-1-1 0 0 0,1 1 0 0 0,-1-1 0 0 0,1 0 0 0 0,2 1 0 0 0,1-1 19 0 0,5 2-109 0 0,1 0-1 0 0,0 0 1 0 0,0-1 0 0 0,0-1 0 0 0,1 0 0 0 0,-1-1 0 0 0,0 0 0 0 0,15-2 0 0 0,-10-1-22 0 0,0-1 0 0 0,0-1 0 0 0,-1 0 0 0 0,0-1 0 0 0,20-10 0 0 0,-35 15 108 0 0,1 0 0 0 0,0 0-1 0 0,-1 0 1 0 0,1 0 0 0 0,-1 0 0 0 0,1 0-1 0 0,-1 0 1 0 0,0 0 0 0 0,0 0 0 0 0,1 0-1 0 0,-1-1 1 0 0,0 1 0 0 0,0-1 0 0 0,0 1-1 0 0,0-1 1 0 0,0 1 0 0 0,-1-1 0 0 0,1 1-1 0 0,0-1 1 0 0,-1 0 0 0 0,1 0 0 0 0,-1 1-1 0 0,0-1 1 0 0,0 0 0 0 0,1 0 0 0 0,-1 1-1 0 0,0-1 1 0 0,0 0 0 0 0,0 0 0 0 0,-1 1-1 0 0,0-5 1 0 0,0 1 275 0 0,0-1-1 0 0,0 1 0 0 0,-1 0 1 0 0,0-1-1 0 0,0 1 1 0 0,0 0-1 0 0,-1 0 1 0 0,1 0-1 0 0,-1 0 1 0 0,0 0-1 0 0,-6-5 0 0 0,3 2 6 0 0,-1 1-1 0 0,1 0 1 0 0,-10-7-1 0 0,14 12-246 0 0,0 1 0 0 0,0-1 0 0 0,0 1 0 0 0,-1 0 0 0 0,1-1 0 0 0,0 1 0 0 0,-1 0 0 0 0,1 0 0 0 0,-1 1 0 0 0,1-1 0 0 0,-1 1 0 0 0,1-1 0 0 0,-1 1 0 0 0,1 0 0 0 0,-1-1 0 0 0,-4 2 0 0 0,-6 0 49 0 0,-19 2-65 0 0,31-3-36 0 0,-1 0 0 0 0,1 1 1 0 0,-1-1-1 0 0,1 1 0 0 0,-1-1 0 0 0,1 1 1 0 0,0 0-1 0 0,-1-1 0 0 0,1 1 1 0 0,0 0-1 0 0,-1 0 0 0 0,1 0 1 0 0,0 0-1 0 0,0 0 0 0 0,0 0 0 0 0,0 0 1 0 0,0 0-1 0 0,0 0 0 0 0,0 1 1 0 0,0-1-1 0 0,0 2 0 0 0,0 0-260 0 0,0-1 0 0 0,1 0 0 0 0,-1 1 0 0 0,1-1 0 0 0,-1 1 0 0 0,1-1-1 0 0,0 0 1 0 0,0 1 0 0 0,0-1 0 0 0,1 1 0 0 0,-1-1 0 0 0,1 5 0 0 0,3 5-9036 0 0</inkml:trace>
</inkml:ink>
</file>

<file path=ppt/ink/ink1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80"/>
    </inkml:context>
    <inkml:brush xml:id="br0">
      <inkml:brushProperty name="width" value="0.05" units="cm"/>
      <inkml:brushProperty name="height" value="0.05" units="cm"/>
      <inkml:brushProperty name="color" value="#004F8B"/>
    </inkml:brush>
  </inkml:definitions>
  <inkml:trace contextRef="#ctx0" brushRef="#br0">4 26 13935 0 0,'0'0'6468'0'0,"-1"2"-5769"0"0,0 13-75 0 0,0-1 0 0 0,1 1 0 0 0,0-1 0 0 0,5 27 0 0 0,9 17 857 0 0,-14-58-1499 0 0,0 1 0 0 0,0-1 0 0 0,0 0 0 0 0,0 1 1 0 0,0-1-1 0 0,0 0 0 0 0,0 1 0 0 0,0-1 0 0 0,0 0 0 0 0,0 0 0 0 0,0 1 0 0 0,0-1 0 0 0,0 0 0 0 0,0 1 0 0 0,0-1 0 0 0,0 0 1 0 0,1 0-1 0 0,-1 1 0 0 0,0-1 0 0 0,0 0 0 0 0,0 0 0 0 0,1 1 0 0 0,-1-1 0 0 0,0 0 0 0 0,0 0 0 0 0,0 0 0 0 0,1 1 1 0 0,-1-1-1 0 0,0 0 0 0 0,1 0 0 0 0,-1 0 0 0 0,0 0 0 0 0,0 0 0 0 0,1 0 0 0 0,-1 1 0 0 0,8-9-550 0 0,-2 2 605 0 0,-2 1 313 0 0,1-1-1 0 0,-1 0 1 0 0,-1 0-1 0 0,1 0 1 0 0,-1 0-1 0 0,0-1 1 0 0,4-12-1 0 0,1-2 167 0 0,-2 10-303 0 0,-1 0 0 0 0,2 0 0 0 0,0 0 1 0 0,0 1-1 0 0,12-14 0 0 0,-18 22-199 0 0,0 1 1 0 0,0 0 1 0 0,0-1-1 0 0,0 1 1 0 0,0 0-1 0 0,0 0 1 0 0,0 0-1 0 0,1 0 0 0 0,-1 0 1 0 0,0 0-1 0 0,0 0 1 0 0,1 0-1 0 0,-1 0 1 0 0,1 1-1 0 0,-1-1 0 0 0,1 0 1 0 0,-1 1-1 0 0,1-1 1 0 0,-1 1-1 0 0,1 0 1 0 0,-1-1-1 0 0,1 1 0 0 0,-1 0 1 0 0,1 0-1 0 0,3 0 1 0 0,-3 1-30 0 0,1 1 1 0 0,0-1-1 0 0,0 0 0 0 0,-1 1 1 0 0,1 0-1 0 0,-1 0 1 0 0,1 0-1 0 0,-1 0 1 0 0,0 0-1 0 0,0 0 1 0 0,0 0-1 0 0,0 1 0 0 0,2 2 1 0 0,-1-1 28 0 0,-1 0-1 0 0,0-1 1 0 0,0 1 0 0 0,-1 0-1 0 0,1 0 1 0 0,-1 0 0 0 0,1 0 0 0 0,-1 1-1 0 0,0 5 1 0 0,4 17 123 0 0,-1 9-27 0 0,-2 7-25 0 0,-2-30-33 0 0,-2-3-14 0 0,2-9-201 0 0,15-2-9727 0 0,3 2 1333 0 0</inkml:trace>
</inkml:ink>
</file>

<file path=ppt/ink/ink1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81"/>
    </inkml:context>
    <inkml:brush xml:id="br0">
      <inkml:brushProperty name="width" value="0.05" units="cm"/>
      <inkml:brushProperty name="height" value="0.05" units="cm"/>
      <inkml:brushProperty name="color" value="#004F8B"/>
    </inkml:brush>
  </inkml:definitions>
  <inkml:trace contextRef="#ctx0" brushRef="#br0">35 4 14743 0 0,'0'0'332'0'0,"-15"-2"816"0"0,8 0-848 0 0,6 2 634 0 0,0 0-753 0 0,1 0 1 0 0,-1 1 0 0 0,1-1 0 0 0,-1 0 0 0 0,0 0 0 0 0,1 1-1 0 0,-1-1 1 0 0,1 0 0 0 0,-1 1 0 0 0,1-1 0 0 0,-1 1 0 0 0,1-1-1 0 0,0 1 1 0 0,-1-1 0 0 0,1 1 0 0 0,-1-1 0 0 0,1 1 0 0 0,0-1-1 0 0,-1 1 1 0 0,1-1 0 0 0,0 1 0 0 0,0-1 0 0 0,0 1 0 0 0,-1 0-1 0 0,1-1 1 0 0,0 1 0 0 0,0-1 0 0 0,0 1 0 0 0,0 0 0 0 0,0-1-1 0 0,0 1 1 0 0,0 1 0 0 0,0 0 107 0 0,0 1-1 0 0,0 0 1 0 0,0 0 0 0 0,1-1-1 0 0,-1 1 1 0 0,2 4 0 0 0,2 2-234 0 0,25 53 293 0 0,-25-55-462 0 0,1 1 1 0 0,0-1 0 0 0,0 0-1 0 0,1-1 1 0 0,-1 1-1 0 0,10 6 1 0 0,-7-6-27 0 0,11 9 215 0 0,1 0-1 0 0,24 13 0 0 0,-39-27-85 0 0,0 0 0 0 0,0-1 0 0 0,0 0 0 0 0,0 0 0 0 0,1 0-1 0 0,4 0 1 0 0,-8-2-1 0 0,-1 1-1 0 0,1-1 1 0 0,-1 1-1 0 0,0-1 1 0 0,1 0-1 0 0,-1 0 0 0 0,0 1 1 0 0,0-1-1 0 0,1 0 1 0 0,1-2-1 0 0,2-2-30 0 0,-3 4 192 0 0,1-1 0 0 0,-1 1 0 0 0,0-1 0 0 0,-1 0 0 0 0,1 0 0 0 0,0 1 0 0 0,0-2 0 0 0,-1 1 0 0 0,1 0 0 0 0,-1 0 0 0 0,0 0-1 0 0,1-1 1 0 0,-1 1 0 0 0,0 0 0 0 0,-1-1 0 0 0,1 1 0 0 0,0-1 0 0 0,-1 0 0 0 0,1 1 0 0 0,-1-1 0 0 0,0-4 0 0 0,0-4 274 0 0,-1-1-1 0 0,0 1 1 0 0,-5-20-1 0 0,3 17-426 0 0,0-3 370 0 0,2 12-284 0 0,1 0 1 0 0,-2 0-1 0 0,1 0 1 0 0,-4-10-1 0 0,4 13 0 0 0,4 2-290 0 0,-1 1 0 0 0,0-1 0 0 0,1 1 0 0 0,-1-1 0 0 0,0 1 0 0 0,1 0 0 0 0,-1 0 1 0 0,0 0-1 0 0,0 0 0 0 0,0 0 0 0 0,2 2 0 0 0,14 9-2672 0 0,-13-4 1408 0 0</inkml:trace>
</inkml:ink>
</file>

<file path=ppt/ink/ink1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82"/>
    </inkml:context>
    <inkml:brush xml:id="br0">
      <inkml:brushProperty name="width" value="0.05" units="cm"/>
      <inkml:brushProperty name="height" value="0.05" units="cm"/>
      <inkml:brushProperty name="color" value="#004F8B"/>
    </inkml:brush>
  </inkml:definitions>
  <inkml:trace contextRef="#ctx0" brushRef="#br0">26 186 3679 0 0,'1'-11'19923'0'0,"4"8"-19889"0"0,0 0 0 0 0,0 1 0 0 0,0-1 0 0 0,1 1 1 0 0,-1 1-1 0 0,0-1 0 0 0,1 1 0 0 0,-1-1 0 0 0,7 1 0 0 0,5-2 41 0 0,-9 0-57 0 0,1 0 1 0 0,12-6-1 0 0,-4 1 1448 0 0,-15 8-702 0 0,13-17-869 0 0,-14 14 118 0 0,0 0 1 0 0,0 0-1 0 0,-1 0 1 0 0,0 0-1 0 0,1-1 1 0 0,-1 1-1 0 0,0 0 1 0 0,-1 0-1 0 0,1 0 1 0 0,0-1-1 0 0,-1 1 1 0 0,0 0-1 0 0,0 0 0 0 0,0 0 1 0 0,0 0-1 0 0,-3-6 1 0 0,2 6 114 0 0,0-1 1 0 0,0 1-1 0 0,0-1 1 0 0,-1 1-1 0 0,1 0 1 0 0,-1 0-1 0 0,0 0 1 0 0,0 0-1 0 0,0 1 1 0 0,0-1-1 0 0,0 1 1 0 0,-1-1-1 0 0,-5-1 1 0 0,4 2-163 0 0,1 0 0 0 0,-1 1 1 0 0,0 0-1 0 0,0 0 0 0 0,0 0 1 0 0,0 0-1 0 0,-6 1 0 0 0,9 1 52 0 0,1-1-1 0 0,-1 1 1 0 0,1-1-1 0 0,-1 1 1 0 0,1 0-1 0 0,0 0 1 0 0,0 0-1 0 0,-1 0 0 0 0,1 0 1 0 0,0 0-1 0 0,0 0 1 0 0,0 0-1 0 0,-2 3 1 0 0,0 0 36 0 0,-3 2-245 0 0,0 0 0 0 0,1 0 0 0 0,-1 1 0 0 0,1 0 0 0 0,1 0 0 0 0,-1 1 0 0 0,1-1-1 0 0,1 1 1 0 0,-4 9 0 0 0,5-12 48 0 0,1 0 0 0 0,0 0 0 0 0,0 0 0 0 0,1 0 0 0 0,0 0 0 0 0,-1 0 0 0 0,2 1 0 0 0,0 6 0 0 0,0-6 546 0 0,0-1-1 0 0,1 1 1 0 0,-1-1-1 0 0,1 0 1 0 0,3 6-1 0 0,-1-2 125 0 0,-3-6-455 0 0,0 0-1 0 0,1 0 1 0 0,-1-1-1 0 0,1 1 1 0 0,0 0-1 0 0,0-1 1 0 0,0 1-1 0 0,0-1 1 0 0,0 0 0 0 0,1 0-1 0 0,4 4 1 0 0,-1-2-188 0 0,0 0 0 0 0,0 0 1 0 0,0-1-1 0 0,1 0 1 0 0,0 0-1 0 0,-1-1 0 0 0,1 0 1 0 0,0 0-1 0 0,0 0 0 0 0,10 0 1 0 0,-12-2-151 0 0,-1 1 0 0 0,1-1 0 0 0,0-1 0 0 0,-1 1 0 0 0,1-1 0 0 0,-1 1 0 0 0,1-1 0 0 0,-1-1 0 0 0,0 1-1 0 0,1-1 1 0 0,-1 1 0 0 0,0-1 0 0 0,0 0 0 0 0,0-1 0 0 0,0 1 0 0 0,0-1 0 0 0,-1 0 0 0 0,1 1 0 0 0,-1-2 0 0 0,5-4 0 0 0,10-6-1800 0 0,14-1-6739 0 0,-17 9 4367 0 0,1-2-613 0 0</inkml:trace>
</inkml:ink>
</file>

<file path=ppt/ink/ink1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83"/>
    </inkml:context>
    <inkml:brush xml:id="br0">
      <inkml:brushProperty name="width" value="0.05" units="cm"/>
      <inkml:brushProperty name="height" value="0.05" units="cm"/>
      <inkml:brushProperty name="color" value="#004F8B"/>
    </inkml:brush>
  </inkml:definitions>
  <inkml:trace contextRef="#ctx0" brushRef="#br0">0 83 19231 0 0,'0'0'6944'0'0,"1"2"-6672"0"0,63 132-636 0 0,-55-117 517 0 0,-8-16 23 0 0,2 3 1859 0 0,-9-16-1942 0 0,4 8-55 0 0,0 0 1 0 0,-1-1 0 0 0,2 1-1 0 0,-1 0 1 0 0,1-1 0 0 0,-1 1-1 0 0,1-1 1 0 0,0 0-1 0 0,1 1 1 0 0,-1-1 0 0 0,1 0-1 0 0,0 1 1 0 0,0-1-1 0 0,2-8 1 0 0,-1 7 32 0 0,3-6 57 0 0,0 1 1 0 0,0-1 0 0 0,8-13 0 0 0,-11 22-113 0 0,1 0-1 0 0,0 1 1 0 0,0-1 0 0 0,0 1-1 0 0,0-1 1 0 0,0 1 0 0 0,5-4-1 0 0,-6 5-17 0 0,0 0 0 0 0,1 1 0 0 0,-1-1 0 0 0,0 0-1 0 0,1 1 1 0 0,-1-1 0 0 0,1 1 0 0 0,-1-1 0 0 0,1 1-1 0 0,-1 0 1 0 0,1 0 0 0 0,-1 0 0 0 0,1-1 0 0 0,-1 1 0 0 0,1 1-1 0 0,-1-1 1 0 0,2 0 0 0 0,13 4 1 0 0,-15-3-3 0 0,1 0 1 0 0,0 0-1 0 0,0-1 1 0 0,0 1-1 0 0,-1-1 1 0 0,1 1-1 0 0,0-1 1 0 0,0 0 0 0 0,0 0-1 0 0,0 0 1 0 0,0 0-1 0 0,0 0 1 0 0,0 0-1 0 0,0-1 1 0 0,0 1-1 0 0,-1 0 1 0 0,1-1-1 0 0,0 0 1 0 0,0 1 0 0 0,0-1-1 0 0,2-2 1 0 0,3-1-28 0 0,-3 0 3 0 0,1 1 1 0 0,-1 0 0 0 0,1 1 0 0 0,0-1-1 0 0,7-2 1 0 0,7-4-223 0 0,-17 8 113 0 0,0-1 0 0 0,1 1-1 0 0,0 0 1 0 0,-1 0 0 0 0,1 0-1 0 0,0 0 1 0 0,0 0 0 0 0,0 0 0 0 0,-1 1-1 0 0,5-1 1 0 0,1 1-901 0 0,1-1-1 0 0,0-1 1 0 0,11-2 0 0 0,-3 0-1378 0 0,0 1 305 0 0</inkml:trace>
</inkml:ink>
</file>

<file path=ppt/ink/ink1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84"/>
    </inkml:context>
    <inkml:brush xml:id="br0">
      <inkml:brushProperty name="width" value="0.05" units="cm"/>
      <inkml:brushProperty name="height" value="0.05" units="cm"/>
      <inkml:brushProperty name="color" value="#004F8B"/>
    </inkml:brush>
  </inkml:definitions>
  <inkml:trace contextRef="#ctx0" brushRef="#br0">1 11 15743 0 0,'0'0'6679'0'0,"0"0"-6638"0"0,0 1 1 0 0,0-1-1 0 0,0 0 1 0 0,0 0-1 0 0,0 0 1 0 0,1 0-1 0 0,-1 0 1 0 0,0 1-1 0 0,0-1 1 0 0,0 0 0 0 0,1 0-1 0 0,-1 0 1 0 0,0 0-1 0 0,0 0 1 0 0,0 0-1 0 0,1 0 1 0 0,-1 0-1 0 0,0 0 1 0 0,0 0-1 0 0,1 0 1 0 0,-1 1-1 0 0,0-1 1 0 0,0 0-1 0 0,0-1 1 0 0,1 1-1 0 0,-1 0 1 0 0,0 0-1 0 0,1 0 1 0 0,11-12 2987 0 0,-10 14-3082 0 0,1 1-3 0 0,-1-1 0 0 0,0 1 0 0 0,0 0 0 0 0,0 0 0 0 0,-1 0 0 0 0,1 0 0 0 0,-1 1 1 0 0,1-1-1 0 0,0 5 0 0 0,7 33-335 0 0,-5-17 133 0 0,-3-19 418 0 0,0-2 178 0 0,0 8-67 0 0,1-1 0 0 0,-2 21-1 0 0,3 17-163 0 0,-1-17-74 0 0,-2 53 0 0 0,2 19 276 0 0,-2-90-284 0 0,1 6-236 0 0,4-7-2833 0 0</inkml:trace>
</inkml:ink>
</file>

<file path=ppt/ink/ink1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85"/>
    </inkml:context>
    <inkml:brush xml:id="br0">
      <inkml:brushProperty name="width" value="0.05" units="cm"/>
      <inkml:brushProperty name="height" value="0.05" units="cm"/>
      <inkml:brushProperty name="color" value="#004F8B"/>
    </inkml:brush>
  </inkml:definitions>
  <inkml:trace contextRef="#ctx0" brushRef="#br0">0 3 11007 0 0,'0'0'7752'0'0,"15"-2"-6816"0"0,13 14 568 0 0,-9-12-1008 0 0,8 0-16 0 0,0 4 0 0 0,-7 0-128 0 0,-1 0-24 0 0,-1 7-8 0 0,-1-5 0 0 0,-3-4-3840 0 0,-2 0-768 0 0,3-4-152 0 0,-3 2-32 0 0</inkml:trace>
</inkml:ink>
</file>

<file path=ppt/ink/ink1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86"/>
    </inkml:context>
    <inkml:brush xml:id="br0">
      <inkml:brushProperty name="width" value="0.05" units="cm"/>
      <inkml:brushProperty name="height" value="0.05" units="cm"/>
      <inkml:brushProperty name="color" value="#004F8B"/>
    </inkml:brush>
  </inkml:definitions>
  <inkml:trace contextRef="#ctx0" brushRef="#br0">19 135 15663 0 0,'0'0'1207'0'0,"1"2"-639"0"0,19 38 4284 0 0,-18-37-4122 0 0,-1 1-567 0 0,8 26 309 0 0,24 49 0 0 0,-30-71-338 0 0,0 1 0 0 0,-1-1 0 0 0,0 0 0 0 0,0 1 0 0 0,-1-1 0 0 0,0 1 0 0 0,-1 11 0 0 0,0-19 186 0 0,0 3-257 0 0,0 0 0 0 0,0 0 1 0 0,0 0-1 0 0,0 0 0 0 0,2 5 0 0 0,-1 0-2 0 0,6 47-301 0 0,-9-62-507 0 0,0 1 0 0 0,0 0 0 0 0,0 0-1 0 0,-6-7 1 0 0,1-2-279 0 0,-2-6-796 0 0</inkml:trace>
  <inkml:trace contextRef="#ctx0" brushRef="#br0" timeOffset="1">0 1 16127 0 0,'0'0'11045'0'0,"2"2"-12539"0"0,2 6 375 0 0,-1-3-132 0 0,-1 0 1 0 0,1 0-1 0 0,7 9 1 0 0,1-4-1036 0 0</inkml:trace>
</inkml:ink>
</file>

<file path=ppt/ink/ink1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88"/>
    </inkml:context>
    <inkml:brush xml:id="br0">
      <inkml:brushProperty name="width" value="0.05" units="cm"/>
      <inkml:brushProperty name="height" value="0.05" units="cm"/>
      <inkml:brushProperty name="color" value="#004F8B"/>
    </inkml:brush>
  </inkml:definitions>
  <inkml:trace contextRef="#ctx0" brushRef="#br0">9 24 17663 0 0,'1'2'926'0'0,"1"4"123"0"0,-1-4 58 0 0,-1 1-91 0 0,0 0-886 0 0,0 0-12 0 0,0 1-1 0 0,0 0 1 0 0,0 0-1 0 0,0 0 0 0 0,1-1 1 0 0,-1 1-1 0 0,1 0 1 0 0,0 0-1 0 0,1-1 1 0 0,-1 1-1 0 0,0-1 0 0 0,4 5 1 0 0,-2-2-74 0 0,0 1 0 0 0,-1-1-1 0 0,1 0 1 0 0,-1 1 0 0 0,-1 0 0 0 0,1-1 0 0 0,-1 1 0 0 0,0 12 0 0 0,0-10 176 0 0,0 0 1 0 0,1-1-1 0 0,-1 1 1 0 0,4 9-1 0 0,-2-12-63 0 0,-1-3-105 0 0,-1 0 0 0 0,0 0 0 0 0,0 0 0 0 0,0 0 0 0 0,0 1 0 0 0,-1-1-1 0 0,1 0 1 0 0,-1 5 0 0 0,0 4 200 0 0,0-10 4 0 0,-1-5 12 0 0,-26-57 2011 0 0,25 58-2273 0 0,1 0 0 0 0,0 0 0 0 0,0-1 0 0 0,0 1 0 0 0,0 0 0 0 0,1-1 0 0 0,-1 1 1 0 0,0-4-1 0 0,-1-5-8 0 0,-1 4-1 0 0,-2-3 77 0 0,1 0 0 0 0,0 0 1 0 0,1-1-1 0 0,-2-12 0 0 0,4 6-57 0 0,5 14-27 0 0,-3 2 4 0 0,7-5-51 0 0,0 0 0 0 0,1 0 0 0 0,-1 0 0 0 0,1 1 0 0 0,1 0-1 0 0,-1 1 1 0 0,14-5 0 0 0,-17 8 57 0 0,-1 1 0 0 0,0-1 0 0 0,0 1 0 0 0,10 1 0 0 0,16-2 0 0 0,8-6 0 0 0,-24 5 0 0 0,-1-1 0 0 0,1 0 0 0 0,18-7 0 0 0,-24 5-109 0 0,-4 5-1337 0 0</inkml:trace>
</inkml:ink>
</file>

<file path=ppt/ink/ink1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89"/>
    </inkml:context>
    <inkml:brush xml:id="br0">
      <inkml:brushProperty name="width" value="0.05" units="cm"/>
      <inkml:brushProperty name="height" value="0.05" units="cm"/>
      <inkml:brushProperty name="color" value="#004F8B"/>
    </inkml:brush>
  </inkml:definitions>
  <inkml:trace contextRef="#ctx0" brushRef="#br0">1 166 11007 0 0,'30'27'1108'0'0,"-30"-27"-824"0"0,-8 4 6231 0 0,8-3-6231 0 0,0-1-1 0 0,0 0 0 0 0,0 1 0 0 0,-1-1 1 0 0,1 1-1 0 0,0-1 0 0 0,0 0 1 0 0,0 1-1 0 0,0-1 0 0 0,0 0 1 0 0,0 1-1 0 0,4 1-252 0 0,-1 0 0 0 0,1 0 1 0 0,-1 0-1 0 0,0 0 0 0 0,4 4 1 0 0,-5-4 33 0 0,1-3-1 0 0,10-3 0 0 0,-10 2-46 0 0,1 1 1 0 0,0 0-1 0 0,0 0 0 0 0,0 0 1 0 0,0 0-1 0 0,1 0 0 0 0,-1 1 1 0 0,0 0-1 0 0,0-1 0 0 0,6 2 0 0 0,0 2 33 0 0,-8-2-36 0 0,-1 0-1 0 0,1 0 0 0 0,0-1 1 0 0,-1 1-1 0 0,1-1 0 0 0,0 0 1 0 0,-1 1-1 0 0,1-1 0 0 0,0 0 1 0 0,0 0-1 0 0,-1 0 1 0 0,1 0-1 0 0,0 0 0 0 0,0 0 1 0 0,-1-1-1 0 0,1 1 0 0 0,0-1 1 0 0,-1 1-1 0 0,1-1 0 0 0,-1 1 1 0 0,3-2-1 0 0,5-4 45 0 0,0 0 1 0 0,0 0-1 0 0,-1 0 0 0 0,11-11 0 0 0,-18 16-54 0 0,4-3 31 0 0,-1-1-1 0 0,1 0 1 0 0,-1 0 0 0 0,6-9-1 0 0,-9 12-26 0 0,0-1-1 0 0,0 1 1 0 0,-1 0-1 0 0,1 0 1 0 0,0 0-1 0 0,-1 0 1 0 0,1-1-1 0 0,-1 1 1 0 0,0 0-1 0 0,0-1 1 0 0,0 1-1 0 0,0 0 1 0 0,0 0-1 0 0,0-1 1 0 0,-1 1-1 0 0,1 0 1 0 0,-2-3-1 0 0,2 3 8 0 0,0 0 0 0 0,0 1 0 0 0,-1-1 1 0 0,1 0-1 0 0,0 0 0 0 0,1 0 0 0 0,-1 0 0 0 0,0 0 0 0 0,1 0 0 0 0,0-2 0 0 0,-1 2 1 0 0,1 1 0 0 0,-1 0-1 0 0,1-1 1 0 0,-1 1 0 0 0,0 0-1 0 0,0-1 1 0 0,0 1 0 0 0,1 0-1 0 0,-1-1 1 0 0,-1 1-1 0 0,1-1 1 0 0,0 1 0 0 0,0 0-1 0 0,0-1 1 0 0,-1 1 0 0 0,1-1-1 0 0,-1 1 1 0 0,1 0 0 0 0,-1 0-1 0 0,1-1 1 0 0,-1 1-1 0 0,-1-2 1 0 0,-2 0 87 0 0,0-1-1 0 0,0 1 1 0 0,-1 0 0 0 0,1 0 0 0 0,-1 0-1 0 0,1 1 1 0 0,-1 0 0 0 0,-10-4-1 0 0,2 1 20 0 0,11 5-112 0 0,0-1 0 0 0,0 1 0 0 0,0 0 0 0 0,0-1 0 0 0,0 1 0 0 0,0 0 0 0 0,0 0 0 0 0,0 1 0 0 0,0-1 0 0 0,0 0 0 0 0,0 1 0 0 0,0-1 0 0 0,0 1 0 0 0,0 0 0 0 0,-2 0 0 0 0,-26 16 133 0 0,18-10-144 0 0,6-4 0 0 0,1 1 0 0 0,-1 0 0 0 0,-5 5 0 0 0,9-7 0 0 0,0 0 0 0 0,1 0 0 0 0,-1 0 0 0 0,1 0 0 0 0,-1 0 0 0 0,1 0 0 0 0,0 0 0 0 0,0 1 0 0 0,0-1 0 0 0,0 0 0 0 0,0 1 0 0 0,0 2 0 0 0,0-1-1 0 0,-1 0 1 0 0,1 0-1 0 0,-1 1 0 0 0,0-1 1 0 0,-3 5-1 0 0,2-4-10 0 0,3-4 8 0 0,-1 1-1 0 0,1-1 1 0 0,-1 0-1 0 0,1 1 1 0 0,-1-1-1 0 0,1 0 0 0 0,0 1 1 0 0,-1-1-1 0 0,1 0 1 0 0,0 1-1 0 0,0-1 1 0 0,0 0-1 0 0,0 1 1 0 0,0-1-1 0 0,1 3 0 0 0,11 23 122 0 0,0-2-120 0 0,-10-10-127 0 0,-2-14 129 0 0,0 0 1 0 0,0 0-1 0 0,0-1 0 0 0,0 1 0 0 0,0 0 1 0 0,1 0-1 0 0,-1-1 0 0 0,0 1 1 0 0,0 0-1 0 0,0 0 0 0 0,1-1 1 0 0,-1 1-1 0 0,0 0 0 0 0,1-1 1 0 0,-1 1-1 0 0,0 0 0 0 0,1-1 1 0 0,-1 1-1 0 0,1-1 0 0 0,-1 1 1 0 0,1-1-1 0 0,-1 1 0 0 0,1-1 0 0 0,1 2 1 0 0,4 2 4 0 0,6 4 11 0 0,25 11 0 0 0,-34-17-15 0 0,1-1 0 0 0,-1 1 0 0 0,0-1 1 0 0,1 0-1 0 0,-1-1 0 0 0,1 1 0 0 0,-1 0 0 0 0,1-1 0 0 0,0 0 0 0 0,-1 0 1 0 0,1 0-1 0 0,-1 0 0 0 0,6-2 0 0 0,-6 1-6 0 0,1 1 0 0 0,-1-1-1 0 0,0 1 1 0 0,1-1 0 0 0,-1 1 0 0 0,0 0-1 0 0,1 0 1 0 0,-1 1 0 0 0,1-1 0 0 0,-1 1-1 0 0,5 1 1 0 0,-3-1 4 0 0,-1-1 5 0 0,0 0 0 0 0,-1 0-1 0 0,1 0 1 0 0,0 0 0 0 0,0-1 0 0 0,0 0 0 0 0,0 1-1 0 0,0-2 1 0 0,-1 1 0 0 0,1 0 0 0 0,4-3 0 0 0,20-5 14 0 0,-12 6-21 0 0,-9 3-3 0 0,-1-2 0 0 0,1 1 0 0 0,12-5 0 0 0,-17 5 5 0 0,0 0 0 0 0,-1 0 1 0 0,1 0-1 0 0,0 0 0 0 0,0 0 0 0 0,-1-1 0 0 0,1 1 0 0 0,-1 0 0 0 0,1-1 0 0 0,-1 0 0 0 0,1 1 0 0 0,-1-1 0 0 0,0 0 0 0 0,0 1 0 0 0,0-1 0 0 0,2-4 0 0 0,1-4 0 0 0,-1 0-1 0 0,0 0 0 0 0,0 0 0 0 0,-1-1 0 0 0,0 1 0 0 0,1-13 0 0 0,-3 19 8 0 0,0 0 0 0 0,0 1 0 0 0,0-1 0 0 0,0 0 0 0 0,-1 1 0 0 0,1-1 0 0 0,-3-4-1 0 0,1 0 51 0 0,0-4 32 0 0,0-8 393 0 0,-2 9-91 0 0,1 7-168 0 0,10 19-234 0 0,-2 1 12 0 0,-7 13 0 0 0,1-24 0 0 0,7 15 0 0 0,-6-18 0 0 0,5 19 39 0 0,-4-16-16 0 0,0 0-1 0 0,0 1 1 0 0,1-1-1 0 0,2 6 1 0 0,-3-10-19 0 0,0 0 1 0 0,-1 0-1 0 0,1 0 0 0 0,0 0 1 0 0,-1 0-1 0 0,1 0 0 0 0,-1 0 0 0 0,0 0 1 0 0,1 0-1 0 0,-1 0 0 0 0,0 0 1 0 0,0 0-1 0 0,0 0 0 0 0,1 1 0 0 0,-1 0 1 0 0,0-1-6 0 0,0 0-1 0 0,0 0 1 0 0,0 1 0 0 0,0-1 0 0 0,1 0-1 0 0,-1 0 1 0 0,0 0 0 0 0,1 0 0 0 0,-1 0 0 0 0,1 0-1 0 0,-1 0 1 0 0,1 0 0 0 0,-1 0 0 0 0,1 0 0 0 0,1 1-1 0 0,13 32-60 0 0,-14-31 524 0 0,0-4-421 0 0,0 0 0 0 0,-1 0 0 0 0,1 0 0 0 0,0 0 0 0 0,0 0 0 0 0,0 0 0 0 0,-1 0 0 0 0,1 0 0 0 0,0 0 0 0 0,0-2 0 0 0,3-3 122 0 0,4-4-37 0 0,-7 9-95 0 0,1-1-1 0 0,0 0 1 0 0,-1 0-1 0 0,0 0 1 0 0,1 0-1 0 0,-1 0 1 0 0,0 0 0 0 0,1-3-1 0 0,-1 4 66 0 0,5 2 68 0 0,-6-1-160 0 0,0 0-1 0 0,1 0 0 0 0,-1 0 0 0 0,1 0 0 0 0,-1 0 0 0 0,0 0 0 0 0,1 0 0 0 0,-1 0 0 0 0,1 0 0 0 0,-1 0 0 0 0,0 0 0 0 0,1 0 0 0 0,-1-1 0 0 0,0 1 1 0 0,1 0-1 0 0,-1 0 0 0 0,1 0 0 0 0,-1 0 0 0 0,0-1 0 0 0,0 1 0 0 0,1 0 0 0 0,-1 0 0 0 0,0-1 0 0 0,1 1 0 0 0,-1 0 0 0 0,0-1 0 0 0,0 1 1 0 0,1 0-1 0 0,-1-1 0 0 0,0 1 0 0 0,0 0 0 0 0,0-1 0 0 0,0 1 0 0 0,1-1 0 0 0,8-13-54 0 0,12-26 1 0 0,-16 30 20 0 0,0-1 1 0 0,0 1 0 0 0,1 0 0 0 0,1 1 0 0 0,0-1 0 0 0,13-14 0 0 0,-13 19 69 0 0,19-16 121 0 0,-25 21-160 0 0,-1 0-1 0 0,0 0 1 0 0,1-1-1 0 0,-1 1 1 0 0,1 0-1 0 0,-1 0 1 0 0,0 0-1 0 0,1 0 1 0 0,-1 0-1 0 0,0 0 1 0 0,1 0-1 0 0,-1 0 1 0 0,1 0-1 0 0,-1 0 1 0 0,0 0-1 0 0,1 1 1 0 0,-1-1-1 0 0,0 0 1 0 0,1 0-1 0 0,-1 0 1 0 0,0 0-1 0 0,1 0 1 0 0,-1 1-1 0 0,0-1 1 0 0,1 0-1 0 0,-1 0 1 0 0,1 1-1 0 0,10 11 34 0 0,5 15 46 0 0,-6-5-15 0 0,-6-13-33 0 0,-1 0 0 0 0,2 0-1 0 0,4 8 1 0 0,-2-4 35 0 0,-6-11-67 0 0,1 0-1 0 0,-1 0 1 0 0,0 0 0 0 0,0 0-1 0 0,1 0 1 0 0,0 0-1 0 0,3 3 1 0 0,-2-1-1 0 0,7 5-6 0 0,16 20 0 0 0,-6 0-173 0 0,-19-28 407 0 0,-5-8-4164 0 0</inkml:trace>
</inkml:ink>
</file>

<file path=ppt/ink/ink1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90"/>
    </inkml:context>
    <inkml:brush xml:id="br0">
      <inkml:brushProperty name="width" value="0.05" units="cm"/>
      <inkml:brushProperty name="height" value="0.05" units="cm"/>
      <inkml:brushProperty name="color" value="#004F8B"/>
    </inkml:brush>
  </inkml:definitions>
  <inkml:trace contextRef="#ctx0" brushRef="#br0">0 44 1375 0 0,'0'0'17755'0'0,"1"-1"-17114"0"0,2-3-280 0 0,-1 0-1 0 0,0 0 1 0 0,0 0-1 0 0,0 0 0 0 0,2-8 1 0 0,-3 10 637 0 0,11 19-602 0 0,22 56-44 0 0,-4-8-142 0 0,-24-52-251 0 0,-1 1 0 0 0,6 20 0 0 0,6 16-31 0 0,1-5 28 0 0,-18-43 240 0 0,1-14-132 0 0,-2-40 224 0 0,2 21-84 0 0,-1 19-106 0 0,1 0 0 0 0,0 0 0 0 0,0 0 0 0 0,1 1 0 0 0,5-14 0 0 0,-1 2 59 0 0,4-11 164 0 0,-9 31-314 0 0,0 1 0 0 0,0 0 0 0 0,0-1 0 0 0,0 1 0 0 0,1 0 0 0 0,-1 0 0 0 0,1 0 0 0 0,-1 0 1 0 0,1 0-1 0 0,0 0 0 0 0,2-1 0 0 0,3-1-45 0 0,-7 4 45 0 0,0 0-1 0 0,1-1 1 0 0,-1 1-1 0 0,0-1 1 0 0,0 1-1 0 0,1 0 0 0 0,-1-1 1 0 0,0 1-1 0 0,0-1 1 0 0,1 1-1 0 0,-1-1 1 0 0,0 1-1 0 0,0 0 0 0 0,0-1 1 0 0,0 1-1 0 0,0-1 1 0 0,0 1-1 0 0,0-1 1 0 0,1-1 16 0 0,5-6 38 0 0,9 5-79 0 0,-14 3 11 0 0,1-1 0 0 0,0 1 0 0 0,0 0 0 0 0,-1-1 0 0 0,1 1 1 0 0,0-1-1 0 0,0 1 0 0 0,1-2 0 0 0,-2 1 3 0 0,0 1 0 0 0,0-1 0 0 0,0 0 0 0 0,0 1-1 0 0,0-1 1 0 0,0 1 0 0 0,0-1 0 0 0,0 1-1 0 0,0 0 1 0 0,0-1 0 0 0,0 1 0 0 0,0 0-1 0 0,0 0 1 0 0,0-1 0 0 0,0 1 0 0 0,2 0-1 0 0,2 2-4 0 0,-1 0-1 0 0,1 0 0 0 0,0 0 0 0 0,5 4 0 0 0,-6-4 7 0 0,-3-1 11 0 0,-1-1 0 0 0,1 1 0 0 0,0-1 0 0 0,-1 0 0 0 0,1 1 1 0 0,0-1-1 0 0,0 0 0 0 0,0 0 0 0 0,-1 1 0 0 0,1-1 0 0 0,0 0 0 0 0,0 0 0 0 0,0 0 0 0 0,0 0 0 0 0,-1 0 0 0 0,1 0 0 0 0,0 0 0 0 0,1-1 0 0 0,-2 1-1 0 0,1 0 0 0 0,0 0 0 0 0,-1 1 0 0 0,1-1 0 0 0,-1 0-1 0 0,1 0 1 0 0,-1 0 0 0 0,1 1 0 0 0,-1-1 0 0 0,0 0-1 0 0,1 0 1 0 0,-1 1 0 0 0,1-1 0 0 0,-1 1 0 0 0,0-1 0 0 0,1 0-1 0 0,-1 1 1 0 0,1-1 0 0 0,-1 1 0 0 0,0-1 0 0 0,0 0-1 0 0,1 2 1 0 0,7 12 74 0 0,-6-9-48 0 0,6 8-72 0 0,-2 0 0 0 0,1 1 0 0 0,-2-1-1 0 0,7 22 1 0 0,-7-17-69 0 0,-1-5 139 0 0,-1 0 0 0 0,1 21-1 0 0,0-8 134 0 0,-4-24 984 0 0,1-3-1080 0 0,9-36 134 0 0,-9 29-156 0 0,0 1 1 0 0,1 0-1 0 0,1 0 0 0 0,-1 0 1 0 0,5-10-1 0 0,-5 14-46 0 0,-1 0 0 0 0,0 0 0 0 0,0-1 0 0 0,0 1 0 0 0,0 0 0 0 0,0-5 0 0 0,-1 5 0 0 0,1 0 0 0 0,-1 0 0 0 0,1 0 0 0 0,0 0 0 0 0,0 0 0 0 0,0 0 0 0 0,0 0 0 0 0,1 0 0 0 0,-1 1 0 0 0,3-5 0 0 0,2-1 0 0 0,-1-1 0 0 0,0 0 0 0 0,-1 0 0 0 0,7-18 0 0 0,-3 7 0 0 0,-2 10 0 0 0,12-4 0 0 0,-17 14-1 0 0,-1 0 0 0 0,0-1 0 0 0,1 1 0 0 0,-1 0 0 0 0,0 0 0 0 0,1 0 0 0 0,-1 0 0 0 0,1 0 0 0 0,-1-1 0 0 0,0 1 0 0 0,1 0 0 0 0,-1 0 0 0 0,0 0 1 0 0,1 0-1 0 0,-1 0 0 0 0,1 0 0 0 0,-1 0 0 0 0,0 0 0 0 0,1 1 0 0 0,-1-1 0 0 0,1 0 0 0 0,3 3-22 0 0,0 0 0 0 0,0 1 1 0 0,0-1-1 0 0,-1 1 1 0 0,1 0-1 0 0,-1-1 0 0 0,0 2 1 0 0,0-1-1 0 0,-1 0 0 0 0,3 6 1 0 0,4 3 55 0 0,-4-5-21 0 0,-1 0 0 0 0,1 1 0 0 0,-1-1 1 0 0,-1 1-1 0 0,0-1 0 0 0,3 13 0 0 0,-1 2 96 0 0,2 29 0 0 0,-5-27-164 0 0,-2-23 288 0 0</inkml:trace>
</inkml:ink>
</file>

<file path=ppt/ink/ink1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91"/>
    </inkml:context>
    <inkml:brush xml:id="br0">
      <inkml:brushProperty name="width" value="0.05" units="cm"/>
      <inkml:brushProperty name="height" value="0.05" units="cm"/>
      <inkml:brushProperty name="color" value="#004F8B"/>
    </inkml:brush>
  </inkml:definitions>
  <inkml:trace contextRef="#ctx0" brushRef="#br0">159 104 455 0 0,'0'-5'651'0'0,"-4"-23"17830"0"0,2 24-17300 0 0,0 1 0 0 0,0 0 0 0 0,0-1 1 0 0,0 1-1 0 0,-4-3 0 0 0,3 1-825 0 0,2 4-532 0 0,-1 1-90 0 0,-6-3 60 0 0,7 2 213 0 0,-1 1 1 0 0,1-1-1 0 0,0 1 1 0 0,0-1 0 0 0,0 1-1 0 0,-1-1 1 0 0,1 1-1 0 0,0 0 1 0 0,-1 0 0 0 0,1 0-1 0 0,0 0 1 0 0,0 0-1 0 0,-1 0 1 0 0,1 0 0 0 0,0 0-1 0 0,-1 0 1 0 0,1 0-1 0 0,0 1 1 0 0,0-1 0 0 0,-1 1-1 0 0,1-1 1 0 0,0 1 0 0 0,0-1-1 0 0,0 1 1 0 0,0 0-1 0 0,0-1 1 0 0,0 1 0 0 0,0 0-1 0 0,-1 1 1 0 0,-20 17 718 0 0,17-15-656 0 0,0 1 1 0 0,-1-1-1 0 0,2 1 0 0 0,-1 0 1 0 0,0 0-1 0 0,1 0 0 0 0,0 1 0 0 0,0 0 1 0 0,1-1-1 0 0,0 1 0 0 0,0 1 0 0 0,-4 10 1 0 0,5-7-111 0 0,0 1 1 0 0,0-1 0 0 0,1 0 0 0 0,1 1 0 0 0,0-1-1 0 0,2 20 1 0 0,-2-26 39 0 0,1 0 0 0 0,10 11 0 0 0,-1-3-53 0 0,-9-10 10 0 0,0-1 0 0 0,0 1-1 0 0,0-1 1 0 0,0 0 0 0 0,0 0 0 0 0,1 1 0 0 0,-1-1 0 0 0,0 0 0 0 0,1 0 0 0 0,-1 0-1 0 0,1 0 1 0 0,-1 0 0 0 0,1-1 0 0 0,-1 1 0 0 0,1 0 0 0 0,3 0 0 0 0,1 1-206 0 0,-4-1 243 0 0,1 0 0 0 0,0 0-1 0 0,0 0 1 0 0,1-1-1 0 0,-1 1 1 0 0,0-1-1 0 0,0 0 1 0 0,0 0-1 0 0,0 0 1 0 0,0 0 0 0 0,1 0-1 0 0,-1-1 1 0 0,0 1-1 0 0,0-1 1 0 0,0 0-1 0 0,0 0 1 0 0,0 0-1 0 0,0 0 1 0 0,0 0 0 0 0,-1-1-1 0 0,6-3 1 0 0,2-3 223 0 0,-1 0 1 0 0,0 0 0 0 0,0-1-1 0 0,9-12 1 0 0,-3 4-389 0 0,-11 13 195 0 0,-1-1-1 0 0,1 0 0 0 0,-1 1 0 0 0,0-2 0 0 0,-1 1 0 0 0,1 0 0 0 0,-1 0 0 0 0,0-1 0 0 0,0 1 0 0 0,-1-1 1 0 0,1 0-1 0 0,0-9 0 0 0,-1-3 71 0 0,-1 0 1 0 0,-3-30-1 0 0,2 33 21 0 0,-6-18 381 0 0,7 32-224 0 0,0 10-176 0 0,-1 5-112 0 0,0-1 0 0 0,1 1 0 0 0,1 0 0 0 0,4 19 0 0 0,-3 6-108 0 0,-2-30 142 0 0,1 0 0 0 0,0 1-1 0 0,3 17 1 0 0,13 31 99 0 0,-5-25-168 0 0,-12-31-71 0 0</inkml:trace>
</inkml:ink>
</file>

<file path=ppt/ink/ink1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92"/>
    </inkml:context>
    <inkml:brush xml:id="br0">
      <inkml:brushProperty name="width" value="0.05" units="cm"/>
      <inkml:brushProperty name="height" value="0.05" units="cm"/>
      <inkml:brushProperty name="color" value="#004F8B"/>
    </inkml:brush>
  </inkml:definitions>
  <inkml:trace contextRef="#ctx0" brushRef="#br0">1 25 12895 0 0,'0'0'1575'0'0,"1"-1"-532"0"0,18-23 8210 0 0,-18 24-9225 0 0,0 0 0 0 0,-1 1 0 0 0,1-1 1 0 0,0 0-1 0 0,-1 0 0 0 0,1 0 0 0 0,-1 1 0 0 0,1-1 0 0 0,0 0 1 0 0,-1 0-1 0 0,1 1 0 0 0,-1-1 0 0 0,1 1 0 0 0,-1-1 0 0 0,1 0 1 0 0,-1 1-1 0 0,1-1 0 0 0,-1 1 0 0 0,1-1 0 0 0,-1 1 1 0 0,1 0-1 0 0,-1-1 0 0 0,0 1 0 0 0,1-1 0 0 0,-1 1 0 0 0,0 0 1 0 0,0-1-1 0 0,0 1 0 0 0,1 0 0 0 0,-1 0 0 0 0,3 27 1322 0 0,0-5-772 0 0,1-3-528 0 0,-1 0 0 0 0,0 0 0 0 0,-1 25 0 0 0,0-1 17 0 0,7 148 242 0 0,-8-176-309 0 0,1 1 0 0 0,6 27 0 0 0,-1-8 0 0 0,-5-27-16 0 0,1 0 0 0 0,0-1 0 0 0,6 14 0 0 0,4 15-384 0 0,-12-36 49 0 0</inkml:trace>
</inkml:ink>
</file>

<file path=ppt/ink/ink1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93"/>
    </inkml:context>
    <inkml:brush xml:id="br0">
      <inkml:brushProperty name="width" value="0.05" units="cm"/>
      <inkml:brushProperty name="height" value="0.05" units="cm"/>
      <inkml:brushProperty name="color" value="#004F8B"/>
    </inkml:brush>
  </inkml:definitions>
  <inkml:trace contextRef="#ctx0" brushRef="#br0">0 13 15199 0 0,'0'0'6971'0'0,"2"-2"-6215"0"0,-1 1-670 0 0,1 0 1 0 0,-1 0-1 0 0,1 0 1 0 0,-1 0 0 0 0,1 0-1 0 0,0 0 1 0 0,-1 1-1 0 0,1-1 1 0 0,0 1-1 0 0,0-1 1 0 0,-1 1-1 0 0,1-1 1 0 0,0 1-1 0 0,0 0 1 0 0,0 0-1 0 0,-1 0 1 0 0,1 0-1 0 0,0 0 1 0 0,0 0 0 0 0,0 1-1 0 0,-1-1 1 0 0,1 0-1 0 0,0 1 1 0 0,0 0-1 0 0,-1-1 1 0 0,1 1-1 0 0,0 0 1 0 0,-1 0-1 0 0,1 0 1 0 0,1 1-1 0 0,0 0-36 0 0,0-1-1 0 0,0 0 1 0 0,1 0-1 0 0,-1 0 0 0 0,0 0 1 0 0,1 0-1 0 0,-1-1 1 0 0,1 1-1 0 0,3-1 0 0 0,-4 0-18 0 0,1 0 0 0 0,-1 0 0 0 0,1 1-1 0 0,-1-1 1 0 0,1 1 0 0 0,-1 0 0 0 0,0 0-1 0 0,6 3 1 0 0,-4-2-21 0 0,0 1 0 0 0,0-1 0 0 0,0-1 0 0 0,0 1 0 0 0,0-1 0 0 0,0 0 0 0 0,0 0 0 0 0,10 0 0 0 0,9 2 8 0 0,-2 2-1234 0 0,-17-3 559 0 0,0-1 1 0 0,0 1-1 0 0,0-2 1 0 0,9 2 0 0 0,2-2-990 0 0</inkml:trace>
</inkml:ink>
</file>

<file path=ppt/ink/ink1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94"/>
    </inkml:context>
    <inkml:brush xml:id="br0">
      <inkml:brushProperty name="width" value="0.05" units="cm"/>
      <inkml:brushProperty name="height" value="0.05" units="cm"/>
      <inkml:brushProperty name="color" value="#004F8B"/>
    </inkml:brush>
  </inkml:definitions>
  <inkml:trace contextRef="#ctx0" brushRef="#br0">7 7 14623 0 0,'-6'-6'7628'0'0,"6"8"-7438"0"0,1 0-1 0 0,0 0 1 0 0,-1 0-1 0 0,1 0 1 0 0,-1 1-1 0 0,0-1 0 0 0,1 0 1 0 0,-2 3-1 0 0,2 0-107 0 0,2 23 481 0 0,-1-5 275 0 0,7 30-1 0 0,-8-45-650 0 0,0 0-1 0 0,0 0 0 0 0,-1 0 0 0 0,0 10 0 0 0,1 21 330 0 0,-1-37-427 0 0,0-2-63 0 0,0 1-14 0 0,0 0 1 0 0,0 0-1 0 0,0 0 0 0 0,0 0 1 0 0,0 0-1 0 0,0 0 0 0 0,0 0 1 0 0,0 0-1 0 0,0 0 0 0 0,1-1 1 0 0,-1 1-1 0 0,0 0 0 0 0,1 0 1 0 0,-1 0-1 0 0,0 0 1 0 0,1-1-1 0 0,-1 1 0 0 0,1 0 1 0 0,0 0-1 0 0,-1-1 0 0 0,1 1 1 0 0,-1 0-1 0 0,1-1 0 0 0,0 1 1 0 0,-1 0-1 0 0,1-1 0 0 0,0 1 1 0 0,0-1-1 0 0,1 1 0 0 0,-1-1-7 0 0,-1-1 0 0 0,1 1 0 0 0,0 0 0 0 0,-1-1-1 0 0,1 1 1 0 0,-1-1 0 0 0,1 1 0 0 0,-1-1-1 0 0,0 1 1 0 0,1-1 0 0 0,-1 0 0 0 0,0 1 0 0 0,1-1-1 0 0,-1 0 1 0 0,1 0 0 0 0,-1 0 5 0 0,3-5 36 0 0,0-1 1 0 0,-1 1-1 0 0,0-1 1 0 0,0 0-1 0 0,-1 0 0 0 0,1 0 1 0 0,-2 0-1 0 0,1 0 0 0 0,-1 0 1 0 0,0-9-1 0 0,2-28 295 0 0,5-4-136 0 0,-7 47-201 0 0,0-1-1 0 0,0 1 1 0 0,0-1 0 0 0,0 1-1 0 0,0 0 1 0 0,1-1 0 0 0,-1 1-1 0 0,1-1 1 0 0,-1 1 0 0 0,1 0-1 0 0,-1-1 1 0 0,1 1 0 0 0,0 0-1 0 0,0 0 1 0 0,0-1 0 0 0,2-1-1 0 0,1-2-1 0 0,2-6-2 0 0,-1 3 0 0 0,5 3 0 0 0,4 5 0 0 0,-6 0-7 0 0,11 5-6 0 0,5 3-96 0 0,-17-3-131 0 0,-4-3-769 0 0,2-1-2838 0 0,7 0 1976 0 0</inkml:trace>
</inkml:ink>
</file>

<file path=ppt/ink/ink1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95"/>
    </inkml:context>
    <inkml:brush xml:id="br0">
      <inkml:brushProperty name="width" value="0.05" units="cm"/>
      <inkml:brushProperty name="height" value="0.05" units="cm"/>
      <inkml:brushProperty name="color" value="#004F8B"/>
    </inkml:brush>
  </inkml:definitions>
  <inkml:trace contextRef="#ctx0" brushRef="#br0">76 167 6911 0 0,'0'0'19655'0'0,"1"2"-20999"0"0,4 7 1761 0 0,-1-1 0 0 0,-1 1 0 0 0,1 0 1 0 0,-1 0-1 0 0,-1 0 0 0 0,3 12 0 0 0,-2-5-248 0 0,8 19-1 0 0,-2 2-25 0 0,-8-30-126 0 0,2 3-17 0 0,1-5-65 0 0,-3-4-283 0 0,3-7-3448 0 0,-1 1 3195 0 0,0-1 0 0 0,-1 1 0 0 0,3-10 0 0 0,0 0-1092 0 0,6-9-5929 0 0</inkml:trace>
  <inkml:trace contextRef="#ctx0" brushRef="#br0" timeOffset="1">51 17 3679 0 0,'0'0'284'0'0,"-11"-5"7158"0"0,-13 2 2515 0 0,22 1-8552 0 0,-10-4 677 0 0,11 8-1240 0 0,3 5-1113 0 0,-2-6 229 0 0,0 0-1 0 0,1-1 0 0 0,-1 1 0 0 0,1-1 1 0 0,-1 1-1 0 0,1-1 0 0 0,-1 1 0 0 0,1-1 1 0 0,-1 1-1 0 0,1-1 0 0 0,-1 0 0 0 0,1 1 1 0 0,0-1-1 0 0,-1 0 0 0 0,1 0 0 0 0,0 1 1 0 0,-1-1-1 0 0,1 0 0 0 0,0 0 0 0 0,0 0 1 0 0,1 1-114 0 0,2 0-32 0 0,5 6-1120 0 0,2 4 828 0 0</inkml:trace>
</inkml:ink>
</file>

<file path=ppt/ink/ink1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97"/>
    </inkml:context>
    <inkml:brush xml:id="br0">
      <inkml:brushProperty name="width" value="0.05" units="cm"/>
      <inkml:brushProperty name="height" value="0.05" units="cm"/>
      <inkml:brushProperty name="color" value="#004F8B"/>
    </inkml:brush>
  </inkml:definitions>
  <inkml:trace contextRef="#ctx0" brushRef="#br0">2 43 19463 0 0,'0'0'1951'0'0,"-2"-5"2119"0"0,19 0-3633 0 0,-6 2-416 0 0,0-1-1 0 0,0 2 1 0 0,0-1-1 0 0,1 1 1 0 0,-1 1-1 0 0,14 0 0 0 0,-23 1 1 0 0,-1 0 3 0 0,0 0-1 0 0,0 1 0 0 0,0-1 1 0 0,1 0-1 0 0,-1 0 0 0 0,0 0 0 0 0,0 0 1 0 0,0-1-1 0 0,1 1 0 0 0,-1 0 1 0 0,0 0-1 0 0,0-1 0 0 0,0 1 0 0 0,0-1 1 0 0,0 1-1 0 0,1-1 0 0 0,-1 1 1 0 0,0-1-1 0 0,1-1 0 0 0,-1 1-14 0 0,0 0-1 0 0,0 0 1 0 0,0 0-1 0 0,0 0 1 0 0,0 1-1 0 0,0-1 1 0 0,0 0-1 0 0,0 0 1 0 0,0 1-1 0 0,0-1 1 0 0,1 1-1 0 0,0-1 1 0 0,4 4-17 0 0,-4-1 21 0 0,24 5 47 0 0,-25-6-28 0 0,-1-1 0 0 0,1 0 0 0 0,-1 0 1 0 0,1 1-1 0 0,-1-1 0 0 0,1 0 0 0 0,-1 1 0 0 0,0-1 0 0 0,1 1 0 0 0,-1-1 0 0 0,0 0 0 0 0,1 1 1 0 0,-1-1-1 0 0,0 1 0 0 0,0-1 0 0 0,1 1 0 0 0,-1-1 0 0 0,0 1 0 0 0,0-1 0 0 0,0 1 0 0 0,0-1 0 0 0,0 1 1 0 0,1-1-1 0 0,-1 1 0 0 0,0-1 0 0 0,0 1 0 0 0,0-1 0 0 0,-1 1 0 0 0,1-1 0 0 0,0 1 0 0 0,0-1 1 0 0,0 2-1 0 0,-7 21 27 0 0,4-13 86 0 0,0-1-102 0 0,-1 1 0 0 0,0-1-1 0 0,0 1 1 0 0,-1-1 0 0 0,-1-1-1 0 0,-8 13 1 0 0,4-7 28 0 0,-10 19-1 0 0,7-7 110 0 0,5-11-61 0 0,0 0 1 0 0,1 1 0 0 0,1-1 0 0 0,-7 28 0 0 0,11-24 23 0 0,2-2-81 0 0,3-6-62 0 0,4-1 0 0 0,-3-7 3 0 0,-1-1 0 0 0,0 1 0 0 0,1-1 0 0 0,0 0 0 0 0,-1 0 0 0 0,1 0 0 0 0,0-1 0 0 0,0 0-1 0 0,0 1 1 0 0,0-1 0 0 0,0 0 0 0 0,0-1 0 0 0,0 1 0 0 0,7-1 0 0 0,-7 0-13 0 0,0 0 0 0 0,1 0 0 0 0,-1 0 0 0 0,0-1 0 0 0,0 0 0 0 0,0 1 0 0 0,0-2 0 0 0,5-1 0 0 0,16-5 48 0 0,-15 5-42 0 0,-4 1-6 0 0,0 0 0 0 0,0 1 0 0 0,1 0 0 0 0,10-2 1 0 0,-15 3-275 0 0,0-1-1176 0 0,6-4-1284 0 0</inkml:trace>
</inkml:ink>
</file>

<file path=ppt/ink/ink1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98"/>
    </inkml:context>
    <inkml:brush xml:id="br0">
      <inkml:brushProperty name="width" value="0.05" units="cm"/>
      <inkml:brushProperty name="height" value="0.05" units="cm"/>
      <inkml:brushProperty name="color" value="#004F8B"/>
    </inkml:brush>
  </inkml:definitions>
  <inkml:trace contextRef="#ctx0" brushRef="#br0">2 1 16471 0 0,'-2'0'7717'0'0,"4"2"-7115"0"0,-1-1-535 0 0,0 1 1 0 0,0 0-1 0 0,1-1 1 0 0,-1 1-1 0 0,1-1 0 0 0,0 1 1 0 0,-1-1-1 0 0,1 0 1 0 0,0 0-1 0 0,0 0 0 0 0,0 0 1 0 0,-1 0-1 0 0,1 0 1 0 0,0 0-1 0 0,0-1 1 0 0,1 1-1 0 0,-1-1 0 0 0,0 1 1 0 0,0-1-1 0 0,0 0 1 0 0,0 0-1 0 0,0 0 1 0 0,0 0-1 0 0,0 0 0 0 0,1 0 1 0 0,-1-1-1 0 0,2 0 1 0 0,21 1 231 0 0,-19 0-219 0 0,-1 0 1 0 0,1 0-1 0 0,10-2 1 0 0,-9 1-45 0 0,0 0-1 0 0,0 1 1 0 0,9 0 0 0 0,8 0 17 0 0,-17 0-40 0 0,0 0-1 0 0,-1 0 1 0 0,11 3 0 0 0,4 0 57 0 0,-19-3-106 0 0,-1 0 0 0 0,1 0-1 0 0,0 1 1 0 0,0-1 0 0 0,0 1 0 0 0,-1-1-1 0 0,1 1 1 0 0,0 0 0 0 0,-1 0-1 0 0,1 0 1 0 0,-1-1 0 0 0,3 3-1 0 0,3 2-940 0 0</inkml:trace>
</inkml:ink>
</file>

<file path=ppt/ink/ink1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199"/>
    </inkml:context>
    <inkml:brush xml:id="br0">
      <inkml:brushProperty name="width" value="0.05" units="cm"/>
      <inkml:brushProperty name="height" value="0.05" units="cm"/>
      <inkml:brushProperty name="color" value="#004F8B"/>
    </inkml:brush>
  </inkml:definitions>
  <inkml:trace contextRef="#ctx0" brushRef="#br0">259 67 10367 0 0,'0'0'4674'0'0,"0"-9"-2462"0"0,-1 3-1248 0 0,0 0 1 0 0,-1 0 0 0 0,0 0-1 0 0,0 0 1 0 0,-3-7-1 0 0,4 11-406 0 0,1 2-520 0 0,0-1-1 0 0,0 1 1 0 0,0-1 0 0 0,0 1 0 0 0,-1-1-1 0 0,1 0 1 0 0,0 1 0 0 0,0-1-1 0 0,0 1 1 0 0,-1-1 0 0 0,1 1 0 0 0,0-1-1 0 0,-1 1 1 0 0,1-1 0 0 0,0 1 0 0 0,-1-1-1 0 0,1 1 1 0 0,-1 0 0 0 0,1-1 0 0 0,-1 1-1 0 0,1-1 1 0 0,-1 1 0 0 0,1 0 0 0 0,-1 0-1 0 0,1-1 1 0 0,-1 1 0 0 0,1 0 0 0 0,-1 0-1 0 0,0 0 1 0 0,1-1 0 0 0,-1 1-1 0 0,1 0 1 0 0,-1 0 0 0 0,1 0 0 0 0,-1 0-1 0 0,0 0 1 0 0,0 1 0 0 0,-26 2 679 0 0,23-2-507 0 0,-5 1 48 0 0,3-1-123 0 0,-1 0 1 0 0,1 0-1 0 0,0 1 0 0 0,-1 0 0 0 0,1 0 1 0 0,0 0-1 0 0,0 1 0 0 0,0 0 0 0 0,-10 7 1 0 0,-9 9 54 0 0,20-16-174 0 0,0 0 0 0 0,1 0 0 0 0,-1 1 0 0 0,1-1 1 0 0,0 1-1 0 0,0 0 0 0 0,0 1 0 0 0,1-1 0 0 0,-1 0 0 0 0,1 1 1 0 0,-3 6-1 0 0,-8 15 38 0 0,10-19-54 0 0,0 0 0 0 0,0 0-1 0 0,1 1 1 0 0,0-1 0 0 0,-4 15 0 0 0,5-9 0 0 0,2 4-37 0 0,2-13 12 0 0,0-1 3 0 0,-1 1-1 0 0,0-1 5 0 0,10 9-62 0 0,-7-7 95 0 0,1-1-1 0 0,0 0 1 0 0,0 0 0 0 0,0 0 0 0 0,1 0-1 0 0,-1-1 1 0 0,1 0 0 0 0,0 0 0 0 0,-1-1 0 0 0,1 0-1 0 0,1 0 1 0 0,-1 0 0 0 0,0 0 0 0 0,0-1 0 0 0,1 0-1 0 0,-1-1 1 0 0,0 1 0 0 0,1-1 0 0 0,-1-1 0 0 0,1 1-1 0 0,8-2 1 0 0,-8 0-41 0 0,38-8-918 0 0,-42 9 725 0 0,-1 0-1 0 0,1 0 1 0 0,0-1 0 0 0,-1 1 0 0 0,1-1 0 0 0,-1 1 0 0 0,1-1 0 0 0,-1 0 0 0 0,0 0 0 0 0,1 0 0 0 0,-1 0 0 0 0,3-4-1 0 0,-4 5 112 0 0,-1 0 0 0 0,1-1 0 0 0,-1 1 0 0 0,1 0 0 0 0,-1 0 0 0 0,0-1 0 0 0,0 1 0 0 0,1 0 0 0 0,-1 0 0 0 0,0-1 0 0 0,0 1 0 0 0,0 0-1 0 0,0-1 1 0 0,-1 1 0 0 0,1 0 0 0 0,-1-2 0 0 0,-10-43-1797 0 0,11 40 1521 0 0,-1 0 0 0 0,1 1 1 0 0,0-1-1 0 0,2-10 0 0 0</inkml:trace>
</inkml:ink>
</file>

<file path=ppt/ink/ink1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00"/>
    </inkml:context>
    <inkml:brush xml:id="br0">
      <inkml:brushProperty name="width" value="0.05" units="cm"/>
      <inkml:brushProperty name="height" value="0.05" units="cm"/>
      <inkml:brushProperty name="color" value="#004F8B"/>
    </inkml:brush>
  </inkml:definitions>
  <inkml:trace contextRef="#ctx0" brushRef="#br0">0 7 18655 0 0,'0'0'3234'0'0,"0"0"-3110"0"0,0 0 1 0 0,0 0-1 0 0,0-1 1 0 0,0 1-1 0 0,0 0 1 0 0,0 0-1 0 0,0-1 1 0 0,0 1-1 0 0,0 0 1 0 0,0 0-1 0 0,0 0 1 0 0,0-1-1 0 0,0 1 1 0 0,0 0-1 0 0,0 0 1 0 0,1-1-1 0 0,-1 1 1 0 0,0 0-1 0 0,0 0 1 0 0,0 0-1 0 0,0-1 1 0 0,0 1 0 0 0,0 0-1 0 0,1 0 1 0 0,-1 0-1 0 0,0 0 1 0 0,0-1-1 0 0,0 1 1 0 0,0 0-1 0 0,1 0 1 0 0,-1 0-1 0 0,0 0 1 0 0,0 0-1 0 0,0 0 1 0 0,1 0-1 0 0,-1 0 1 0 0,1-1-1 0 0,2 4-69 0 0,-1 0 0 0 0,1 0 0 0 0,0 0 0 0 0,-1 0 0 0 0,1 0 0 0 0,-1 1 0 0 0,0-1 0 0 0,0 1 0 0 0,-1-1 0 0 0,1 1 0 0 0,-1 0-1 0 0,1 0 1 0 0,-1 0 0 0 0,0 0 0 0 0,-1-1 0 0 0,1 8 0 0 0,1 8 188 0 0,-1 39-1 0 0,-2-35-120 0 0,3 109 348 0 0,0-102-389 0 0,-1-13-45 0 0,0 0 0 0 0,2 0 0 0 0,0-1 0 0 0,9 30 0 0 0,-11-43-33 0 0,1 4-2 0 0,1 0 0 0 0,0 0-1 0 0,0-1 1 0 0,0 1 0 0 0,1-1 0 0 0,0 0 0 0 0,0 0-1 0 0,0 0 1 0 0,7 5 0 0 0,-1-3-1 0 0,-9-6-3 0 0,0-1 0 0 0,1 0-1 0 0,-1 0 1 0 0,1 0 0 0 0,-1 0-1 0 0,1 0 1 0 0,-1 0 0 0 0,1-1 0 0 0,0 1-1 0 0,-1 0 1 0 0,1-1 0 0 0,0 1 0 0 0,0-1-1 0 0,-1 0 1 0 0,4 1 0 0 0,2-1-25 0 0,-2 1 29 0 0,1-1 0 0 0,0 0 0 0 0,-1 0 0 0 0,1 0 0 0 0,-1 0 0 0 0,1-1-1 0 0,-1 0 1 0 0,1-1 0 0 0,-1 1 0 0 0,0-1 0 0 0,1 0 0 0 0,-1 0 0 0 0,9-6 0 0 0,-6 4-18 0 0,0-1-1 0 0,-1-1 1 0 0,0 0 0 0 0,0 0 0 0 0,0 0-1 0 0,-1 0 1 0 0,11-15 0 0 0,-15 17 21 0 0,0-1 1 0 0,0 1 0 0 0,0-1-1 0 0,0 1 1 0 0,-1-1 0 0 0,1 0-1 0 0,0-9 1 0 0,1-33 26 0 0,-3 44-11 0 0,0 1 1 0 0,0 0-1 0 0,-1 0 1 0 0,1 0 0 0 0,-1 0-1 0 0,0 0 1 0 0,-1-2-1 0 0,-1-5 17 0 0,3 8-40 0 0,0-1 0 0 0,0 0 1 0 0,0 1-1 0 0,0-1 0 0 0,-1 1 0 0 0,1-1 0 0 0,-1 1 0 0 0,1-1 0 0 0,-1 1 1 0 0,0-1-1 0 0,0 1 0 0 0,1 0 0 0 0,-1-1 0 0 0,0 1 0 0 0,-2-2 0 0 0,-1-2-39 0 0,3 4 46 0 0,1-1 1 0 0,-2 1-1 0 0,1-1 0 0 0,0 1 0 0 0,0 0 1 0 0,0 0-1 0 0,-1-1 0 0 0,1 1 1 0 0,-1 0-1 0 0,1 0 0 0 0,-1 0 0 0 0,1 0 1 0 0,-4 0-1 0 0,-17-8 88 0 0,19 9-90 0 0,1-1 0 0 0,0 1 0 0 0,-1-1 0 0 0,1 1 0 0 0,-1 0 0 0 0,1 0 0 0 0,-1 0 0 0 0,1 1 0 0 0,-1-1 0 0 0,1 0 0 0 0,-1 1 0 0 0,1 0 0 0 0,-1-1 0 0 0,1 1 0 0 0,-3 2 0 0 0,1-1 5 0 0,0 1 1 0 0,0-1-1 0 0,0 1 0 0 0,1 0 1 0 0,-1 0-1 0 0,1 0 0 0 0,0 1 0 0 0,-3 3 1 0 0,1 1-2 0 0,-1 0 0 0 0,1 1 0 0 0,1-1 0 0 0,0 1 0 0 0,0 0-1 0 0,0 1 1 0 0,-2 13 0 0 0,3-12 18 0 0,1 0 0 0 0,1-1 0 0 0,0 1 0 0 0,0 20 0 0 0,2-28-32 0 0,-1 0 0 0 0,0 0 0 0 0,1 0 0 0 0,0 0 1 0 0,-1 0-1 0 0,1 0 0 0 0,0 0 0 0 0,1 0 1 0 0,-1 0-1 0 0,0 0 0 0 0,1-1 0 0 0,0 1 0 0 0,-1-1 1 0 0,1 1-1 0 0,0-1 0 0 0,1 1 0 0 0,-1-1 1 0 0,0 0-1 0 0,0 0 0 0 0,1 0 0 0 0,3 2 0 0 0,8 3 37 0 0,0-1 0 0 0,0 0-1 0 0,0-1 1 0 0,1-1-1 0 0,29 6 1 0 0,-10-6 217 0 0,53-1 0 0 0,-61-1-368 0 0,-25-2-576 0 0,6-6-2295 0 0</inkml:trace>
</inkml:ink>
</file>

<file path=ppt/ink/ink1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01"/>
    </inkml:context>
    <inkml:brush xml:id="br0">
      <inkml:brushProperty name="width" value="0.05" units="cm"/>
      <inkml:brushProperty name="height" value="0.05" units="cm"/>
      <inkml:brushProperty name="color" value="#004F8B"/>
    </inkml:brush>
  </inkml:definitions>
  <inkml:trace contextRef="#ctx0" brushRef="#br0">0 28 11631 0 0,'0'0'1054'0'0,"1"-12"5627"0"0,0 8-7190 0 0,4-7 4505 0 0,-5 11-3934 0 0,0 0 0 0 0,0 0 0 0 0,1 0 0 0 0,-1-1 0 0 0,0 1 0 0 0,0 0 0 0 0,0 0 0 0 0,1 0 0 0 0,-1 0 0 0 0,0 0 0 0 0,0 0 0 0 0,0 0 0 0 0,1 0 0 0 0,-1 1 0 0 0,0-1 0 0 0,0 0 0 0 0,0 0 0 0 0,1 0 0 0 0,-1 0 0 0 0,0 0 0 0 0,0 0 0 0 0,0 0 0 0 0,1 0 0 0 0,-1 0 0 0 0,0 1 1 0 0,0-1-1 0 0,0 0 0 0 0,0 0 0 0 0,0 0 0 0 0,1 0 0 0 0,-1 0 0 0 0,0 1 0 0 0,0-1 0 0 0,0 0 0 0 0,0 0 0 0 0,0 0 0 0 0,0 1 0 0 0,0-1 0 0 0,0 0 0 0 0,0 0 0 0 0,1 0 0 0 0,-1 1 0 0 0,0-1 0 0 0,0 0 0 0 0,0 0 0 0 0,0 0 0 0 0,0 1 0 0 0,1 1 227 0 0,-1 1-169 0 0,3 8-100 0 0,1 2-3 0 0,-1 0 0 0 0,-1 0 0 0 0,2 24 0 0 0,0 41-37 0 0,-3-73-7 0 0,-1 0 0 0 0,1 0 0 0 0,0 0 1 0 0,0 0-1 0 0,1 0 0 0 0,-1 0 0 0 0,1 0 0 0 0,0 0 0 0 0,1-1 0 0 0,-1 1 0 0 0,1-1 1 0 0,0 1-1 0 0,0-1 0 0 0,0 0 0 0 0,1 0 0 0 0,-1 0 0 0 0,1-1 0 0 0,5 4 0 0 0,-7-5 27 0 0,0 0-1 0 0,0 0 0 0 0,0-1 0 0 0,1 1 0 0 0,-1-1 0 0 0,1 1 0 0 0,-1-1 0 0 0,1 0 0 0 0,-1 0 0 0 0,1 0 1 0 0,0 0-1 0 0,-1-1 0 0 0,1 1 0 0 0,0-1 0 0 0,0 0 0 0 0,0 0 0 0 0,-1 0 0 0 0,1 0 0 0 0,0 0 1 0 0,3-1-1 0 0,3 0 34 0 0,-2 0-13 0 0,0 0 0 0 0,-1-1 0 0 0,1 1 1 0 0,0-2-1 0 0,0 1 0 0 0,-1-1 0 0 0,0 0 0 0 0,1 0 0 0 0,-1-1 0 0 0,0 1 0 0 0,-1-2 0 0 0,7-4 0 0 0,-11 8-23 0 0,0 1 0 0 0,0-1 0 0 0,0 0 0 0 0,0 1 0 0 0,0-1 0 0 0,0 0 0 0 0,-1 0 0 0 0,1 0 0 0 0,0 0 0 0 0,0 0 0 0 0,-1 0 0 0 0,1 0 0 0 0,-1 0 0 0 0,1 0 0 0 0,-1 0 0 0 0,1 0 0 0 0,-1 0 0 0 0,0 0 0 0 0,1-1 0 0 0,1-5-10 0 0,1 3 42 0 0,0 0-1 0 0,0-1 1 0 0,-1 0 0 0 0,1 1-1 0 0,-1-1 1 0 0,0 0 0 0 0,2-10-1 0 0,2-9 244 0 0,-4 18-287 0 0,0-1 0 0 0,0 0 0 0 0,-1 1-1 0 0,1-1 1 0 0,-2 0 0 0 0,1 0 0 0 0,-1 0 0 0 0,0 0 0 0 0,-1 0 0 0 0,1 0 0 0 0,-3-9 0 0 0,0 3 179 0 0,3 12-111 0 0,0-1 0 0 0,-1 0 0 0 0,1 1 1 0 0,0-1-1 0 0,-1 1 0 0 0,1-1 1 0 0,-1 1-1 0 0,0-1 0 0 0,1 1 0 0 0,-1 0 1 0 0,0-1-1 0 0,-1-1 0 0 0,1 2 107 0 0,-7-1-23 0 0,3 1 49 0 0,1 10-93 0 0,4-5-113 0 0,-1 0 1 0 0,1 0-1 0 0,-1 0 0 0 0,1 0 1 0 0,1 0-1 0 0,-1 0 1 0 0,1 4-1 0 0,3 24-28 0 0,3 35 101 0 0,-7-64-55 0 0,0-1 0 0 0,0 1 0 0 0,1-1 0 0 0,-1 0 0 0 0,0 1 0 0 0,1-1 0 0 0,0 0 0 0 0,0 1 0 0 0,-1-1-1 0 0,1 0 1 0 0,0 0 0 0 0,1 0 0 0 0,-1 0 0 0 0,3 3 0 0 0,3 7-20 0 0,-4-4 19 0 0,-3-7 6 0 0,0 0 0 0 0,1 0 0 0 0,-1 0-1 0 0,1 0 1 0 0,-1 0 0 0 0,1 1 0 0 0,-1-1 0 0 0,1 0 0 0 0,0 0-1 0 0,1 1 1 0 0,1 1 0 0 0,0-1 0 0 0,-1-1 1 0 0,1 1-1 0 0,0 0 0 0 0,0-1 0 0 0,0 0 0 0 0,5 2 0 0 0,-4-2-6 0 0,0 0-1 0 0,0 0 1 0 0,0 0 0 0 0,0-1-1 0 0,0 0 1 0 0,0 0 0 0 0,0 0-1 0 0,0 0 1 0 0,0 0 0 0 0,0-1-1 0 0,0 0 1 0 0,0 0 0 0 0,0 0-1 0 0,-1 0 1 0 0,1 0 0 0 0,0-1-1 0 0,-1 0 1 0 0,1 0 0 0 0,4-3-1 0 0,-1 0-1 0 0,-1 0-1 0 0,1 0 1 0 0,-1-1-1 0 0,0 0 0 0 0,0 0 1 0 0,-1 0-1 0 0,0-1 0 0 0,5-8 1 0 0,-8 12 15 0 0,0 0 0 0 0,-1 0 0 0 0,0 0 0 0 0,1-1 0 0 0,-1 1 1 0 0,-1 0-1 0 0,1-1 0 0 0,0 1 0 0 0,-1-1 0 0 0,1 1 0 0 0,-1-5 0 0 0,-1-1 1 0 0,0 0 0 0 0,-4-16 0 0 0,3 16 36 0 0,-4-6 40 0 0,-1 0-3 0 0,7 15-73 0 0,0-1 0 0 0,-1 1 0 0 0,1-1 0 0 0,0 1 1 0 0,0-1-1 0 0,0 1 0 0 0,-1 0 0 0 0,1-1 0 0 0,0 1 1 0 0,0-1-1 0 0,-1 1 0 0 0,1 0 0 0 0,0-1 0 0 0,-1 1 0 0 0,1 0 1 0 0,0-1-1 0 0,-1 1 0 0 0,1 0 0 0 0,0-1 0 0 0,-1 1 1 0 0,1 0-1 0 0,-1-1 0 0 0,-1 11 34 0 0,6 19-66 0 0,16 47 149 0 0,-20-76-125 0 0,0 0 1 0 0,0 1-1 0 0,0-1 0 0 0,1 0 0 0 0,-1 0 1 0 0,0 1-1 0 0,0-1 0 0 0,0 0 1 0 0,0 0-1 0 0,0 1 0 0 0,0-1 0 0 0,0 0 1 0 0,0 1-1 0 0,0-1 0 0 0,0 0 1 0 0,0 0-1 0 0,0 1 0 0 0,0-1 0 0 0,0 0 1 0 0,0 1-1 0 0,0-1 0 0 0,0 0 1 0 0,0 0-1 0 0,0 1 0 0 0,0-1 0 0 0,0 0 1 0 0,0 1-1 0 0,-1-1 0 0 0,0 4 5 0 0,9 14 2 0 0,-6-13-32 0 0,9 14-47 0 0,-3-7 23 0 0,-7-10 3 0 0,1-2 53 0 0,-1-1 0 0 0,0 1 0 0 0,0 0 0 0 0,1-1-1 0 0,-1 1 1 0 0,0 0 0 0 0,0-1 0 0 0,1 0 0 0 0,-1 1-1 0 0,0-1 1 0 0,0 0 0 0 0,0 1 0 0 0,0-1 0 0 0,0 0 0 0 0,0 0-1 0 0,0 0 1 0 0,0 0 0 0 0,0 0 0 0 0,-1 0 0 0 0,1 0-1 0 0,0 0 1 0 0,0 0 0 0 0,0-2 0 0 0,2-5 116 0 0,0 1 0 0 0,4-15 0 0 0,-2 6-36 0 0,1-1-63 0 0,-2 4 12 0 0,1 1-1 0 0,0 0 1 0 0,1 0 0 0 0,0 0-1 0 0,13-17 1 0 0,-17 26-38 0 0,10-4-5 0 0,-3 2-8 0 0,-4 2-16 0 0,18-6-17 0 0,-12 8 56 0 0,1 5 31 0 0,-8-2-42 0 0,1 1 0 0 0,-1 0 0 0 0,0 0 0 0 0,0 0 0 0 0,-1 0 0 0 0,1 1 0 0 0,-1-1 0 0 0,1 1 0 0 0,-1 0 0 0 0,0 0 0 0 0,-1 0 0 0 0,1 1 0 0 0,-1-1 0 0 0,0 1 0 0 0,0-1 0 0 0,0 1 0 0 0,0 0 0 0 0,-1-1 0 0 0,0 1 0 0 0,0 0 0 0 0,0 0 0 0 0,-1 0 0 0 0,1 0 0 0 0,-2 10 0 0 0,1-8 34 0 0,0 1-1 0 0,1-1 0 0 0,1 8 0 0 0,1 16 114 0 0,-4-25-134 0 0,1-4-10 0 0,0 0 0 0 0,0-1 1 0 0,0 1-1 0 0,0 0 1 0 0,0-1-1 0 0,0 1 1 0 0,0 0-1 0 0,1-1 1 0 0,-1 1-1 0 0,1-1 0 0 0,-1 1 1 0 0,1 0-1 0 0,0-1 1 0 0,-1 1-1 0 0,1-1 1 0 0,1 2-1 0 0,3 6 20 0 0,-4-8 73 0 0,0-2-153 0 0,0 0 0 0 0,0 0 0 0 0,0 0 0 0 0,0 0-1 0 0,0-1 1 0 0,0 1 0 0 0,0 0 0 0 0,0-1 0 0 0,-1 1 0 0 0,1 0 0 0 0,0-3 0 0 0,1 0-469 0 0,-1 2-18 0 0,1 0 1 0 0,-1 1-1 0 0,1-1 0 0 0,0 1 1 0 0,-1-1-1 0 0,1 1 0 0 0,0 0 0 0 0,0-1 1 0 0,3 0-1 0 0,1-2-3765 0 0,5-2-3745 0 0</inkml:trace>
</inkml:ink>
</file>

<file path=ppt/ink/ink1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02"/>
    </inkml:context>
    <inkml:brush xml:id="br0">
      <inkml:brushProperty name="width" value="0.05" units="cm"/>
      <inkml:brushProperty name="height" value="0.05" units="cm"/>
      <inkml:brushProperty name="color" value="#004F8B"/>
    </inkml:brush>
  </inkml:definitions>
  <inkml:trace contextRef="#ctx0" brushRef="#br0">125 72 15607 0 0,'0'0'1187'0'0,"0"-1"-808"0"0,1-1-310 0 0,0-1-42 0 0,-4-11 181 0 0,-1 0 1041 0 0,3 8 273 0 0,-1-1 3485 0 0,-14-7-4183 0 0,1 21-769 0 0,0 1-1 0 0,1 0 1 0 0,-22 17 0 0 0,32-23 26 0 0,1 1-75 0 0,-3 13 13 0 0,3-10-109 0 0,2-4 24 0 0,0 0 0 0 0,1 0 0 0 0,-1-1 0 0 0,1 1 0 0 0,-1 0 0 0 0,1 0 0 0 0,0 0 0 0 0,0 0-1 0 0,0 0 1 0 0,0 0 0 0 0,0 0 0 0 0,1 3 0 0 0,-1 23 51 0 0,0-24 63 0 0,0-1 0 0 0,1 1 0 0 0,0 0 0 0 0,0 0 0 0 0,0-1-1 0 0,0 1 1 0 0,0 0 0 0 0,1-1 0 0 0,-1 1 0 0 0,1-1-1 0 0,0 0 1 0 0,0 1 0 0 0,0-1 0 0 0,1 0 0 0 0,-1 0-1 0 0,1-1 1 0 0,-1 1 0 0 0,7 4 0 0 0,-7-5-22 0 0,1-1 0 0 0,0 1-1 0 0,0-1 1 0 0,0 0 0 0 0,0 0 0 0 0,-1 0 0 0 0,1 0 0 0 0,1-1-1 0 0,-1 1 1 0 0,0-1 0 0 0,0 0 0 0 0,0 0 0 0 0,0 0 0 0 0,0 0-1 0 0,0-1 1 0 0,0 1 0 0 0,0-1 0 0 0,0 1 0 0 0,0-1 0 0 0,0 0-1 0 0,0 0 1 0 0,5-3 0 0 0,0-1-43 0 0,-1-1 0 0 0,1 0-1 0 0,-1 0 1 0 0,0-1 0 0 0,-1 1 0 0 0,0-2 0 0 0,0 1-1 0 0,0 0 1 0 0,-1-1 0 0 0,9-16 0 0 0,-13 19-93 0 0,1 1 0 0 0,-1-1 0 0 0,1 1 1 0 0,-1-1-1 0 0,0 0 0 0 0,-1 1 0 0 0,1-1 1 0 0,-1 0-1 0 0,0-7 0 0 0,-1 1 864 0 0,-1-1 0 0 0,-4-18 1305 0 0,6 28-1930 0 0,-1 1 0 0 0,1 0 1 0 0,-1 0-1 0 0,0-1 0 0 0,1 1 0 0 0,-1 0 1 0 0,0 0-1 0 0,1 0 0 0 0,-1 0 0 0 0,-1-1 0 0 0,1 6-107 0 0,1-1-27 0 0,0-1 0 0 0,0 1 0 0 0,0-1 0 0 0,0 1 0 0 0,1-1 0 0 0,-1 0 0 0 0,1 1 1 0 0,-1-1-1 0 0,1 0 0 0 0,0 1 0 0 0,2 3 0 0 0,-1-2 7 0 0,0-1 0 0 0,1 1 0 0 0,-1-1 1 0 0,1 1-1 0 0,0-1 0 0 0,-1 0 0 0 0,1 0 0 0 0,1 0 0 0 0,-1 0 0 0 0,0-1 0 0 0,1 1 1 0 0,6 2-1 0 0,-5-1 3 0 0,0-1 0 0 0,0 1 0 0 0,0-1 0 0 0,0 2 1 0 0,-1-1-1 0 0,7 7 0 0 0,-8-7-13 0 0,0 0 0 0 0,1 0-1 0 0,0-1 1 0 0,-1 1 0 0 0,1-1 0 0 0,5 3-1 0 0,-4-3 24 0 0,0 1-1 0 0,0 0 1 0 0,6 7-1 0 0,3 2-14 0 0,-11-12 0 0 0,7 3 0 0 0,0-4-11 0 0,-8 0-230 0 0</inkml:trace>
</inkml:ink>
</file>

<file path=ppt/ink/ink1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03"/>
    </inkml:context>
    <inkml:brush xml:id="br0">
      <inkml:brushProperty name="width" value="0.05" units="cm"/>
      <inkml:brushProperty name="height" value="0.05" units="cm"/>
      <inkml:brushProperty name="color" value="#004F8B"/>
    </inkml:brush>
  </inkml:definitions>
  <inkml:trace contextRef="#ctx0" brushRef="#br0">252 57 12551 0 0,'-3'-3'1338'0'0,"0"0"-312"0"0,-2-21 2809 0 0,4 22-3652 0 0,0 0 1 0 0,0 1-1 0 0,0-1 0 0 0,0 0 0 0 0,-1 1 1 0 0,1-1-1 0 0,0 1 0 0 0,-1-1 1 0 0,1 1-1 0 0,-1 0 0 0 0,0 0 1 0 0,1 0-1 0 0,-1 0 0 0 0,0 0 1 0 0,0 0-1 0 0,0 0 0 0 0,0 0 0 0 0,0 1 1 0 0,0-1-1 0 0,1 1 0 0 0,-1-1 1 0 0,-1 1-1 0 0,1 0 0 0 0,0 0 1 0 0,-2 0-1 0 0,-6 1 259 0 0,1 0-1 0 0,-1 0 1 0 0,1 1-1 0 0,-11 4 1 0 0,-2 0-103 0 0,19-5-340 0 0,-1 1 0 0 0,0 0 1 0 0,0 0-1 0 0,1 0 0 0 0,-1 0 0 0 0,1 0 0 0 0,0 1 0 0 0,-6 5 0 0 0,-7 5 97 0 0,11-10-64 0 0,0 1 0 0 0,1 0-1 0 0,-1 0 1 0 0,1 0 0 0 0,0 0 0 0 0,0 1 0 0 0,0 0-1 0 0,0 0 1 0 0,1 0 0 0 0,0 0 0 0 0,0 0-1 0 0,1 1 1 0 0,-1-1 0 0 0,1 1 0 0 0,0 0 0 0 0,0-1-1 0 0,-1 13 1 0 0,3-15-106 0 0,-1 0 0 0 0,1 1-1 0 0,0-1 1 0 0,0 1 0 0 0,1-1 0 0 0,-1 1-1 0 0,1-1 1 0 0,-1 0 0 0 0,1 1 0 0 0,0-1 0 0 0,1 0-1 0 0,1 5 1 0 0,2 1 425 0 0,0 0 0 0 0,12 13-1 0 0,-5-6-1022 0 0,-9-13 668 0 0,0 1 1 0 0,0-1-1 0 0,0 0 0 0 0,1 0 1 0 0,0-1-1 0 0,-1 1 1 0 0,1-1-1 0 0,0 0 0 0 0,0 0 1 0 0,0 0-1 0 0,0 0 1 0 0,1-1-1 0 0,-1 1 0 0 0,0-1 1 0 0,1 0-1 0 0,-1-1 1 0 0,1 1-1 0 0,-1-1 0 0 0,9 0 1 0 0,6-1-1050 0 0,1 0 0 0 0,-1-1 1 0 0,21-6-1 0 0,14-4-6419 0 0,-25 4 1232 0 0</inkml:trace>
</inkml:ink>
</file>

<file path=ppt/ink/ink1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04"/>
    </inkml:context>
    <inkml:brush xml:id="br0">
      <inkml:brushProperty name="width" value="0.05" units="cm"/>
      <inkml:brushProperty name="height" value="0.05" units="cm"/>
      <inkml:brushProperty name="color" value="#004F8B"/>
    </inkml:brush>
  </inkml:definitions>
  <inkml:trace contextRef="#ctx0" brushRef="#br0">239 77 15775 0 0,'0'0'1590'0'0,"-1"-1"-1458"0"0,-1-1-78 0 0,-1-1 0 0 0,1 1 0 0 0,0 0 0 0 0,-1 1 0 0 0,1-1 0 0 0,-1 0 0 0 0,1 1 0 0 0,-1-1 0 0 0,0 1 0 0 0,0 0 0 0 0,-3-1 0 0 0,-21-11 2770 0 0,24 11-2618 0 0,0 1 0 0 0,0-1 0 0 0,0 1 0 0 0,0 0 0 0 0,0 0 0 0 0,0 0 0 0 0,0 0 0 0 0,0 0 0 0 0,0 1 1 0 0,0-1-1 0 0,-1 1 0 0 0,1 0 0 0 0,0 0 0 0 0,0 0 0 0 0,-1 1 0 0 0,1-1 0 0 0,0 1 0 0 0,0 0 0 0 0,0 0 1 0 0,0 0-1 0 0,0 0 0 0 0,-6 3 0 0 0,-4 3 160 0 0,1 0-1 0 0,-1 1 1 0 0,-18 16 0 0 0,29-22-350 0 0,0 0-23 0 0,-1 0-1 0 0,1 1 0 0 0,0-1 0 0 0,-1 1 0 0 0,1 0 1 0 0,0 0-1 0 0,0 0 0 0 0,1 0 0 0 0,-1 0 0 0 0,1 0 1 0 0,-1 0-1 0 0,1 1 0 0 0,0-1 0 0 0,0 0 0 0 0,1 1 1 0 0,-1-1-1 0 0,1 1 0 0 0,0-1 0 0 0,-1 0 0 0 0,2 5 1 0 0,-1-2-4 0 0,1 0 0 0 0,0 0 0 0 0,0-1 0 0 0,1 1 1 0 0,-1-1-1 0 0,1 1 0 0 0,1-1 0 0 0,-1 1 0 0 0,1-1 1 0 0,0 0-1 0 0,4 5 0 0 0,-5-7 14 0 0,0 0 1 0 0,0-1-1 0 0,1 1 0 0 0,-1-1 0 0 0,1 1 1 0 0,0-1-1 0 0,-1 0 0 0 0,1 0 0 0 0,0-1 1 0 0,0 1-1 0 0,0-1 0 0 0,1 1 0 0 0,-1-1 1 0 0,0 0-1 0 0,0 0 0 0 0,1 0 0 0 0,5 0 1 0 0,2 1 1 0 0,-4 0-8 0 0,1 0 1 0 0,-1-1-1 0 0,1-1 0 0 0,0 1 1 0 0,-1-1-1 0 0,1 0 0 0 0,0-1 1 0 0,0 0-1 0 0,-1 0 0 0 0,1-1 1 0 0,8-2-1 0 0,-3-1-2 0 0,-1 0-1 0 0,0-1 1 0 0,-1 0 0 0 0,1-1-1 0 0,17-14 1 0 0,-25 17 30 0 0,1 0-1 0 0,-1 0 1 0 0,0-1-1 0 0,5-7 0 0 0,4-5 190 0 0,-12 15-181 0 0,1 0-1 0 0,-1-1 1 0 0,0 1 0 0 0,0 0-1 0 0,0-1 1 0 0,0 1-1 0 0,0-1 1 0 0,-1 1 0 0 0,1-1-1 0 0,-1 0 1 0 0,0 1-1 0 0,1-1 1 0 0,-1 0 0 0 0,-1 1-1 0 0,1-1 1 0 0,0 1 0 0 0,-1-1-1 0 0,1 0 1 0 0,-1 1-1 0 0,0-1 1 0 0,-1-2 0 0 0,0-1 110 0 0,0 1 0 0 0,0 0 0 0 0,-1-1 0 0 0,1 1 0 0 0,-1 1 0 0 0,-1-1 0 0 0,1 0 0 0 0,-8-7 0 0 0,10 11-124 0 0,1 1-1 0 0,-1-1 0 0 0,0 1 0 0 0,1-1 0 0 0,-1 1 1 0 0,0 0-1 0 0,0-1 0 0 0,1 1 0 0 0,-1 0 1 0 0,0 0-1 0 0,0-1 0 0 0,0 1 0 0 0,0 0 0 0 0,1 0 1 0 0,-1 0-1 0 0,0 0 0 0 0,0 0 0 0 0,0 0 1 0 0,0 0-1 0 0,0 0 0 0 0,0 1 4 0 0,0-1-1 0 0,0 0 1 0 0,0 0-1 0 0,0 0 1 0 0,0 0 0 0 0,0 0-1 0 0,1 0 1 0 0,-1 0-1 0 0,0-1 1 0 0,0 1-1 0 0,0 0 1 0 0,0 0 0 0 0,0-1-1 0 0,1 1 1 0 0,-2-1-1 0 0,-14-12 26 0 0,13 10-48 0 0,1 0 1 0 0,-1 1-1 0 0,0 0 1 0 0,0 0-1 0 0,0 0 1 0 0,0 0 0 0 0,-5-2-1 0 0,1 1 23 0 0,-1 1-1 0 0,1 0 0 0 0,0 1 1 0 0,-1-1-1 0 0,-14 0 1 0 0,20 2-102 0 0,-1 0 0 0 0,0 0 0 0 0,1 0 0 0 0,-1 1 1 0 0,0-1-1 0 0,1 1 0 0 0,-1-1 0 0 0,1 1 0 0 0,-1 0 0 0 0,0 0 1 0 0,1 0-1 0 0,0 0 0 0 0,-1 0 0 0 0,1 1 0 0 0,0-1 0 0 0,-1 1 1 0 0,1-1-1 0 0,0 1 0 0 0,-2 2 0 0 0,3-2-172 0 0,1 0 1 0 0,-1 0-1 0 0,0 0 0 0 0,1-1 0 0 0,0 1 1 0 0,-1 0-1 0 0,1 0 0 0 0,0 0 0 0 0,0 0 1 0 0,0 0-1 0 0,0 0 0 0 0,1 3 0 0 0,-1-1-590 0 0,0-1 282 0 0,1-1 0 0 0,-1 1-1 0 0,1-1 1 0 0,-1 1 0 0 0,1-1-1 0 0,0 1 1 0 0,0-1-1 0 0,0 0 1 0 0,2 3 0 0 0,4 8-2318 0 0</inkml:trace>
</inkml:ink>
</file>

<file path=ppt/ink/ink1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05"/>
    </inkml:context>
    <inkml:brush xml:id="br0">
      <inkml:brushProperty name="width" value="0.05" units="cm"/>
      <inkml:brushProperty name="height" value="0.05" units="cm"/>
      <inkml:brushProperty name="color" value="#004F8B"/>
    </inkml:brush>
  </inkml:definitions>
  <inkml:trace contextRef="#ctx0" brushRef="#br0">42 5 19463 0 0,'-5'-2'2118'0'0,"4"2"-2093"0"0,1 0 0 0 0,-1-1 1 0 0,1 1-1 0 0,0 0 0 0 0,-1 0 1 0 0,1 0-1 0 0,0-1 0 0 0,-1 1 1 0 0,1 0-1 0 0,-1 0 1 0 0,1 0-1 0 0,0 0 0 0 0,-1 0 1 0 0,1 0-1 0 0,-1 0 0 0 0,1 0 1 0 0,-1 0-1 0 0,1 0 1 0 0,0 0-1 0 0,-1 0 0 0 0,-4 2 3816 0 0,4 0-3568 0 0,0 2-193 0 0,-1 0 0 0 0,0-1-1 0 0,1 1 1 0 0,0 0 0 0 0,0 0-1 0 0,0 0 1 0 0,0 0 0 0 0,0 0-1 0 0,1 1 1 0 0,0 3 0 0 0,4 46 49 0 0,0-7-126 0 0,-5-12 48 0 0,-8 38-1 0 0,6-52-24 0 0,0 1 1 0 0,1-1-1 0 0,1 1 0 0 0,1 0 1 0 0,5 34-1 0 0,-2-34 37 0 0,-2-16-34 0 0,0 0-1 0 0,0-1 1 0 0,0 1 0 0 0,1-1 0 0 0,0 1-1 0 0,0-1 1 0 0,0 0 0 0 0,0 0 0 0 0,1 0 0 0 0,0 0-1 0 0,5 6 1 0 0,-4-6-29 0 0,0-1 0 0 0,0 1 0 0 0,0-1 0 0 0,1 0 0 0 0,0 0 0 0 0,0 0 0 0 0,0-1 0 0 0,0 0 0 0 0,0 0 0 0 0,1 0 0 0 0,-1 0 0 0 0,1-1 0 0 0,0 0 0 0 0,0 0 0 0 0,0-1 0 0 0,0 1 0 0 0,0-1 0 0 0,0-1 0 0 0,0 1 0 0 0,0-1 0 0 0,0 0 0 0 0,0-1 0 0 0,1 1 0 0 0,-1-1 0 0 0,6-2 0 0 0,-10 3-130 0 0,0-1 0 0 0,0 1 0 0 0,0-1-1 0 0,0 1 1 0 0,0-1 0 0 0,-1 0 0 0 0,1 0 0 0 0,0 0-1 0 0,-1 0 1 0 0,1 0 0 0 0,0 0 0 0 0,-1 0 0 0 0,1-1-1 0 0,-1 1 1 0 0,0-1 0 0 0,0 1 0 0 0,1-1 0 0 0,-1 1 0 0 0,0-1-1 0 0,0 0 1 0 0,0 1 0 0 0,0-1 0 0 0,-1 0 0 0 0,2-2-1 0 0,2-6 1196 0 0,0 0 0 0 0,3-14 0 0 0,-5 13-992 0 0,0 0 0 0 0,0 0 0 0 0,-1 0 0 0 0,-1 0 0 0 0,0-1 0 0 0,0 1 0 0 0,-3-14 0 0 0,1 12 287 0 0,1-1 1 0 0,1-17-1 0 0,1 15-32 0 0,-1 14-157 0 0,-1 2-104 0 0,-2-2-67 0 0,2 17-51 0 0,1 24 0 0 0,2 1 1 0 0,11 71-1 0 0,-12-107 37 0 0,0 0-1 0 0,1 0 1 0 0,-1 0-1 0 0,1 0 1 0 0,0-1 0 0 0,0 1-1 0 0,0 0 1 0 0,1-1-1 0 0,3 5 1 0 0,-5-6 19 0 0,0-1 0 0 0,0 0 0 0 0,0 0 0 0 0,0 0 0 0 0,0 0 1 0 0,0 0-1 0 0,0 0 0 0 0,0 0 0 0 0,0 0 0 0 0,1 0 0 0 0,-1 0 0 0 0,0 0 0 0 0,1-1 0 0 0,-1 1 0 0 0,0-1 0 0 0,1 1 0 0 0,-1-1 0 0 0,1 1 1 0 0,-1-1-1 0 0,3 1 0 0 0,2-1 24 0 0,-2 1-37 0 0,1-1 0 0 0,0 1 0 0 0,0-1 0 0 0,0 0 0 0 0,-1 0 0 0 0,1-1 0 0 0,0 1 0 0 0,0-1 0 0 0,-1 0 0 0 0,1-1 0 0 0,-1 1 0 0 0,1-1 0 0 0,-1 0 0 0 0,5-2 0 0 0,-3 1-7 0 0,-1-1 0 0 0,1 1-1 0 0,-1-1 1 0 0,0 0 0 0 0,0 0 0 0 0,0-1 0 0 0,-1 1-1 0 0,1-1 1 0 0,6-10 0 0 0,-11 13 15 0 0,1 1 0 0 0,0-1 0 0 0,-1 1 0 0 0,1-1 0 0 0,-1 1 0 0 0,0-1 0 0 0,1 1 0 0 0,-1-1 0 0 0,0 0 0 0 0,0 1 0 0 0,0-1 0 0 0,0 1 0 0 0,0-1 0 0 0,-1 1 0 0 0,1-1 0 0 0,-1-2 0 0 0,1 2 0 0 0,-1 0 0 0 0,1 0 0 0 0,0 0 0 0 0,-1 0 0 0 0,1-1 0 0 0,0 1 0 0 0,1-3 0 0 0,3-9 7 0 0,-3 9 7 0 0,0 0 0 0 0,0 0 0 0 0,0 0 0 0 0,0-9 0 0 0,-1 10 34 0 0,1 2-12 0 0,-1-1-1 0 0,0 1 0 0 0,0 0 1 0 0,0-1-1 0 0,-1 1 0 0 0,1-1 1 0 0,0 1-1 0 0,-1 0 1 0 0,0 0-1 0 0,1-1 0 0 0,-1 1 1 0 0,0 0-1 0 0,0 0 1 0 0,-2-3-1 0 0,-3 17 29 0 0,2-6-62 0 0,0 1-1 0 0,1 16-19 0 0,2-16 13 0 0,1 0-1 0 0,-1 0 0 0 0,1 0 1 0 0,0 0-1 0 0,1 0 1 0 0,0 0-1 0 0,0 0 0 0 0,0-1 1 0 0,1 1-1 0 0,0 0 0 0 0,1-1 1 0 0,2 8-1 0 0,0-1-21 0 0,-4-10 19 0 0,0 0 0 0 0,1 1 0 0 0,-1-1 0 0 0,1 0 0 0 0,-1 0 0 0 0,1 0 0 0 0,0-1 0 0 0,0 1 0 0 0,5 5 0 0 0,-5-4 18 0 0,1 0 11 0 0,13 9-9 0 0,-13-11-29 0 0,0 0-1 0 0,0 0 1 0 0,0-1-1 0 0,1 1 1 0 0,-1-1-1 0 0,1 0 1 0 0,-1 0-1 0 0,1 0 1 0 0,-1 0-1 0 0,1-1 1 0 0,0 1 0 0 0,-1-1-1 0 0,1 0 1 0 0,0 0-1 0 0,-1 0 1 0 0,1-1-1 0 0,0 1 1 0 0,-1-1-1 0 0,1 0 1 0 0,-1 0-1 0 0,5-2 1 0 0,-2 1-15 0 0,-1-1 0 0 0,1 0 0 0 0,-1 0 0 0 0,0 0 0 0 0,0 0 0 0 0,0-1 0 0 0,0 0 0 0 0,0 0 0 0 0,-1-1 0 0 0,0 1 0 0 0,7-10 0 0 0,0 0 31 0 0,-10 13-3 0 0,1-1 1 0 0,-1 0-1 0 0,1 0 1 0 0,-1 0-1 0 0,1 0 1 0 0,-1 0-1 0 0,0-1 1 0 0,0 1-1 0 0,0 0 1 0 0,-1 0 0 0 0,1-1-1 0 0,0 1 1 0 0,-1 0-1 0 0,1-3 1 0 0,5-51 77 0 0,-12 36 442 0 0,4 16 100 0 0,11 20-425 0 0,-5-8-180 0 0,-1-1-1 0 0,0 1 1 0 0,0 0 0 0 0,-1-1-1 0 0,3 13 1 0 0,-2-11-11 0 0,-2-5 0 0 0,0-1 0 0 0,0 1 0 0 0,-1-1 0 0 0,1 1 0 0 0,-1-1 0 0 0,1 6 0 0 0,-1 4-15 0 0,1-2-17 0 0,10 29 26 0 0,-10-38 38 0 0,0-3-22 0 0,2 0-6 0 0,0-1 0 0 0,-1 1 0 0 0,1-1 0 0 0,-1 0 0 0 0,1 0 0 0 0,-1 0 0 0 0,0 0 0 0 0,0 0-1 0 0,0 0 1 0 0,0-1 0 0 0,0 1 0 0 0,0-1 0 0 0,0 1 0 0 0,-1-1 0 0 0,2-3 0 0 0,2-6 19 0 0,-1-1-1 0 0,5-15 1 0 0,-4 10-15 0 0,21-39-104 0 0,-22 47 96 0 0,1-1-12 0 0,5-2-48 0 0,-7 12 57 0 0,-1 0-9 0 0,-1-1-57 0 0,1 3 12 0 0,3 2 63 0 0,-1 0 1 0 0,1 0 0 0 0,-1 1-1 0 0,0 0 1 0 0,1-1 0 0 0,-2 1-1 0 0,6 6 1 0 0,-6-6 5 0 0,0 0 0 0 0,0 0 0 0 0,-1 0 0 0 0,4 7 0 0 0,-3 5 24 0 0,-3-10-15 0 0,0 18-8 0 0,2 0-26 0 0,0-14-40 0 0,-1-8-11 0 0,-1 0 11 0 0,1 0 45 0 0,0 13-15 0 0,9-20-10 0 0,-5 1 34 0 0,0 0 0 0 0,0-1 0 0 0,0 1 0 0 0,-1-1 0 0 0,1 0 1 0 0,-1-1-1 0 0,-1 1 0 0 0,1-1 0 0 0,-1 0 0 0 0,4-6 0 0 0,5-10 0 0 0,-6 12 6 0 0,0 0 0 0 0,1 0 0 0 0,0 1-1 0 0,0 0 1 0 0,1 0 0 0 0,14-12 0 0 0,-11 15 80 0 0,1 3-83 0 0,0 2-58 0 0,-3 2 41 0 0,1 4 13 0 0,-8-3-16 0 0,0 1 0 0 0,0 0-1 0 0,0 0 1 0 0,0 0 0 0 0,-1 0-1 0 0,1 0 1 0 0,-1 1 0 0 0,0-1 0 0 0,0 0-1 0 0,0 1 1 0 0,1 5 0 0 0,3 45-173 0 0,-2-14 168 0 0,-1-23 72 0 0,-2-10-48 0 0,1 0 0 0 0,1 0 0 0 0,3 14 1 0 0,-1-12 49 0 0,1-3-10 0 0,-4-5-86 0 0,1-1-248 0 0,14-4-816 0 0,1-4-3677 0 0,8-2-9806 0 0</inkml:trace>
</inkml:ink>
</file>

<file path=ppt/ink/ink1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06"/>
    </inkml:context>
    <inkml:brush xml:id="br0">
      <inkml:brushProperty name="width" value="0.05" units="cm"/>
      <inkml:brushProperty name="height" value="0.05" units="cm"/>
      <inkml:brushProperty name="color" value="#004F8B"/>
    </inkml:brush>
  </inkml:definitions>
  <inkml:trace contextRef="#ctx0" brushRef="#br0">14 92 14911 0 0,'0'0'1144'0'0,"0"-1"-784"0"0,-8-16-2003 0 0,2 0 13006 0 0,10 32-9803 0 0,1 1-1590 0 0,0 1 0 0 0,1-1 0 0 0,1-1 1 0 0,11 22-1 0 0,-9-19-98 0 0,11 7 1217 0 0,-7-42-257 0 0,-8-1-634 0 0,6-17-3 0 0,-3 17-159 0 0,21-41 196 0 0,-25 53-213 0 0,-1 0-1 0 0,1 1 1 0 0,0-1 0 0 0,1 1 0 0 0,-1 0 0 0 0,1 0 0 0 0,7-5 0 0 0,-10 8-19 0 0,0 0 0 0 0,0 1 0 0 0,0-1 0 0 0,0 1 0 0 0,1-1 0 0 0,-1 1 0 0 0,1 0 0 0 0,-1 0 0 0 0,4-1 0 0 0,1 0 0 0 0,4-2 0 0 0,1 4 0 0 0,0 4 0 0 0,-8-2 0 0 0,-2-1 0 0 0,0 0 0 0 0,0 0 0 0 0,-1 0 0 0 0,1 0 0 0 0,0 0 0 0 0,-1 1 0 0 0,1-1 0 0 0,-1 1 0 0 0,0-1 0 0 0,1 1 0 0 0,-1-1 0 0 0,0 1 0 0 0,2 2 0 0 0,-1 0 0 0 0,1-1 0 0 0,-1 0 0 0 0,0 1 0 0 0,0 0 0 0 0,3 6 0 0 0,7 32 0 0 0,-10-30 0 0 0,17 85 0 0 0,-16-87 0 0 0,1-3-16 0 0,-3-6-67 0 0,2-1-2130 0 0,-2-1 2014 0 0,0 1 1 0 0,0 0 0 0 0,0-1 0 0 0,0 1-1 0 0,0 0 1 0 0,0-1 0 0 0,0 1-1 0 0,0-1 1 0 0,1-1 0 0 0,-1 1-174 0 0,9-8-1153 0 0</inkml:trace>
</inkml:ink>
</file>

<file path=ppt/ink/ink1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07"/>
    </inkml:context>
    <inkml:brush xml:id="br0">
      <inkml:brushProperty name="width" value="0.05" units="cm"/>
      <inkml:brushProperty name="height" value="0.05" units="cm"/>
      <inkml:brushProperty name="color" value="#004F8B"/>
    </inkml:brush>
  </inkml:definitions>
  <inkml:trace contextRef="#ctx0" brushRef="#br0">128 60 10943 0 0,'0'0'248'0'0,"1"-2"35"0"0,6-20 386 0 0,-5 20 468 0 0,-1-1 1 0 0,1 1-1 0 0,0 0 0 0 0,0 0 0 0 0,0 1 0 0 0,6-6 3736 0 0,-8 6-4797 0 0,0 0 0 0 0,-1 1 0 0 0,1-1 1 0 0,0 0-1 0 0,-1 1 0 0 0,1-1 0 0 0,-1 1 0 0 0,1-1 0 0 0,-1 0 0 0 0,1 1 0 0 0,-1-1 0 0 0,1 1 0 0 0,-1-1 1 0 0,0 1-1 0 0,1 0 0 0 0,-1-1 0 0 0,0 1 0 0 0,1-1 0 0 0,-1 1 0 0 0,0 0 0 0 0,1 0 0 0 0,-1 0 0 0 0,0-1 1 0 0,0 1-1 0 0,-1 0 0 0 0,-22-4 472 0 0,21 4-395 0 0,1-1 147 0 0,-20 5 816 0 0,6-3-722 0 0,13-1-297 0 0,1-1 0 0 0,-1 1 0 0 0,1 1 0 0 0,-1-1 1 0 0,1 0-1 0 0,0 0 0 0 0,-1 1 0 0 0,-3 1 0 0 0,3-1-79 0 0,0 1 0 0 0,0 0 0 0 0,0 0 0 0 0,0 0-1 0 0,0 1 1 0 0,0-1 0 0 0,1 0 0 0 0,-1 1-1 0 0,1 0 1 0 0,-2 3 0 0 0,1-4-17 0 0,-2 8 2 0 0,1-2 5 0 0,3-6 51 0 0,1 12 22 0 0,-1-7-111 0 0,1 0 0 0 0,0 0 0 0 0,1 1 1 0 0,-1-1-1 0 0,1 0 0 0 0,1 0 0 0 0,-1 0 0 0 0,1 0 0 0 0,5 11 0 0 0,-3-9 2 0 0,-1-4 34 0 0,0-1 0 0 0,0 1 0 0 0,1-1 0 0 0,-1 0 0 0 0,1 0-1 0 0,0-1 1 0 0,0 1 0 0 0,0-1 0 0 0,0 0 0 0 0,1 0-1 0 0,-1 0 1 0 0,1 0 0 0 0,5 1 0 0 0,-7-3-26 0 0,-1 0-1 0 0,0 0 1 0 0,1-1 0 0 0,-1 1 0 0 0,1-1-1 0 0,-1 0 1 0 0,0 0 0 0 0,1 0-1 0 0,-1 0 1 0 0,1 0 0 0 0,-1 0 0 0 0,1-1-1 0 0,-1 1 1 0 0,1-1 0 0 0,-1 1 0 0 0,0-1-1 0 0,1 0 1 0 0,-1 0 0 0 0,0 0-1 0 0,0-1 1 0 0,0 1 0 0 0,0 0 0 0 0,0-1-1 0 0,0 1 1 0 0,0-1 0 0 0,0 0 0 0 0,-1 1-1 0 0,1-1 1 0 0,2-3 0 0 0,-4 3 22 0 0,1 1 1 0 0,0 0 0 0 0,0-1-1 0 0,0 1 1 0 0,0 0 0 0 0,0 0-1 0 0,0-1 1 0 0,0 1-1 0 0,0 0 1 0 0,0 0 0 0 0,1 0-1 0 0,-1 1 1 0 0,0-1 0 0 0,1 0-1 0 0,-1 0 1 0 0,3 0-1 0 0,-4 1 0 0 0,1 0-1 0 0,-1-1 1 0 0,0 1-1 0 0,1 0 0 0 0,-1 0 1 0 0,1 0-1 0 0,-1 0 0 0 0,0-1 1 0 0,1 1-1 0 0,-1 0 0 0 0,0 0 1 0 0,1-1-1 0 0,-1 1 1 0 0,0 0-1 0 0,0-1 0 0 0,1 1 1 0 0,-1 0-1 0 0,0-1 0 0 0,0 1 1 0 0,1 0-1 0 0,-1-1 0 0 0,0 0 1 0 0,3-4 82 0 0,-1 0 0 0 0,0 0 1 0 0,2-9-1 0 0,4-9 153 0 0,12-37 158 0 0,-19 58-122 0 0,1 3-266 0 0,1 0 0 0 0,-1 0 0 0 0,1 0 0 0 0,-1 1 0 0 0,0-1 0 0 0,0 1 0 0 0,0 0 0 0 0,0-1 0 0 0,4 5 0 0 0,-6-6-6 0 0,34 44-1 0 0,-30-38 0 0 0,1-1 0 0 0,0 1 0 0 0,0-1 0 0 0,0 0 0 0 0,0-1 0 0 0,1 1 0 0 0,0-1 0 0 0,0 0 0 0 0,10 5 0 0 0,-2-2 26 0 0,-9-5-22 0 0,0 0 0 0 0,0 1 0 0 0,0-2 0 0 0,0 1-1 0 0,10 1 1 0 0,-13-2-233 0 0,6-5-4375 0 0</inkml:trace>
</inkml:ink>
</file>

<file path=ppt/ink/ink1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08"/>
    </inkml:context>
    <inkml:brush xml:id="br0">
      <inkml:brushProperty name="width" value="0.05" units="cm"/>
      <inkml:brushProperty name="height" value="0.05" units="cm"/>
      <inkml:brushProperty name="color" value="#004F8B"/>
    </inkml:brush>
  </inkml:definitions>
  <inkml:trace contextRef="#ctx0" brushRef="#br0">7 91 11687 0 0,'0'-3'-77'0'0,"2"-41"2059"0"0,-2 39-1281 0 0,0 1-1 0 0,0-1 1 0 0,-1 0 0 0 0,0 1-1 0 0,0-1 1 0 0,0 1-1 0 0,-3-8 6127 0 0,13 23-6647 0 0,-5-6-137 0 0,-1 1-1 0 0,0 0 0 0 0,-1 0 1 0 0,1 1-1 0 0,-1-1 0 0 0,0 1 1 0 0,1 8-1 0 0,5 17 75 0 0,26 92-59 0 0,4 8 23 0 0,-35-121-52 0 0,-2-6-14 0 0,1-1-1 0 0,-1 1 1 0 0,1 0 0 0 0,0-1-1 0 0,3 6 1 0 0,8 12-1746 0 0,-10-18 470 0 0</inkml:trace>
</inkml:ink>
</file>

<file path=ppt/ink/ink1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09"/>
    </inkml:context>
    <inkml:brush xml:id="br0">
      <inkml:brushProperty name="width" value="0.05" units="cm"/>
      <inkml:brushProperty name="height" value="0.05" units="cm"/>
      <inkml:brushProperty name="color" value="#004F8B"/>
    </inkml:brush>
  </inkml:definitions>
  <inkml:trace contextRef="#ctx0" brushRef="#br0">1 133 11111 0 0,'0'0'507'0'0,"1"-7"174"0"0,-1 4-665 0 0,3-14 175 0 0,0 8 927 0 0,0 0 1 0 0,1 1-1 0 0,0-1 1 0 0,1 1-1 0 0,-1 0 1 0 0,12-14-1 0 0,-13 19-908 0 0,-1 1 0 0 0,1 0 0 0 0,0 0 0 0 0,0 0 0 0 0,0 0 0 0 0,0 0 0 0 0,1 0-1 0 0,-1 1 1 0 0,0 0 0 0 0,6-2 0 0 0,2 0 114 0 0,-1 1 0 0 0,14-2 0 0 0,0 3-9 0 0,0 1 0 0 0,-1 1 0 0 0,1 1 0 0 0,28 6 0 0 0,-44-6-273 0 0,0 0 0 0 0,14 6 0 0 0,-12-4-29 0 0,8 4 65 0 0,-15-5-63 0 0,0 1-2 0 0,0-1 4 0 0,1 0 0 0 0,-1 0 0 0 0,1 0 0 0 0,-1 0 0 0 0,0 1 0 0 0,0-1 0 0 0,3 6 0 0 0,-5-7-5 0 0,-1 0 0 0 0,1 1 1 0 0,0-1-1 0 0,-1 0 0 0 0,1 0 0 0 0,-1 1 0 0 0,0-1 0 0 0,0 0 1 0 0,1 0-1 0 0,-2 1 0 0 0,1-1 0 0 0,0 0 0 0 0,0 1 1 0 0,-1-1-1 0 0,-1 5 0 0 0,0 0 61 0 0,1 1 1 0 0,-1 0-1 0 0,1-1 0 0 0,1 1 1 0 0,-1 9-1 0 0,1-15-44 0 0,-1 1 1 0 0,0-1-1 0 0,1 0 0 0 0,-1 0 0 0 0,0 0 1 0 0,-1 0-1 0 0,1 0 0 0 0,0 0 0 0 0,0 0 1 0 0,-1 0-1 0 0,1-1 0 0 0,-1 1 0 0 0,0 0 1 0 0,1-1-1 0 0,-1 1 0 0 0,-3 1 0 0 0,-3 2 163 0 0,1 1-1 0 0,-17 7 1 0 0,21-12-126 0 0,-10 6 108 0 0,-1-2-1 0 0,-26 8 1 0 0,37-12-158 0 0,-1 0 0 0 0,0 0 1 0 0,0-1-1 0 0,0 0 0 0 0,0 1 0 0 0,0-1 0 0 0,0-1 0 0 0,0 1 0 0 0,0-1 1 0 0,0 1-1 0 0,1-1 0 0 0,-1 0 0 0 0,0-1 0 0 0,0 1 0 0 0,-6-4 0 0 0,9 5-140 0 0,0-1 0 0 0,0 1 0 0 0,0-1 0 0 0,0 1 0 0 0,0-1 0 0 0,1 0-1 0 0,-1 1 1 0 0,0-1 0 0 0,0 0 0 0 0,0 0 0 0 0,1 0 0 0 0,-1 0-1 0 0,0 0 1 0 0,1 1 0 0 0,-2-3 0 0 0,2 3-11 0 0,1 0 0 0 0,-1-1 0 0 0,0 1 1 0 0,0 0-1 0 0,0 0 0 0 0,0-1 0 0 0,0 1 0 0 0,0 0 0 0 0,0-1 1 0 0,0 1-1 0 0,0 0 0 0 0,1 0 0 0 0,-1-1 0 0 0,0 1 0 0 0,0 0 0 0 0,0 0 1 0 0,1 0-1 0 0,-1-1 0 0 0,0 1 0 0 0,0 0 0 0 0,0 0 0 0 0,1 0 0 0 0,-1 0 1 0 0,1-1-1 0 0,1 0 284 0 0,5-8-2002 0 0</inkml:trace>
</inkml:ink>
</file>

<file path=ppt/ink/ink1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10"/>
    </inkml:context>
    <inkml:brush xml:id="br0">
      <inkml:brushProperty name="width" value="0.05" units="cm"/>
      <inkml:brushProperty name="height" value="0.05" units="cm"/>
      <inkml:brushProperty name="color" value="#004F8B"/>
    </inkml:brush>
  </inkml:definitions>
  <inkml:trace contextRef="#ctx0" brushRef="#br0">196 60 17967 0 0,'0'0'1803'0'0,"-2"-8"-1638"0"0,-9-6 2860 0 0,9-11 601 0 0,1 25-3595 0 0,1-1 1 0 0,-1 0 0 0 0,1 1-1 0 0,-1-1 1 0 0,1 0 0 0 0,-1 1-1 0 0,0-1 1 0 0,1 1 0 0 0,-1-1-1 0 0,1 1 1 0 0,-1-1-1 0 0,0 1 1 0 0,0-1 0 0 0,1 1-1 0 0,-1 0 1 0 0,0-1 0 0 0,0 1-1 0 0,1 0 1 0 0,-1 0 0 0 0,0 0-1 0 0,0 0 1 0 0,0-1 0 0 0,1 1-1 0 0,-1 0 1 0 0,0 0-1 0 0,0 1 1 0 0,0-1 0 0 0,1 0-1 0 0,-2 0 1 0 0,-2 1 73 0 0,1-1 1 0 0,-1 1-1 0 0,1 0 0 0 0,-1 0 1 0 0,-5 2-1 0 0,-13 8 125 0 0,7-4-97 0 0,0 0 0 0 0,-19 14 1 0 0,30-18-133 0 0,0 0 1 0 0,0 1 0 0 0,1-1 0 0 0,-1 1-1 0 0,1-1 1 0 0,0 1 0 0 0,0 0-1 0 0,0 1 1 0 0,0-1 0 0 0,1 0 0 0 0,-1 1-1 0 0,-1 6 1 0 0,3-8-13 0 0,0 0 1 0 0,1 1-1 0 0,-1-1 0 0 0,1 0 0 0 0,0 1 1 0 0,0-1-1 0 0,0 1 0 0 0,1-1 0 0 0,-1 0 1 0 0,1 1-1 0 0,1 5 0 0 0,-1-8 8 0 0,-1 2 3 0 0,0-1 0 0 0,1 1 0 0 0,0-1 0 0 0,-1 1-1 0 0,1-1 1 0 0,0 0 0 0 0,0 1 0 0 0,1-1 0 0 0,-1 0 0 0 0,0 0 0 0 0,1 0 0 0 0,-1 0-1 0 0,1 0 1 0 0,0 0 0 0 0,-1 0 0 0 0,4 2 0 0 0,-1 0-9 0 0,-2-3-44 0 0,0 2-11 0 0,3 0 43 0 0,-1 1-1 0 0,1-1 1 0 0,0 0-1 0 0,0 0 1 0 0,0 0 0 0 0,0-1-1 0 0,0 0 1 0 0,1 0-1 0 0,-1 0 1 0 0,1-1-1 0 0,-1 0 1 0 0,1 0 0 0 0,-1 0-1 0 0,1-1 1 0 0,8 0-1 0 0,-9 0 14 0 0,1 0-1 0 0,-1 0 0 0 0,0-1 0 0 0,0 0 0 0 0,1 0 1 0 0,-1 0-1 0 0,0-1 0 0 0,0 1 0 0 0,0-1 0 0 0,0 0 0 0 0,-1-1 1 0 0,1 1-1 0 0,-1-1 0 0 0,1 0 0 0 0,-1 0 0 0 0,0-1 1 0 0,6-5-1 0 0,22-26 171 0 0,-32 34-152 0 0,1 0-1 0 0,-1 0 0 0 0,1 0 0 0 0,-1 0 0 0 0,0 0 1 0 0,1 0-1 0 0,-1 0 0 0 0,0 0 0 0 0,0 0 0 0 0,0 0 0 0 0,0-1 1 0 0,0 1-1 0 0,0 0 0 0 0,0 0 0 0 0,0 0 0 0 0,0 0 1 0 0,-1-2-1 0 0,-6-21 105 0 0,3 12-103 0 0,0-2-7 0 0,3 12 1 0 0,0 0 0 0 0,0 0 1 0 0,0-1-1 0 0,1 1 1 0 0,-1 0-1 0 0,1-1 1 0 0,-1 1-1 0 0,1 0 1 0 0,0-1-1 0 0,0 1 0 0 0,0-1 1 0 0,0 1-1 0 0,0 0 1 0 0,1-1-1 0 0,-1 1 1 0 0,2-3-1 0 0,-2 4 7 0 0,0 0-1 0 0,0 0 1 0 0,0 0-1 0 0,0 0 1 0 0,1 0 0 0 0,-2 0-1 0 0,1 0 1 0 0,0 0-1 0 0,0 0 1 0 0,0 0-1 0 0,0 0 1 0 0,-1 0 0 0 0,1 0-1 0 0,0 0 1 0 0,-1 0-1 0 0,1 0 1 0 0,-1 0-1 0 0,1 0 1 0 0,-1 0 0 0 0,0 0-1 0 0,-1-3 39 0 0,-1-1 26 0 0,1 1 0 0 0,0 0 0 0 0,-1 0-1 0 0,-5-6 1 0 0,7 9 163 0 0,3 38-249 0 0,-1-12 24 0 0,-1 7-17 0 0,0-30 1 0 0,0 0 1 0 0,0 1-1 0 0,0-1 1 0 0,1 0-1 0 0,-1 0 0 0 0,1 1 1 0 0,0-1-1 0 0,-1 0 1 0 0,1 0-1 0 0,0 0 0 0 0,0 0 1 0 0,0 0-1 0 0,1 0 1 0 0,-1 0-1 0 0,0-1 0 0 0,3 3 1 0 0,8 17-25 0 0,-9-15-19 0 0,0 1 1 0 0,1-1 0 0 0,0 0-1 0 0,0 0 1 0 0,0 0 0 0 0,1-1-1 0 0,0 1 1 0 0,0-1-1 0 0,0 0 1 0 0,1 0 0 0 0,6 4-1 0 0,-4-4-735 0 0,0 0 0 0 0,1 0-1 0 0,10 4 1 0 0,-13-6-988 0 0,0-1 0 0 0,1 0 0 0 0,-1 0 0 0 0,13 1 1 0 0,3-2-5575 0 0</inkml:trace>
</inkml:ink>
</file>

<file path=ppt/ink/ink1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11"/>
    </inkml:context>
    <inkml:brush xml:id="br0">
      <inkml:brushProperty name="width" value="0.05" units="cm"/>
      <inkml:brushProperty name="height" value="0.05" units="cm"/>
      <inkml:brushProperty name="color" value="#004F8B"/>
    </inkml:brush>
  </inkml:definitions>
  <inkml:trace contextRef="#ctx0" brushRef="#br0">48 201 5983 0 0,'0'0'464'0'0,"-1"-2"-305"0"0,-14-27 1264 0 0,10 21 1308 0 0,0 0 1 0 0,0 0 0 0 0,-11-11 6472 0 0,16 22-9073 0 0,3 11-64 0 0,1 1-1 0 0,0-1 1 0 0,1 0 0 0 0,1 0-1 0 0,7 14 1 0 0,4 9 589 0 0,-16-34-344 0 0,1 4 815 0 0,-12-56-976 0 0,7 36-134 0 0,0 0 0 0 0,0 0 1 0 0,2 0-1 0 0,-1 0 0 0 0,2-19 0 0 0,1 14 97 0 0,0 11-89 0 0,-1 1 1 0 0,1-1-1 0 0,1 1 1 0 0,-1-1-1 0 0,1 1 1 0 0,0 0-1 0 0,4-8 1 0 0,4-15-78 0 0,-9 28 69 0 0,0 0 0 0 0,1 0 1 0 0,-1 0-1 0 0,0 0 0 0 0,1 0 1 0 0,-1 0-1 0 0,1 0 1 0 0,-1 0-1 0 0,1 0 0 0 0,0 1 1 0 0,3-2-1 0 0,-4 2-24 0 0,15-5 7 0 0,8 1 0 0 0,-19 3 0 0 0,0 1 0 0 0,0-1 0 0 0,-1 1-1 0 0,1 0 1 0 0,0 0 0 0 0,0 0 0 0 0,0 1 0 0 0,0 0 0 0 0,0 0-1 0 0,0 0 1 0 0,-1 0 0 0 0,1 1 0 0 0,0 0 0 0 0,-1 0 0 0 0,0 0 0 0 0,9 6-1 0 0,-13-8-16 0 0,7 4-770 0 0,0 0 0 0 0,0 0-1 0 0,-1 1 1 0 0,7 5 0 0 0,-11-8 103 0 0,0 0 1 0 0,1 0-1 0 0,-1 0 1 0 0,1 0-1 0 0,-1-1 0 0 0,4 2 1 0 0,2 1-465 0 0,6 4-963 0 0</inkml:trace>
</inkml:ink>
</file>

<file path=ppt/ink/ink1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12"/>
    </inkml:context>
    <inkml:brush xml:id="br0">
      <inkml:brushProperty name="width" value="0.05" units="cm"/>
      <inkml:brushProperty name="height" value="0.05" units="cm"/>
      <inkml:brushProperty name="color" value="#004F8B"/>
    </inkml:brush>
  </inkml:definitions>
  <inkml:trace contextRef="#ctx0" brushRef="#br0">246 68 3223 0 0,'0'0'143'0'0,"0"-2"-3"0"0,-10-17 7047 0 0,0 8-2214 0 0,8 8-4398 0 0,-1 0 0 0 0,1 0 0 0 0,-1 1 0 0 0,0-1 0 0 0,1 1 1 0 0,-1-1-1 0 0,0 1 0 0 0,0 0 0 0 0,-1 0 0 0 0,1 1 1 0 0,0-1-1 0 0,-1 1 0 0 0,1-1 0 0 0,-1 1 0 0 0,-5-1 0 0 0,2 1-387 0 0,1 1 0 0 0,-1-1 0 0 0,0 2 0 0 0,1-1 0 0 0,-1 1 0 0 0,1 0 0 0 0,-1 0 0 0 0,1 0 0 0 0,0 1 0 0 0,-11 4 0 0 0,7-1 68 0 0,0 0 0 0 0,0 1-1 0 0,1 0 1 0 0,0 1 0 0 0,-13 10 0 0 0,20-15-257 0 0,1 0 0 0 0,-1 0 0 0 0,0 0 0 0 0,1 0 0 0 0,-1 0 0 0 0,1 0 0 0 0,0 1 0 0 0,-1-1 0 0 0,1 0 0 0 0,0 1 0 0 0,0-1 0 0 0,1 1 0 0 0,-1-1 0 0 0,0 4 0 0 0,0-1-3 0 0,1 0 0 0 0,0-1-1 0 0,0 1 1 0 0,1-1 0 0 0,-1 1-1 0 0,1-1 1 0 0,2 9 0 0 0,0-4-4 0 0,1-1-1 0 0,0 1 1 0 0,0-1 0 0 0,1 1 0 0 0,-1-1 0 0 0,2 0 0 0 0,8 10-1 0 0,-11-15-1 0 0,1 0-1 0 0,-1 0 0 0 0,1 0 1 0 0,6 3-1 0 0,8 4 13 0 0,-13-9-3 0 0,-1-1-11 0 0,2 1-4 0 0,1 1 0 0 0,-1-1 0 0 0,1-1 0 0 0,0 0-1 0 0,-1 0 1 0 0,1 0 0 0 0,-1 0 0 0 0,1-1 0 0 0,-1 0-1 0 0,1-1 1 0 0,-1 1 0 0 0,1-1 0 0 0,5-3 0 0 0,-8 3 7 0 0,0 0-1 0 0,-1 0 1 0 0,1 0 0 0 0,-1-1 0 0 0,0 1 0 0 0,0-1 0 0 0,0 0-1 0 0,0 0 1 0 0,0 0 0 0 0,-1 0 0 0 0,1 0 0 0 0,-1-1 0 0 0,0 1 0 0 0,0-1-1 0 0,0 1 1 0 0,0-1 0 0 0,-1 0 0 0 0,1 0 0 0 0,-1 1 0 0 0,0-1-1 0 0,0 0 1 0 0,0-5 0 0 0,0-1 1 0 0,-1 6 2 0 0,1 0 0 0 0,-1-1 0 0 0,1 1 0 0 0,0 0 0 0 0,0-1 1 0 0,3-4-1 0 0,-1 1 56 0 0,1-1 1 0 0,-1 1 0 0 0,2-14-1 0 0,-4 20-34 0 0,-1-1 0 0 0,1 1 0 0 0,-1 0 0 0 0,0-1 0 0 0,0 1 0 0 0,0 0 0 0 0,0-1 0 0 0,0 1 0 0 0,0 0 0 0 0,-1-1 0 0 0,1 1-1 0 0,-1 0 1 0 0,1 0 0 0 0,-1-1 0 0 0,0 1 0 0 0,0 0 0 0 0,-2-4 0 0 0,3 6 37 0 0,9 1-3 0 0,-7 0-52 0 0,0 1 0 0 0,-1-1 0 0 0,1 0-1 0 0,0 1 1 0 0,0-1 0 0 0,-1 1 0 0 0,1 0 0 0 0,-1-1 0 0 0,3 3-1 0 0,13 21-35 0 0,11 12 3 0 0,-3-6 35 0 0,-20-23 0 0 0,1 0 0 0 0,0-1 0 0 0,14 13 0 0 0,-11-12-333 0 0,1 0 0 0 0,0 0 0 0 0,0-1-1 0 0,1-1 1 0 0,0 0 0 0 0,0 0 0 0 0,13 4 0 0 0,-9-5-626 0 0</inkml:trace>
</inkml:ink>
</file>

<file path=ppt/ink/ink1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13"/>
    </inkml:context>
    <inkml:brush xml:id="br0">
      <inkml:brushProperty name="width" value="0.05" units="cm"/>
      <inkml:brushProperty name="height" value="0.05" units="cm"/>
      <inkml:brushProperty name="color" value="#004F8B"/>
    </inkml:brush>
  </inkml:definitions>
  <inkml:trace contextRef="#ctx0" brushRef="#br0">27 14 11231 0 0,'0'0'1016'0'0,"-3"-1"-836"0"0,-21-11 10192 0 0,29 15-10188 0 0,-1 1 0 0 0,1 0 0 0 0,-1 0 0 0 0,0 0 0 0 0,-1 1 0 0 0,1-1 0 0 0,4 8 0 0 0,20 41 334 0 0,-13-24-313 0 0,-12-21-176 0 0,0 0-1 0 0,0 0 1 0 0,0 0 0 0 0,-1 1 0 0 0,1 11 0 0 0,5 16 75 0 0,16 60 152 0 0,-19-69-190 0 0,-4-23-54 0 0,-1 1 0 0 0,1-1 1 0 0,0 1-1 0 0,0-1 0 0 0,0 0 0 0 0,1 1 1 0 0,0-1-1 0 0,4 8 0 0 0,-1-6-12 0 0</inkml:trace>
</inkml:ink>
</file>

<file path=ppt/ink/ink1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14"/>
    </inkml:context>
    <inkml:brush xml:id="br0">
      <inkml:brushProperty name="width" value="0.05" units="cm"/>
      <inkml:brushProperty name="height" value="0.05" units="cm"/>
      <inkml:brushProperty name="color" value="#004F8B"/>
    </inkml:brush>
  </inkml:definitions>
  <inkml:trace contextRef="#ctx0" brushRef="#br0">93 110 13015 0 0,'-28'-6'298'0'0,"23"4"391"0"0,1 1-373 0 0,-5-3-228 0 0,1 0-42 0 0,0 1 1 0 0,1 1-1 0 0,-14-4 0 0 0,18 6 1800 0 0,4-3-1504 0 0,-1 1 1 0 0,1 0-1 0 0,-1 0 1 0 0,1 0-1 0 0,0-1 1 0 0,0 1-1 0 0,0 0 1 0 0,0 0-1 0 0,0 0 1 0 0,0 0-1 0 0,3-3 1 0 0,19-18 1796 0 0,-18 20-1982 0 0,0-1 1 0 0,0 1-1 0 0,1 0 0 0 0,-1 1 1 0 0,1-1-1 0 0,0 1 1 0 0,0 0-1 0 0,0 1 0 0 0,0-1 1 0 0,10 0-1 0 0,-6 1-39 0 0,1 0 0 0 0,-1 1 0 0 0,1 0 0 0 0,0 1 0 0 0,14 3-1 0 0,99 30 326 0 0,-87-22-435 0 0,28 11 31 0 0,-56-19-35 0 0,-1 1 0 0 0,0-1 1 0 0,0 1-1 0 0,0 1 0 0 0,10 9 0 0 0,-15-12 2 0 0,0-1 1 0 0,0 1-1 0 0,-1 0 0 0 0,1 0 1 0 0,-1 0-1 0 0,0 0 0 0 0,3 4 1 0 0,-4-4-2 0 0,-1-1 1 0 0,1 1-1 0 0,0-1 1 0 0,-1 1 0 0 0,0-1-1 0 0,1 1 1 0 0,-1-1-1 0 0,0 1 1 0 0,0 0-1 0 0,-1-1 1 0 0,0 5-1 0 0,1-2 50 0 0,-1 0 0 0 0,0 0 0 0 0,0 0 0 0 0,0-1 0 0 0,-1 1 0 0 0,0 0-1 0 0,0-1 1 0 0,0 1 0 0 0,0-1 0 0 0,-1 0 0 0 0,1 0 0 0 0,-1 0-1 0 0,0 0 1 0 0,-1 0 0 0 0,1 0 0 0 0,0-1 0 0 0,-1 0 0 0 0,0 0 0 0 0,0 0-1 0 0,0 0 1 0 0,-8 4 0 0 0,-8 4 97 0 0,14-8-88 0 0,1 0-1 0 0,-1 0 1 0 0,1 0-1 0 0,-1-1 1 0 0,0 0-1 0 0,0 0 1 0 0,0 0-1 0 0,0-1 1 0 0,-1 0-1 0 0,-8 1 1 0 0,-3-4-140 0 0,0 0 1 0 0,1-1 0 0 0,-25-7-1 0 0,29 7-369 0 0,11 2-1195 0 0</inkml:trace>
</inkml:ink>
</file>

<file path=ppt/ink/ink1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15"/>
    </inkml:context>
    <inkml:brush xml:id="br0">
      <inkml:brushProperty name="width" value="0.05" units="cm"/>
      <inkml:brushProperty name="height" value="0.05" units="cm"/>
      <inkml:brushProperty name="color" value="#004F8B"/>
    </inkml:brush>
  </inkml:definitions>
  <inkml:trace contextRef="#ctx0" brushRef="#br0">216 33 14855 0 0,'0'0'715'0'0,"-11"-5"188"0"0,-20-1 166 0 0,21 6-252 0 0,1 1-289 0 0,-1 1 20 0 0,0 1 0 0 0,0 0-1 0 0,0 0 1 0 0,0 1 0 0 0,0 0 0 0 0,-9 6-1 0 0,1-2-117 0 0,15-6-338 0 0,0 0 1 0 0,-1 0-1 0 0,1 0 0 0 0,0 1 1 0 0,0-1-1 0 0,0 1 0 0 0,1 0 1 0 0,-5 5-1 0 0,-9 9 53 0 0,15-16-133 0 0,0 1-1 0 0,0-1 1 0 0,0 1-1 0 0,0 0 1 0 0,0-1-1 0 0,0 1 1 0 0,0 0-1 0 0,1 0 1 0 0,-1-1-1 0 0,1 1 1 0 0,-1 0-1 0 0,1 0 1 0 0,-1 0-1 0 0,1 0 1 0 0,0 0-1 0 0,0 0 1 0 0,0 0-1 0 0,0 0 1 0 0,1 0-1 0 0,-1 0 1 0 0,0 0-1 0 0,1 0 1 0 0,-1-1-1 0 0,1 1 1 0 0,0 0-1 0 0,0 0 1 0 0,0 0-1 0 0,0-1 1 0 0,0 1-1 0 0,0-1 1 0 0,2 4-1 0 0,4 0-73 0 0,0 0 0 0 0,1 0 0 0 0,-1 0 1 0 0,1-1-1 0 0,0 0 0 0 0,12 3 0 0 0,-15-5 77 0 0,0-1-1 0 0,0 0 1 0 0,1 0 0 0 0,-1 0-1 0 0,0-1 1 0 0,1 1 0 0 0,-1-1-1 0 0,0-1 1 0 0,1 1-1 0 0,-1-1 1 0 0,0 0 0 0 0,6-2-1 0 0,-3 1 43 0 0,0-1 0 0 0,0-1 0 0 0,0 1 0 0 0,-1-1 0 0 0,0 0-1 0 0,11-9 1 0 0,-15 11 1 0 0,0-1 0 0 0,0 0 0 0 0,0 0-1 0 0,0 0 1 0 0,0 0 0 0 0,-1 0 0 0 0,0-1 0 0 0,1 1-1 0 0,-1-1 1 0 0,-1 1 0 0 0,1-1 0 0 0,0 0 0 0 0,-1 0-1 0 0,0 0 1 0 0,1-6 0 0 0,-1 5 131 0 0,0 0 1 0 0,-1 0-1 0 0,0 0 0 0 0,-1 0 1 0 0,1 0-1 0 0,-1 0 0 0 0,0 0 1 0 0,0 0-1 0 0,0 0 0 0 0,-1 1 1 0 0,1-1-1 0 0,-1 0 0 0 0,0 1 1 0 0,-1-1-1 0 0,1 1 0 0 0,-1 0 1 0 0,-5-7-1 0 0,-2-3 240 0 0,9 13-6 0 0,0 3-567 0 0,0 0 174 0 0,-2 1-5 0 0,-1 14 79 0 0,3-7-81 0 0,0 0 0 0 0,1 0 0 0 0,0 0 0 0 0,3 17 0 0 0,10 41-70 0 0,-12-61-494 0 0,9 28 663 0 0,-1-19-2592 0 0,2-5-4688 0 0,5-4-1402 0 0</inkml:trace>
</inkml:ink>
</file>

<file path=ppt/ink/ink1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16"/>
    </inkml:context>
    <inkml:brush xml:id="br0">
      <inkml:brushProperty name="width" value="0.05" units="cm"/>
      <inkml:brushProperty name="height" value="0.05" units="cm"/>
      <inkml:brushProperty name="color" value="#004F8B"/>
    </inkml:brush>
  </inkml:definitions>
  <inkml:trace contextRef="#ctx0" brushRef="#br0">174 46 4143 0 0,'0'0'319'0'0,"-2"-2"-210"0"0,-10-10 1144 0 0,6 8 316 0 0,0 0-1 0 0,0 1 1 0 0,0-1-1 0 0,0 2 1 0 0,0-1-1 0 0,0 1 1 0 0,-1-1-1 0 0,-11-1 1 0 0,16 4-297 0 0,-1 0-105 0 0,-3-1-868 0 0,-1 0-1 0 0,0 1 1 0 0,0 0-1 0 0,1 0 0 0 0,-1 1 1 0 0,0 0-1 0 0,0 0 1 0 0,1 1-1 0 0,-10 2 0 0 0,15-3 73 0 0,9 5-203 0 0,-8-5-167 0 0,1-1 1 0 0,-1 0-1 0 0,0 1 0 0 0,1-1 1 0 0,-1 0-1 0 0,1 1 0 0 0,-1-1 1 0 0,0 0-1 0 0,1 1 0 0 0,-1-1 0 0 0,0 1 1 0 0,0-1-1 0 0,1 1 0 0 0,-1-1 1 0 0,0 1-1 0 0,0-1 0 0 0,0 1 1 0 0,1-1-1 0 0,-1 1 0 0 0,0-1 1 0 0,0 1-1 0 0,0 0 0 0 0,0-1 1 0 0,0 1-1 0 0,0-1 0 0 0,0 1 0 0 0,0-1 1 0 0,0 1-1 0 0,-1 0 0 0 0,1 1 13 0 0,2 8-16 0 0,3 0-69 0 0,0-5 60 0 0,-1-1-1 0 0,1 1 0 0 0,1-1 1 0 0,-1-1-1 0 0,1 1 1 0 0,-1-1-1 0 0,1 0 0 0 0,10 4 1 0 0,-7-3 9 0 0,0 0 0 0 0,-1 0 0 0 0,14 10 0 0 0,-8-4-14 0 0,1 0 0 0 0,21 10 0 0 0,-29-17 47 0 0,0 1 0 0 0,-1 0 0 0 0,1 0 1 0 0,-1 0-1 0 0,0 0 0 0 0,0 1 0 0 0,-1 0 0 0 0,7 8 0 0 0,-11-12-32 0 0,-1-1 0 0 0,0 1-1 0 0,1-1 1 0 0,-1 1 0 0 0,0 0-1 0 0,0-1 1 0 0,1 1 0 0 0,-1-1 0 0 0,0 1-1 0 0,0 0 1 0 0,0-1 0 0 0,0 1 0 0 0,0 0-1 0 0,0-1 1 0 0,0 1 0 0 0,0 0-1 0 0,0-1 1 0 0,0 1 0 0 0,0-1 0 0 0,0 1-1 0 0,0 0 1 0 0,-1-1 0 0 0,1 1-1 0 0,0-1 1 0 0,0 1 0 0 0,-1 0 0 0 0,1-1-1 0 0,0 1 1 0 0,-1-1 0 0 0,1 1 0 0 0,-1-1-1 0 0,1 1 1 0 0,-1 0 0 0 0,-1 0 75 0 0,1 1 0 0 0,-1-1 0 0 0,0 1-1 0 0,1-1 1 0 0,-1 0 0 0 0,0 0 0 0 0,0 0 0 0 0,0 0 0 0 0,-4 1 0 0 0,-12 2 315 0 0,0-1 0 0 0,0 0 0 0 0,0-2 0 0 0,-20 0 0 0 0,21-1-386 0 0,0-1-1 0 0,-1 0 1 0 0,1-2-1 0 0,0 0 1 0 0,-24-7-1 0 0,39 9-1098 0 0</inkml:trace>
</inkml:ink>
</file>

<file path=ppt/ink/ink1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17"/>
    </inkml:context>
    <inkml:brush xml:id="br0">
      <inkml:brushProperty name="width" value="0.05" units="cm"/>
      <inkml:brushProperty name="height" value="0.05" units="cm"/>
      <inkml:brushProperty name="color" value="#004F8B"/>
    </inkml:brush>
  </inkml:definitions>
  <inkml:trace contextRef="#ctx0" brushRef="#br0">211 70 11519 0 0,'0'0'2032'0'0,"3"-2"-909"0"0,9 9 2657 0 0,14 13-3259 0 0,-26-20-474 0 0,0 0-1 0 0,0 0 1 0 0,0 0-1 0 0,0 0 1 0 0,0-1 0 0 0,0 1-1 0 0,0 0 1 0 0,0 0-1 0 0,0 0 1 0 0,0 0-1 0 0,0 0 1 0 0,0-1 0 0 0,0 1-1 0 0,0 0 1 0 0,0 0-1 0 0,0 0 1 0 0,0 0-1 0 0,0-1 1 0 0,0 1 0 0 0,0 0-1 0 0,0 0 1 0 0,0 0-1 0 0,0 0 1 0 0,0 0-1 0 0,0-1 1 0 0,0 1 0 0 0,1 0-1 0 0,-1 0 1 0 0,0 0-1 0 0,0 0 1 0 0,0 0-1 0 0,0 0 1 0 0,0 0 0 0 0,0-1-1 0 0,1 1 1 0 0,-1 0-1 0 0,0 0 1 0 0,0 0-1 0 0,0 0 1 0 0,0 0 0 0 0,1 0-1 0 0,-2 0 33 0 0,0-1-1 0 0,0 1 1 0 0,0 0-1 0 0,0 0 1 0 0,0-1-1 0 0,1 1 1 0 0,-1 0-1 0 0,0 0 1 0 0,0 0-1 0 0,0 0 1 0 0,0 0 0 0 0,0 1-1 0 0,0-1 1 0 0,0 0-1 0 0,1 0 1 0 0,-1 0-1 0 0,0 1 1 0 0,0-1-1 0 0,0 0 1 0 0,0 1-1 0 0,1-1 1 0 0,-1 1-1 0 0,0-1 1 0 0,-1 2-1 0 0,-7 4 294 0 0,9-6-349 0 0,-1 0 1 0 0,0 0 0 0 0,0 1-1 0 0,1-1 1 0 0,-1 0 0 0 0,0 0-1 0 0,0 0 1 0 0,0 0-1 0 0,1 0 1 0 0,-1 0 0 0 0,0-1-1 0 0,0 1 1 0 0,1 0 0 0 0,-1 0-1 0 0,0-1 1 0 0,0 1 0 0 0,1 0-1 0 0,-1-1 1 0 0,0 1-1 0 0,1 0 1 0 0,-1-1 0 0 0,0 1-1 0 0,1-1 1 0 0,-1 1 0 0 0,1-1-1 0 0,-1 0 1 0 0,1 1-1 0 0,-2-2 1 0 0,-8-6 309 0 0,-2 11-24 0 0,4 0-204 0 0,-36-13 488 0 0,28 7-453 0 0,16 3-135 0 0,-1 0 0 0 0,0-1 0 0 0,1 1 0 0 0,-1 0 0 0 0,0 0 0 0 0,0 0 0 0 0,1-1 0 0 0,-1 1 0 0 0,0 0 0 0 0,0 0 0 0 0,1 0 0 0 0,-1 0 0 0 0,0 0 0 0 0,0 0 0 0 0,1 0 0 0 0,-1 1 0 0 0,0-1 0 0 0,0 0 0 0 0,1 0 0 0 0,-1 1 0 0 0,0-1 0 0 0,1 0 0 0 0,-1 1 0 0 0,0-1 0 0 0,1 0 0 0 0,-1 1 0 0 0,0-1 0 0 0,1 1 0 0 0,-1-1 0 0 0,0 2 0 0 0,-1 1 5 0 0,0-1-1 0 0,0 0 1 0 0,0 1 0 0 0,0-1 0 0 0,0 0-1 0 0,-1 0 1 0 0,1 0 0 0 0,-1-1 0 0 0,1 1 0 0 0,-1-1-1 0 0,-3 2 1 0 0,2-1-11 0 0,-3 2 0 0 0,-6 14 14 0 0,7-7 41 0 0,-10 22 0 0 0,11-23-45 0 0,3-7-21 0 0,1-1 9 0 0,1-1 0 0 0,-1 0-1 0 0,1 0 1 0 0,-1 1-1 0 0,1-1 1 0 0,-1 0 0 0 0,1 1-1 0 0,0-1 1 0 0,0 1 0 0 0,0-1-1 0 0,0 0 1 0 0,0 1 0 0 0,0 1-1 0 0,-1 2 23 0 0,1-3-2 0 0,0 0 1 0 0,0 0-1 0 0,0 1 1 0 0,0-1-1 0 0,0 0 1 0 0,0 0-1 0 0,0 0 1 0 0,1 2-1 0 0,-1-2-24 0 0,1 0 0 0 0,-1 1-1 0 0,1-1 1 0 0,-1 0 0 0 0,1 0-1 0 0,0 0 1 0 0,0 0-1 0 0,0 0 1 0 0,0 0 0 0 0,0 0-1 0 0,0 0 1 0 0,0 0 0 0 0,1 0-1 0 0,1 2 1 0 0,2 1-24 0 0,9 10-6 0 0,-10-13 16 0 0,1 0 15 0 0,-1 0 27 0 0,21 15 10 0 0,-22-15-46 0 0,-1-1 0 0 0,1 0 1 0 0,-1 0-1 0 0,1 0 0 0 0,-1 0 0 0 0,1-1 0 0 0,0 1 1 0 0,3 0-1 0 0,0 0 8 0 0,-4-1 25 0 0,1 1 0 0 0,-1-1 1 0 0,1 0-1 0 0,0 1 0 0 0,-1-1 0 0 0,1-1 0 0 0,0 1 1 0 0,-1 0-1 0 0,1-1 0 0 0,-1 1 0 0 0,1-1 0 0 0,-1 0 0 0 0,1 1 1 0 0,-1-1-1 0 0,1-1 0 0 0,-1 1 0 0 0,0 0 0 0 0,1 0 0 0 0,2-4 1 0 0,0 1-64 0 0,-1-1 1 0 0,0 1-1 0 0,0-1 1 0 0,0 0-1 0 0,5-11 1 0 0,-4 8-150 0 0,-2 3 229 0 0,0-1 0 0 0,0 1 0 0 0,-1 0-1 0 0,1-1 1 0 0,-1 1 0 0 0,-1-1 0 0 0,1 0 0 0 0,-1 0 0 0 0,0 1 0 0 0,1-8 0 0 0,8-45 590 0 0,-10 56-24 0 0,-7-14-103 0 0,6-5-384 0 0,0 17 12 0 0,1-1-1 0 0,-1 1 0 0 0,0-1 1 0 0,-2-6-1 0 0,3 10 563 0 0,-1 3-651 0 0,0 6-106 0 0,0-3 52 0 0,0-1-1 0 0,1 1 1 0 0,0 0 0 0 0,0 0 0 0 0,0 0-1 0 0,1-1 1 0 0,1 10 0 0 0,5 36-37 0 0,-7-45 54 0 0,3 5 0 0 0,1 5 0 0 0,0 2 5 0 0,-3-12-9 0 0,0 0-1 0 0,0 0 1 0 0,1-1-1 0 0,-1 1 1 0 0,1-1-1 0 0,3 6 0 0 0,-4-9-36 0 0,0 1 1 0 0,0 0-1 0 0,1 0 0 0 0,-1-1 0 0 0,1 1 0 0 0,-1-1 0 0 0,4 3 0 0 0,-2-1 4 0 0,10 4 229 0 0,-6-5-97 0 0,-5-1-245 0 0,-1-1 0 0 0,0 1 0 0 0,0-1 1 0 0,1 1-1 0 0,-1-1 0 0 0,0 0 0 0 0,1 0 0 0 0,-1 0 0 0 0,0 1 1 0 0,1-1-1 0 0,-1-1 0 0 0,0 1 0 0 0,1 0 0 0 0,-1 0 0 0 0,0 0 0 0 0,1-1 1 0 0,-1 1-1 0 0,0-1 0 0 0,0 1 0 0 0,1-1 0 0 0,-1 1 0 0 0,0-1 0 0 0,0 0 1 0 0,0 1-1 0 0,0-1 0 0 0,0 0 0 0 0,0 0 0 0 0,0 0 0 0 0,2-2 0 0 0,1-1-1375 0 0,-1 0 0 0 0,1-1-1 0 0,0 0 1 0 0,-1 1 0 0 0,4-8-1 0 0,1-2-6583 0 0,-6 9 7804 0 0,0 1-1 0 0,-1-1 1 0 0,1 0-1 0 0,-1 0 1 0 0,-1 0-1 0 0,1 0 1 0 0,0 0 0 0 0,-1-6-1 0 0,-3-22 2391 0 0,1 27-297 0 0,0 0-1 0 0,0 0 1 0 0,-1-1-1 0 0,-7-12 9279 0 0,10 21-10912 0 0,7 38 281 0 0,-7-38-422 0 0,0 0-1 0 0,1 1 0 0 0,-1-1 1 0 0,1 0-1 0 0,-1 0 1 0 0,1 0-1 0 0,0 0 1 0 0,0 0-1 0 0,0 0 1 0 0,0 0-1 0 0,2 2 1 0 0,-2-3-9 0 0,-1-1 0 0 0,0 1 0 0 0,1-1 0 0 0,-1 0 0 0 0,0 1 0 0 0,1-1 0 0 0,-1 1 0 0 0,0-1 0 0 0,0 1 0 0 0,0-1 0 0 0,0 1 0 0 0,1-1 0 0 0,-1 1 0 0 0,0-1 0 0 0,0 1 1 0 0,0-1-1 0 0,0 1 0 0 0,0-1 0 0 0,0 2 0 0 0,0-1 15 0 0,0 1 0 0 0,1-1 0 0 0,-1 1 0 0 0,1-1 0 0 0,0 0 0 0 0,-1 1 1 0 0,1-1-1 0 0,0 0 0 0 0,0 1 0 0 0,0-1 0 0 0,0 0 0 0 0,0 0 0 0 0,2 2 0 0 0,-2-2 29 0 0,1 1 0 0 0,0 0 0 0 0,-1 0-1 0 0,0 0 1 0 0,1 0 0 0 0,-1 0 0 0 0,0 0-1 0 0,1 2 1 0 0,5 17 208 0 0,-6-20 221 0 0,-1 5-313 0 0,2-6 325 0 0,-1-6-315 0 0,3-98 989 0 0,-5 59-849 0 0,2 38-312 0 0,-1 0 0 0 0,1 0 0 0 0,1 1 0 0 0,-1-1 0 0 0,1 1 0 0 0,0-1 0 0 0,6-11 0 0 0,1 2-17 0 0,-6 14 17 0 0,4-5-2 0 0,4 4 0 0 0,-9 3 0 0 0,0 0 0 0 0,-1 0 0 0 0,0 0 0 0 0,0 0 1 0 0,1 1-1 0 0,-1-1 0 0 0,0 0 0 0 0,1 0 0 0 0,-1 1 0 0 0,0-1 0 0 0,0 1 0 0 0,0-1 0 0 0,2 2 0 0 0,18 7-14 0 0,4 0-18 0 0,-14-5 20 0 0,0 0 1 0 0,11 6-1 0 0,8 4-15 0 0,-28-14-106 0 0</inkml:trace>
</inkml:ink>
</file>

<file path=ppt/ink/ink1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18"/>
    </inkml:context>
    <inkml:brush xml:id="br0">
      <inkml:brushProperty name="width" value="0.05" units="cm"/>
      <inkml:brushProperty name="height" value="0.05" units="cm"/>
      <inkml:brushProperty name="color" value="#004F8B"/>
    </inkml:brush>
  </inkml:definitions>
  <inkml:trace contextRef="#ctx0" brushRef="#br0">46 782 3223 0 0,'0'0'7403'0'0,"-7"10"-2016"0"0,0 3-1779 0 0,7-13-3568 0 0,6-9 789 0 0,8-8-100 0 0,6-10 226 0 0,-19 24-650 0 0,6-5 308 0 0,4-10-31 0 0,9-23-1 0 0,-7 14-78 0 0,-10 19-356 0 0,-1 0 1 0 0,1 0-1 0 0,-1 1 0 0 0,-1-2 1 0 0,2-12-1 0 0,0-4 14 0 0,8-55 243 0 0,-4 16-204 0 0,-6 53-140 0 0,0-1-1 0 0,-2-19 1 0 0,0 4 17 0 0,-1 4-22 0 0,0 1-1 0 0,-8-29 1 0 0,4 18-8 0 0,1 3-28 0 0,3 14 41 0 0,-1-1 1 0 0,0 0 0 0 0,-2 1-1 0 0,0 0 1 0 0,-9-22-1 0 0,2 21-6 0 0,10 14-51 0 0,0 1 0 0 0,0-1 0 0 0,1 0-1 0 0,-1 1 1 0 0,-2-6 0 0 0,4 4-3 0 0,-1 0 0 0 0,-9-9 0 0 0,5 8-11 0 0,5 4-45 0 0,-1 3-168 0 0,-5 7 237 0 0,2 1 0 0 0,-1 0 0 0 0,1-1 0 0 0,-4 17 0 0 0,6-19-224 0 0,-1 1 0 0 0,1-1-1 0 0,-1 1 1 0 0,-6 8-1 0 0,8-14 136 0 0,-1 1-1 0 0,0 0 0 0 0,1 0 0 0 0,0-1 0 0 0,-1 1 1 0 0,1 0-1 0 0,0 0 0 0 0,1 0 0 0 0,-1 0 0 0 0,0 0 1 0 0,1 0-1 0 0,0 0 0 0 0,0 1 0 0 0,0 2 0 0 0,1 50 241 0 0,4 32 2346 0 0,-1-39-2517 0 0,-4-33-33 0 0,1-1 0 0 0,7 31 0 0 0,-4-25 63 0 0,-1 0 1 0 0,-1 0-1 0 0,0 38 0 0 0,-1-31 7 0 0,3 33-1 0 0,-2-48-14 0 0,0 0 43 0 0,-1 0-1 0 0,2-1 0 0 0,0 1 0 0 0,0-1 1 0 0,1 1-1 0 0,7 13 0 0 0,-1-10-91 0 0,-6-13 16 0 0,0-1 7 0 0,-3-1 25 0 0,-1 0-1 0 0,1 0 1 0 0,0 0-1 0 0,-1 0 0 0 0,1 0 1 0 0,0-1-1 0 0,0 1 1 0 0,0 0-1 0 0,0-1 0 0 0,-1 1 1 0 0,1 0-1 0 0,0-1 0 0 0,0 1 1 0 0,0-1-1 0 0,0 0 1 0 0,1 1-1 0 0,-1-1 0 0 0,0 0 1 0 0,0 1-1 0 0,0-1 1 0 0,0 0-1 0 0,0 0 0 0 0,2 0 1 0 0,-2 0 15 0 0,1 0 0 0 0,0 0 0 0 0,-1 0 1 0 0,1 0-1 0 0,0 0 0 0 0,-1 0 0 0 0,1 1 0 0 0,0-1 1 0 0,2 1-1 0 0,-1 0 28 0 0,-1 0 167 0 0,8-8 71 0 0,-4 4-315 0 0,-3 2-167 0 0,1 0 0 0 0,-1 0 0 0 0,0 0 1 0 0,0 0-1 0 0,0 1 0 0 0,0-1 0 0 0,1 1 0 0 0,-1 0 0 0 0,4 0 1 0 0,-4 0-417 0 0,0 1 0 0 0,0 0 1 0 0,0 0-1 0 0,0 0 0 0 0,0 0 1 0 0,0 0-1 0 0,-1 0 0 0 0,5 3 1 0 0,3 1-1573 0 0</inkml:trace>
</inkml:ink>
</file>

<file path=ppt/ink/ink1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19"/>
    </inkml:context>
    <inkml:brush xml:id="br0">
      <inkml:brushProperty name="width" value="0.05" units="cm"/>
      <inkml:brushProperty name="height" value="0.05" units="cm"/>
      <inkml:brushProperty name="color" value="#004F8B"/>
    </inkml:brush>
  </inkml:definitions>
  <inkml:trace contextRef="#ctx0" brushRef="#br0">190 89 10799 0 0,'0'0'1079'0'0,"1"1"-984"0"0,-1-1-85 0 0,1 0 0 0 0,-1 0 0 0 0,0 0 1 0 0,1 0-1 0 0,-1 1 0 0 0,0-1 1 0 0,1 0-1 0 0,-1 0 0 0 0,0 0 0 0 0,1 0 1 0 0,-1 0-1 0 0,1 0 0 0 0,-1 0 1 0 0,0 0-1 0 0,1 0 0 0 0,-1 0 0 0 0,0 0 1 0 0,1 0-1 0 0,-1-1 0 0 0,0 1 1 0 0,1 0-1 0 0,-1 0 0 0 0,0 0 0 0 0,1 0 1 0 0,-1-1-1 0 0,0 1 0 0 0,1 0 0 0 0,-1 0 1 0 0,0-1-1 0 0,0 1 0 0 0,1 0 1 0 0,-1 0-1 0 0,0-1 0 0 0,0 1 0 0 0,1 0 1 0 0,-1-1-1 0 0,0 1 0 0 0,0 0 1 0 0,0-1-1 0 0,2-2 575 0 0,22-37 7020 0 0,-24 32-6289 0 0,-2 4 1616 0 0,-1 1-2792 0 0,-1 0 0 0 0,0 0 1 0 0,1 1-1 0 0,-1-1 1 0 0,0 1-1 0 0,0 0 0 0 0,-1 0 1 0 0,1 0-1 0 0,0 0 0 0 0,-1 1 1 0 0,1 0-1 0 0,-1 0 0 0 0,1 0 1 0 0,-9 0-1 0 0,12 1-119 0 0,-1 0 0 0 0,1 1-1 0 0,0-1 1 0 0,0 0 0 0 0,0 1 0 0 0,0-1-1 0 0,0 1 1 0 0,0-1 0 0 0,0 1 0 0 0,0-1-1 0 0,-1 2 1 0 0,-4 2 25 0 0,1-1-7 0 0,-1 0 1 0 0,0 0-1 0 0,1 0 1 0 0,-1 1 0 0 0,1-1-1 0 0,0 1 1 0 0,0 1-1 0 0,0-1 1 0 0,1 1-1 0 0,0 0 1 0 0,0 0-1 0 0,0 0 1 0 0,0 0 0 0 0,-5 12-1 0 0,7-12-33 0 0,0 0 1 0 0,0 0-1 0 0,-1-1 1 0 0,1 1-1 0 0,-1 0 0 0 0,0-1 1 0 0,-1 0-1 0 0,1 0 1 0 0,-8 7-1 0 0,9-9-6 0 0,0 1 0 0 0,0-1 0 0 0,0 0 0 0 0,0 1 0 0 0,1 0 0 0 0,-1-1 0 0 0,1 1 0 0 0,-1 0 0 0 0,1 0 0 0 0,0 0 0 0 0,0 0 0 0 0,0 0 0 0 0,1 0 0 0 0,-1 0 0 0 0,0 6 0 0 0,0-4 0 0 0,-1 19 0 0 0,6-14 0 0 0,-1-5 0 0 0,3 8 0 0 0,6 8 3 0 0,-3-15-7 0 0,-4-3-10 0 0,-2-1 14 0 0,0 1 0 0 0,0-1 0 0 0,0-1-1 0 0,0 1 1 0 0,0 0 0 0 0,0-1 0 0 0,0 1-1 0 0,0-1 1 0 0,1 0 0 0 0,5 1 0 0 0,1 0 5 0 0,-7-1 5 0 0,-1 0-1 0 0,1-1 1 0 0,0 1 0 0 0,0 0-1 0 0,0-1 1 0 0,0 0 0 0 0,0 0-1 0 0,4 0 1 0 0,-1 0 16 0 0,5-3-4 0 0,-4 1-17 0 0,-1-1-1 0 0,0 0 1 0 0,-1-1 0 0 0,1 0 0 0 0,-1 0 0 0 0,0 0 0 0 0,1 0 0 0 0,-2-1-1 0 0,1 0 1 0 0,6-8 0 0 0,-9 11 23 0 0,-1-1 0 0 0,1 0-1 0 0,0 1 1 0 0,-1-1 0 0 0,0 0 0 0 0,0 0 0 0 0,0 0-1 0 0,0 0 1 0 0,1-5 0 0 0,0-1-53 0 0,3-5 169 0 0,-2 0 0 0 0,0 0 0 0 0,-1 0 0 0 0,0 0 0 0 0,0-25 0 0 0,1 54 168 0 0,11 72-321 0 0,-14-78-6 0 0,2-1-1 0 0,-1 1 1 0 0,1-1-1 0 0,0 0 1 0 0,1 0-1 0 0,0 0 1 0 0,6 12-1 0 0,-1-8 107 0 0,-3-10-79 0 0,-2-1 2 0 0,4 7 8 0 0,2-1 20 0 0,-2-6-34 0 0,-6-1-28 0 0,1 0-1 0 0,-1 0 1 0 0,0 0-1 0 0,1 0 1 0 0,-1 0-1 0 0,0 1 1 0 0,1-1-1 0 0,-1 0 1 0 0,0 1 0 0 0,1-1-1 0 0,-1 1 1 0 0,0 0-1 0 0,0-1 1 0 0,1 1-1 0 0,-1 0 1 0 0,1 1-1 0 0,0-1-1343 0 0</inkml:trace>
</inkml:ink>
</file>

<file path=ppt/ink/ink1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20"/>
    </inkml:context>
    <inkml:brush xml:id="br0">
      <inkml:brushProperty name="width" value="0.05" units="cm"/>
      <inkml:brushProperty name="height" value="0.05" units="cm"/>
      <inkml:brushProperty name="color" value="#004F8B"/>
    </inkml:brush>
  </inkml:definitions>
  <inkml:trace contextRef="#ctx0" brushRef="#br0">300 62 9327 0 0,'0'0'846'0'0,"1"-2"-434"0"0,0 2-213 0 0,-1-1 1 0 0,0 0-1 0 0,1 0 1 0 0,-1 0 0 0 0,0 0-1 0 0,1 0 1 0 0,-1 0-1 0 0,0 0 1 0 0,0 0 0 0 0,0 0-1 0 0,0 0 1 0 0,0 0-1 0 0,0 0 1 0 0,0 0-1 0 0,0 0 1 0 0,0 0 0 0 0,-1 0-1 0 0,1 0 1 0 0,0 0-1 0 0,0 0 1 0 0,-1 1 0 0 0,0-2-1 0 0,0-1 260 0 0,-1 1-1 0 0,1 0 1 0 0,-1 0-1 0 0,1 0 1 0 0,-1 0-1 0 0,0 0 1 0 0,0 0-1 0 0,-4-2 1 0 0,3 2-247 0 0,1 0 1 0 0,-1 0-1 0 0,0 1 1 0 0,0-1 0 0 0,0 1-1 0 0,0 0 1 0 0,0-1-1 0 0,-1 1 1 0 0,1 1 0 0 0,0-1-1 0 0,0 0 1 0 0,-1 1-1 0 0,1 0 1 0 0,0 0 0 0 0,-6 0-1 0 0,-10 7 93 0 0,14-5-159 0 0,1 0 0 0 0,-1-1 0 0 0,1 1 0 0 0,-8 0 0 0 0,4-1-62 0 0,0 1 0 0 0,0 1 0 0 0,0-1 0 0 0,0 1 0 0 0,1 0 0 0 0,-10 6 0 0 0,12-6-60 0 0,0 0-1 0 0,0 1 1 0 0,0-1-1 0 0,1 1 1 0 0,-1 0-1 0 0,1 0 1 0 0,0 0 0 0 0,0 1-1 0 0,-5 8 1 0 0,3-3 6 0 0,2-3-5 0 0,0 0-1 0 0,1-1 0 0 0,-6 15 1 0 0,7-15-10 0 0,0-1 0 0 0,-1 1 1 0 0,0-1-1 0 0,-5 7 0 0 0,5-7-71 0 0,0 0 0 0 0,0 0 1 0 0,1 0-1 0 0,-4 10 0 0 0,5-12 59 0 0,0 1-1 0 0,1 0 1 0 0,0-1-1 0 0,0 1 1 0 0,0 0-1 0 0,0 0 1 0 0,1-1-1 0 0,-1 1 1 0 0,1 0 0 0 0,2 6-1 0 0,3 15 19 0 0,-6-25-25 0 0,0 1 0 0 0,0 0-1 0 0,1-1 1 0 0,-1 1 0 0 0,1 0-1 0 0,-1-1 1 0 0,1 1 0 0 0,-1 0-1 0 0,1-1 1 0 0,-1 1 0 0 0,1-1-1 0 0,-1 1 1 0 0,1-1 0 0 0,-1 1-1 0 0,1-1 1 0 0,1 1-1 0 0,-2-1 12 0 0,1 1 0 0 0,-1-1 0 0 0,1 0 0 0 0,-1 1 0 0 0,1-1 0 0 0,-1 0 0 0 0,1 1 0 0 0,-1-1 0 0 0,0 0 0 0 0,1 1 0 0 0,-1-1 0 0 0,0 1 0 0 0,1-1 0 0 0,-1 1 0 0 0,0-1-1 0 0,0 1 1 0 0,1-1 0 0 0,-1 1 0 0 0,0-1 0 0 0,0 1 0 0 0,0 0 0 0 0,3 0 57 0 0,2 1-54 0 0,1 0-1 0 0,-1 0 1 0 0,1 0 0 0 0,-1-1-1 0 0,1 0 1 0 0,0 0-1 0 0,0 0 1 0 0,-1-1 0 0 0,1 0-1 0 0,0 0 1 0 0,0 0 0 0 0,-1-1-1 0 0,1 0 1 0 0,0 0-1 0 0,-1 0 1 0 0,1-1 0 0 0,-1 0-1 0 0,9-3 1 0 0,5-2-18 0 0,-17 6 15 0 0,1 1 1 0 0,-1-1-1 0 0,0 0 0 0 0,1 1 1 0 0,-1-1-1 0 0,0 0 1 0 0,0 0-1 0 0,0-1 0 0 0,0 1 1 0 0,0 0-1 0 0,0-1 0 0 0,0 1 1 0 0,0-1-1 0 0,2-3 0 0 0,4-9 191 0 0,10-24-1 0 0,-17 37-37 0 0,0-1-27 0 0,3-8-93 0 0,-1 1 0 0 0,0-1 0 0 0,0-1 0 0 0,2-19-1 0 0,-1 6 412 0 0,-4 18-364 0 0,0 0 0 0 0,-1-1 0 0 0,1 1 0 0 0,-1 0 0 0 0,0 0-1 0 0,-4-11 1 0 0,3 7 154 0 0,-13 2 159 0 0,7-7-212 0 0,8 15-180 0 0,-1 0 0 0 0,0 0 0 0 0,0 0 0 0 0,1 0 0 0 0,-1 1-1 0 0,0-1 1 0 0,0 0 0 0 0,1 0 0 0 0,-1 0 0 0 0,0 1 0 0 0,1-1 0 0 0,-1 0 0 0 0,0 1 0 0 0,1-1 0 0 0,-2 1-1 0 0,2-1-4 0 0,-1 1-3 0 0,-1 0-1 0 0,1 0 0 0 0,-1 0 1 0 0,1 0-1 0 0,0 1 0 0 0,0-1 1 0 0,0 0-1 0 0,0 1 0 0 0,0-1 1 0 0,0 1-1 0 0,0-1 0 0 0,0 1 1 0 0,0-1-1 0 0,1 1 0 0 0,-1-1 1 0 0,1 1-1 0 0,-1 1 0 0 0,0 3-16 0 0,0 1 0 0 0,1-1 0 0 0,-1 9 0 0 0,1 6 31 0 0,-1-10-17 0 0,0-1 1 0 0,1 1 0 0 0,1 0-1 0 0,-1-1 1 0 0,2 1 0 0 0,0 0-1 0 0,0-1 1 0 0,7 19-1 0 0,-1-4-34 0 0,-5-15 17 0 0,-1-1 0 0 0,2 0 0 0 0,8 16 0 0 0,-3-8 57 0 0,11 17 115 0 0,-19-32-147 0 0,0 0 0 0 0,0-1 0 0 0,1 1 0 0 0,-1-1 0 0 0,0 1 0 0 0,1-1 0 0 0,0 0 0 0 0,-1 1 0 0 0,1-1 0 0 0,0 0 0 0 0,-1 0 0 0 0,1 0 0 0 0,0 0 0 0 0,4 1 0 0 0,2-2-130 0 0,-6 0-201 0 0</inkml:trace>
</inkml:ink>
</file>

<file path=ppt/ink/ink1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21"/>
    </inkml:context>
    <inkml:brush xml:id="br0">
      <inkml:brushProperty name="width" value="0.05" units="cm"/>
      <inkml:brushProperty name="height" value="0.05" units="cm"/>
      <inkml:brushProperty name="color" value="#004F8B"/>
    </inkml:brush>
  </inkml:definitions>
  <inkml:trace contextRef="#ctx0" brushRef="#br0">75 14 8287 0 0,'0'0'4032'0'0,"-2"0"-3517"0"0,1-1-1 0 0,-1 1 0 0 0,1-1 0 0 0,0 1 1 0 0,-1 0-1 0 0,1 0 0 0 0,-1-1 0 0 0,1 1 1 0 0,-3 0-1 0 0,4 1-481 0 0,-1-1 0 0 0,1 0 1 0 0,-1 1-1 0 0,1-1 0 0 0,-1 1 1 0 0,0-1-1 0 0,1 1 0 0 0,0-1 0 0 0,-1 1 1 0 0,1-1-1 0 0,-1 1 0 0 0,1-1 1 0 0,0 1-1 0 0,-1 0 0 0 0,1-1 0 0 0,0 1 1 0 0,0 0-1 0 0,-1-1 0 0 0,1 1 1 0 0,0 0-1 0 0,0-1 0 0 0,0 1 0 0 0,0 0 1 0 0,0 1-1 0 0,0 0 600 0 0,0-2-627 0 0,0 0 0 0 0,1 0 1 0 0,-1 0-1 0 0,0 0 0 0 0,0 0 0 0 0,1 0 0 0 0,-1 0 0 0 0,0 0 0 0 0,0 0 1 0 0,0 0-1 0 0,1 0 0 0 0,-1 0 0 0 0,0 1 0 0 0,0-1 0 0 0,1 0 0 0 0,-1 0 1 0 0,0 0-1 0 0,0 0 0 0 0,0 0 0 0 0,0 1 0 0 0,1-1 0 0 0,-1 0 0 0 0,0 0 1 0 0,0 0-1 0 0,0 1 0 0 0,0-1 0 0 0,1 0 0 0 0,-1 1 6 0 0,0-1 0 0 0,0 0 1 0 0,0 1-1 0 0,0-1 0 0 0,1 0 0 0 0,-1 0 0 0 0,0 1 0 0 0,0-1 0 0 0,1 0 1 0 0,-1 0-1 0 0,0 1 0 0 0,0-1 0 0 0,1 0 0 0 0,-1 0 0 0 0,0 0 0 0 0,1 1 1 0 0,-1-1-1 0 0,0 0 0 0 0,1 0 0 0 0,-1 0 0 0 0,0 0 0 0 0,1 0 0 0 0,-1 0 1 0 0,0 0-1 0 0,1 0 0 0 0,-1 0 0 0 0,1 0 0 0 0,10 0 1146 0 0,-11-2-1025 0 0,-1-1-66 0 0,1 1 0 0 0,-1-1-1 0 0,0 0 1 0 0,0 0 0 0 0,0 1 0 0 0,-2-5 0 0 0,2 5 238 0 0,0 2-203 0 0,-27-9 276 0 0,28 9-369 0 0,-1-1 0 0 0,1 1-1 0 0,-1 0 1 0 0,1 0 0 0 0,-1 0 0 0 0,1 0-1 0 0,-1 0 1 0 0,1 0 0 0 0,0 0-1 0 0,-1 0 1 0 0,1 0 0 0 0,-1 1 0 0 0,1-1-1 0 0,-1 0 1 0 0,1 0 0 0 0,-1 0-1 0 0,1 0 1 0 0,0 1 0 0 0,-1-1 0 0 0,1 0-1 0 0,-1 0 1 0 0,1 1 0 0 0,-1-1 0 0 0,-2 2 162 0 0,-8 6-159 0 0,10-3-13 0 0,0-3 1 0 0,-2 3-1 0 0,2-3 0 0 0,0 0 0 0 0,0 0 0 0 0,1 0-1 0 0,-1 0 1 0 0,0 0 0 0 0,1 0 0 0 0,0 0-1 0 0,-1 0 1 0 0,1 0 0 0 0,0 2-1 0 0,-1-2-67 0 0,3 0-52 0 0,-2-1 120 0 0,1 0 5 0 0,0 1-1 0 0,0-1 1 0 0,-1 1 0 0 0,1-1-1 0 0,0 0 1 0 0,0 0-1 0 0,0 1 1 0 0,1-1 0 0 0,-1 0-1 0 0,0 0 1 0 0,3 1-1 0 0,2 0 19 0 0,-4-2 31 0 0,-2 0-45 0 0,0-1 0 0 0,0 1 0 0 0,1-1 0 0 0,-1 1 0 0 0,0-1 0 0 0,0 1 0 0 0,0 0 0 0 0,1-1 0 0 0,-1 1-1 0 0,0 0 1 0 0,0-1 0 0 0,1 1 0 0 0,-1 0 0 0 0,0-1 0 0 0,1 1 0 0 0,-1 0 0 0 0,0-1 0 0 0,1 1 0 0 0,-1 0 0 0 0,1 0 0 0 0,-1 0 0 0 0,0-1 0 0 0,1 1-1 0 0,-1 0 1 0 0,1 0 0 0 0,0 0 0 0 0,11-2 714 0 0,-15-18 281 0 0,1 6-964 0 0,1 12-41 0 0,-7-15 18 0 0,7 14 160 0 0,-3 7 15 0 0,17 25-8478 0 0</inkml:trace>
</inkml:ink>
</file>

<file path=ppt/ink/ink1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22"/>
    </inkml:context>
    <inkml:brush xml:id="br0">
      <inkml:brushProperty name="width" value="0.05" units="cm"/>
      <inkml:brushProperty name="height" value="0.05" units="cm"/>
      <inkml:brushProperty name="color" value="#004F8B"/>
    </inkml:brush>
  </inkml:definitions>
  <inkml:trace contextRef="#ctx0" brushRef="#br0">2 21 919 0 0,'9'-21'25334'0'0,"-8"30"-25897"0"0,2 6 594 0 0,-2-8-11 0 0,0 1 0 0 0,0-1 0 0 0,0 0 0 0 0,-1 1 1 0 0,-1 11-1 0 0,-15 89 108 0 0,15-99-93 0 0,0-6 69 0 0,3 43-390 0 0,-2-38 126 0 0,0-6-272 0 0</inkml:trace>
</inkml:ink>
</file>

<file path=ppt/ink/ink1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23"/>
    </inkml:context>
    <inkml:brush xml:id="br0">
      <inkml:brushProperty name="width" value="0.05" units="cm"/>
      <inkml:brushProperty name="height" value="0.05" units="cm"/>
      <inkml:brushProperty name="color" value="#004F8B"/>
    </inkml:brush>
  </inkml:definitions>
  <inkml:trace contextRef="#ctx0" brushRef="#br0">66 26 10015 0 0,'0'0'912'0'0,"-1"-1"-753"0"0,-5-9-127 0 0,0 4 4398 0 0,2 2-2400 0 0,3 4-1915 0 0,1-1 0 0 0,0 1 0 0 0,-1 0 0 0 0,1-1 0 0 0,0 1 0 0 0,-1 0 0 0 0,1-1 0 0 0,-1 1 0 0 0,1 0 0 0 0,0 0 0 0 0,-1-1 0 0 0,1 1 0 0 0,-1 0 0 0 0,1 0 0 0 0,-1 0 0 0 0,1 0 0 0 0,-1 0 0 0 0,1 0 0 0 0,-1 0 0 0 0,1 0 0 0 0,-1 0 0 0 0,1 0 0 0 0,-1 0 0 0 0,1 0 0 0 0,0 0 0 0 0,-1 0 0 0 0,1 0 0 0 0,-1 0 0 0 0,1 0 0 0 0,-1 1 0 0 0,0-1 0 0 0,-13 9 1791 0 0,11-6-2298 0 0,0-2 444 0 0,0 1-26 0 0,-5 11 255 0 0,8-11-266 0 0,-1 0 0 0 0,1 0-1 0 0,-1-1 1 0 0,1 1 0 0 0,0 0 0 0 0,-1 0-1 0 0,1 0 1 0 0,0 0 0 0 0,0 2 0 0 0,1 4 9 0 0,0 4-24 0 0,0-11 11 0 0,-1 0-1 0 0,1 0 1 0 0,0 0-1 0 0,0 0 1 0 0,0-1-1 0 0,0 1 1 0 0,-1 0-1 0 0,1 0 1 0 0,0-1-1 0 0,0 1 1 0 0,1-1-1 0 0,-1 1 1 0 0,0-1-1 0 0,0 1 1 0 0,0-1-1 0 0,0 0 1 0 0,0 0-1 0 0,0 1 1 0 0,1-1-1 0 0,-1 0 1 0 0,0 0-1 0 0,0 0 1 0 0,0 0-1 0 0,0 0 1 0 0,1 0-1 0 0,-1-1 1 0 0,0 1-1 0 0,0 0 1 0 0,0-1-1 0 0,0 1 1 0 0,2-1-1 0 0,-3 1 6 0 0,1 0 0 0 0,-1 0 0 0 0,1 0 0 0 0,-1 0 0 0 0,0-1 0 0 0,1 1 0 0 0,-1 0 0 0 0,1 0 0 0 0,-1 0 0 0 0,0 0 0 0 0,1-1 0 0 0,-1 1 0 0 0,0 0 0 0 0,1 0 0 0 0,-1-1 0 0 0,0 1 0 0 0,1 0 0 0 0,-1 0 0 0 0,0-1 0 0 0,1 1 0 0 0,-1 0 0 0 0,0-1 0 0 0,0 1 0 0 0,1-1 0 0 0,-1 1 0 0 0,0 0 0 0 0,0-1 0 0 0,0 1 0 0 0,0 0-1 0 0,0-1 1 0 0,0 1 0 0 0,1-1 0 0 0,-1 1 0 0 0,0-1 0 0 0,0 1 0 0 0,0 0 0 0 0,0-1 0 0 0,0 1 0 0 0,-1-1 0 0 0,1 1 0 0 0,0-1 0 0 0,0 1 0 0 0,0-1 0 0 0,-1-12 457 0 0,1 11-402 0 0,0 1 0 0 0,0-1 0 0 0,0 0 0 0 0,0 1 0 0 0,-1-1 0 0 0,1 0 0 0 0,-1 1 1 0 0,0-3-1 0 0,-1-2 185 0 0,1 4 32 0 0,-9-7-159 0 0,8 6-201 0 0,-13-5-512 0 0,15 9 636 0 0,-1 0 0 0 0,1-1 0 0 0,-1 1 0 0 0,1-1 0 0 0,-1 1 0 0 0,1 0 0 0 0,-1-1 0 0 0,1 1 0 0 0,0 0 0 0 0,-1 0 0 0 0,1-1 0 0 0,0 1 0 0 0,0 0 0 0 0,-1 1 0 0 0,1-2 8 0 0,-5 23 370 0 0,11-4-9386 0 0,6-1 5473 0 0</inkml:trace>
</inkml:ink>
</file>

<file path=ppt/ink/ink1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24"/>
    </inkml:context>
    <inkml:brush xml:id="br0">
      <inkml:brushProperty name="width" value="0.05" units="cm"/>
      <inkml:brushProperty name="height" value="0.05" units="cm"/>
      <inkml:brushProperty name="color" value="#004F8B"/>
    </inkml:brush>
  </inkml:definitions>
  <inkml:trace contextRef="#ctx0" brushRef="#br0">54 45 11167 0 0,'0'0'256'0'0,"-1"-1"35"0"0,1-1-222 0 0,-1 0 0 0 0,1 0 1 0 0,0 0-1 0 0,0 0 0 0 0,0 1 0 0 0,0-1 1 0 0,0 0-1 0 0,0 0 0 0 0,1-3 0 0 0,-1 4-86 0 0,-3-20 12332 0 0,2 24-12088 0 0,-1 95 772 0 0,-4-1-2002 0 0,-8 13 2245 0 0,2-27-708 0 0,11-75-522 0 0,-7 63 78 0 0,3 127 0 0 0,6-189-66 0 0,0 1 0 0 0,0 0 0 0 0,1 0 0 0 0,1 0 0 0 0,0-1 0 0 0,0 0 0 0 0,6 13 0 0 0,-8-21-24 0 0,0 1 0 0 0,-1 0 0 0 0,1 0 0 0 0,0-1 0 0 0,0 1 1 0 0,1-1-1 0 0,-1 1 0 0 0,0-1 0 0 0,0 1 0 0 0,1-1 0 0 0,-1 0 0 0 0,1 1 0 0 0,-1-1 0 0 0,1 0 0 0 0,-1 0 0 0 0,1 0 0 0 0,0 0 1 0 0,0 0-1 0 0,-1-1 0 0 0,1 1 0 0 0,0-1 0 0 0,0 1 0 0 0,0-1 0 0 0,0 1 0 0 0,0-1 0 0 0,-1 0 0 0 0,1 0 0 0 0,0 0 0 0 0,0 0 1 0 0,0 0-1 0 0,3-1 0 0 0,6 0 9 0 0,-9 1-8 0 0,1 1 0 0 0,0-1 0 0 0,-1 0 0 0 0,1-1 0 0 0,0 1 0 0 0,-1 0 0 0 0,1-1 0 0 0,0 1 0 0 0,-1-1 0 0 0,1 0 0 0 0,-1 0 0 0 0,1 0 0 0 0,-1 0 0 0 0,0 0 0 0 0,1-1 0 0 0,-1 1 0 0 0,0-1 0 0 0,0 0 0 0 0,0 1 0 0 0,0-1 0 0 0,0 0 0 0 0,0 0 0 0 0,0 0 0 0 0,1-3 0 0 0,12-12-287 0 0,-13 15-91 0 0,0 0 1 0 0,0 0 0 0 0,-1 0-1 0 0,1 0 1 0 0,-1 0-1 0 0,1 0 1 0 0,0-4 0 0 0,5-5-2078 0 0,-3 5 608 0 0</inkml:trace>
</inkml:ink>
</file>

<file path=ppt/ink/ink1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25"/>
    </inkml:context>
    <inkml:brush xml:id="br0">
      <inkml:brushProperty name="width" value="0.05" units="cm"/>
      <inkml:brushProperty name="height" value="0.05" units="cm"/>
      <inkml:brushProperty name="color" value="#004F8B"/>
    </inkml:brush>
  </inkml:definitions>
  <inkml:trace contextRef="#ctx0" brushRef="#br0">17 57 12239 0 0,'0'0'1106'0'0,"-1"-1"-913"0"0,-14-4 8023 0 0,31 1-7375 0 0,-5 1-590 0 0,29-2 478 0 0,125-23 1766 0 0,-124 18-1855 0 0,-38 10-551 0 0,-1 0-16 0 0,9 0-250 0 0,-10 0 153 0 0,-1 0-1 0 0,0 0 0 0 0,0 0 1 0 0,0 0-1 0 0,0 0 1 0 0,0 0-1 0 0,0 0 1 0 0,1 0-1 0 0,-1 0 1 0 0,0 0-1 0 0,0 0 0 0 0,0 0 1 0 0,0 0-1 0 0,0 0 1 0 0,0 0-1 0 0,0 0 1 0 0,1 0-1 0 0,-1 0 1 0 0,0 0-1 0 0,0 0 1 0 0,0 0-1 0 0,0 1 0 0 0,0-1 1 0 0,0 0-1 0 0,0 0 1 0 0,0 0-1 0 0,1 0 1 0 0,-1 0-1 0 0,0 0 1 0 0,0 0-1 0 0,0 0 0 0 0,0 0 1 0 0,0 1-1 0 0,0-1 1 0 0,0 0-1 0 0,0 0 1 0 0,0 0-1 0 0,0 0 1 0 0,0 0-1 0 0,0 1 0 0 0,5 11-1360 0 0</inkml:trace>
</inkml:ink>
</file>

<file path=ppt/ink/ink1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26"/>
    </inkml:context>
    <inkml:brush xml:id="br0">
      <inkml:brushProperty name="width" value="0.05" units="cm"/>
      <inkml:brushProperty name="height" value="0.05" units="cm"/>
      <inkml:brushProperty name="color" value="#004F8B"/>
    </inkml:brush>
  </inkml:definitions>
  <inkml:trace contextRef="#ctx0" brushRef="#br0">10 1062 3335 0 0,'1'26'-146'0'0,"-2"-8"3870"0"0,1-15-2618 0 0,-2-3-366 0 0,0-8 108 0 0,2-6 2388 0 0,0 16-2816 0 0,0 6-4 0 0,0-6 952 0 0,0 1-888 0 0,-4 30 1211 0 0,3-17-1375 0 0,2-30 3508 0 0,5-24-2938 0 0,-1 41-793 0 0,-5-3-80 0 0,0 1 1 0 0,0-1-1 0 0,0 0 1 0 0,1 1-1 0 0,-1-1 1 0 0,0 0-1 0 0,1 0 1 0 0,-1 1-1 0 0,0-1 1 0 0,1 0-1 0 0,-1 0 1 0 0,0 0-1 0 0,1 0 1 0 0,-1 1-1 0 0,0-1 1 0 0,1 0-1 0 0,-1 0 1 0 0,0 0-1 0 0,1 0 1 0 0,-1 0-1 0 0,1 0 1 0 0,18-11 239 0 0,-15 9-189 0 0,1 0 0 0 0,-1-1 1 0 0,0 0-1 0 0,0 1 0 0 0,4-5 0 0 0,-3 2 8 0 0,0-1-1 0 0,-1-1 0 0 0,1 1 1 0 0,-1-1-1 0 0,-1 1 0 0 0,1-1 1 0 0,2-9-1 0 0,4-6 114 0 0,12-15 241 0 0,-12 7-89 0 0,0-1 1 0 0,-3-1 0 0 0,8-56 0 0 0,-11 58 27 0 0,5-40-201 0 0,1-24 31 0 0,-5 43-326 0 0,7-163 404 0 0,-13 189-226 0 0,-2-1 0 0 0,-6-28 0 0 0,-15-75-36 0 0,22 122-12 0 0,0 1-1 0 0,-1-1 0 0 0,0 1 1 0 0,0-1-1 0 0,0 1 1 0 0,-1 0-1 0 0,0 0 1 0 0,0 1-1 0 0,-1-1 1 0 0,1 1-1 0 0,-7-6 0 0 0,10 11-8 0 0,-1-1 0 0 0,1 0 0 0 0,0 1 0 0 0,0 0-1 0 0,-1-1 1 0 0,1 1 0 0 0,0 0 0 0 0,-1-1 0 0 0,1 1-1 0 0,0 0 1 0 0,-1 0 0 0 0,1 0 0 0 0,-1 0 0 0 0,1 0-1 0 0,0 0 1 0 0,-1 1 0 0 0,-1-1 0 0 0,-20 10 239 0 0,21-9-256 0 0,-5 3 27 0 0,4-2-13 0 0,1 1 0 0 0,-1-1-1 0 0,1 1 1 0 0,0-1 0 0 0,0 1 0 0 0,0 0-1 0 0,0-1 1 0 0,0 1 0 0 0,0 0 0 0 0,1 0-1 0 0,-2 7 1 0 0,-2 0-123 0 0,4-8 7 0 0,0 1 33 0 0,-1 6 108 0 0,-1 6 112 0 0,-1 0 0 0 0,-1 26 0 0 0,5-34-124 0 0,-2 13 0 0 0,1 1 0 0 0,1 0 0 0 0,4 36 0 0 0,-4-52 0 0 0,1 1 0 0 0,-1-1 0 0 0,-1 0 0 0 0,1 1 0 0 0,-2 5 0 0 0,0 16 0 0 0,1-5 3 0 0,1-6-11 0 0,0 1 1 0 0,5 27-1 0 0,-3-25-67 0 0,-1 2 0 0 0,-1 25 0 0 0,-1 14 344 0 0,7 68-253 0 0,-5-100-77 0 0,6 46-1 0 0,-1 4-19 0 0,-6-14 355 0 0,-1-45-266 0 0,1 0 1 0 0,3 23 0 0 0,2-21-9 0 0,-2 0 0 0 0,0 92 77 0 0,-3-88 54 0 0,0-23 12 0 0,0 1-73 0 0,0 127 85 0 0,0-111-155 0 0,0-17 0 0 0,1 17 0 0 0,2 14 64 0 0,1 63-64 0 0,-6-61 0 0 0,-4 7 0 0 0,3-26 0 0 0,2-10 0 0 0,0 0 0 0 0,1 1 0 0 0,0-1 0 0 0,0 1 0 0 0,0-1 0 0 0,2 8 0 0 0,-2-9 0 0 0,0-1 0 0 0,1 0 0 0 0,-2 1 0 0 0,1-1 0 0 0,0 0 0 0 0,-1 0 0 0 0,-1 6 0 0 0,0-6-2 0 0,2 15 15 0 0,-2 11 45 0 0,2-22-60 0 0,0 1 1 0 0,0-1 0 0 0,2 11 0 0 0,0 4-226 0 0,-2-21 662 0 0</inkml:trace>
</inkml:ink>
</file>

<file path=ppt/ink/ink1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18T11:47:29.227"/>
    </inkml:context>
    <inkml:brush xml:id="br0">
      <inkml:brushProperty name="width" value="0.05" units="cm"/>
      <inkml:brushProperty name="height" value="0.05" units="cm"/>
      <inkml:brushProperty name="color" value="#004F8B"/>
    </inkml:brush>
  </inkml:definitions>
  <inkml:trace contextRef="#ctx0" brushRef="#br0">75 57 6271 0 0,'0'0'6571'0'0,"1"-12"-5249"0"0,-1 6-566 0 0,0 4 438 0 0,-1 0-1118 0 0,0 0 0 0 0,-1 0 1 0 0,2-1-1 0 0,-1 1 0 0 0,0 0 0 0 0,0-1 0 0 0,1 1 1 0 0,-1-4-1 0 0,0-2 190 0 0,0 6 315 0 0,1 2-503 0 0,0 0-1 0 0,0 0 1 0 0,0 0 0 0 0,0-1-1 0 0,-1 1 1 0 0,1 0-1 0 0,0 0 1 0 0,0 0-1 0 0,0 0 1 0 0,-1-1 0 0 0,1 1-1 0 0,0 0 1 0 0,0 0-1 0 0,0 0 1 0 0,-1 0-1 0 0,1 0 1 0 0,0 0 0 0 0,0 0-1 0 0,-1 0 1 0 0,1 0-1 0 0,0 0 1 0 0,0 0-1 0 0,-1 0 1 0 0,1 0 0 0 0,0 0-1 0 0,0 0 1 0 0,-1 0-1 0 0,1 0 1 0 0,0 0-1 0 0,0 0 1 0 0,-1 0 0 0 0,1 0-1 0 0,-1 1-49 0 0,1-1 0 0 0,0 1 0 0 0,-1-1 0 0 0,1 0-1 0 0,-1 1 1 0 0,1-1 0 0 0,-1 1 0 0 0,1-1 0 0 0,-1 0 0 0 0,1 1 0 0 0,-1-1-1 0 0,1 0 1 0 0,-1 0 0 0 0,0 1 0 0 0,1-1 0 0 0,-1 0 0 0 0,1 0 0 0 0,-1 0-1 0 0,0 0 1 0 0,1 0 0 0 0,-1 0 0 0 0,1 0 0 0 0,-1 0 0 0 0,0 0 0 0 0,1 0-1 0 0,-2 0 1 0 0,-1 0 8 0 0,3 0-25 0 0,-1 0 0 0 0,0 1 0 0 0,1-1 0 0 0,-1 0 0 0 0,1 1 0 0 0,-1-1 0 0 0,0 0 0 0 0,1 1 0 0 0,-1-1 1 0 0,1 1-1 0 0,-1-1 0 0 0,1 1 0 0 0,-1-1 0 0 0,1 1 0 0 0,0 0 0 0 0,-1-1 0 0 0,1 1 0 0 0,0-1 0 0 0,-1 1 0 0 0,1 0 0 0 0,0-1 0 0 0,0 1 0 0 0,0 0 0 0 0,0-1 0 0 0,-1 1 0 0 0,1 0 0 0 0,0-1 0 0 0,0 1 0 0 0,0 0 0 0 0,0 0 0 0 0,1 0 0 0 0,-1 1 24 0 0,-1 1 141 0 0,0-4-121 0 0,-1 0 0 0 0,0-1 1 0 0,1 1-1 0 0,-1-1 0 0 0,1 0 0 0 0,0 1 0 0 0,-1-1 0 0 0,0-2 0 0 0,-1 6 8 0 0,3-2-59 0 0,0 1 1 0 0,-1-1-1 0 0,1 0 1 0 0,0 0 0 0 0,-1 0-1 0 0,1 0 1 0 0,0 0-1 0 0,-1 1 1 0 0,1-1-1 0 0,0 0 1 0 0,-1 0 0 0 0,1 0-1 0 0,0 1 1 0 0,0-1-1 0 0,-1 0 1 0 0,1 0-1 0 0,0 1 1 0 0,0-1 0 0 0,0 0-1 0 0,-1 1 1 0 0,1-1-1 0 0,0 0 1 0 0,0 1-1 0 0,0-1 1 0 0,0 1-1 0 0,-5 11 18 0 0,4-9 31 0 0,2 0 0 0 0,0 1-73 0 0,0 1 0 0 0,0-1 0 0 0,0 0 0 0 0,-1 1 0 0 0,0-1-1 0 0,0 7 1 0 0,0-9-23 0 0,1-1 75 0 0,0 0-35 0 0,0 0-9 0 0,0 0 0 0 0,0 0 1 0 0,0 0-1 0 0,0 0 0 0 0,0 0 1 0 0,0 0-1 0 0,0 0 0 0 0,0 0 0 0 0,1 0 1 0 0,-1-1-1 0 0,0 1 0 0 0,2 0 1 0 0,-2-4 69 0 0,8-17 74 0 0,-9 18 92 0 0,2 5-128 0 0,-1-2-90 0 0,11 9 126 0 0,-6-10-43 0 0,-2-10-3 0 0,-4 7-19 0 0,0-1-1 0 0,1 0 1 0 0,-1 0-1 0 0,-1 1 0 0 0,1-1 1 0 0,-1 0-1 0 0,1 1 0 0 0,-1-1 1 0 0,0 0-1 0 0,0 1 0 0 0,-1-1 1 0 0,-2-5 1511 0 0,-11 17-1429 0 0,9-4-117 0 0,-5 3-21 0 0,6 1-26 0 0,3 16-69 0 0,2-22 31 0 0,1 0 42 0 0,4 3 15 0 0,-5-5-5 0 0,0 1 0 0 0,1-1-1 0 0,-1 0 1 0 0,0 1 0 0 0,0-1-1 0 0,1 1 1 0 0,-1-1 0 0 0,0 0-1 0 0,0 1 1 0 0,1-1 0 0 0,-1 0-1 0 0,0 1 1 0 0,1-1 0 0 0,-1 0 0 0 0,1 0-1 0 0,-1 0 1 0 0,0 1 0 0 0,1-1-1 0 0,-1 0 1 0 0,1 0 0 0 0,-1 0-1 0 0,1 0 1 0 0,-1 0 0 0 0,0 1-1 0 0,1-1 1 0 0,-1 0 0 0 0,1 0-1 0 0,-1 0 1 0 0,1 0 0 0 0,-1 0 0 0 0,1-1-1 0 0,-1 1 1 0 0,1 0 0 0 0,10-2-12 0 0,-9 2 67 0 0,1 0-1 0 0,-1-1 1 0 0,0 1-1 0 0,0-1 1 0 0,0 1-1 0 0,0-1 1 0 0,3-1-1 0 0,-5 2-32 0 0,1-1 0 0 0,-1 1 1 0 0,1-1-1 0 0,-1 1 0 0 0,1-1 0 0 0,-1 1 0 0 0,1-1 0 0 0,-1 1 1 0 0,1-1-1 0 0,-1 0 0 0 0,1 1 0 0 0,-1-1 0 0 0,0 0 0 0 0,0 1 1 0 0,1-1-1 0 0,-1 0 0 0 0,0 1 0 0 0,0-1 0 0 0,0 0 0 0 0,0 1 1 0 0,0-1-1 0 0,0 0 0 0 0,0-1 0 0 0,-16-5 459 0 0,13 5-415 0 0,0-1-1 0 0,1 1 0 0 0,-1-1 1 0 0,1 0-1 0 0,-3-3 1 0 0,3-3-29 0 0,1 7-7 0 0,2 10-17 0 0,-1-6-342 0 0,1 1 0 0 0,0 0 1 0 0,0-1-1 0 0,0 1 0 0 0,0 0 0 0 0,0-1 0 0 0,3 4 1 0 0,-3-5-118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347" cy="498215"/>
          </a:xfrm>
          <a:prstGeom prst="rect">
            <a:avLst/>
          </a:prstGeom>
        </p:spPr>
        <p:txBody>
          <a:bodyPr vert="horz" lIns="91440" tIns="45720" rIns="91440" bIns="45720" rtlCol="0"/>
          <a:lstStyle>
            <a:lvl1pPr algn="l">
              <a:defRPr sz="1200"/>
            </a:lvl1pPr>
          </a:lstStyle>
          <a:p>
            <a:endParaRPr lang="es-ES"/>
          </a:p>
        </p:txBody>
      </p:sp>
      <p:sp>
        <p:nvSpPr>
          <p:cNvPr id="3" name="Date Placeholder 2"/>
          <p:cNvSpPr>
            <a:spLocks noGrp="1"/>
          </p:cNvSpPr>
          <p:nvPr>
            <p:ph type="dt" idx="1"/>
          </p:nvPr>
        </p:nvSpPr>
        <p:spPr>
          <a:xfrm>
            <a:off x="3851342" y="0"/>
            <a:ext cx="2946347" cy="498215"/>
          </a:xfrm>
          <a:prstGeom prst="rect">
            <a:avLst/>
          </a:prstGeom>
        </p:spPr>
        <p:txBody>
          <a:bodyPr vert="horz" lIns="91440" tIns="45720" rIns="91440" bIns="45720" rtlCol="0"/>
          <a:lstStyle>
            <a:lvl1pPr algn="r">
              <a:defRPr sz="1200"/>
            </a:lvl1pPr>
          </a:lstStyle>
          <a:p>
            <a:fld id="{A93DBFC0-00FC-4C8F-976D-30EC62A610F5}" type="datetimeFigureOut">
              <a:rPr lang="es-ES" smtClean="0"/>
              <a:t>02/03/2026</a:t>
            </a:fld>
            <a:endParaRPr lang="es-ES"/>
          </a:p>
        </p:txBody>
      </p:sp>
      <p:sp>
        <p:nvSpPr>
          <p:cNvPr id="4" name="Slide Image Placeholder 3"/>
          <p:cNvSpPr>
            <a:spLocks noGrp="1" noRot="1" noChangeAspect="1"/>
          </p:cNvSpPr>
          <p:nvPr>
            <p:ph type="sldImg" idx="2"/>
          </p:nvPr>
        </p:nvSpPr>
        <p:spPr>
          <a:xfrm>
            <a:off x="422275" y="1241425"/>
            <a:ext cx="5954713" cy="3351213"/>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679927" y="4778722"/>
            <a:ext cx="5439410" cy="3909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6" name="Footer Placeholder 5"/>
          <p:cNvSpPr>
            <a:spLocks noGrp="1"/>
          </p:cNvSpPr>
          <p:nvPr>
            <p:ph type="ftr" sz="quarter" idx="4"/>
          </p:nvPr>
        </p:nvSpPr>
        <p:spPr>
          <a:xfrm>
            <a:off x="0" y="9431600"/>
            <a:ext cx="2946347" cy="498214"/>
          </a:xfrm>
          <a:prstGeom prst="rect">
            <a:avLst/>
          </a:prstGeom>
        </p:spPr>
        <p:txBody>
          <a:bodyPr vert="horz" lIns="91440" tIns="45720" rIns="91440" bIns="45720" rtlCol="0" anchor="b"/>
          <a:lstStyle>
            <a:lvl1pPr algn="l">
              <a:defRPr sz="1200"/>
            </a:lvl1pPr>
          </a:lstStyle>
          <a:p>
            <a:endParaRPr lang="es-ES"/>
          </a:p>
        </p:txBody>
      </p:sp>
      <p:sp>
        <p:nvSpPr>
          <p:cNvPr id="7" name="Slide Number Placeholder 6"/>
          <p:cNvSpPr>
            <a:spLocks noGrp="1"/>
          </p:cNvSpPr>
          <p:nvPr>
            <p:ph type="sldNum" sz="quarter" idx="5"/>
          </p:nvPr>
        </p:nvSpPr>
        <p:spPr>
          <a:xfrm>
            <a:off x="3851342" y="9431600"/>
            <a:ext cx="2946347" cy="498214"/>
          </a:xfrm>
          <a:prstGeom prst="rect">
            <a:avLst/>
          </a:prstGeom>
        </p:spPr>
        <p:txBody>
          <a:bodyPr vert="horz" lIns="91440" tIns="45720" rIns="91440" bIns="45720" rtlCol="0" anchor="b"/>
          <a:lstStyle>
            <a:lvl1pPr algn="r">
              <a:defRPr sz="1200"/>
            </a:lvl1pPr>
          </a:lstStyle>
          <a:p>
            <a:fld id="{1291E284-FB0A-4E60-AB2F-C5EDB034FEA6}" type="slidenum">
              <a:rPr lang="es-ES" smtClean="0"/>
              <a:t>‹Nº›</a:t>
            </a:fld>
            <a:endParaRPr lang="es-ES"/>
          </a:p>
        </p:txBody>
      </p:sp>
    </p:spTree>
    <p:extLst>
      <p:ext uri="{BB962C8B-B14F-4D97-AF65-F5344CB8AC3E}">
        <p14:creationId xmlns:p14="http://schemas.microsoft.com/office/powerpoint/2010/main" val="344639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10"/>
          </p:nvPr>
        </p:nvSpPr>
        <p:spPr/>
        <p:txBody>
          <a:bodyPr/>
          <a:lstStyle/>
          <a:p>
            <a:fld id="{311665C0-9501-4968-9EA1-7DA1C6F99485}" type="slidenum">
              <a:rPr lang="es-ES" smtClean="0">
                <a:solidFill>
                  <a:prstClr val="black"/>
                </a:solidFill>
              </a:rPr>
              <a:pPr/>
              <a:t>1</a:t>
            </a:fld>
            <a:endParaRPr lang="es-ES">
              <a:solidFill>
                <a:prstClr val="black"/>
              </a:solidFill>
            </a:endParaRPr>
          </a:p>
        </p:txBody>
      </p:sp>
    </p:spTree>
    <p:extLst>
      <p:ext uri="{BB962C8B-B14F-4D97-AF65-F5344CB8AC3E}">
        <p14:creationId xmlns:p14="http://schemas.microsoft.com/office/powerpoint/2010/main" val="3545875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10"/>
          </p:nvPr>
        </p:nvSpPr>
        <p:spPr/>
        <p:txBody>
          <a:bodyPr/>
          <a:lstStyle/>
          <a:p>
            <a:fld id="{311665C0-9501-4968-9EA1-7DA1C6F99485}" type="slidenum">
              <a:rPr lang="es-ES" smtClean="0">
                <a:solidFill>
                  <a:prstClr val="black"/>
                </a:solidFill>
              </a:rPr>
              <a:pPr/>
              <a:t>2</a:t>
            </a:fld>
            <a:endParaRPr lang="es-ES">
              <a:solidFill>
                <a:prstClr val="black"/>
              </a:solidFill>
            </a:endParaRPr>
          </a:p>
        </p:txBody>
      </p:sp>
    </p:spTree>
    <p:extLst>
      <p:ext uri="{BB962C8B-B14F-4D97-AF65-F5344CB8AC3E}">
        <p14:creationId xmlns:p14="http://schemas.microsoft.com/office/powerpoint/2010/main" val="4086356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10"/>
          </p:nvPr>
        </p:nvSpPr>
        <p:spPr/>
        <p:txBody>
          <a:bodyPr/>
          <a:lstStyle/>
          <a:p>
            <a:fld id="{311665C0-9501-4968-9EA1-7DA1C6F99485}" type="slidenum">
              <a:rPr lang="es-ES" smtClean="0">
                <a:solidFill>
                  <a:prstClr val="black"/>
                </a:solidFill>
              </a:rPr>
              <a:pPr/>
              <a:t>3</a:t>
            </a:fld>
            <a:endParaRPr lang="es-ES">
              <a:solidFill>
                <a:prstClr val="black"/>
              </a:solidFill>
            </a:endParaRPr>
          </a:p>
        </p:txBody>
      </p:sp>
    </p:spTree>
    <p:extLst>
      <p:ext uri="{BB962C8B-B14F-4D97-AF65-F5344CB8AC3E}">
        <p14:creationId xmlns:p14="http://schemas.microsoft.com/office/powerpoint/2010/main" val="1074532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10"/>
          </p:nvPr>
        </p:nvSpPr>
        <p:spPr/>
        <p:txBody>
          <a:bodyPr/>
          <a:lstStyle/>
          <a:p>
            <a:fld id="{311665C0-9501-4968-9EA1-7DA1C6F99485}" type="slidenum">
              <a:rPr lang="es-ES" smtClean="0">
                <a:solidFill>
                  <a:prstClr val="black"/>
                </a:solidFill>
              </a:rPr>
              <a:pPr/>
              <a:t>4</a:t>
            </a:fld>
            <a:endParaRPr lang="es-ES">
              <a:solidFill>
                <a:prstClr val="black"/>
              </a:solidFill>
            </a:endParaRPr>
          </a:p>
        </p:txBody>
      </p:sp>
    </p:spTree>
    <p:extLst>
      <p:ext uri="{BB962C8B-B14F-4D97-AF65-F5344CB8AC3E}">
        <p14:creationId xmlns:p14="http://schemas.microsoft.com/office/powerpoint/2010/main" val="2281048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10"/>
          </p:nvPr>
        </p:nvSpPr>
        <p:spPr/>
        <p:txBody>
          <a:bodyPr/>
          <a:lstStyle/>
          <a:p>
            <a:fld id="{311665C0-9501-4968-9EA1-7DA1C6F99485}" type="slidenum">
              <a:rPr lang="es-ES" smtClean="0">
                <a:solidFill>
                  <a:prstClr val="black"/>
                </a:solidFill>
              </a:rPr>
              <a:pPr/>
              <a:t>5</a:t>
            </a:fld>
            <a:endParaRPr lang="es-ES">
              <a:solidFill>
                <a:prstClr val="black"/>
              </a:solidFill>
            </a:endParaRPr>
          </a:p>
        </p:txBody>
      </p:sp>
    </p:spTree>
    <p:extLst>
      <p:ext uri="{BB962C8B-B14F-4D97-AF65-F5344CB8AC3E}">
        <p14:creationId xmlns:p14="http://schemas.microsoft.com/office/powerpoint/2010/main" val="10976263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10"/>
          </p:nvPr>
        </p:nvSpPr>
        <p:spPr/>
        <p:txBody>
          <a:bodyPr/>
          <a:lstStyle/>
          <a:p>
            <a:fld id="{311665C0-9501-4968-9EA1-7DA1C6F99485}" type="slidenum">
              <a:rPr lang="es-ES" smtClean="0">
                <a:solidFill>
                  <a:prstClr val="black"/>
                </a:solidFill>
              </a:rPr>
              <a:pPr/>
              <a:t>6</a:t>
            </a:fld>
            <a:endParaRPr lang="es-ES">
              <a:solidFill>
                <a:prstClr val="black"/>
              </a:solidFill>
            </a:endParaRPr>
          </a:p>
        </p:txBody>
      </p:sp>
    </p:spTree>
    <p:extLst>
      <p:ext uri="{BB962C8B-B14F-4D97-AF65-F5344CB8AC3E}">
        <p14:creationId xmlns:p14="http://schemas.microsoft.com/office/powerpoint/2010/main" val="41457861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10"/>
          </p:nvPr>
        </p:nvSpPr>
        <p:spPr/>
        <p:txBody>
          <a:bodyPr/>
          <a:lstStyle/>
          <a:p>
            <a:fld id="{311665C0-9501-4968-9EA1-7DA1C6F99485}" type="slidenum">
              <a:rPr lang="es-ES" smtClean="0">
                <a:solidFill>
                  <a:prstClr val="black"/>
                </a:solidFill>
              </a:rPr>
              <a:pPr/>
              <a:t>7</a:t>
            </a:fld>
            <a:endParaRPr lang="es-ES">
              <a:solidFill>
                <a:prstClr val="black"/>
              </a:solidFill>
            </a:endParaRPr>
          </a:p>
        </p:txBody>
      </p:sp>
    </p:spTree>
    <p:extLst>
      <p:ext uri="{BB962C8B-B14F-4D97-AF65-F5344CB8AC3E}">
        <p14:creationId xmlns:p14="http://schemas.microsoft.com/office/powerpoint/2010/main" val="9332164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10"/>
          </p:nvPr>
        </p:nvSpPr>
        <p:spPr/>
        <p:txBody>
          <a:bodyPr/>
          <a:lstStyle/>
          <a:p>
            <a:fld id="{311665C0-9501-4968-9EA1-7DA1C6F99485}" type="slidenum">
              <a:rPr lang="es-ES" smtClean="0">
                <a:solidFill>
                  <a:prstClr val="black"/>
                </a:solidFill>
              </a:rPr>
              <a:pPr/>
              <a:t>8</a:t>
            </a:fld>
            <a:endParaRPr lang="es-ES">
              <a:solidFill>
                <a:prstClr val="black"/>
              </a:solidFill>
            </a:endParaRPr>
          </a:p>
        </p:txBody>
      </p:sp>
    </p:spTree>
    <p:extLst>
      <p:ext uri="{BB962C8B-B14F-4D97-AF65-F5344CB8AC3E}">
        <p14:creationId xmlns:p14="http://schemas.microsoft.com/office/powerpoint/2010/main" val="1981434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10"/>
          </p:nvPr>
        </p:nvSpPr>
        <p:spPr/>
        <p:txBody>
          <a:bodyPr/>
          <a:lstStyle/>
          <a:p>
            <a:fld id="{311665C0-9501-4968-9EA1-7DA1C6F99485}" type="slidenum">
              <a:rPr lang="es-ES" smtClean="0">
                <a:solidFill>
                  <a:prstClr val="black"/>
                </a:solidFill>
              </a:rPr>
              <a:pPr/>
              <a:t>9</a:t>
            </a:fld>
            <a:endParaRPr lang="es-ES">
              <a:solidFill>
                <a:prstClr val="black"/>
              </a:solidFill>
            </a:endParaRPr>
          </a:p>
        </p:txBody>
      </p:sp>
    </p:spTree>
    <p:extLst>
      <p:ext uri="{BB962C8B-B14F-4D97-AF65-F5344CB8AC3E}">
        <p14:creationId xmlns:p14="http://schemas.microsoft.com/office/powerpoint/2010/main" val="29934188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10"/>
          </p:nvPr>
        </p:nvSpPr>
        <p:spPr/>
        <p:txBody>
          <a:bodyPr/>
          <a:lstStyle/>
          <a:p>
            <a:fld id="{311665C0-9501-4968-9EA1-7DA1C6F99485}" type="slidenum">
              <a:rPr lang="es-ES" smtClean="0">
                <a:solidFill>
                  <a:prstClr val="black"/>
                </a:solidFill>
              </a:rPr>
              <a:pPr/>
              <a:t>10</a:t>
            </a:fld>
            <a:endParaRPr lang="es-ES">
              <a:solidFill>
                <a:prstClr val="black"/>
              </a:solidFill>
            </a:endParaRPr>
          </a:p>
        </p:txBody>
      </p:sp>
    </p:spTree>
    <p:extLst>
      <p:ext uri="{BB962C8B-B14F-4D97-AF65-F5344CB8AC3E}">
        <p14:creationId xmlns:p14="http://schemas.microsoft.com/office/powerpoint/2010/main" val="16974727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10"/>
          </p:nvPr>
        </p:nvSpPr>
        <p:spPr/>
        <p:txBody>
          <a:bodyPr/>
          <a:lstStyle/>
          <a:p>
            <a:fld id="{311665C0-9501-4968-9EA1-7DA1C6F99485}" type="slidenum">
              <a:rPr lang="es-ES" smtClean="0">
                <a:solidFill>
                  <a:prstClr val="black"/>
                </a:solidFill>
              </a:rPr>
              <a:pPr/>
              <a:t>11</a:t>
            </a:fld>
            <a:endParaRPr lang="es-ES">
              <a:solidFill>
                <a:prstClr val="black"/>
              </a:solidFill>
            </a:endParaRPr>
          </a:p>
        </p:txBody>
      </p:sp>
    </p:spTree>
    <p:extLst>
      <p:ext uri="{BB962C8B-B14F-4D97-AF65-F5344CB8AC3E}">
        <p14:creationId xmlns:p14="http://schemas.microsoft.com/office/powerpoint/2010/main" val="40705593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10"/>
          </p:nvPr>
        </p:nvSpPr>
        <p:spPr/>
        <p:txBody>
          <a:bodyPr/>
          <a:lstStyle/>
          <a:p>
            <a:fld id="{311665C0-9501-4968-9EA1-7DA1C6F99485}" type="slidenum">
              <a:rPr lang="es-ES" smtClean="0">
                <a:solidFill>
                  <a:prstClr val="black"/>
                </a:solidFill>
              </a:rPr>
              <a:pPr/>
              <a:t>12</a:t>
            </a:fld>
            <a:endParaRPr lang="es-ES">
              <a:solidFill>
                <a:prstClr val="black"/>
              </a:solidFill>
            </a:endParaRPr>
          </a:p>
        </p:txBody>
      </p:sp>
    </p:spTree>
    <p:extLst>
      <p:ext uri="{BB962C8B-B14F-4D97-AF65-F5344CB8AC3E}">
        <p14:creationId xmlns:p14="http://schemas.microsoft.com/office/powerpoint/2010/main" val="34341239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10"/>
          </p:nvPr>
        </p:nvSpPr>
        <p:spPr/>
        <p:txBody>
          <a:bodyPr/>
          <a:lstStyle/>
          <a:p>
            <a:fld id="{311665C0-9501-4968-9EA1-7DA1C6F99485}" type="slidenum">
              <a:rPr lang="es-ES" smtClean="0">
                <a:solidFill>
                  <a:prstClr val="black"/>
                </a:solidFill>
              </a:rPr>
              <a:pPr/>
              <a:t>13</a:t>
            </a:fld>
            <a:endParaRPr lang="es-ES">
              <a:solidFill>
                <a:prstClr val="black"/>
              </a:solidFill>
            </a:endParaRPr>
          </a:p>
        </p:txBody>
      </p:sp>
    </p:spTree>
    <p:extLst>
      <p:ext uri="{BB962C8B-B14F-4D97-AF65-F5344CB8AC3E}">
        <p14:creationId xmlns:p14="http://schemas.microsoft.com/office/powerpoint/2010/main" val="19262929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10"/>
          </p:nvPr>
        </p:nvSpPr>
        <p:spPr/>
        <p:txBody>
          <a:bodyPr/>
          <a:lstStyle/>
          <a:p>
            <a:fld id="{311665C0-9501-4968-9EA1-7DA1C6F99485}" type="slidenum">
              <a:rPr lang="es-ES" smtClean="0">
                <a:solidFill>
                  <a:prstClr val="black"/>
                </a:solidFill>
              </a:rPr>
              <a:pPr/>
              <a:t>14</a:t>
            </a:fld>
            <a:endParaRPr lang="es-ES">
              <a:solidFill>
                <a:prstClr val="black"/>
              </a:solidFill>
            </a:endParaRPr>
          </a:p>
        </p:txBody>
      </p:sp>
    </p:spTree>
    <p:extLst>
      <p:ext uri="{BB962C8B-B14F-4D97-AF65-F5344CB8AC3E}">
        <p14:creationId xmlns:p14="http://schemas.microsoft.com/office/powerpoint/2010/main" val="16695174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10"/>
          </p:nvPr>
        </p:nvSpPr>
        <p:spPr/>
        <p:txBody>
          <a:bodyPr/>
          <a:lstStyle/>
          <a:p>
            <a:fld id="{311665C0-9501-4968-9EA1-7DA1C6F99485}" type="slidenum">
              <a:rPr lang="es-ES" smtClean="0">
                <a:solidFill>
                  <a:prstClr val="black"/>
                </a:solidFill>
              </a:rPr>
              <a:pPr/>
              <a:t>15</a:t>
            </a:fld>
            <a:endParaRPr lang="es-ES">
              <a:solidFill>
                <a:prstClr val="black"/>
              </a:solidFill>
            </a:endParaRPr>
          </a:p>
        </p:txBody>
      </p:sp>
    </p:spTree>
    <p:extLst>
      <p:ext uri="{BB962C8B-B14F-4D97-AF65-F5344CB8AC3E}">
        <p14:creationId xmlns:p14="http://schemas.microsoft.com/office/powerpoint/2010/main" val="11067507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10"/>
          </p:nvPr>
        </p:nvSpPr>
        <p:spPr/>
        <p:txBody>
          <a:bodyPr/>
          <a:lstStyle/>
          <a:p>
            <a:fld id="{311665C0-9501-4968-9EA1-7DA1C6F99485}" type="slidenum">
              <a:rPr lang="es-ES" smtClean="0">
                <a:solidFill>
                  <a:prstClr val="black"/>
                </a:solidFill>
              </a:rPr>
              <a:pPr/>
              <a:t>16</a:t>
            </a:fld>
            <a:endParaRPr lang="es-ES">
              <a:solidFill>
                <a:prstClr val="black"/>
              </a:solidFill>
            </a:endParaRPr>
          </a:p>
        </p:txBody>
      </p:sp>
    </p:spTree>
    <p:extLst>
      <p:ext uri="{BB962C8B-B14F-4D97-AF65-F5344CB8AC3E}">
        <p14:creationId xmlns:p14="http://schemas.microsoft.com/office/powerpoint/2010/main" val="25054032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10"/>
          </p:nvPr>
        </p:nvSpPr>
        <p:spPr/>
        <p:txBody>
          <a:bodyPr/>
          <a:lstStyle/>
          <a:p>
            <a:fld id="{311665C0-9501-4968-9EA1-7DA1C6F99485}" type="slidenum">
              <a:rPr lang="es-ES" smtClean="0">
                <a:solidFill>
                  <a:prstClr val="black"/>
                </a:solidFill>
              </a:rPr>
              <a:pPr/>
              <a:t>17</a:t>
            </a:fld>
            <a:endParaRPr lang="es-ES">
              <a:solidFill>
                <a:prstClr val="black"/>
              </a:solidFill>
            </a:endParaRPr>
          </a:p>
        </p:txBody>
      </p:sp>
    </p:spTree>
    <p:extLst>
      <p:ext uri="{BB962C8B-B14F-4D97-AF65-F5344CB8AC3E}">
        <p14:creationId xmlns:p14="http://schemas.microsoft.com/office/powerpoint/2010/main" val="41397471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10"/>
          </p:nvPr>
        </p:nvSpPr>
        <p:spPr/>
        <p:txBody>
          <a:bodyPr/>
          <a:lstStyle/>
          <a:p>
            <a:fld id="{311665C0-9501-4968-9EA1-7DA1C6F99485}" type="slidenum">
              <a:rPr lang="es-ES" smtClean="0">
                <a:solidFill>
                  <a:prstClr val="black"/>
                </a:solidFill>
              </a:rPr>
              <a:pPr/>
              <a:t>18</a:t>
            </a:fld>
            <a:endParaRPr lang="es-ES">
              <a:solidFill>
                <a:prstClr val="black"/>
              </a:solidFill>
            </a:endParaRPr>
          </a:p>
        </p:txBody>
      </p:sp>
    </p:spTree>
    <p:extLst>
      <p:ext uri="{BB962C8B-B14F-4D97-AF65-F5344CB8AC3E}">
        <p14:creationId xmlns:p14="http://schemas.microsoft.com/office/powerpoint/2010/main" val="1675352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802CFDE-017E-4AD7-A9BB-7B1F29A37D24}" type="datetime1">
              <a:rPr lang="es-ES" smtClean="0">
                <a:solidFill>
                  <a:prstClr val="black">
                    <a:tint val="75000"/>
                  </a:prstClr>
                </a:solidFill>
              </a:rPr>
              <a:t>02/03/2026</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2218266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2E1F2C-7E5A-49FE-A1F2-F40A05FDB0B5}" type="datetime1">
              <a:rPr lang="es-ES" smtClean="0">
                <a:solidFill>
                  <a:prstClr val="black">
                    <a:tint val="75000"/>
                  </a:prstClr>
                </a:solidFill>
              </a:rPr>
              <a:t>02/03/2026</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2589913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3871F2-06CA-41C0-9642-AE98CE2819D8}" type="datetime1">
              <a:rPr lang="es-ES" smtClean="0">
                <a:solidFill>
                  <a:prstClr val="black">
                    <a:tint val="75000"/>
                  </a:prstClr>
                </a:solidFill>
              </a:rPr>
              <a:t>02/03/2026</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1001378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3B12E0E-DEA5-4CB4-AC89-9E0A85102633}" type="datetime1">
              <a:rPr lang="es-ES" smtClean="0">
                <a:solidFill>
                  <a:prstClr val="black">
                    <a:tint val="75000"/>
                  </a:prstClr>
                </a:solidFill>
              </a:rPr>
              <a:t>02/03/2026</a:t>
            </a:fld>
            <a:endParaRPr lang="es-ES">
              <a:solidFill>
                <a:prstClr val="black">
                  <a:tint val="75000"/>
                </a:prstClr>
              </a:solidFill>
            </a:endParaRPr>
          </a:p>
        </p:txBody>
      </p:sp>
      <p:sp>
        <p:nvSpPr>
          <p:cNvPr id="6" name="Footer Placeholder 5"/>
          <p:cNvSpPr>
            <a:spLocks noGrp="1"/>
          </p:cNvSpPr>
          <p:nvPr>
            <p:ph type="ftr" sz="quarter" idx="11"/>
          </p:nvPr>
        </p:nvSpPr>
        <p:spPr/>
        <p:txBody>
          <a:bodyPr/>
          <a:lstStyle/>
          <a:p>
            <a:r>
              <a:rPr lang="es-ES">
                <a:solidFill>
                  <a:prstClr val="black">
                    <a:tint val="75000"/>
                  </a:prstClr>
                </a:solidFill>
              </a:rPr>
              <a:t>Prueba 1: Historial Académico</a:t>
            </a:r>
          </a:p>
        </p:txBody>
      </p:sp>
      <p:sp>
        <p:nvSpPr>
          <p:cNvPr id="7" name="Slide Number Placeholder 6"/>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1628808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00C19A-912B-4F6B-86F6-DEDA20743EE6}" type="datetime1">
              <a:rPr lang="es-ES" smtClean="0">
                <a:solidFill>
                  <a:prstClr val="black">
                    <a:tint val="75000"/>
                  </a:prstClr>
                </a:solidFill>
              </a:rPr>
              <a:t>02/03/2026</a:t>
            </a:fld>
            <a:endParaRPr lang="es-ES">
              <a:solidFill>
                <a:prstClr val="black">
                  <a:tint val="75000"/>
                </a:prstClr>
              </a:solidFill>
            </a:endParaRPr>
          </a:p>
        </p:txBody>
      </p:sp>
      <p:sp>
        <p:nvSpPr>
          <p:cNvPr id="8" name="Footer Placeholder 7"/>
          <p:cNvSpPr>
            <a:spLocks noGrp="1"/>
          </p:cNvSpPr>
          <p:nvPr>
            <p:ph type="ftr" sz="quarter" idx="11"/>
          </p:nvPr>
        </p:nvSpPr>
        <p:spPr/>
        <p:txBody>
          <a:bodyPr/>
          <a:lstStyle/>
          <a:p>
            <a:r>
              <a:rPr lang="es-ES">
                <a:solidFill>
                  <a:prstClr val="black">
                    <a:tint val="75000"/>
                  </a:prstClr>
                </a:solidFill>
              </a:rPr>
              <a:t>Prueba 1: Historial Académico</a:t>
            </a:r>
          </a:p>
        </p:txBody>
      </p:sp>
      <p:sp>
        <p:nvSpPr>
          <p:cNvPr id="9" name="Slide Number Placeholder 8"/>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466742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3166311-CFD3-4432-B35D-98BDF232EF61}" type="datetime1">
              <a:rPr lang="es-ES" smtClean="0">
                <a:solidFill>
                  <a:prstClr val="black">
                    <a:tint val="75000"/>
                  </a:prstClr>
                </a:solidFill>
              </a:rPr>
              <a:t>02/03/2026</a:t>
            </a:fld>
            <a:endParaRPr lang="es-ES">
              <a:solidFill>
                <a:prstClr val="black">
                  <a:tint val="75000"/>
                </a:prstClr>
              </a:solidFill>
            </a:endParaRPr>
          </a:p>
        </p:txBody>
      </p:sp>
      <p:sp>
        <p:nvSpPr>
          <p:cNvPr id="4" name="Footer Placeholder 3"/>
          <p:cNvSpPr>
            <a:spLocks noGrp="1"/>
          </p:cNvSpPr>
          <p:nvPr>
            <p:ph type="ftr" sz="quarter" idx="11"/>
          </p:nvPr>
        </p:nvSpPr>
        <p:spPr/>
        <p:txBody>
          <a:bodyPr/>
          <a:lstStyle/>
          <a:p>
            <a:r>
              <a:rPr lang="es-ES">
                <a:solidFill>
                  <a:prstClr val="black">
                    <a:tint val="75000"/>
                  </a:prstClr>
                </a:solidFill>
              </a:rPr>
              <a:t>Prueba 1: Historial Académico</a:t>
            </a:r>
          </a:p>
        </p:txBody>
      </p:sp>
      <p:sp>
        <p:nvSpPr>
          <p:cNvPr id="5" name="Slide Number Placeholder 4"/>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1993535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06593B-9F2E-4895-86C9-25023821CF63}" type="datetime1">
              <a:rPr lang="es-ES" smtClean="0">
                <a:solidFill>
                  <a:prstClr val="black">
                    <a:tint val="75000"/>
                  </a:prstClr>
                </a:solidFill>
              </a:rPr>
              <a:t>02/03/2026</a:t>
            </a:fld>
            <a:endParaRPr lang="es-ES">
              <a:solidFill>
                <a:prstClr val="black">
                  <a:tint val="75000"/>
                </a:prstClr>
              </a:solidFill>
            </a:endParaRPr>
          </a:p>
        </p:txBody>
      </p:sp>
      <p:sp>
        <p:nvSpPr>
          <p:cNvPr id="3" name="Footer Placeholder 2"/>
          <p:cNvSpPr>
            <a:spLocks noGrp="1"/>
          </p:cNvSpPr>
          <p:nvPr>
            <p:ph type="ftr" sz="quarter" idx="11"/>
          </p:nvPr>
        </p:nvSpPr>
        <p:spPr/>
        <p:txBody>
          <a:bodyPr/>
          <a:lstStyle/>
          <a:p>
            <a:r>
              <a:rPr lang="es-ES">
                <a:solidFill>
                  <a:prstClr val="black">
                    <a:tint val="75000"/>
                  </a:prstClr>
                </a:solidFill>
              </a:rPr>
              <a:t>Prueba 1: Historial Académico</a:t>
            </a:r>
          </a:p>
        </p:txBody>
      </p:sp>
      <p:sp>
        <p:nvSpPr>
          <p:cNvPr id="4" name="Slide Number Placeholder 3"/>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958680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B891AE6-93D3-4168-BBC8-6F74CA69BEA7}" type="datetime1">
              <a:rPr lang="es-ES" smtClean="0">
                <a:solidFill>
                  <a:prstClr val="black">
                    <a:tint val="75000"/>
                  </a:prstClr>
                </a:solidFill>
              </a:rPr>
              <a:t>02/03/2026</a:t>
            </a:fld>
            <a:endParaRPr lang="es-ES">
              <a:solidFill>
                <a:prstClr val="black">
                  <a:tint val="75000"/>
                </a:prstClr>
              </a:solidFill>
            </a:endParaRPr>
          </a:p>
        </p:txBody>
      </p:sp>
      <p:sp>
        <p:nvSpPr>
          <p:cNvPr id="6" name="Footer Placeholder 5"/>
          <p:cNvSpPr>
            <a:spLocks noGrp="1"/>
          </p:cNvSpPr>
          <p:nvPr>
            <p:ph type="ftr" sz="quarter" idx="11"/>
          </p:nvPr>
        </p:nvSpPr>
        <p:spPr/>
        <p:txBody>
          <a:bodyPr/>
          <a:lstStyle/>
          <a:p>
            <a:r>
              <a:rPr lang="es-ES">
                <a:solidFill>
                  <a:prstClr val="black">
                    <a:tint val="75000"/>
                  </a:prstClr>
                </a:solidFill>
              </a:rPr>
              <a:t>Prueba 1: Historial Académico</a:t>
            </a:r>
          </a:p>
        </p:txBody>
      </p:sp>
      <p:sp>
        <p:nvSpPr>
          <p:cNvPr id="7" name="Slide Number Placeholder 6"/>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240042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2E1819-C8BA-416C-A0D6-7F83F1E7162D}" type="datetime1">
              <a:rPr lang="es-ES" smtClean="0">
                <a:solidFill>
                  <a:prstClr val="black">
                    <a:tint val="75000"/>
                  </a:prstClr>
                </a:solidFill>
              </a:rPr>
              <a:t>02/03/2026</a:t>
            </a:fld>
            <a:endParaRPr lang="es-ES">
              <a:solidFill>
                <a:prstClr val="black">
                  <a:tint val="75000"/>
                </a:prstClr>
              </a:solidFill>
            </a:endParaRPr>
          </a:p>
        </p:txBody>
      </p:sp>
      <p:sp>
        <p:nvSpPr>
          <p:cNvPr id="6" name="Footer Placeholder 5"/>
          <p:cNvSpPr>
            <a:spLocks noGrp="1"/>
          </p:cNvSpPr>
          <p:nvPr>
            <p:ph type="ftr" sz="quarter" idx="11"/>
          </p:nvPr>
        </p:nvSpPr>
        <p:spPr/>
        <p:txBody>
          <a:bodyPr/>
          <a:lstStyle/>
          <a:p>
            <a:r>
              <a:rPr lang="es-ES">
                <a:solidFill>
                  <a:prstClr val="black">
                    <a:tint val="75000"/>
                  </a:prstClr>
                </a:solidFill>
              </a:rPr>
              <a:t>Prueba 1: Historial Académico</a:t>
            </a:r>
          </a:p>
        </p:txBody>
      </p:sp>
      <p:sp>
        <p:nvSpPr>
          <p:cNvPr id="7" name="Slide Number Placeholder 6"/>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4064165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35970D-F9C1-4F49-9439-476E50F8F0A3}" type="datetime1">
              <a:rPr lang="es-ES" smtClean="0">
                <a:solidFill>
                  <a:prstClr val="black">
                    <a:tint val="75000"/>
                  </a:prstClr>
                </a:solidFill>
              </a:rPr>
              <a:t>02/03/2026</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66933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E5CB60-6850-4C7F-8AD0-135AE019E640}" type="datetime1">
              <a:rPr lang="es-ES" smtClean="0">
                <a:solidFill>
                  <a:prstClr val="black">
                    <a:tint val="75000"/>
                  </a:prstClr>
                </a:solidFill>
              </a:rPr>
              <a:t>02/03/2026</a:t>
            </a:fld>
            <a:endParaRPr lang="es-ES">
              <a:solidFill>
                <a:prstClr val="black">
                  <a:tint val="75000"/>
                </a:prstClr>
              </a:solidFill>
            </a:endParaRPr>
          </a:p>
        </p:txBody>
      </p:sp>
      <p:sp>
        <p:nvSpPr>
          <p:cNvPr id="5" name="Footer Placeholder 4"/>
          <p:cNvSpPr>
            <a:spLocks noGrp="1"/>
          </p:cNvSpPr>
          <p:nvPr>
            <p:ph type="ftr" sz="quarter" idx="11"/>
          </p:nvPr>
        </p:nvSpPr>
        <p:spPr/>
        <p:txBody>
          <a:bodyPr/>
          <a:lstStyle/>
          <a:p>
            <a:r>
              <a:rPr lang="es-ES">
                <a:solidFill>
                  <a:prstClr val="black">
                    <a:tint val="75000"/>
                  </a:prstClr>
                </a:solidFill>
              </a:rPr>
              <a:t>Prueba 1: Historial Académico</a:t>
            </a:r>
          </a:p>
        </p:txBody>
      </p:sp>
      <p:sp>
        <p:nvSpPr>
          <p:cNvPr id="6" name="Slide Number Placeholder 5"/>
          <p:cNvSpPr>
            <a:spLocks noGrp="1"/>
          </p:cNvSpPr>
          <p:nvPr>
            <p:ph type="sldNum" sz="quarter" idx="12"/>
          </p:nvPr>
        </p:nvSpPr>
        <p:spPr/>
        <p:txBody>
          <a:body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2177764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0832A6-0A32-4744-B7B2-240034DF923D}" type="datetime1">
              <a:rPr lang="es-ES" smtClean="0">
                <a:solidFill>
                  <a:prstClr val="black">
                    <a:tint val="75000"/>
                  </a:prstClr>
                </a:solidFill>
              </a:rPr>
              <a:t>02/03/2026</a:t>
            </a:fld>
            <a:endParaRPr lang="es-ES">
              <a:solidFill>
                <a:prstClr val="black">
                  <a:tint val="75000"/>
                </a:prstClr>
              </a:solidFill>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ES">
                <a:solidFill>
                  <a:prstClr val="black">
                    <a:tint val="75000"/>
                  </a:prstClr>
                </a:solidFill>
              </a:rPr>
              <a:t>Prueba 1: Historial Académico</a:t>
            </a: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04FCC0-1602-4E53-A4A9-B84AD752D31B}"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1610080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jpeg"/></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100.png"/><Relationship Id="rId4" Type="http://schemas.openxmlformats.org/officeDocument/2006/relationships/image" Target="../media/image6100.png"/><Relationship Id="rId9"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10.png"/></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10.png"/><Relationship Id="rId10" Type="http://schemas.openxmlformats.org/officeDocument/2006/relationships/image" Target="../media/image17.png"/><Relationship Id="rId4" Type="http://schemas.openxmlformats.org/officeDocument/2006/relationships/image" Target="../media/image7.png"/><Relationship Id="rId9" Type="http://schemas.openxmlformats.org/officeDocument/2006/relationships/image" Target="../media/image16.png"/></Relationships>
</file>

<file path=ppt/slides/_rels/slide1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2.png"/><Relationship Id="rId3" Type="http://schemas.openxmlformats.org/officeDocument/2006/relationships/image" Target="../media/image18.png"/><Relationship Id="rId7" Type="http://schemas.openxmlformats.org/officeDocument/2006/relationships/image" Target="../media/image14.png"/><Relationship Id="rId12"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810.png"/><Relationship Id="rId11" Type="http://schemas.openxmlformats.org/officeDocument/2006/relationships/image" Target="../media/image21.png"/><Relationship Id="rId5" Type="http://schemas.openxmlformats.org/officeDocument/2006/relationships/image" Target="../media/image1210.png"/><Relationship Id="rId10" Type="http://schemas.openxmlformats.org/officeDocument/2006/relationships/image" Target="../media/image20.png"/><Relationship Id="rId4" Type="http://schemas.openxmlformats.org/officeDocument/2006/relationships/image" Target="../media/image7.png"/><Relationship Id="rId9" Type="http://schemas.openxmlformats.org/officeDocument/2006/relationships/image" Target="../media/image19.png"/><Relationship Id="rId14" Type="http://schemas.openxmlformats.org/officeDocument/2006/relationships/image" Target="../media/image23.png"/></Relationships>
</file>

<file path=ppt/slides/_rels/slide14.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19.png"/><Relationship Id="rId3" Type="http://schemas.openxmlformats.org/officeDocument/2006/relationships/image" Target="../media/image7.png"/><Relationship Id="rId7" Type="http://schemas.openxmlformats.org/officeDocument/2006/relationships/image" Target="../media/image1810.png"/><Relationship Id="rId12" Type="http://schemas.openxmlformats.org/officeDocument/2006/relationships/image" Target="../media/image15.png"/><Relationship Id="rId17" Type="http://schemas.openxmlformats.org/officeDocument/2006/relationships/image" Target="../media/image31.png"/><Relationship Id="rId2" Type="http://schemas.openxmlformats.org/officeDocument/2006/relationships/notesSlide" Target="../notesSlides/notesSlide14.xml"/><Relationship Id="rId16"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2410.png"/><Relationship Id="rId11" Type="http://schemas.openxmlformats.org/officeDocument/2006/relationships/image" Target="../media/image28.png"/><Relationship Id="rId5" Type="http://schemas.openxmlformats.org/officeDocument/2006/relationships/image" Target="../media/image13.png"/><Relationship Id="rId15" Type="http://schemas.openxmlformats.org/officeDocument/2006/relationships/image" Target="../media/image29.png"/><Relationship Id="rId10" Type="http://schemas.openxmlformats.org/officeDocument/2006/relationships/image" Target="../media/image27.png"/><Relationship Id="rId4" Type="http://schemas.openxmlformats.org/officeDocument/2006/relationships/image" Target="../media/image1210.png"/><Relationship Id="rId9" Type="http://schemas.openxmlformats.org/officeDocument/2006/relationships/image" Target="../media/image26.png"/><Relationship Id="rId14" Type="http://schemas.openxmlformats.org/officeDocument/2006/relationships/image" Target="../media/image20.png"/></Relationships>
</file>

<file path=ppt/slides/_rels/slide15.xml.rels><?xml version="1.0" encoding="UTF-8" standalone="yes"?>
<Relationships xmlns="http://schemas.openxmlformats.org/package/2006/relationships"><Relationship Id="rId8" Type="http://schemas.openxmlformats.org/officeDocument/2006/relationships/image" Target="../media/image1810.png"/><Relationship Id="rId13" Type="http://schemas.openxmlformats.org/officeDocument/2006/relationships/image" Target="../media/image32.png"/><Relationship Id="rId18" Type="http://schemas.openxmlformats.org/officeDocument/2006/relationships/image" Target="../media/image2410.png"/><Relationship Id="rId3" Type="http://schemas.openxmlformats.org/officeDocument/2006/relationships/image" Target="../media/image7.png"/><Relationship Id="rId21" Type="http://schemas.openxmlformats.org/officeDocument/2006/relationships/image" Target="../media/image37.png"/><Relationship Id="rId7" Type="http://schemas.openxmlformats.org/officeDocument/2006/relationships/image" Target="../media/image19.png"/><Relationship Id="rId12" Type="http://schemas.openxmlformats.org/officeDocument/2006/relationships/image" Target="../media/image30.png"/><Relationship Id="rId17" Type="http://schemas.openxmlformats.org/officeDocument/2006/relationships/image" Target="../media/image13.png"/><Relationship Id="rId2" Type="http://schemas.openxmlformats.org/officeDocument/2006/relationships/notesSlide" Target="../notesSlides/notesSlide15.xml"/><Relationship Id="rId20"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6.png"/><Relationship Id="rId5" Type="http://schemas.openxmlformats.org/officeDocument/2006/relationships/image" Target="../media/image1210.png"/><Relationship Id="rId15" Type="http://schemas.openxmlformats.org/officeDocument/2006/relationships/image" Target="../media/image34.png"/><Relationship Id="rId10" Type="http://schemas.openxmlformats.org/officeDocument/2006/relationships/image" Target="../media/image29.png"/><Relationship Id="rId19" Type="http://schemas.openxmlformats.org/officeDocument/2006/relationships/image" Target="../media/image36.png"/><Relationship Id="rId4" Type="http://schemas.openxmlformats.org/officeDocument/2006/relationships/image" Target="../media/image14.png"/><Relationship Id="rId9" Type="http://schemas.openxmlformats.org/officeDocument/2006/relationships/image" Target="../media/image20.png"/><Relationship Id="rId14" Type="http://schemas.openxmlformats.org/officeDocument/2006/relationships/image" Target="../media/image33.png"/><Relationship Id="rId22" Type="http://schemas.openxmlformats.org/officeDocument/2006/relationships/image" Target="../media/image35.png"/></Relationships>
</file>

<file path=ppt/slides/_rels/slide16.xml.rels><?xml version="1.0" encoding="UTF-8" standalone="yes"?>
<Relationships xmlns="http://schemas.openxmlformats.org/package/2006/relationships"><Relationship Id="rId117" Type="http://schemas.openxmlformats.org/officeDocument/2006/relationships/customXml" Target="../ink/ink58.xml"/><Relationship Id="rId21" Type="http://schemas.openxmlformats.org/officeDocument/2006/relationships/customXml" Target="../ink/ink10.xml"/><Relationship Id="rId42" Type="http://schemas.openxmlformats.org/officeDocument/2006/relationships/image" Target="../media/image57.png"/><Relationship Id="rId63" Type="http://schemas.openxmlformats.org/officeDocument/2006/relationships/customXml" Target="../ink/ink31.xml"/><Relationship Id="rId84" Type="http://schemas.openxmlformats.org/officeDocument/2006/relationships/image" Target="../media/image78.png"/><Relationship Id="rId138" Type="http://schemas.openxmlformats.org/officeDocument/2006/relationships/image" Target="../media/image105.png"/><Relationship Id="rId159" Type="http://schemas.openxmlformats.org/officeDocument/2006/relationships/image" Target="../media/image29.png"/><Relationship Id="rId170" Type="http://schemas.openxmlformats.org/officeDocument/2006/relationships/customXml" Target="../ink/ink75.xml"/><Relationship Id="rId107" Type="http://schemas.openxmlformats.org/officeDocument/2006/relationships/customXml" Target="../ink/ink53.xml"/><Relationship Id="rId11" Type="http://schemas.openxmlformats.org/officeDocument/2006/relationships/customXml" Target="../ink/ink5.xml"/><Relationship Id="rId32" Type="http://schemas.openxmlformats.org/officeDocument/2006/relationships/image" Target="../media/image52.png"/><Relationship Id="rId53" Type="http://schemas.openxmlformats.org/officeDocument/2006/relationships/customXml" Target="../ink/ink26.xml"/><Relationship Id="rId74" Type="http://schemas.openxmlformats.org/officeDocument/2006/relationships/image" Target="../media/image73.png"/><Relationship Id="rId128" Type="http://schemas.openxmlformats.org/officeDocument/2006/relationships/image" Target="../media/image100.png"/><Relationship Id="rId149" Type="http://schemas.openxmlformats.org/officeDocument/2006/relationships/image" Target="../media/image33.png"/><Relationship Id="rId5" Type="http://schemas.openxmlformats.org/officeDocument/2006/relationships/customXml" Target="../ink/ink2.xml"/><Relationship Id="rId95" Type="http://schemas.openxmlformats.org/officeDocument/2006/relationships/customXml" Target="../ink/ink47.xml"/><Relationship Id="rId160" Type="http://schemas.openxmlformats.org/officeDocument/2006/relationships/image" Target="../media/image30.png"/><Relationship Id="rId22" Type="http://schemas.openxmlformats.org/officeDocument/2006/relationships/image" Target="../media/image47.png"/><Relationship Id="rId43" Type="http://schemas.openxmlformats.org/officeDocument/2006/relationships/customXml" Target="../ink/ink21.xml"/><Relationship Id="rId64" Type="http://schemas.openxmlformats.org/officeDocument/2006/relationships/image" Target="../media/image68.png"/><Relationship Id="rId118" Type="http://schemas.openxmlformats.org/officeDocument/2006/relationships/image" Target="../media/image95.png"/><Relationship Id="rId139" Type="http://schemas.openxmlformats.org/officeDocument/2006/relationships/customXml" Target="../ink/ink69.xml"/><Relationship Id="rId85" Type="http://schemas.openxmlformats.org/officeDocument/2006/relationships/customXml" Target="../ink/ink42.xml"/><Relationship Id="rId150" Type="http://schemas.openxmlformats.org/officeDocument/2006/relationships/image" Target="../media/image13.png"/><Relationship Id="rId171" Type="http://schemas.openxmlformats.org/officeDocument/2006/relationships/image" Target="../media/image112.png"/><Relationship Id="rId12" Type="http://schemas.openxmlformats.org/officeDocument/2006/relationships/image" Target="../media/image42.png"/><Relationship Id="rId33" Type="http://schemas.openxmlformats.org/officeDocument/2006/relationships/customXml" Target="../ink/ink16.xml"/><Relationship Id="rId108" Type="http://schemas.openxmlformats.org/officeDocument/2006/relationships/image" Target="../media/image90.png"/><Relationship Id="rId129" Type="http://schemas.openxmlformats.org/officeDocument/2006/relationships/customXml" Target="../ink/ink64.xml"/><Relationship Id="rId54" Type="http://schemas.openxmlformats.org/officeDocument/2006/relationships/image" Target="../media/image63.png"/><Relationship Id="rId75" Type="http://schemas.openxmlformats.org/officeDocument/2006/relationships/customXml" Target="../ink/ink37.xml"/><Relationship Id="rId96" Type="http://schemas.openxmlformats.org/officeDocument/2006/relationships/image" Target="../media/image84.png"/><Relationship Id="rId140" Type="http://schemas.openxmlformats.org/officeDocument/2006/relationships/image" Target="../media/image106.png"/><Relationship Id="rId161" Type="http://schemas.openxmlformats.org/officeDocument/2006/relationships/image" Target="../media/image32.png"/><Relationship Id="rId6" Type="http://schemas.openxmlformats.org/officeDocument/2006/relationships/image" Target="../media/image39.png"/><Relationship Id="rId23" Type="http://schemas.openxmlformats.org/officeDocument/2006/relationships/customXml" Target="../ink/ink11.xml"/><Relationship Id="rId28" Type="http://schemas.openxmlformats.org/officeDocument/2006/relationships/image" Target="../media/image50.png"/><Relationship Id="rId49" Type="http://schemas.openxmlformats.org/officeDocument/2006/relationships/customXml" Target="../ink/ink24.xml"/><Relationship Id="rId114" Type="http://schemas.openxmlformats.org/officeDocument/2006/relationships/image" Target="../media/image93.png"/><Relationship Id="rId119" Type="http://schemas.openxmlformats.org/officeDocument/2006/relationships/customXml" Target="../ink/ink59.xml"/><Relationship Id="rId44" Type="http://schemas.openxmlformats.org/officeDocument/2006/relationships/image" Target="../media/image58.png"/><Relationship Id="rId60" Type="http://schemas.openxmlformats.org/officeDocument/2006/relationships/image" Target="../media/image66.png"/><Relationship Id="rId65" Type="http://schemas.openxmlformats.org/officeDocument/2006/relationships/customXml" Target="../ink/ink32.xml"/><Relationship Id="rId81" Type="http://schemas.openxmlformats.org/officeDocument/2006/relationships/customXml" Target="../ink/ink40.xml"/><Relationship Id="rId86" Type="http://schemas.openxmlformats.org/officeDocument/2006/relationships/image" Target="../media/image79.png"/><Relationship Id="rId130" Type="http://schemas.openxmlformats.org/officeDocument/2006/relationships/image" Target="../media/image101.png"/><Relationship Id="rId135" Type="http://schemas.openxmlformats.org/officeDocument/2006/relationships/customXml" Target="../ink/ink67.xml"/><Relationship Id="rId151" Type="http://schemas.openxmlformats.org/officeDocument/2006/relationships/image" Target="../media/image2410.png"/><Relationship Id="rId156" Type="http://schemas.openxmlformats.org/officeDocument/2006/relationships/image" Target="../media/image15.png"/><Relationship Id="rId177" Type="http://schemas.openxmlformats.org/officeDocument/2006/relationships/image" Target="../media/image115.png"/><Relationship Id="rId172" Type="http://schemas.openxmlformats.org/officeDocument/2006/relationships/customXml" Target="../ink/ink76.xml"/><Relationship Id="rId13" Type="http://schemas.openxmlformats.org/officeDocument/2006/relationships/customXml" Target="../ink/ink6.xml"/><Relationship Id="rId18" Type="http://schemas.openxmlformats.org/officeDocument/2006/relationships/image" Target="../media/image45.png"/><Relationship Id="rId39" Type="http://schemas.openxmlformats.org/officeDocument/2006/relationships/customXml" Target="../ink/ink19.xml"/><Relationship Id="rId109" Type="http://schemas.openxmlformats.org/officeDocument/2006/relationships/customXml" Target="../ink/ink54.xml"/><Relationship Id="rId34" Type="http://schemas.openxmlformats.org/officeDocument/2006/relationships/image" Target="../media/image53.png"/><Relationship Id="rId50" Type="http://schemas.openxmlformats.org/officeDocument/2006/relationships/image" Target="../media/image61.png"/><Relationship Id="rId55" Type="http://schemas.openxmlformats.org/officeDocument/2006/relationships/customXml" Target="../ink/ink27.xml"/><Relationship Id="rId76" Type="http://schemas.openxmlformats.org/officeDocument/2006/relationships/image" Target="../media/image74.png"/><Relationship Id="rId97" Type="http://schemas.openxmlformats.org/officeDocument/2006/relationships/customXml" Target="../ink/ink48.xml"/><Relationship Id="rId104" Type="http://schemas.openxmlformats.org/officeDocument/2006/relationships/image" Target="../media/image88.png"/><Relationship Id="rId120" Type="http://schemas.openxmlformats.org/officeDocument/2006/relationships/image" Target="../media/image96.png"/><Relationship Id="rId125" Type="http://schemas.openxmlformats.org/officeDocument/2006/relationships/customXml" Target="../ink/ink62.xml"/><Relationship Id="rId141" Type="http://schemas.openxmlformats.org/officeDocument/2006/relationships/customXml" Target="../ink/ink70.xml"/><Relationship Id="rId146" Type="http://schemas.openxmlformats.org/officeDocument/2006/relationships/image" Target="../media/image1210.png"/><Relationship Id="rId167" Type="http://schemas.openxmlformats.org/officeDocument/2006/relationships/image" Target="../media/image110.png"/><Relationship Id="rId7" Type="http://schemas.openxmlformats.org/officeDocument/2006/relationships/customXml" Target="../ink/ink3.xml"/><Relationship Id="rId71" Type="http://schemas.openxmlformats.org/officeDocument/2006/relationships/customXml" Target="../ink/ink35.xml"/><Relationship Id="rId92" Type="http://schemas.openxmlformats.org/officeDocument/2006/relationships/image" Target="../media/image82.png"/><Relationship Id="rId162" Type="http://schemas.openxmlformats.org/officeDocument/2006/relationships/image" Target="../media/image34.png"/><Relationship Id="rId2" Type="http://schemas.openxmlformats.org/officeDocument/2006/relationships/notesSlide" Target="../notesSlides/notesSlide16.xml"/><Relationship Id="rId29" Type="http://schemas.openxmlformats.org/officeDocument/2006/relationships/customXml" Target="../ink/ink14.xml"/><Relationship Id="rId24" Type="http://schemas.openxmlformats.org/officeDocument/2006/relationships/image" Target="../media/image48.png"/><Relationship Id="rId40" Type="http://schemas.openxmlformats.org/officeDocument/2006/relationships/image" Target="../media/image56.png"/><Relationship Id="rId45" Type="http://schemas.openxmlformats.org/officeDocument/2006/relationships/customXml" Target="../ink/ink22.xml"/><Relationship Id="rId66" Type="http://schemas.openxmlformats.org/officeDocument/2006/relationships/image" Target="../media/image69.png"/><Relationship Id="rId87" Type="http://schemas.openxmlformats.org/officeDocument/2006/relationships/customXml" Target="../ink/ink43.xml"/><Relationship Id="rId110" Type="http://schemas.openxmlformats.org/officeDocument/2006/relationships/image" Target="../media/image91.png"/><Relationship Id="rId115" Type="http://schemas.openxmlformats.org/officeDocument/2006/relationships/customXml" Target="../ink/ink57.xml"/><Relationship Id="rId131" Type="http://schemas.openxmlformats.org/officeDocument/2006/relationships/customXml" Target="../ink/ink65.xml"/><Relationship Id="rId136" Type="http://schemas.openxmlformats.org/officeDocument/2006/relationships/image" Target="../media/image104.png"/><Relationship Id="rId157" Type="http://schemas.openxmlformats.org/officeDocument/2006/relationships/image" Target="../media/image19.png"/><Relationship Id="rId178" Type="http://schemas.openxmlformats.org/officeDocument/2006/relationships/image" Target="../media/image35.png"/><Relationship Id="rId61" Type="http://schemas.openxmlformats.org/officeDocument/2006/relationships/customXml" Target="../ink/ink30.xml"/><Relationship Id="rId82" Type="http://schemas.openxmlformats.org/officeDocument/2006/relationships/image" Target="../media/image77.png"/><Relationship Id="rId152" Type="http://schemas.openxmlformats.org/officeDocument/2006/relationships/image" Target="../media/image36.png"/><Relationship Id="rId173" Type="http://schemas.openxmlformats.org/officeDocument/2006/relationships/image" Target="../media/image113.png"/><Relationship Id="rId19" Type="http://schemas.openxmlformats.org/officeDocument/2006/relationships/customXml" Target="../ink/ink9.xml"/><Relationship Id="rId14" Type="http://schemas.openxmlformats.org/officeDocument/2006/relationships/image" Target="../media/image43.png"/><Relationship Id="rId30" Type="http://schemas.openxmlformats.org/officeDocument/2006/relationships/image" Target="../media/image51.png"/><Relationship Id="rId35" Type="http://schemas.openxmlformats.org/officeDocument/2006/relationships/customXml" Target="../ink/ink17.xml"/><Relationship Id="rId56" Type="http://schemas.openxmlformats.org/officeDocument/2006/relationships/image" Target="../media/image64.png"/><Relationship Id="rId77" Type="http://schemas.openxmlformats.org/officeDocument/2006/relationships/customXml" Target="../ink/ink38.xml"/><Relationship Id="rId100" Type="http://schemas.openxmlformats.org/officeDocument/2006/relationships/image" Target="../media/image86.png"/><Relationship Id="rId105" Type="http://schemas.openxmlformats.org/officeDocument/2006/relationships/customXml" Target="../ink/ink52.xml"/><Relationship Id="rId126" Type="http://schemas.openxmlformats.org/officeDocument/2006/relationships/image" Target="../media/image99.png"/><Relationship Id="rId147" Type="http://schemas.openxmlformats.org/officeDocument/2006/relationships/image" Target="../media/image1810.png"/><Relationship Id="rId168" Type="http://schemas.openxmlformats.org/officeDocument/2006/relationships/customXml" Target="../ink/ink74.xml"/><Relationship Id="rId8" Type="http://schemas.openxmlformats.org/officeDocument/2006/relationships/image" Target="../media/image40.png"/><Relationship Id="rId51" Type="http://schemas.openxmlformats.org/officeDocument/2006/relationships/customXml" Target="../ink/ink25.xml"/><Relationship Id="rId72" Type="http://schemas.openxmlformats.org/officeDocument/2006/relationships/image" Target="../media/image72.png"/><Relationship Id="rId93" Type="http://schemas.openxmlformats.org/officeDocument/2006/relationships/customXml" Target="../ink/ink46.xml"/><Relationship Id="rId98" Type="http://schemas.openxmlformats.org/officeDocument/2006/relationships/image" Target="../media/image85.png"/><Relationship Id="rId121" Type="http://schemas.openxmlformats.org/officeDocument/2006/relationships/customXml" Target="../ink/ink60.xml"/><Relationship Id="rId142" Type="http://schemas.openxmlformats.org/officeDocument/2006/relationships/image" Target="../media/image107.png"/><Relationship Id="rId163" Type="http://schemas.openxmlformats.org/officeDocument/2006/relationships/customXml" Target="../ink/ink72.xml"/><Relationship Id="rId3" Type="http://schemas.openxmlformats.org/officeDocument/2006/relationships/customXml" Target="../ink/ink1.xml"/><Relationship Id="rId25" Type="http://schemas.openxmlformats.org/officeDocument/2006/relationships/customXml" Target="../ink/ink12.xml"/><Relationship Id="rId46" Type="http://schemas.openxmlformats.org/officeDocument/2006/relationships/image" Target="../media/image59.png"/><Relationship Id="rId67" Type="http://schemas.openxmlformats.org/officeDocument/2006/relationships/customXml" Target="../ink/ink33.xml"/><Relationship Id="rId116" Type="http://schemas.openxmlformats.org/officeDocument/2006/relationships/image" Target="../media/image94.png"/><Relationship Id="rId137" Type="http://schemas.openxmlformats.org/officeDocument/2006/relationships/customXml" Target="../ink/ink68.xml"/><Relationship Id="rId158" Type="http://schemas.openxmlformats.org/officeDocument/2006/relationships/image" Target="../media/image20.png"/><Relationship Id="rId20" Type="http://schemas.openxmlformats.org/officeDocument/2006/relationships/image" Target="../media/image46.png"/><Relationship Id="rId41" Type="http://schemas.openxmlformats.org/officeDocument/2006/relationships/customXml" Target="../ink/ink20.xml"/><Relationship Id="rId62" Type="http://schemas.openxmlformats.org/officeDocument/2006/relationships/image" Target="../media/image67.png"/><Relationship Id="rId83" Type="http://schemas.openxmlformats.org/officeDocument/2006/relationships/customXml" Target="../ink/ink41.xml"/><Relationship Id="rId88" Type="http://schemas.openxmlformats.org/officeDocument/2006/relationships/image" Target="../media/image80.png"/><Relationship Id="rId111" Type="http://schemas.openxmlformats.org/officeDocument/2006/relationships/customXml" Target="../ink/ink55.xml"/><Relationship Id="rId132" Type="http://schemas.openxmlformats.org/officeDocument/2006/relationships/image" Target="../media/image102.png"/><Relationship Id="rId153" Type="http://schemas.openxmlformats.org/officeDocument/2006/relationships/image" Target="../media/image27.png"/><Relationship Id="rId174" Type="http://schemas.openxmlformats.org/officeDocument/2006/relationships/customXml" Target="../ink/ink77.xml"/><Relationship Id="rId15" Type="http://schemas.openxmlformats.org/officeDocument/2006/relationships/customXml" Target="../ink/ink7.xml"/><Relationship Id="rId36" Type="http://schemas.openxmlformats.org/officeDocument/2006/relationships/image" Target="../media/image54.png"/><Relationship Id="rId57" Type="http://schemas.openxmlformats.org/officeDocument/2006/relationships/customXml" Target="../ink/ink28.xml"/><Relationship Id="rId106" Type="http://schemas.openxmlformats.org/officeDocument/2006/relationships/image" Target="../media/image89.png"/><Relationship Id="rId127" Type="http://schemas.openxmlformats.org/officeDocument/2006/relationships/customXml" Target="../ink/ink63.xml"/><Relationship Id="rId10" Type="http://schemas.openxmlformats.org/officeDocument/2006/relationships/image" Target="../media/image41.png"/><Relationship Id="rId31" Type="http://schemas.openxmlformats.org/officeDocument/2006/relationships/customXml" Target="../ink/ink15.xml"/><Relationship Id="rId52" Type="http://schemas.openxmlformats.org/officeDocument/2006/relationships/image" Target="../media/image62.png"/><Relationship Id="rId73" Type="http://schemas.openxmlformats.org/officeDocument/2006/relationships/customXml" Target="../ink/ink36.xml"/><Relationship Id="rId78" Type="http://schemas.openxmlformats.org/officeDocument/2006/relationships/image" Target="../media/image75.png"/><Relationship Id="rId94" Type="http://schemas.openxmlformats.org/officeDocument/2006/relationships/image" Target="../media/image83.png"/><Relationship Id="rId99" Type="http://schemas.openxmlformats.org/officeDocument/2006/relationships/customXml" Target="../ink/ink49.xml"/><Relationship Id="rId101" Type="http://schemas.openxmlformats.org/officeDocument/2006/relationships/customXml" Target="../ink/ink50.xml"/><Relationship Id="rId122" Type="http://schemas.openxmlformats.org/officeDocument/2006/relationships/image" Target="../media/image97.png"/><Relationship Id="rId143" Type="http://schemas.openxmlformats.org/officeDocument/2006/relationships/customXml" Target="../ink/ink71.xml"/><Relationship Id="rId148" Type="http://schemas.openxmlformats.org/officeDocument/2006/relationships/image" Target="../media/image26.png"/><Relationship Id="rId169" Type="http://schemas.openxmlformats.org/officeDocument/2006/relationships/image" Target="../media/image111.png"/><Relationship Id="rId4" Type="http://schemas.openxmlformats.org/officeDocument/2006/relationships/image" Target="../media/image38.png"/><Relationship Id="rId9" Type="http://schemas.openxmlformats.org/officeDocument/2006/relationships/customXml" Target="../ink/ink4.xml"/><Relationship Id="rId26" Type="http://schemas.openxmlformats.org/officeDocument/2006/relationships/image" Target="../media/image49.png"/><Relationship Id="rId47" Type="http://schemas.openxmlformats.org/officeDocument/2006/relationships/customXml" Target="../ink/ink23.xml"/><Relationship Id="rId68" Type="http://schemas.openxmlformats.org/officeDocument/2006/relationships/image" Target="../media/image70.png"/><Relationship Id="rId89" Type="http://schemas.openxmlformats.org/officeDocument/2006/relationships/customXml" Target="../ink/ink44.xml"/><Relationship Id="rId112" Type="http://schemas.openxmlformats.org/officeDocument/2006/relationships/image" Target="../media/image92.png"/><Relationship Id="rId133" Type="http://schemas.openxmlformats.org/officeDocument/2006/relationships/customXml" Target="../ink/ink66.xml"/><Relationship Id="rId154" Type="http://schemas.openxmlformats.org/officeDocument/2006/relationships/image" Target="../media/image37.png"/><Relationship Id="rId175" Type="http://schemas.openxmlformats.org/officeDocument/2006/relationships/image" Target="../media/image114.png"/><Relationship Id="rId16" Type="http://schemas.openxmlformats.org/officeDocument/2006/relationships/image" Target="../media/image44.png"/><Relationship Id="rId37" Type="http://schemas.openxmlformats.org/officeDocument/2006/relationships/customXml" Target="../ink/ink18.xml"/><Relationship Id="rId58" Type="http://schemas.openxmlformats.org/officeDocument/2006/relationships/image" Target="../media/image65.png"/><Relationship Id="rId79" Type="http://schemas.openxmlformats.org/officeDocument/2006/relationships/customXml" Target="../ink/ink39.xml"/><Relationship Id="rId102" Type="http://schemas.openxmlformats.org/officeDocument/2006/relationships/image" Target="../media/image87.png"/><Relationship Id="rId123" Type="http://schemas.openxmlformats.org/officeDocument/2006/relationships/customXml" Target="../ink/ink61.xml"/><Relationship Id="rId144" Type="http://schemas.openxmlformats.org/officeDocument/2006/relationships/image" Target="../media/image108.png"/><Relationship Id="rId90" Type="http://schemas.openxmlformats.org/officeDocument/2006/relationships/image" Target="../media/image81.png"/><Relationship Id="rId165" Type="http://schemas.openxmlformats.org/officeDocument/2006/relationships/image" Target="../media/image109.png"/><Relationship Id="rId27" Type="http://schemas.openxmlformats.org/officeDocument/2006/relationships/customXml" Target="../ink/ink13.xml"/><Relationship Id="rId48" Type="http://schemas.openxmlformats.org/officeDocument/2006/relationships/image" Target="../media/image60.png"/><Relationship Id="rId69" Type="http://schemas.openxmlformats.org/officeDocument/2006/relationships/customXml" Target="../ink/ink34.xml"/><Relationship Id="rId113" Type="http://schemas.openxmlformats.org/officeDocument/2006/relationships/customXml" Target="../ink/ink56.xml"/><Relationship Id="rId134" Type="http://schemas.openxmlformats.org/officeDocument/2006/relationships/image" Target="../media/image103.png"/><Relationship Id="rId80" Type="http://schemas.openxmlformats.org/officeDocument/2006/relationships/image" Target="../media/image76.png"/><Relationship Id="rId155" Type="http://schemas.openxmlformats.org/officeDocument/2006/relationships/image" Target="../media/image14.png"/><Relationship Id="rId176" Type="http://schemas.openxmlformats.org/officeDocument/2006/relationships/customXml" Target="../ink/ink78.xml"/><Relationship Id="rId17" Type="http://schemas.openxmlformats.org/officeDocument/2006/relationships/customXml" Target="../ink/ink8.xml"/><Relationship Id="rId38" Type="http://schemas.openxmlformats.org/officeDocument/2006/relationships/image" Target="../media/image55.png"/><Relationship Id="rId59" Type="http://schemas.openxmlformats.org/officeDocument/2006/relationships/customXml" Target="../ink/ink29.xml"/><Relationship Id="rId103" Type="http://schemas.openxmlformats.org/officeDocument/2006/relationships/customXml" Target="../ink/ink51.xml"/><Relationship Id="rId124" Type="http://schemas.openxmlformats.org/officeDocument/2006/relationships/image" Target="../media/image98.png"/><Relationship Id="rId70" Type="http://schemas.openxmlformats.org/officeDocument/2006/relationships/image" Target="../media/image71.png"/><Relationship Id="rId91" Type="http://schemas.openxmlformats.org/officeDocument/2006/relationships/customXml" Target="../ink/ink45.xml"/><Relationship Id="rId145" Type="http://schemas.openxmlformats.org/officeDocument/2006/relationships/image" Target="../media/image7.png"/><Relationship Id="rId166" Type="http://schemas.openxmlformats.org/officeDocument/2006/relationships/customXml" Target="../ink/ink7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1810.png"/><Relationship Id="rId13" Type="http://schemas.openxmlformats.org/officeDocument/2006/relationships/image" Target="../media/image32.png"/><Relationship Id="rId18" Type="http://schemas.openxmlformats.org/officeDocument/2006/relationships/image" Target="../media/image2410.png"/><Relationship Id="rId3" Type="http://schemas.openxmlformats.org/officeDocument/2006/relationships/image" Target="../media/image7.png"/><Relationship Id="rId21" Type="http://schemas.openxmlformats.org/officeDocument/2006/relationships/image" Target="../media/image37.png"/><Relationship Id="rId7" Type="http://schemas.openxmlformats.org/officeDocument/2006/relationships/image" Target="../media/image19.png"/><Relationship Id="rId12" Type="http://schemas.openxmlformats.org/officeDocument/2006/relationships/image" Target="../media/image30.png"/><Relationship Id="rId17" Type="http://schemas.openxmlformats.org/officeDocument/2006/relationships/image" Target="../media/image13.png"/><Relationship Id="rId2" Type="http://schemas.openxmlformats.org/officeDocument/2006/relationships/notesSlide" Target="../notesSlides/notesSlide17.xml"/><Relationship Id="rId20"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6.png"/><Relationship Id="rId5" Type="http://schemas.openxmlformats.org/officeDocument/2006/relationships/image" Target="../media/image1210.png"/><Relationship Id="rId15" Type="http://schemas.openxmlformats.org/officeDocument/2006/relationships/image" Target="../media/image34.png"/><Relationship Id="rId10" Type="http://schemas.openxmlformats.org/officeDocument/2006/relationships/image" Target="../media/image29.png"/><Relationship Id="rId19" Type="http://schemas.openxmlformats.org/officeDocument/2006/relationships/image" Target="../media/image36.png"/><Relationship Id="rId4" Type="http://schemas.openxmlformats.org/officeDocument/2006/relationships/image" Target="../media/image14.png"/><Relationship Id="rId9" Type="http://schemas.openxmlformats.org/officeDocument/2006/relationships/image" Target="../media/image20.png"/><Relationship Id="rId14" Type="http://schemas.openxmlformats.org/officeDocument/2006/relationships/image" Target="../media/image33.png"/><Relationship Id="rId22" Type="http://schemas.openxmlformats.org/officeDocument/2006/relationships/image" Target="../media/image35.png"/></Relationships>
</file>

<file path=ppt/slides/_rels/slide18.xml.rels><?xml version="1.0" encoding="UTF-8" standalone="yes"?>
<Relationships xmlns="http://schemas.openxmlformats.org/package/2006/relationships"><Relationship Id="rId8" Type="http://schemas.openxmlformats.org/officeDocument/2006/relationships/image" Target="../media/image1810.png"/><Relationship Id="rId13" Type="http://schemas.openxmlformats.org/officeDocument/2006/relationships/image" Target="../media/image32.png"/><Relationship Id="rId18" Type="http://schemas.openxmlformats.org/officeDocument/2006/relationships/image" Target="../media/image2410.png"/><Relationship Id="rId3" Type="http://schemas.openxmlformats.org/officeDocument/2006/relationships/image" Target="../media/image7.png"/><Relationship Id="rId21" Type="http://schemas.openxmlformats.org/officeDocument/2006/relationships/image" Target="../media/image37.png"/><Relationship Id="rId7" Type="http://schemas.openxmlformats.org/officeDocument/2006/relationships/image" Target="../media/image19.png"/><Relationship Id="rId12" Type="http://schemas.openxmlformats.org/officeDocument/2006/relationships/image" Target="../media/image30.png"/><Relationship Id="rId17" Type="http://schemas.openxmlformats.org/officeDocument/2006/relationships/image" Target="../media/image13.png"/><Relationship Id="rId2" Type="http://schemas.openxmlformats.org/officeDocument/2006/relationships/notesSlide" Target="../notesSlides/notesSlide18.xml"/><Relationship Id="rId20"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6.png"/><Relationship Id="rId5" Type="http://schemas.openxmlformats.org/officeDocument/2006/relationships/image" Target="../media/image1210.png"/><Relationship Id="rId15" Type="http://schemas.openxmlformats.org/officeDocument/2006/relationships/image" Target="../media/image34.png"/><Relationship Id="rId10" Type="http://schemas.openxmlformats.org/officeDocument/2006/relationships/image" Target="../media/image29.png"/><Relationship Id="rId19" Type="http://schemas.openxmlformats.org/officeDocument/2006/relationships/image" Target="../media/image36.png"/><Relationship Id="rId4" Type="http://schemas.openxmlformats.org/officeDocument/2006/relationships/image" Target="../media/image14.png"/><Relationship Id="rId9" Type="http://schemas.openxmlformats.org/officeDocument/2006/relationships/image" Target="../media/image20.png"/><Relationship Id="rId14" Type="http://schemas.openxmlformats.org/officeDocument/2006/relationships/image" Target="../media/image33.png"/><Relationship Id="rId22"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hyperlink" Target="https://towardsdatascience.com/a-subtle-bias-that-could-impact-your-decision-trees-and-random-forests-3480756f7552" TargetMode="External"/><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17" Type="http://schemas.openxmlformats.org/officeDocument/2006/relationships/image" Target="../media/image182.png"/><Relationship Id="rId671" Type="http://schemas.openxmlformats.org/officeDocument/2006/relationships/image" Target="../media/image459.png"/><Relationship Id="rId769" Type="http://schemas.openxmlformats.org/officeDocument/2006/relationships/customXml" Target="../ink/ink473.xml"/><Relationship Id="rId21" Type="http://schemas.openxmlformats.org/officeDocument/2006/relationships/image" Target="../media/image144.png"/><Relationship Id="rId324" Type="http://schemas.openxmlformats.org/officeDocument/2006/relationships/customXml" Target="../ink/ink250.xml"/><Relationship Id="rId531" Type="http://schemas.openxmlformats.org/officeDocument/2006/relationships/image" Target="../media/image389.png"/><Relationship Id="rId629" Type="http://schemas.openxmlformats.org/officeDocument/2006/relationships/image" Target="../media/image438.png"/><Relationship Id="rId170" Type="http://schemas.openxmlformats.org/officeDocument/2006/relationships/customXml" Target="../ink/ink173.xml"/><Relationship Id="rId836" Type="http://schemas.openxmlformats.org/officeDocument/2006/relationships/image" Target="../media/image130.png"/><Relationship Id="rId268" Type="http://schemas.openxmlformats.org/officeDocument/2006/relationships/customXml" Target="../ink/ink222.xml"/><Relationship Id="rId475" Type="http://schemas.openxmlformats.org/officeDocument/2006/relationships/image" Target="../media/image361.png"/><Relationship Id="rId682" Type="http://schemas.openxmlformats.org/officeDocument/2006/relationships/customXml" Target="../ink/ink429.xml"/><Relationship Id="rId32" Type="http://schemas.openxmlformats.org/officeDocument/2006/relationships/customXml" Target="../ink/ink94.xml"/><Relationship Id="rId128" Type="http://schemas.openxmlformats.org/officeDocument/2006/relationships/customXml" Target="../ink/ink152.xml"/><Relationship Id="rId335" Type="http://schemas.openxmlformats.org/officeDocument/2006/relationships/image" Target="../media/image291.png"/><Relationship Id="rId542" Type="http://schemas.openxmlformats.org/officeDocument/2006/relationships/customXml" Target="../ink/ink359.xml"/><Relationship Id="rId181" Type="http://schemas.openxmlformats.org/officeDocument/2006/relationships/image" Target="../media/image214.png"/><Relationship Id="rId402" Type="http://schemas.openxmlformats.org/officeDocument/2006/relationships/customXml" Target="../ink/ink289.xml"/><Relationship Id="rId847" Type="http://schemas.openxmlformats.org/officeDocument/2006/relationships/customXml" Target="../ink/ink512.xml"/><Relationship Id="rId279" Type="http://schemas.openxmlformats.org/officeDocument/2006/relationships/image" Target="../media/image263.png"/><Relationship Id="rId486" Type="http://schemas.openxmlformats.org/officeDocument/2006/relationships/customXml" Target="../ink/ink331.xml"/><Relationship Id="rId693" Type="http://schemas.openxmlformats.org/officeDocument/2006/relationships/image" Target="../media/image470.png"/><Relationship Id="rId707" Type="http://schemas.openxmlformats.org/officeDocument/2006/relationships/image" Target="../media/image477.png"/><Relationship Id="rId43" Type="http://schemas.openxmlformats.org/officeDocument/2006/relationships/image" Target="../media/image155.png"/><Relationship Id="rId139" Type="http://schemas.openxmlformats.org/officeDocument/2006/relationships/image" Target="../media/image193.png"/><Relationship Id="rId346" Type="http://schemas.openxmlformats.org/officeDocument/2006/relationships/customXml" Target="../ink/ink261.xml"/><Relationship Id="rId553" Type="http://schemas.openxmlformats.org/officeDocument/2006/relationships/image" Target="../media/image400.png"/><Relationship Id="rId760" Type="http://schemas.openxmlformats.org/officeDocument/2006/relationships/image" Target="../media/image503.png"/><Relationship Id="rId192" Type="http://schemas.openxmlformats.org/officeDocument/2006/relationships/customXml" Target="../ink/ink184.xml"/><Relationship Id="rId206" Type="http://schemas.openxmlformats.org/officeDocument/2006/relationships/customXml" Target="../ink/ink191.xml"/><Relationship Id="rId413" Type="http://schemas.openxmlformats.org/officeDocument/2006/relationships/image" Target="../media/image330.png"/><Relationship Id="rId858" Type="http://schemas.openxmlformats.org/officeDocument/2006/relationships/image" Target="../media/image536.png"/><Relationship Id="rId497" Type="http://schemas.openxmlformats.org/officeDocument/2006/relationships/image" Target="../media/image372.png"/><Relationship Id="rId620" Type="http://schemas.openxmlformats.org/officeDocument/2006/relationships/customXml" Target="../ink/ink398.xml"/><Relationship Id="rId718" Type="http://schemas.openxmlformats.org/officeDocument/2006/relationships/customXml" Target="../ink/ink447.xml"/><Relationship Id="rId357" Type="http://schemas.openxmlformats.org/officeDocument/2006/relationships/image" Target="../media/image302.png"/><Relationship Id="rId54" Type="http://schemas.openxmlformats.org/officeDocument/2006/relationships/customXml" Target="../ink/ink106.xml"/><Relationship Id="rId217" Type="http://schemas.openxmlformats.org/officeDocument/2006/relationships/image" Target="../media/image232.png"/><Relationship Id="rId564" Type="http://schemas.openxmlformats.org/officeDocument/2006/relationships/customXml" Target="../ink/ink370.xml"/><Relationship Id="rId771" Type="http://schemas.openxmlformats.org/officeDocument/2006/relationships/customXml" Target="../ink/ink474.xml"/><Relationship Id="rId424" Type="http://schemas.openxmlformats.org/officeDocument/2006/relationships/customXml" Target="../ink/ink300.xml"/><Relationship Id="rId631" Type="http://schemas.openxmlformats.org/officeDocument/2006/relationships/image" Target="../media/image439.png"/><Relationship Id="rId729" Type="http://schemas.openxmlformats.org/officeDocument/2006/relationships/image" Target="../media/image488.png"/><Relationship Id="rId270" Type="http://schemas.openxmlformats.org/officeDocument/2006/relationships/customXml" Target="../ink/ink223.xml"/><Relationship Id="rId65" Type="http://schemas.openxmlformats.org/officeDocument/2006/relationships/image" Target="../media/image161.png"/><Relationship Id="rId130" Type="http://schemas.openxmlformats.org/officeDocument/2006/relationships/customXml" Target="../ink/ink153.xml"/><Relationship Id="rId368" Type="http://schemas.openxmlformats.org/officeDocument/2006/relationships/customXml" Target="../ink/ink272.xml"/><Relationship Id="rId575" Type="http://schemas.openxmlformats.org/officeDocument/2006/relationships/image" Target="../media/image411.png"/><Relationship Id="rId782" Type="http://schemas.openxmlformats.org/officeDocument/2006/relationships/image" Target="../media/image514.png"/><Relationship Id="rId228" Type="http://schemas.openxmlformats.org/officeDocument/2006/relationships/customXml" Target="../ink/ink202.xml"/><Relationship Id="rId435" Type="http://schemas.openxmlformats.org/officeDocument/2006/relationships/image" Target="../media/image341.png"/><Relationship Id="rId642" Type="http://schemas.openxmlformats.org/officeDocument/2006/relationships/customXml" Target="../ink/ink409.xml"/><Relationship Id="rId281" Type="http://schemas.openxmlformats.org/officeDocument/2006/relationships/image" Target="../media/image264.png"/><Relationship Id="rId502" Type="http://schemas.openxmlformats.org/officeDocument/2006/relationships/customXml" Target="../ink/ink339.xml"/><Relationship Id="rId76" Type="http://schemas.openxmlformats.org/officeDocument/2006/relationships/customXml" Target="../ink/ink124.xml"/><Relationship Id="rId141" Type="http://schemas.openxmlformats.org/officeDocument/2006/relationships/image" Target="../media/image194.png"/><Relationship Id="rId379" Type="http://schemas.openxmlformats.org/officeDocument/2006/relationships/image" Target="../media/image313.png"/><Relationship Id="rId586" Type="http://schemas.openxmlformats.org/officeDocument/2006/relationships/customXml" Target="../ink/ink381.xml"/><Relationship Id="rId793" Type="http://schemas.openxmlformats.org/officeDocument/2006/relationships/customXml" Target="../ink/ink485.xml"/><Relationship Id="rId807" Type="http://schemas.openxmlformats.org/officeDocument/2006/relationships/customXml" Target="../ink/ink492.xml"/><Relationship Id="rId7" Type="http://schemas.openxmlformats.org/officeDocument/2006/relationships/image" Target="../media/image137.png"/><Relationship Id="rId239" Type="http://schemas.openxmlformats.org/officeDocument/2006/relationships/image" Target="../media/image243.png"/><Relationship Id="rId446" Type="http://schemas.openxmlformats.org/officeDocument/2006/relationships/customXml" Target="../ink/ink311.xml"/><Relationship Id="rId653" Type="http://schemas.openxmlformats.org/officeDocument/2006/relationships/image" Target="../media/image450.png"/><Relationship Id="rId292" Type="http://schemas.openxmlformats.org/officeDocument/2006/relationships/customXml" Target="../ink/ink234.xml"/><Relationship Id="rId306" Type="http://schemas.openxmlformats.org/officeDocument/2006/relationships/customXml" Target="../ink/ink241.xml"/><Relationship Id="rId860" Type="http://schemas.openxmlformats.org/officeDocument/2006/relationships/image" Target="../media/image537.png"/><Relationship Id="rId87" Type="http://schemas.openxmlformats.org/officeDocument/2006/relationships/image" Target="../media/image167.png"/><Relationship Id="rId513" Type="http://schemas.openxmlformats.org/officeDocument/2006/relationships/image" Target="../media/image380.png"/><Relationship Id="rId597" Type="http://schemas.openxmlformats.org/officeDocument/2006/relationships/image" Target="../media/image422.png"/><Relationship Id="rId720" Type="http://schemas.openxmlformats.org/officeDocument/2006/relationships/customXml" Target="../ink/ink448.xml"/><Relationship Id="rId818" Type="http://schemas.openxmlformats.org/officeDocument/2006/relationships/image" Target="../media/image121.png"/><Relationship Id="rId152" Type="http://schemas.openxmlformats.org/officeDocument/2006/relationships/customXml" Target="../ink/ink164.xml"/><Relationship Id="rId457" Type="http://schemas.openxmlformats.org/officeDocument/2006/relationships/image" Target="../media/image352.png"/><Relationship Id="rId664" Type="http://schemas.openxmlformats.org/officeDocument/2006/relationships/customXml" Target="../ink/ink420.xml"/><Relationship Id="rId14" Type="http://schemas.openxmlformats.org/officeDocument/2006/relationships/customXml" Target="../ink/ink85.xml"/><Relationship Id="rId317" Type="http://schemas.openxmlformats.org/officeDocument/2006/relationships/image" Target="../media/image282.png"/><Relationship Id="rId524" Type="http://schemas.openxmlformats.org/officeDocument/2006/relationships/customXml" Target="../ink/ink350.xml"/><Relationship Id="rId731" Type="http://schemas.openxmlformats.org/officeDocument/2006/relationships/image" Target="../media/image489.png"/><Relationship Id="rId98" Type="http://schemas.openxmlformats.org/officeDocument/2006/relationships/customXml" Target="../ink/ink137.xml"/><Relationship Id="rId163" Type="http://schemas.openxmlformats.org/officeDocument/2006/relationships/image" Target="../media/image205.png"/><Relationship Id="rId370" Type="http://schemas.openxmlformats.org/officeDocument/2006/relationships/customXml" Target="../ink/ink273.xml"/><Relationship Id="rId829" Type="http://schemas.openxmlformats.org/officeDocument/2006/relationships/customXml" Target="../ink/ink503.xml"/><Relationship Id="rId230" Type="http://schemas.openxmlformats.org/officeDocument/2006/relationships/customXml" Target="../ink/ink203.xml"/><Relationship Id="rId468" Type="http://schemas.openxmlformats.org/officeDocument/2006/relationships/customXml" Target="../ink/ink322.xml"/><Relationship Id="rId675" Type="http://schemas.openxmlformats.org/officeDocument/2006/relationships/image" Target="../media/image461.png"/><Relationship Id="rId25" Type="http://schemas.openxmlformats.org/officeDocument/2006/relationships/image" Target="../media/image146.png"/><Relationship Id="rId328" Type="http://schemas.openxmlformats.org/officeDocument/2006/relationships/customXml" Target="../ink/ink252.xml"/><Relationship Id="rId535" Type="http://schemas.openxmlformats.org/officeDocument/2006/relationships/image" Target="../media/image391.png"/><Relationship Id="rId742" Type="http://schemas.openxmlformats.org/officeDocument/2006/relationships/customXml" Target="../ink/ink459.xml"/><Relationship Id="rId174" Type="http://schemas.openxmlformats.org/officeDocument/2006/relationships/customXml" Target="../ink/ink175.xml"/><Relationship Id="rId381" Type="http://schemas.openxmlformats.org/officeDocument/2006/relationships/image" Target="../media/image314.png"/><Relationship Id="rId602" Type="http://schemas.openxmlformats.org/officeDocument/2006/relationships/customXml" Target="../ink/ink389.xml"/><Relationship Id="rId241" Type="http://schemas.openxmlformats.org/officeDocument/2006/relationships/image" Target="../media/image244.png"/><Relationship Id="rId479" Type="http://schemas.openxmlformats.org/officeDocument/2006/relationships/image" Target="../media/image363.png"/><Relationship Id="rId686" Type="http://schemas.openxmlformats.org/officeDocument/2006/relationships/customXml" Target="../ink/ink431.xml"/><Relationship Id="rId36" Type="http://schemas.openxmlformats.org/officeDocument/2006/relationships/customXml" Target="../ink/ink96.xml"/><Relationship Id="rId339" Type="http://schemas.openxmlformats.org/officeDocument/2006/relationships/image" Target="../media/image293.png"/><Relationship Id="rId546" Type="http://schemas.openxmlformats.org/officeDocument/2006/relationships/customXml" Target="../ink/ink361.xml"/><Relationship Id="rId753" Type="http://schemas.openxmlformats.org/officeDocument/2006/relationships/image" Target="../media/image500.png"/><Relationship Id="rId101" Type="http://schemas.openxmlformats.org/officeDocument/2006/relationships/image" Target="../media/image174.png"/><Relationship Id="rId185" Type="http://schemas.openxmlformats.org/officeDocument/2006/relationships/image" Target="../media/image216.png"/><Relationship Id="rId406" Type="http://schemas.openxmlformats.org/officeDocument/2006/relationships/customXml" Target="../ink/ink291.xml"/><Relationship Id="rId392" Type="http://schemas.openxmlformats.org/officeDocument/2006/relationships/customXml" Target="../ink/ink284.xml"/><Relationship Id="rId613" Type="http://schemas.openxmlformats.org/officeDocument/2006/relationships/image" Target="../media/image430.png"/><Relationship Id="rId697" Type="http://schemas.openxmlformats.org/officeDocument/2006/relationships/image" Target="../media/image472.png"/><Relationship Id="rId820" Type="http://schemas.openxmlformats.org/officeDocument/2006/relationships/image" Target="../media/image122.png"/><Relationship Id="rId252" Type="http://schemas.openxmlformats.org/officeDocument/2006/relationships/customXml" Target="../ink/ink214.xml"/><Relationship Id="rId47" Type="http://schemas.openxmlformats.org/officeDocument/2006/relationships/image" Target="../media/image157.png"/><Relationship Id="rId112" Type="http://schemas.openxmlformats.org/officeDocument/2006/relationships/customXml" Target="../ink/ink144.xml"/><Relationship Id="rId557" Type="http://schemas.openxmlformats.org/officeDocument/2006/relationships/image" Target="../media/image402.png"/><Relationship Id="rId764" Type="http://schemas.openxmlformats.org/officeDocument/2006/relationships/image" Target="../media/image505.png"/><Relationship Id="rId196" Type="http://schemas.openxmlformats.org/officeDocument/2006/relationships/customXml" Target="../ink/ink186.xml"/><Relationship Id="rId417" Type="http://schemas.openxmlformats.org/officeDocument/2006/relationships/image" Target="../media/image332.png"/><Relationship Id="rId624" Type="http://schemas.openxmlformats.org/officeDocument/2006/relationships/customXml" Target="../ink/ink400.xml"/><Relationship Id="rId831" Type="http://schemas.openxmlformats.org/officeDocument/2006/relationships/customXml" Target="../ink/ink504.xml"/><Relationship Id="rId263" Type="http://schemas.openxmlformats.org/officeDocument/2006/relationships/image" Target="../media/image255.png"/><Relationship Id="rId470" Type="http://schemas.openxmlformats.org/officeDocument/2006/relationships/customXml" Target="../ink/ink323.xml"/><Relationship Id="rId58" Type="http://schemas.openxmlformats.org/officeDocument/2006/relationships/customXml" Target="../ink/ink109.xml"/><Relationship Id="rId123" Type="http://schemas.openxmlformats.org/officeDocument/2006/relationships/image" Target="../media/image185.png"/><Relationship Id="rId330" Type="http://schemas.openxmlformats.org/officeDocument/2006/relationships/customXml" Target="../ink/ink253.xml"/><Relationship Id="rId568" Type="http://schemas.openxmlformats.org/officeDocument/2006/relationships/customXml" Target="../ink/ink372.xml"/><Relationship Id="rId775" Type="http://schemas.openxmlformats.org/officeDocument/2006/relationships/customXml" Target="../ink/ink476.xml"/><Relationship Id="rId428" Type="http://schemas.openxmlformats.org/officeDocument/2006/relationships/customXml" Target="../ink/ink302.xml"/><Relationship Id="rId635" Type="http://schemas.openxmlformats.org/officeDocument/2006/relationships/image" Target="../media/image441.png"/><Relationship Id="rId842" Type="http://schemas.openxmlformats.org/officeDocument/2006/relationships/image" Target="../media/image133.png"/><Relationship Id="rId274" Type="http://schemas.openxmlformats.org/officeDocument/2006/relationships/customXml" Target="../ink/ink225.xml"/><Relationship Id="rId481" Type="http://schemas.openxmlformats.org/officeDocument/2006/relationships/image" Target="../media/image364.png"/><Relationship Id="rId702" Type="http://schemas.openxmlformats.org/officeDocument/2006/relationships/customXml" Target="../ink/ink439.xml"/><Relationship Id="rId69" Type="http://schemas.openxmlformats.org/officeDocument/2006/relationships/customXml" Target="../ink/ink118.xml"/><Relationship Id="rId134" Type="http://schemas.openxmlformats.org/officeDocument/2006/relationships/customXml" Target="../ink/ink155.xml"/><Relationship Id="rId579" Type="http://schemas.openxmlformats.org/officeDocument/2006/relationships/image" Target="../media/image413.png"/><Relationship Id="rId786" Type="http://schemas.openxmlformats.org/officeDocument/2006/relationships/image" Target="../media/image516.png"/><Relationship Id="rId341" Type="http://schemas.openxmlformats.org/officeDocument/2006/relationships/image" Target="../media/image294.png"/><Relationship Id="rId439" Type="http://schemas.openxmlformats.org/officeDocument/2006/relationships/image" Target="../media/image343.png"/><Relationship Id="rId646" Type="http://schemas.openxmlformats.org/officeDocument/2006/relationships/customXml" Target="../ink/ink411.xml"/><Relationship Id="rId201" Type="http://schemas.openxmlformats.org/officeDocument/2006/relationships/image" Target="../media/image224.png"/><Relationship Id="rId285" Type="http://schemas.openxmlformats.org/officeDocument/2006/relationships/image" Target="../media/image266.png"/><Relationship Id="rId506" Type="http://schemas.openxmlformats.org/officeDocument/2006/relationships/customXml" Target="../ink/ink341.xml"/><Relationship Id="rId853" Type="http://schemas.openxmlformats.org/officeDocument/2006/relationships/customXml" Target="../ink/ink515.xml"/><Relationship Id="rId492" Type="http://schemas.openxmlformats.org/officeDocument/2006/relationships/customXml" Target="../ink/ink334.xml"/><Relationship Id="rId713" Type="http://schemas.openxmlformats.org/officeDocument/2006/relationships/image" Target="../media/image480.png"/><Relationship Id="rId797" Type="http://schemas.openxmlformats.org/officeDocument/2006/relationships/customXml" Target="../ink/ink487.xml"/><Relationship Id="rId145" Type="http://schemas.openxmlformats.org/officeDocument/2006/relationships/image" Target="../media/image196.png"/><Relationship Id="rId352" Type="http://schemas.openxmlformats.org/officeDocument/2006/relationships/customXml" Target="../ink/ink264.xml"/><Relationship Id="rId212" Type="http://schemas.openxmlformats.org/officeDocument/2006/relationships/customXml" Target="../ink/ink194.xml"/><Relationship Id="rId657" Type="http://schemas.openxmlformats.org/officeDocument/2006/relationships/image" Target="../media/image452.png"/><Relationship Id="rId864" Type="http://schemas.openxmlformats.org/officeDocument/2006/relationships/image" Target="../media/image539.png"/><Relationship Id="rId296" Type="http://schemas.openxmlformats.org/officeDocument/2006/relationships/customXml" Target="../ink/ink236.xml"/><Relationship Id="rId517" Type="http://schemas.openxmlformats.org/officeDocument/2006/relationships/image" Target="../media/image382.png"/><Relationship Id="rId724" Type="http://schemas.openxmlformats.org/officeDocument/2006/relationships/customXml" Target="../ink/ink450.xml"/><Relationship Id="rId60" Type="http://schemas.openxmlformats.org/officeDocument/2006/relationships/customXml" Target="../ink/ink111.xml"/><Relationship Id="rId156" Type="http://schemas.openxmlformats.org/officeDocument/2006/relationships/customXml" Target="../ink/ink166.xml"/><Relationship Id="rId363" Type="http://schemas.openxmlformats.org/officeDocument/2006/relationships/image" Target="../media/image305.png"/><Relationship Id="rId570" Type="http://schemas.openxmlformats.org/officeDocument/2006/relationships/customXml" Target="../ink/ink373.xml"/><Relationship Id="rId223" Type="http://schemas.openxmlformats.org/officeDocument/2006/relationships/image" Target="../media/image235.png"/><Relationship Id="rId430" Type="http://schemas.openxmlformats.org/officeDocument/2006/relationships/customXml" Target="../ink/ink303.xml"/><Relationship Id="rId668" Type="http://schemas.openxmlformats.org/officeDocument/2006/relationships/customXml" Target="../ink/ink422.xml"/><Relationship Id="rId18" Type="http://schemas.openxmlformats.org/officeDocument/2006/relationships/customXml" Target="../ink/ink87.xml"/><Relationship Id="rId528" Type="http://schemas.openxmlformats.org/officeDocument/2006/relationships/customXml" Target="../ink/ink352.xml"/><Relationship Id="rId735" Type="http://schemas.openxmlformats.org/officeDocument/2006/relationships/image" Target="../media/image491.png"/><Relationship Id="rId167" Type="http://schemas.openxmlformats.org/officeDocument/2006/relationships/image" Target="../media/image207.png"/><Relationship Id="rId374" Type="http://schemas.openxmlformats.org/officeDocument/2006/relationships/customXml" Target="../ink/ink275.xml"/><Relationship Id="rId581" Type="http://schemas.openxmlformats.org/officeDocument/2006/relationships/image" Target="../media/image414.png"/><Relationship Id="rId71" Type="http://schemas.openxmlformats.org/officeDocument/2006/relationships/customXml" Target="../ink/ink119.xml"/><Relationship Id="rId234" Type="http://schemas.openxmlformats.org/officeDocument/2006/relationships/customXml" Target="../ink/ink205.xml"/><Relationship Id="rId679" Type="http://schemas.openxmlformats.org/officeDocument/2006/relationships/image" Target="../media/image463.png"/><Relationship Id="rId802" Type="http://schemas.openxmlformats.org/officeDocument/2006/relationships/image" Target="../media/image524.png"/><Relationship Id="rId2" Type="http://schemas.openxmlformats.org/officeDocument/2006/relationships/customXml" Target="../ink/ink79.xml"/><Relationship Id="rId29" Type="http://schemas.openxmlformats.org/officeDocument/2006/relationships/image" Target="../media/image148.png"/><Relationship Id="rId441" Type="http://schemas.openxmlformats.org/officeDocument/2006/relationships/image" Target="../media/image344.png"/><Relationship Id="rId539" Type="http://schemas.openxmlformats.org/officeDocument/2006/relationships/image" Target="../media/image393.png"/><Relationship Id="rId746" Type="http://schemas.openxmlformats.org/officeDocument/2006/relationships/customXml" Target="../ink/ink461.xml"/><Relationship Id="rId178" Type="http://schemas.openxmlformats.org/officeDocument/2006/relationships/customXml" Target="../ink/ink177.xml"/><Relationship Id="rId301" Type="http://schemas.openxmlformats.org/officeDocument/2006/relationships/image" Target="../media/image274.png"/><Relationship Id="rId82" Type="http://schemas.openxmlformats.org/officeDocument/2006/relationships/customXml" Target="../ink/ink128.xml"/><Relationship Id="rId385" Type="http://schemas.openxmlformats.org/officeDocument/2006/relationships/image" Target="../media/image316.png"/><Relationship Id="rId592" Type="http://schemas.openxmlformats.org/officeDocument/2006/relationships/customXml" Target="../ink/ink384.xml"/><Relationship Id="rId606" Type="http://schemas.openxmlformats.org/officeDocument/2006/relationships/customXml" Target="../ink/ink391.xml"/><Relationship Id="rId813" Type="http://schemas.openxmlformats.org/officeDocument/2006/relationships/customXml" Target="../ink/ink495.xml"/><Relationship Id="rId245" Type="http://schemas.openxmlformats.org/officeDocument/2006/relationships/image" Target="../media/image246.png"/><Relationship Id="rId452" Type="http://schemas.openxmlformats.org/officeDocument/2006/relationships/customXml" Target="../ink/ink314.xml"/><Relationship Id="rId105" Type="http://schemas.openxmlformats.org/officeDocument/2006/relationships/image" Target="../media/image176.png"/><Relationship Id="rId312" Type="http://schemas.openxmlformats.org/officeDocument/2006/relationships/customXml" Target="../ink/ink244.xml"/><Relationship Id="rId757" Type="http://schemas.openxmlformats.org/officeDocument/2006/relationships/customXml" Target="../ink/ink467.xml"/><Relationship Id="rId93" Type="http://schemas.openxmlformats.org/officeDocument/2006/relationships/image" Target="../media/image170.png"/><Relationship Id="rId189" Type="http://schemas.openxmlformats.org/officeDocument/2006/relationships/image" Target="../media/image218.png"/><Relationship Id="rId396" Type="http://schemas.openxmlformats.org/officeDocument/2006/relationships/customXml" Target="../ink/ink286.xml"/><Relationship Id="rId617" Type="http://schemas.openxmlformats.org/officeDocument/2006/relationships/image" Target="../media/image432.png"/><Relationship Id="rId824" Type="http://schemas.openxmlformats.org/officeDocument/2006/relationships/image" Target="../media/image124.png"/><Relationship Id="rId256" Type="http://schemas.openxmlformats.org/officeDocument/2006/relationships/customXml" Target="../ink/ink216.xml"/><Relationship Id="rId463" Type="http://schemas.openxmlformats.org/officeDocument/2006/relationships/image" Target="../media/image355.png"/><Relationship Id="rId670" Type="http://schemas.openxmlformats.org/officeDocument/2006/relationships/customXml" Target="../ink/ink423.xml"/><Relationship Id="rId116" Type="http://schemas.openxmlformats.org/officeDocument/2006/relationships/customXml" Target="../ink/ink146.xml"/><Relationship Id="rId323" Type="http://schemas.openxmlformats.org/officeDocument/2006/relationships/image" Target="../media/image285.png"/><Relationship Id="rId530" Type="http://schemas.openxmlformats.org/officeDocument/2006/relationships/customXml" Target="../ink/ink353.xml"/><Relationship Id="rId768" Type="http://schemas.openxmlformats.org/officeDocument/2006/relationships/image" Target="../media/image507.png"/><Relationship Id="rId20" Type="http://schemas.openxmlformats.org/officeDocument/2006/relationships/customXml" Target="../ink/ink88.xml"/><Relationship Id="rId628" Type="http://schemas.openxmlformats.org/officeDocument/2006/relationships/customXml" Target="../ink/ink402.xml"/><Relationship Id="rId835" Type="http://schemas.openxmlformats.org/officeDocument/2006/relationships/customXml" Target="../ink/ink506.xml"/><Relationship Id="rId267" Type="http://schemas.openxmlformats.org/officeDocument/2006/relationships/image" Target="../media/image257.png"/><Relationship Id="rId474" Type="http://schemas.openxmlformats.org/officeDocument/2006/relationships/customXml" Target="../ink/ink325.xml"/><Relationship Id="rId127" Type="http://schemas.openxmlformats.org/officeDocument/2006/relationships/image" Target="../media/image187.png"/><Relationship Id="rId681" Type="http://schemas.openxmlformats.org/officeDocument/2006/relationships/image" Target="../media/image464.png"/><Relationship Id="rId779" Type="http://schemas.openxmlformats.org/officeDocument/2006/relationships/customXml" Target="../ink/ink478.xml"/><Relationship Id="rId31" Type="http://schemas.openxmlformats.org/officeDocument/2006/relationships/image" Target="../media/image149.png"/><Relationship Id="rId334" Type="http://schemas.openxmlformats.org/officeDocument/2006/relationships/customXml" Target="../ink/ink255.xml"/><Relationship Id="rId541" Type="http://schemas.openxmlformats.org/officeDocument/2006/relationships/image" Target="../media/image394.png"/><Relationship Id="rId639" Type="http://schemas.openxmlformats.org/officeDocument/2006/relationships/image" Target="../media/image443.png"/><Relationship Id="rId180" Type="http://schemas.openxmlformats.org/officeDocument/2006/relationships/customXml" Target="../ink/ink178.xml"/><Relationship Id="rId278" Type="http://schemas.openxmlformats.org/officeDocument/2006/relationships/customXml" Target="../ink/ink227.xml"/><Relationship Id="rId401" Type="http://schemas.openxmlformats.org/officeDocument/2006/relationships/image" Target="../media/image324.png"/><Relationship Id="rId846" Type="http://schemas.openxmlformats.org/officeDocument/2006/relationships/image" Target="../media/image530.png"/><Relationship Id="rId485" Type="http://schemas.openxmlformats.org/officeDocument/2006/relationships/image" Target="../media/image366.png"/><Relationship Id="rId692" Type="http://schemas.openxmlformats.org/officeDocument/2006/relationships/customXml" Target="../ink/ink434.xml"/><Relationship Id="rId706" Type="http://schemas.openxmlformats.org/officeDocument/2006/relationships/customXml" Target="../ink/ink441.xml"/><Relationship Id="rId42" Type="http://schemas.openxmlformats.org/officeDocument/2006/relationships/customXml" Target="../ink/ink99.xml"/><Relationship Id="rId138" Type="http://schemas.openxmlformats.org/officeDocument/2006/relationships/customXml" Target="../ink/ink157.xml"/><Relationship Id="rId345" Type="http://schemas.openxmlformats.org/officeDocument/2006/relationships/image" Target="../media/image296.png"/><Relationship Id="rId552" Type="http://schemas.openxmlformats.org/officeDocument/2006/relationships/customXml" Target="../ink/ink364.xml"/><Relationship Id="rId191" Type="http://schemas.openxmlformats.org/officeDocument/2006/relationships/image" Target="../media/image219.png"/><Relationship Id="rId205" Type="http://schemas.openxmlformats.org/officeDocument/2006/relationships/image" Target="../media/image226.png"/><Relationship Id="rId412" Type="http://schemas.openxmlformats.org/officeDocument/2006/relationships/customXml" Target="../ink/ink294.xml"/><Relationship Id="rId857" Type="http://schemas.openxmlformats.org/officeDocument/2006/relationships/customXml" Target="../ink/ink517.xml"/><Relationship Id="rId289" Type="http://schemas.openxmlformats.org/officeDocument/2006/relationships/image" Target="../media/image268.png"/><Relationship Id="rId496" Type="http://schemas.openxmlformats.org/officeDocument/2006/relationships/customXml" Target="../ink/ink336.xml"/><Relationship Id="rId717" Type="http://schemas.openxmlformats.org/officeDocument/2006/relationships/image" Target="../media/image482.png"/><Relationship Id="rId53" Type="http://schemas.openxmlformats.org/officeDocument/2006/relationships/image" Target="../media/image159.png"/><Relationship Id="rId149" Type="http://schemas.openxmlformats.org/officeDocument/2006/relationships/image" Target="../media/image198.png"/><Relationship Id="rId356" Type="http://schemas.openxmlformats.org/officeDocument/2006/relationships/customXml" Target="../ink/ink266.xml"/><Relationship Id="rId563" Type="http://schemas.openxmlformats.org/officeDocument/2006/relationships/image" Target="../media/image405.png"/><Relationship Id="rId770" Type="http://schemas.openxmlformats.org/officeDocument/2006/relationships/image" Target="../media/image508.png"/><Relationship Id="rId216" Type="http://schemas.openxmlformats.org/officeDocument/2006/relationships/customXml" Target="../ink/ink196.xml"/><Relationship Id="rId423" Type="http://schemas.openxmlformats.org/officeDocument/2006/relationships/image" Target="../media/image335.png"/><Relationship Id="rId630" Type="http://schemas.openxmlformats.org/officeDocument/2006/relationships/customXml" Target="../ink/ink403.xml"/><Relationship Id="rId728" Type="http://schemas.openxmlformats.org/officeDocument/2006/relationships/customXml" Target="../ink/ink452.xml"/><Relationship Id="rId64" Type="http://schemas.openxmlformats.org/officeDocument/2006/relationships/customXml" Target="../ink/ink115.xml"/><Relationship Id="rId367" Type="http://schemas.openxmlformats.org/officeDocument/2006/relationships/image" Target="../media/image307.png"/><Relationship Id="rId574" Type="http://schemas.openxmlformats.org/officeDocument/2006/relationships/customXml" Target="../ink/ink375.xml"/><Relationship Id="rId227" Type="http://schemas.openxmlformats.org/officeDocument/2006/relationships/image" Target="../media/image237.png"/><Relationship Id="rId781" Type="http://schemas.openxmlformats.org/officeDocument/2006/relationships/customXml" Target="../ink/ink479.xml"/><Relationship Id="rId434" Type="http://schemas.openxmlformats.org/officeDocument/2006/relationships/customXml" Target="../ink/ink305.xml"/><Relationship Id="rId641" Type="http://schemas.openxmlformats.org/officeDocument/2006/relationships/image" Target="../media/image444.png"/><Relationship Id="rId739" Type="http://schemas.openxmlformats.org/officeDocument/2006/relationships/image" Target="../media/image493.png"/><Relationship Id="rId280" Type="http://schemas.openxmlformats.org/officeDocument/2006/relationships/customXml" Target="../ink/ink228.xml"/><Relationship Id="rId501" Type="http://schemas.openxmlformats.org/officeDocument/2006/relationships/image" Target="../media/image374.png"/><Relationship Id="rId75" Type="http://schemas.openxmlformats.org/officeDocument/2006/relationships/customXml" Target="../ink/ink123.xml"/><Relationship Id="rId140" Type="http://schemas.openxmlformats.org/officeDocument/2006/relationships/customXml" Target="../ink/ink158.xml"/><Relationship Id="rId378" Type="http://schemas.openxmlformats.org/officeDocument/2006/relationships/customXml" Target="../ink/ink277.xml"/><Relationship Id="rId585" Type="http://schemas.openxmlformats.org/officeDocument/2006/relationships/image" Target="../media/image416.png"/><Relationship Id="rId792" Type="http://schemas.openxmlformats.org/officeDocument/2006/relationships/image" Target="../media/image519.png"/><Relationship Id="rId806" Type="http://schemas.openxmlformats.org/officeDocument/2006/relationships/image" Target="../media/image526.png"/><Relationship Id="rId6" Type="http://schemas.openxmlformats.org/officeDocument/2006/relationships/customXml" Target="../ink/ink81.xml"/><Relationship Id="rId238" Type="http://schemas.openxmlformats.org/officeDocument/2006/relationships/customXml" Target="../ink/ink207.xml"/><Relationship Id="rId445" Type="http://schemas.openxmlformats.org/officeDocument/2006/relationships/image" Target="../media/image346.png"/><Relationship Id="rId652" Type="http://schemas.openxmlformats.org/officeDocument/2006/relationships/customXml" Target="../ink/ink414.xml"/><Relationship Id="rId291" Type="http://schemas.openxmlformats.org/officeDocument/2006/relationships/image" Target="../media/image269.png"/><Relationship Id="rId305" Type="http://schemas.openxmlformats.org/officeDocument/2006/relationships/image" Target="../media/image276.png"/><Relationship Id="rId512" Type="http://schemas.openxmlformats.org/officeDocument/2006/relationships/customXml" Target="../ink/ink344.xml"/><Relationship Id="rId86" Type="http://schemas.openxmlformats.org/officeDocument/2006/relationships/customXml" Target="../ink/ink131.xml"/><Relationship Id="rId151" Type="http://schemas.openxmlformats.org/officeDocument/2006/relationships/image" Target="../media/image199.png"/><Relationship Id="rId389" Type="http://schemas.openxmlformats.org/officeDocument/2006/relationships/image" Target="../media/image318.png"/><Relationship Id="rId596" Type="http://schemas.openxmlformats.org/officeDocument/2006/relationships/customXml" Target="../ink/ink386.xml"/><Relationship Id="rId817" Type="http://schemas.openxmlformats.org/officeDocument/2006/relationships/customXml" Target="../ink/ink497.xml"/><Relationship Id="rId249" Type="http://schemas.openxmlformats.org/officeDocument/2006/relationships/image" Target="../media/image248.png"/><Relationship Id="rId456" Type="http://schemas.openxmlformats.org/officeDocument/2006/relationships/customXml" Target="../ink/ink316.xml"/><Relationship Id="rId663" Type="http://schemas.openxmlformats.org/officeDocument/2006/relationships/image" Target="../media/image455.png"/><Relationship Id="rId13" Type="http://schemas.openxmlformats.org/officeDocument/2006/relationships/image" Target="../media/image140.png"/><Relationship Id="rId109" Type="http://schemas.openxmlformats.org/officeDocument/2006/relationships/image" Target="../media/image178.png"/><Relationship Id="rId316" Type="http://schemas.openxmlformats.org/officeDocument/2006/relationships/customXml" Target="../ink/ink246.xml"/><Relationship Id="rId523" Type="http://schemas.openxmlformats.org/officeDocument/2006/relationships/image" Target="../media/image385.png"/><Relationship Id="rId97" Type="http://schemas.openxmlformats.org/officeDocument/2006/relationships/image" Target="../media/image172.png"/><Relationship Id="rId730" Type="http://schemas.openxmlformats.org/officeDocument/2006/relationships/customXml" Target="../ink/ink453.xml"/><Relationship Id="rId828" Type="http://schemas.openxmlformats.org/officeDocument/2006/relationships/image" Target="../media/image126.png"/><Relationship Id="rId162" Type="http://schemas.openxmlformats.org/officeDocument/2006/relationships/customXml" Target="../ink/ink169.xml"/><Relationship Id="rId467" Type="http://schemas.openxmlformats.org/officeDocument/2006/relationships/image" Target="../media/image357.png"/><Relationship Id="rId674" Type="http://schemas.openxmlformats.org/officeDocument/2006/relationships/customXml" Target="../ink/ink425.xml"/><Relationship Id="rId24" Type="http://schemas.openxmlformats.org/officeDocument/2006/relationships/customXml" Target="../ink/ink90.xml"/><Relationship Id="rId327" Type="http://schemas.openxmlformats.org/officeDocument/2006/relationships/image" Target="../media/image287.png"/><Relationship Id="rId534" Type="http://schemas.openxmlformats.org/officeDocument/2006/relationships/customXml" Target="../ink/ink355.xml"/><Relationship Id="rId741" Type="http://schemas.openxmlformats.org/officeDocument/2006/relationships/image" Target="../media/image494.png"/><Relationship Id="rId839" Type="http://schemas.openxmlformats.org/officeDocument/2006/relationships/customXml" Target="../ink/ink508.xml"/><Relationship Id="rId173" Type="http://schemas.openxmlformats.org/officeDocument/2006/relationships/image" Target="../media/image210.png"/><Relationship Id="rId380" Type="http://schemas.openxmlformats.org/officeDocument/2006/relationships/customXml" Target="../ink/ink278.xml"/><Relationship Id="rId601" Type="http://schemas.openxmlformats.org/officeDocument/2006/relationships/image" Target="../media/image424.png"/><Relationship Id="rId240" Type="http://schemas.openxmlformats.org/officeDocument/2006/relationships/customXml" Target="../ink/ink208.xml"/><Relationship Id="rId478" Type="http://schemas.openxmlformats.org/officeDocument/2006/relationships/customXml" Target="../ink/ink327.xml"/><Relationship Id="rId685" Type="http://schemas.openxmlformats.org/officeDocument/2006/relationships/image" Target="../media/image466.png"/><Relationship Id="rId35" Type="http://schemas.openxmlformats.org/officeDocument/2006/relationships/image" Target="../media/image151.png"/><Relationship Id="rId100" Type="http://schemas.openxmlformats.org/officeDocument/2006/relationships/customXml" Target="../ink/ink138.xml"/><Relationship Id="rId338" Type="http://schemas.openxmlformats.org/officeDocument/2006/relationships/customXml" Target="../ink/ink257.xml"/><Relationship Id="rId545" Type="http://schemas.openxmlformats.org/officeDocument/2006/relationships/image" Target="../media/image396.png"/><Relationship Id="rId752" Type="http://schemas.openxmlformats.org/officeDocument/2006/relationships/customXml" Target="../ink/ink464.xml"/><Relationship Id="rId184" Type="http://schemas.openxmlformats.org/officeDocument/2006/relationships/customXml" Target="../ink/ink180.xml"/><Relationship Id="rId391" Type="http://schemas.openxmlformats.org/officeDocument/2006/relationships/image" Target="../media/image319.png"/><Relationship Id="rId405" Type="http://schemas.openxmlformats.org/officeDocument/2006/relationships/image" Target="../media/image326.png"/><Relationship Id="rId612" Type="http://schemas.openxmlformats.org/officeDocument/2006/relationships/customXml" Target="../ink/ink394.xml"/><Relationship Id="rId251" Type="http://schemas.openxmlformats.org/officeDocument/2006/relationships/image" Target="../media/image249.png"/><Relationship Id="rId489" Type="http://schemas.openxmlformats.org/officeDocument/2006/relationships/image" Target="../media/image368.png"/><Relationship Id="rId654" Type="http://schemas.openxmlformats.org/officeDocument/2006/relationships/customXml" Target="../ink/ink415.xml"/><Relationship Id="rId696" Type="http://schemas.openxmlformats.org/officeDocument/2006/relationships/customXml" Target="../ink/ink436.xml"/><Relationship Id="rId861" Type="http://schemas.openxmlformats.org/officeDocument/2006/relationships/customXml" Target="../ink/ink519.xml"/><Relationship Id="rId46" Type="http://schemas.openxmlformats.org/officeDocument/2006/relationships/customXml" Target="../ink/ink101.xml"/><Relationship Id="rId293" Type="http://schemas.openxmlformats.org/officeDocument/2006/relationships/image" Target="../media/image270.png"/><Relationship Id="rId307" Type="http://schemas.openxmlformats.org/officeDocument/2006/relationships/image" Target="../media/image277.png"/><Relationship Id="rId349" Type="http://schemas.openxmlformats.org/officeDocument/2006/relationships/image" Target="../media/image298.png"/><Relationship Id="rId514" Type="http://schemas.openxmlformats.org/officeDocument/2006/relationships/customXml" Target="../ink/ink345.xml"/><Relationship Id="rId556" Type="http://schemas.openxmlformats.org/officeDocument/2006/relationships/customXml" Target="../ink/ink366.xml"/><Relationship Id="rId721" Type="http://schemas.openxmlformats.org/officeDocument/2006/relationships/image" Target="../media/image484.png"/><Relationship Id="rId763" Type="http://schemas.openxmlformats.org/officeDocument/2006/relationships/customXml" Target="../ink/ink470.xml"/><Relationship Id="rId88" Type="http://schemas.openxmlformats.org/officeDocument/2006/relationships/customXml" Target="../ink/ink132.xml"/><Relationship Id="rId111" Type="http://schemas.openxmlformats.org/officeDocument/2006/relationships/image" Target="../media/image179.png"/><Relationship Id="rId153" Type="http://schemas.openxmlformats.org/officeDocument/2006/relationships/image" Target="../media/image200.png"/><Relationship Id="rId195" Type="http://schemas.openxmlformats.org/officeDocument/2006/relationships/image" Target="../media/image221.png"/><Relationship Id="rId209" Type="http://schemas.openxmlformats.org/officeDocument/2006/relationships/image" Target="../media/image228.png"/><Relationship Id="rId360" Type="http://schemas.openxmlformats.org/officeDocument/2006/relationships/customXml" Target="../ink/ink268.xml"/><Relationship Id="rId416" Type="http://schemas.openxmlformats.org/officeDocument/2006/relationships/customXml" Target="../ink/ink296.xml"/><Relationship Id="rId598" Type="http://schemas.openxmlformats.org/officeDocument/2006/relationships/customXml" Target="../ink/ink387.xml"/><Relationship Id="rId819" Type="http://schemas.openxmlformats.org/officeDocument/2006/relationships/customXml" Target="../ink/ink498.xml"/><Relationship Id="rId220" Type="http://schemas.openxmlformats.org/officeDocument/2006/relationships/customXml" Target="../ink/ink198.xml"/><Relationship Id="rId458" Type="http://schemas.openxmlformats.org/officeDocument/2006/relationships/customXml" Target="../ink/ink317.xml"/><Relationship Id="rId623" Type="http://schemas.openxmlformats.org/officeDocument/2006/relationships/image" Target="../media/image435.png"/><Relationship Id="rId665" Type="http://schemas.openxmlformats.org/officeDocument/2006/relationships/image" Target="../media/image456.png"/><Relationship Id="rId830" Type="http://schemas.openxmlformats.org/officeDocument/2006/relationships/image" Target="../media/image127.png"/><Relationship Id="rId15" Type="http://schemas.openxmlformats.org/officeDocument/2006/relationships/image" Target="../media/image141.png"/><Relationship Id="rId57" Type="http://schemas.openxmlformats.org/officeDocument/2006/relationships/customXml" Target="../ink/ink108.xml"/><Relationship Id="rId262" Type="http://schemas.openxmlformats.org/officeDocument/2006/relationships/customXml" Target="../ink/ink219.xml"/><Relationship Id="rId318" Type="http://schemas.openxmlformats.org/officeDocument/2006/relationships/customXml" Target="../ink/ink247.xml"/><Relationship Id="rId525" Type="http://schemas.openxmlformats.org/officeDocument/2006/relationships/image" Target="../media/image386.png"/><Relationship Id="rId567" Type="http://schemas.openxmlformats.org/officeDocument/2006/relationships/image" Target="../media/image407.png"/><Relationship Id="rId732" Type="http://schemas.openxmlformats.org/officeDocument/2006/relationships/customXml" Target="../ink/ink454.xml"/><Relationship Id="rId99" Type="http://schemas.openxmlformats.org/officeDocument/2006/relationships/image" Target="../media/image173.png"/><Relationship Id="rId122" Type="http://schemas.openxmlformats.org/officeDocument/2006/relationships/customXml" Target="../ink/ink149.xml"/><Relationship Id="rId164" Type="http://schemas.openxmlformats.org/officeDocument/2006/relationships/customXml" Target="../ink/ink170.xml"/><Relationship Id="rId371" Type="http://schemas.openxmlformats.org/officeDocument/2006/relationships/image" Target="../media/image309.png"/><Relationship Id="rId774" Type="http://schemas.openxmlformats.org/officeDocument/2006/relationships/image" Target="../media/image510.png"/><Relationship Id="rId427" Type="http://schemas.openxmlformats.org/officeDocument/2006/relationships/image" Target="../media/image337.png"/><Relationship Id="rId469" Type="http://schemas.openxmlformats.org/officeDocument/2006/relationships/image" Target="../media/image358.png"/><Relationship Id="rId634" Type="http://schemas.openxmlformats.org/officeDocument/2006/relationships/customXml" Target="../ink/ink405.xml"/><Relationship Id="rId676" Type="http://schemas.openxmlformats.org/officeDocument/2006/relationships/customXml" Target="../ink/ink426.xml"/><Relationship Id="rId841" Type="http://schemas.openxmlformats.org/officeDocument/2006/relationships/customXml" Target="../ink/ink509.xml"/><Relationship Id="rId26" Type="http://schemas.openxmlformats.org/officeDocument/2006/relationships/customXml" Target="../ink/ink91.xml"/><Relationship Id="rId231" Type="http://schemas.openxmlformats.org/officeDocument/2006/relationships/image" Target="../media/image239.png"/><Relationship Id="rId273" Type="http://schemas.openxmlformats.org/officeDocument/2006/relationships/image" Target="../media/image260.png"/><Relationship Id="rId329" Type="http://schemas.openxmlformats.org/officeDocument/2006/relationships/image" Target="../media/image288.png"/><Relationship Id="rId480" Type="http://schemas.openxmlformats.org/officeDocument/2006/relationships/customXml" Target="../ink/ink328.xml"/><Relationship Id="rId536" Type="http://schemas.openxmlformats.org/officeDocument/2006/relationships/customXml" Target="../ink/ink356.xml"/><Relationship Id="rId701" Type="http://schemas.openxmlformats.org/officeDocument/2006/relationships/image" Target="../media/image474.png"/><Relationship Id="rId68" Type="http://schemas.openxmlformats.org/officeDocument/2006/relationships/customXml" Target="../ink/ink117.xml"/><Relationship Id="rId133" Type="http://schemas.openxmlformats.org/officeDocument/2006/relationships/image" Target="../media/image190.png"/><Relationship Id="rId175" Type="http://schemas.openxmlformats.org/officeDocument/2006/relationships/image" Target="../media/image211.png"/><Relationship Id="rId340" Type="http://schemas.openxmlformats.org/officeDocument/2006/relationships/customXml" Target="../ink/ink258.xml"/><Relationship Id="rId578" Type="http://schemas.openxmlformats.org/officeDocument/2006/relationships/customXml" Target="../ink/ink377.xml"/><Relationship Id="rId743" Type="http://schemas.openxmlformats.org/officeDocument/2006/relationships/image" Target="../media/image495.png"/><Relationship Id="rId785" Type="http://schemas.openxmlformats.org/officeDocument/2006/relationships/customXml" Target="../ink/ink481.xml"/><Relationship Id="rId200" Type="http://schemas.openxmlformats.org/officeDocument/2006/relationships/customXml" Target="../ink/ink188.xml"/><Relationship Id="rId382" Type="http://schemas.openxmlformats.org/officeDocument/2006/relationships/customXml" Target="../ink/ink279.xml"/><Relationship Id="rId438" Type="http://schemas.openxmlformats.org/officeDocument/2006/relationships/customXml" Target="../ink/ink307.xml"/><Relationship Id="rId603" Type="http://schemas.openxmlformats.org/officeDocument/2006/relationships/image" Target="../media/image425.png"/><Relationship Id="rId645" Type="http://schemas.openxmlformats.org/officeDocument/2006/relationships/image" Target="../media/image446.png"/><Relationship Id="rId687" Type="http://schemas.openxmlformats.org/officeDocument/2006/relationships/image" Target="../media/image467.png"/><Relationship Id="rId810" Type="http://schemas.openxmlformats.org/officeDocument/2006/relationships/image" Target="../media/image528.png"/><Relationship Id="rId852" Type="http://schemas.openxmlformats.org/officeDocument/2006/relationships/image" Target="../media/image533.png"/><Relationship Id="rId242" Type="http://schemas.openxmlformats.org/officeDocument/2006/relationships/customXml" Target="../ink/ink209.xml"/><Relationship Id="rId284" Type="http://schemas.openxmlformats.org/officeDocument/2006/relationships/customXml" Target="../ink/ink230.xml"/><Relationship Id="rId491" Type="http://schemas.openxmlformats.org/officeDocument/2006/relationships/image" Target="../media/image369.png"/><Relationship Id="rId505" Type="http://schemas.openxmlformats.org/officeDocument/2006/relationships/image" Target="../media/image376.png"/><Relationship Id="rId712" Type="http://schemas.openxmlformats.org/officeDocument/2006/relationships/customXml" Target="../ink/ink444.xml"/><Relationship Id="rId37" Type="http://schemas.openxmlformats.org/officeDocument/2006/relationships/image" Target="../media/image152.png"/><Relationship Id="rId79" Type="http://schemas.openxmlformats.org/officeDocument/2006/relationships/image" Target="../media/image164.png"/><Relationship Id="rId102" Type="http://schemas.openxmlformats.org/officeDocument/2006/relationships/customXml" Target="../ink/ink139.xml"/><Relationship Id="rId144" Type="http://schemas.openxmlformats.org/officeDocument/2006/relationships/customXml" Target="../ink/ink160.xml"/><Relationship Id="rId547" Type="http://schemas.openxmlformats.org/officeDocument/2006/relationships/image" Target="../media/image397.png"/><Relationship Id="rId589" Type="http://schemas.openxmlformats.org/officeDocument/2006/relationships/image" Target="../media/image418.png"/><Relationship Id="rId754" Type="http://schemas.openxmlformats.org/officeDocument/2006/relationships/customXml" Target="../ink/ink465.xml"/><Relationship Id="rId796" Type="http://schemas.openxmlformats.org/officeDocument/2006/relationships/image" Target="../media/image521.png"/><Relationship Id="rId90" Type="http://schemas.openxmlformats.org/officeDocument/2006/relationships/customXml" Target="../ink/ink133.xml"/><Relationship Id="rId186" Type="http://schemas.openxmlformats.org/officeDocument/2006/relationships/customXml" Target="../ink/ink181.xml"/><Relationship Id="rId351" Type="http://schemas.openxmlformats.org/officeDocument/2006/relationships/image" Target="../media/image299.png"/><Relationship Id="rId393" Type="http://schemas.openxmlformats.org/officeDocument/2006/relationships/image" Target="../media/image320.png"/><Relationship Id="rId407" Type="http://schemas.openxmlformats.org/officeDocument/2006/relationships/image" Target="../media/image327.png"/><Relationship Id="rId449" Type="http://schemas.openxmlformats.org/officeDocument/2006/relationships/image" Target="../media/image348.png"/><Relationship Id="rId614" Type="http://schemas.openxmlformats.org/officeDocument/2006/relationships/customXml" Target="../ink/ink395.xml"/><Relationship Id="rId656" Type="http://schemas.openxmlformats.org/officeDocument/2006/relationships/customXml" Target="../ink/ink416.xml"/><Relationship Id="rId821" Type="http://schemas.openxmlformats.org/officeDocument/2006/relationships/customXml" Target="../ink/ink499.xml"/><Relationship Id="rId863" Type="http://schemas.openxmlformats.org/officeDocument/2006/relationships/customXml" Target="../ink/ink520.xml"/><Relationship Id="rId211" Type="http://schemas.openxmlformats.org/officeDocument/2006/relationships/image" Target="../media/image229.png"/><Relationship Id="rId253" Type="http://schemas.openxmlformats.org/officeDocument/2006/relationships/image" Target="../media/image250.png"/><Relationship Id="rId295" Type="http://schemas.openxmlformats.org/officeDocument/2006/relationships/image" Target="../media/image271.png"/><Relationship Id="rId309" Type="http://schemas.openxmlformats.org/officeDocument/2006/relationships/image" Target="../media/image278.png"/><Relationship Id="rId460" Type="http://schemas.openxmlformats.org/officeDocument/2006/relationships/customXml" Target="../ink/ink318.xml"/><Relationship Id="rId516" Type="http://schemas.openxmlformats.org/officeDocument/2006/relationships/customXml" Target="../ink/ink346.xml"/><Relationship Id="rId698" Type="http://schemas.openxmlformats.org/officeDocument/2006/relationships/customXml" Target="../ink/ink437.xml"/><Relationship Id="rId48" Type="http://schemas.openxmlformats.org/officeDocument/2006/relationships/customXml" Target="../ink/ink102.xml"/><Relationship Id="rId113" Type="http://schemas.openxmlformats.org/officeDocument/2006/relationships/image" Target="../media/image180.png"/><Relationship Id="rId320" Type="http://schemas.openxmlformats.org/officeDocument/2006/relationships/customXml" Target="../ink/ink248.xml"/><Relationship Id="rId558" Type="http://schemas.openxmlformats.org/officeDocument/2006/relationships/customXml" Target="../ink/ink367.xml"/><Relationship Id="rId723" Type="http://schemas.openxmlformats.org/officeDocument/2006/relationships/image" Target="../media/image485.png"/><Relationship Id="rId765" Type="http://schemas.openxmlformats.org/officeDocument/2006/relationships/customXml" Target="../ink/ink471.xml"/><Relationship Id="rId155" Type="http://schemas.openxmlformats.org/officeDocument/2006/relationships/image" Target="../media/image201.png"/><Relationship Id="rId197" Type="http://schemas.openxmlformats.org/officeDocument/2006/relationships/image" Target="../media/image222.png"/><Relationship Id="rId362" Type="http://schemas.openxmlformats.org/officeDocument/2006/relationships/customXml" Target="../ink/ink269.xml"/><Relationship Id="rId418" Type="http://schemas.openxmlformats.org/officeDocument/2006/relationships/customXml" Target="../ink/ink297.xml"/><Relationship Id="rId625" Type="http://schemas.openxmlformats.org/officeDocument/2006/relationships/image" Target="../media/image436.png"/><Relationship Id="rId832" Type="http://schemas.openxmlformats.org/officeDocument/2006/relationships/image" Target="../media/image128.png"/><Relationship Id="rId222" Type="http://schemas.openxmlformats.org/officeDocument/2006/relationships/customXml" Target="../ink/ink199.xml"/><Relationship Id="rId264" Type="http://schemas.openxmlformats.org/officeDocument/2006/relationships/customXml" Target="../ink/ink220.xml"/><Relationship Id="rId471" Type="http://schemas.openxmlformats.org/officeDocument/2006/relationships/image" Target="../media/image359.png"/><Relationship Id="rId667" Type="http://schemas.openxmlformats.org/officeDocument/2006/relationships/image" Target="../media/image457.png"/><Relationship Id="rId17" Type="http://schemas.openxmlformats.org/officeDocument/2006/relationships/image" Target="../media/image142.png"/><Relationship Id="rId59" Type="http://schemas.openxmlformats.org/officeDocument/2006/relationships/customXml" Target="../ink/ink110.xml"/><Relationship Id="rId124" Type="http://schemas.openxmlformats.org/officeDocument/2006/relationships/customXml" Target="../ink/ink150.xml"/><Relationship Id="rId527" Type="http://schemas.openxmlformats.org/officeDocument/2006/relationships/image" Target="../media/image387.png"/><Relationship Id="rId569" Type="http://schemas.openxmlformats.org/officeDocument/2006/relationships/image" Target="../media/image408.png"/><Relationship Id="rId734" Type="http://schemas.openxmlformats.org/officeDocument/2006/relationships/customXml" Target="../ink/ink455.xml"/><Relationship Id="rId776" Type="http://schemas.openxmlformats.org/officeDocument/2006/relationships/image" Target="../media/image511.png"/><Relationship Id="rId70" Type="http://schemas.openxmlformats.org/officeDocument/2006/relationships/image" Target="../media/image163.png"/><Relationship Id="rId166" Type="http://schemas.openxmlformats.org/officeDocument/2006/relationships/customXml" Target="../ink/ink171.xml"/><Relationship Id="rId331" Type="http://schemas.openxmlformats.org/officeDocument/2006/relationships/image" Target="../media/image289.png"/><Relationship Id="rId373" Type="http://schemas.openxmlformats.org/officeDocument/2006/relationships/image" Target="../media/image310.png"/><Relationship Id="rId429" Type="http://schemas.openxmlformats.org/officeDocument/2006/relationships/image" Target="../media/image338.png"/><Relationship Id="rId580" Type="http://schemas.openxmlformats.org/officeDocument/2006/relationships/customXml" Target="../ink/ink378.xml"/><Relationship Id="rId636" Type="http://schemas.openxmlformats.org/officeDocument/2006/relationships/customXml" Target="../ink/ink406.xml"/><Relationship Id="rId801" Type="http://schemas.openxmlformats.org/officeDocument/2006/relationships/customXml" Target="../ink/ink489.xml"/><Relationship Id="rId1" Type="http://schemas.openxmlformats.org/officeDocument/2006/relationships/slideLayout" Target="../slideLayouts/slideLayout2.xml"/><Relationship Id="rId233" Type="http://schemas.openxmlformats.org/officeDocument/2006/relationships/image" Target="../media/image240.png"/><Relationship Id="rId440" Type="http://schemas.openxmlformats.org/officeDocument/2006/relationships/customXml" Target="../ink/ink308.xml"/><Relationship Id="rId678" Type="http://schemas.openxmlformats.org/officeDocument/2006/relationships/customXml" Target="../ink/ink427.xml"/><Relationship Id="rId843" Type="http://schemas.openxmlformats.org/officeDocument/2006/relationships/customXml" Target="../ink/ink510.xml"/><Relationship Id="rId28" Type="http://schemas.openxmlformats.org/officeDocument/2006/relationships/customXml" Target="../ink/ink92.xml"/><Relationship Id="rId275" Type="http://schemas.openxmlformats.org/officeDocument/2006/relationships/image" Target="../media/image261.png"/><Relationship Id="rId300" Type="http://schemas.openxmlformats.org/officeDocument/2006/relationships/customXml" Target="../ink/ink238.xml"/><Relationship Id="rId482" Type="http://schemas.openxmlformats.org/officeDocument/2006/relationships/customXml" Target="../ink/ink329.xml"/><Relationship Id="rId538" Type="http://schemas.openxmlformats.org/officeDocument/2006/relationships/customXml" Target="../ink/ink357.xml"/><Relationship Id="rId703" Type="http://schemas.openxmlformats.org/officeDocument/2006/relationships/image" Target="../media/image475.png"/><Relationship Id="rId745" Type="http://schemas.openxmlformats.org/officeDocument/2006/relationships/image" Target="../media/image496.png"/><Relationship Id="rId81" Type="http://schemas.openxmlformats.org/officeDocument/2006/relationships/image" Target="../media/image165.png"/><Relationship Id="rId135" Type="http://schemas.openxmlformats.org/officeDocument/2006/relationships/image" Target="../media/image191.png"/><Relationship Id="rId177" Type="http://schemas.openxmlformats.org/officeDocument/2006/relationships/image" Target="../media/image212.png"/><Relationship Id="rId342" Type="http://schemas.openxmlformats.org/officeDocument/2006/relationships/customXml" Target="../ink/ink259.xml"/><Relationship Id="rId384" Type="http://schemas.openxmlformats.org/officeDocument/2006/relationships/customXml" Target="../ink/ink280.xml"/><Relationship Id="rId591" Type="http://schemas.openxmlformats.org/officeDocument/2006/relationships/image" Target="../media/image419.png"/><Relationship Id="rId605" Type="http://schemas.openxmlformats.org/officeDocument/2006/relationships/image" Target="../media/image426.png"/><Relationship Id="rId787" Type="http://schemas.openxmlformats.org/officeDocument/2006/relationships/customXml" Target="../ink/ink482.xml"/><Relationship Id="rId812" Type="http://schemas.openxmlformats.org/officeDocument/2006/relationships/image" Target="../media/image529.png"/><Relationship Id="rId202" Type="http://schemas.openxmlformats.org/officeDocument/2006/relationships/customXml" Target="../ink/ink189.xml"/><Relationship Id="rId244" Type="http://schemas.openxmlformats.org/officeDocument/2006/relationships/customXml" Target="../ink/ink210.xml"/><Relationship Id="rId647" Type="http://schemas.openxmlformats.org/officeDocument/2006/relationships/image" Target="../media/image447.png"/><Relationship Id="rId689" Type="http://schemas.openxmlformats.org/officeDocument/2006/relationships/image" Target="../media/image468.png"/><Relationship Id="rId854" Type="http://schemas.openxmlformats.org/officeDocument/2006/relationships/image" Target="../media/image534.png"/><Relationship Id="rId39" Type="http://schemas.openxmlformats.org/officeDocument/2006/relationships/image" Target="../media/image153.png"/><Relationship Id="rId286" Type="http://schemas.openxmlformats.org/officeDocument/2006/relationships/customXml" Target="../ink/ink231.xml"/><Relationship Id="rId451" Type="http://schemas.openxmlformats.org/officeDocument/2006/relationships/image" Target="../media/image349.png"/><Relationship Id="rId493" Type="http://schemas.openxmlformats.org/officeDocument/2006/relationships/image" Target="../media/image370.png"/><Relationship Id="rId507" Type="http://schemas.openxmlformats.org/officeDocument/2006/relationships/image" Target="../media/image377.png"/><Relationship Id="rId549" Type="http://schemas.openxmlformats.org/officeDocument/2006/relationships/image" Target="../media/image398.png"/><Relationship Id="rId714" Type="http://schemas.openxmlformats.org/officeDocument/2006/relationships/customXml" Target="../ink/ink445.xml"/><Relationship Id="rId756" Type="http://schemas.openxmlformats.org/officeDocument/2006/relationships/customXml" Target="../ink/ink466.xml"/><Relationship Id="rId50" Type="http://schemas.openxmlformats.org/officeDocument/2006/relationships/customXml" Target="../ink/ink103.xml"/><Relationship Id="rId104" Type="http://schemas.openxmlformats.org/officeDocument/2006/relationships/customXml" Target="../ink/ink140.xml"/><Relationship Id="rId146" Type="http://schemas.openxmlformats.org/officeDocument/2006/relationships/customXml" Target="../ink/ink161.xml"/><Relationship Id="rId188" Type="http://schemas.openxmlformats.org/officeDocument/2006/relationships/customXml" Target="../ink/ink182.xml"/><Relationship Id="rId311" Type="http://schemas.openxmlformats.org/officeDocument/2006/relationships/image" Target="../media/image279.png"/><Relationship Id="rId353" Type="http://schemas.openxmlformats.org/officeDocument/2006/relationships/image" Target="../media/image300.png"/><Relationship Id="rId395" Type="http://schemas.openxmlformats.org/officeDocument/2006/relationships/image" Target="../media/image321.png"/><Relationship Id="rId409" Type="http://schemas.openxmlformats.org/officeDocument/2006/relationships/image" Target="../media/image328.png"/><Relationship Id="rId560" Type="http://schemas.openxmlformats.org/officeDocument/2006/relationships/customXml" Target="../ink/ink368.xml"/><Relationship Id="rId798" Type="http://schemas.openxmlformats.org/officeDocument/2006/relationships/image" Target="../media/image522.png"/><Relationship Id="rId92" Type="http://schemas.openxmlformats.org/officeDocument/2006/relationships/customXml" Target="../ink/ink134.xml"/><Relationship Id="rId213" Type="http://schemas.openxmlformats.org/officeDocument/2006/relationships/image" Target="../media/image230.png"/><Relationship Id="rId420" Type="http://schemas.openxmlformats.org/officeDocument/2006/relationships/customXml" Target="../ink/ink298.xml"/><Relationship Id="rId616" Type="http://schemas.openxmlformats.org/officeDocument/2006/relationships/customXml" Target="../ink/ink396.xml"/><Relationship Id="rId658" Type="http://schemas.openxmlformats.org/officeDocument/2006/relationships/customXml" Target="../ink/ink417.xml"/><Relationship Id="rId823" Type="http://schemas.openxmlformats.org/officeDocument/2006/relationships/customXml" Target="../ink/ink500.xml"/><Relationship Id="rId865" Type="http://schemas.openxmlformats.org/officeDocument/2006/relationships/customXml" Target="../ink/ink521.xml"/><Relationship Id="rId255" Type="http://schemas.openxmlformats.org/officeDocument/2006/relationships/image" Target="../media/image251.png"/><Relationship Id="rId297" Type="http://schemas.openxmlformats.org/officeDocument/2006/relationships/image" Target="../media/image272.png"/><Relationship Id="rId462" Type="http://schemas.openxmlformats.org/officeDocument/2006/relationships/customXml" Target="../ink/ink319.xml"/><Relationship Id="rId518" Type="http://schemas.openxmlformats.org/officeDocument/2006/relationships/customXml" Target="../ink/ink347.xml"/><Relationship Id="rId725" Type="http://schemas.openxmlformats.org/officeDocument/2006/relationships/image" Target="../media/image486.png"/><Relationship Id="rId115" Type="http://schemas.openxmlformats.org/officeDocument/2006/relationships/image" Target="../media/image181.png"/><Relationship Id="rId157" Type="http://schemas.openxmlformats.org/officeDocument/2006/relationships/image" Target="../media/image202.png"/><Relationship Id="rId322" Type="http://schemas.openxmlformats.org/officeDocument/2006/relationships/customXml" Target="../ink/ink249.xml"/><Relationship Id="rId364" Type="http://schemas.openxmlformats.org/officeDocument/2006/relationships/customXml" Target="../ink/ink270.xml"/><Relationship Id="rId767" Type="http://schemas.openxmlformats.org/officeDocument/2006/relationships/customXml" Target="../ink/ink472.xml"/><Relationship Id="rId61" Type="http://schemas.openxmlformats.org/officeDocument/2006/relationships/customXml" Target="../ink/ink112.xml"/><Relationship Id="rId199" Type="http://schemas.openxmlformats.org/officeDocument/2006/relationships/image" Target="../media/image223.png"/><Relationship Id="rId571" Type="http://schemas.openxmlformats.org/officeDocument/2006/relationships/image" Target="../media/image409.png"/><Relationship Id="rId627" Type="http://schemas.openxmlformats.org/officeDocument/2006/relationships/image" Target="../media/image437.png"/><Relationship Id="rId669" Type="http://schemas.openxmlformats.org/officeDocument/2006/relationships/image" Target="../media/image458.png"/><Relationship Id="rId834" Type="http://schemas.openxmlformats.org/officeDocument/2006/relationships/image" Target="../media/image129.png"/><Relationship Id="rId19" Type="http://schemas.openxmlformats.org/officeDocument/2006/relationships/image" Target="../media/image143.png"/><Relationship Id="rId224" Type="http://schemas.openxmlformats.org/officeDocument/2006/relationships/customXml" Target="../ink/ink200.xml"/><Relationship Id="rId266" Type="http://schemas.openxmlformats.org/officeDocument/2006/relationships/customXml" Target="../ink/ink221.xml"/><Relationship Id="rId431" Type="http://schemas.openxmlformats.org/officeDocument/2006/relationships/image" Target="../media/image339.png"/><Relationship Id="rId473" Type="http://schemas.openxmlformats.org/officeDocument/2006/relationships/image" Target="../media/image360.png"/><Relationship Id="rId529" Type="http://schemas.openxmlformats.org/officeDocument/2006/relationships/image" Target="../media/image388.png"/><Relationship Id="rId680" Type="http://schemas.openxmlformats.org/officeDocument/2006/relationships/customXml" Target="../ink/ink428.xml"/><Relationship Id="rId736" Type="http://schemas.openxmlformats.org/officeDocument/2006/relationships/customXml" Target="../ink/ink456.xml"/><Relationship Id="rId30" Type="http://schemas.openxmlformats.org/officeDocument/2006/relationships/customXml" Target="../ink/ink93.xml"/><Relationship Id="rId126" Type="http://schemas.openxmlformats.org/officeDocument/2006/relationships/customXml" Target="../ink/ink151.xml"/><Relationship Id="rId168" Type="http://schemas.openxmlformats.org/officeDocument/2006/relationships/customXml" Target="../ink/ink172.xml"/><Relationship Id="rId333" Type="http://schemas.openxmlformats.org/officeDocument/2006/relationships/image" Target="../media/image290.png"/><Relationship Id="rId540" Type="http://schemas.openxmlformats.org/officeDocument/2006/relationships/customXml" Target="../ink/ink358.xml"/><Relationship Id="rId778" Type="http://schemas.openxmlformats.org/officeDocument/2006/relationships/image" Target="../media/image512.png"/><Relationship Id="rId72" Type="http://schemas.openxmlformats.org/officeDocument/2006/relationships/customXml" Target="../ink/ink120.xml"/><Relationship Id="rId375" Type="http://schemas.openxmlformats.org/officeDocument/2006/relationships/image" Target="../media/image311.png"/><Relationship Id="rId582" Type="http://schemas.openxmlformats.org/officeDocument/2006/relationships/customXml" Target="../ink/ink379.xml"/><Relationship Id="rId638" Type="http://schemas.openxmlformats.org/officeDocument/2006/relationships/customXml" Target="../ink/ink407.xml"/><Relationship Id="rId803" Type="http://schemas.openxmlformats.org/officeDocument/2006/relationships/customXml" Target="../ink/ink490.xml"/><Relationship Id="rId845" Type="http://schemas.openxmlformats.org/officeDocument/2006/relationships/customXml" Target="../ink/ink511.xml"/><Relationship Id="rId3" Type="http://schemas.openxmlformats.org/officeDocument/2006/relationships/image" Target="../media/image135.png"/><Relationship Id="rId235" Type="http://schemas.openxmlformats.org/officeDocument/2006/relationships/image" Target="../media/image241.png"/><Relationship Id="rId277" Type="http://schemas.openxmlformats.org/officeDocument/2006/relationships/image" Target="../media/image262.png"/><Relationship Id="rId400" Type="http://schemas.openxmlformats.org/officeDocument/2006/relationships/customXml" Target="../ink/ink288.xml"/><Relationship Id="rId442" Type="http://schemas.openxmlformats.org/officeDocument/2006/relationships/customXml" Target="../ink/ink309.xml"/><Relationship Id="rId484" Type="http://schemas.openxmlformats.org/officeDocument/2006/relationships/customXml" Target="../ink/ink330.xml"/><Relationship Id="rId705" Type="http://schemas.openxmlformats.org/officeDocument/2006/relationships/image" Target="../media/image476.png"/><Relationship Id="rId137" Type="http://schemas.openxmlformats.org/officeDocument/2006/relationships/image" Target="../media/image192.png"/><Relationship Id="rId302" Type="http://schemas.openxmlformats.org/officeDocument/2006/relationships/customXml" Target="../ink/ink239.xml"/><Relationship Id="rId344" Type="http://schemas.openxmlformats.org/officeDocument/2006/relationships/customXml" Target="../ink/ink260.xml"/><Relationship Id="rId691" Type="http://schemas.openxmlformats.org/officeDocument/2006/relationships/image" Target="../media/image469.png"/><Relationship Id="rId747" Type="http://schemas.openxmlformats.org/officeDocument/2006/relationships/image" Target="../media/image497.png"/><Relationship Id="rId789" Type="http://schemas.openxmlformats.org/officeDocument/2006/relationships/customXml" Target="../ink/ink483.xml"/><Relationship Id="rId41" Type="http://schemas.openxmlformats.org/officeDocument/2006/relationships/image" Target="../media/image154.png"/><Relationship Id="rId83" Type="http://schemas.openxmlformats.org/officeDocument/2006/relationships/customXml" Target="../ink/ink129.xml"/><Relationship Id="rId179" Type="http://schemas.openxmlformats.org/officeDocument/2006/relationships/image" Target="../media/image213.png"/><Relationship Id="rId386" Type="http://schemas.openxmlformats.org/officeDocument/2006/relationships/customXml" Target="../ink/ink281.xml"/><Relationship Id="rId551" Type="http://schemas.openxmlformats.org/officeDocument/2006/relationships/image" Target="../media/image399.png"/><Relationship Id="rId593" Type="http://schemas.openxmlformats.org/officeDocument/2006/relationships/image" Target="../media/image420.png"/><Relationship Id="rId607" Type="http://schemas.openxmlformats.org/officeDocument/2006/relationships/image" Target="../media/image427.png"/><Relationship Id="rId649" Type="http://schemas.openxmlformats.org/officeDocument/2006/relationships/image" Target="../media/image448.png"/><Relationship Id="rId814" Type="http://schemas.openxmlformats.org/officeDocument/2006/relationships/image" Target="../media/image119.png"/><Relationship Id="rId856" Type="http://schemas.openxmlformats.org/officeDocument/2006/relationships/image" Target="../media/image535.png"/><Relationship Id="rId190" Type="http://schemas.openxmlformats.org/officeDocument/2006/relationships/customXml" Target="../ink/ink183.xml"/><Relationship Id="rId204" Type="http://schemas.openxmlformats.org/officeDocument/2006/relationships/customXml" Target="../ink/ink190.xml"/><Relationship Id="rId246" Type="http://schemas.openxmlformats.org/officeDocument/2006/relationships/customXml" Target="../ink/ink211.xml"/><Relationship Id="rId288" Type="http://schemas.openxmlformats.org/officeDocument/2006/relationships/customXml" Target="../ink/ink232.xml"/><Relationship Id="rId411" Type="http://schemas.openxmlformats.org/officeDocument/2006/relationships/image" Target="../media/image329.png"/><Relationship Id="rId453" Type="http://schemas.openxmlformats.org/officeDocument/2006/relationships/image" Target="../media/image350.png"/><Relationship Id="rId509" Type="http://schemas.openxmlformats.org/officeDocument/2006/relationships/image" Target="../media/image378.png"/><Relationship Id="rId660" Type="http://schemas.openxmlformats.org/officeDocument/2006/relationships/customXml" Target="../ink/ink418.xml"/><Relationship Id="rId106" Type="http://schemas.openxmlformats.org/officeDocument/2006/relationships/customXml" Target="../ink/ink141.xml"/><Relationship Id="rId313" Type="http://schemas.openxmlformats.org/officeDocument/2006/relationships/image" Target="../media/image280.png"/><Relationship Id="rId495" Type="http://schemas.openxmlformats.org/officeDocument/2006/relationships/image" Target="../media/image371.png"/><Relationship Id="rId716" Type="http://schemas.openxmlformats.org/officeDocument/2006/relationships/customXml" Target="../ink/ink446.xml"/><Relationship Id="rId758" Type="http://schemas.openxmlformats.org/officeDocument/2006/relationships/image" Target="../media/image502.png"/><Relationship Id="rId10" Type="http://schemas.openxmlformats.org/officeDocument/2006/relationships/customXml" Target="../ink/ink83.xml"/><Relationship Id="rId52" Type="http://schemas.openxmlformats.org/officeDocument/2006/relationships/customXml" Target="../ink/ink105.xml"/><Relationship Id="rId94" Type="http://schemas.openxmlformats.org/officeDocument/2006/relationships/customXml" Target="../ink/ink135.xml"/><Relationship Id="rId148" Type="http://schemas.openxmlformats.org/officeDocument/2006/relationships/customXml" Target="../ink/ink162.xml"/><Relationship Id="rId355" Type="http://schemas.openxmlformats.org/officeDocument/2006/relationships/image" Target="../media/image301.png"/><Relationship Id="rId397" Type="http://schemas.openxmlformats.org/officeDocument/2006/relationships/image" Target="../media/image322.png"/><Relationship Id="rId520" Type="http://schemas.openxmlformats.org/officeDocument/2006/relationships/customXml" Target="../ink/ink348.xml"/><Relationship Id="rId562" Type="http://schemas.openxmlformats.org/officeDocument/2006/relationships/customXml" Target="../ink/ink369.xml"/><Relationship Id="rId618" Type="http://schemas.openxmlformats.org/officeDocument/2006/relationships/customXml" Target="../ink/ink397.xml"/><Relationship Id="rId825" Type="http://schemas.openxmlformats.org/officeDocument/2006/relationships/customXml" Target="../ink/ink501.xml"/><Relationship Id="rId215" Type="http://schemas.openxmlformats.org/officeDocument/2006/relationships/image" Target="../media/image231.png"/><Relationship Id="rId257" Type="http://schemas.openxmlformats.org/officeDocument/2006/relationships/image" Target="../media/image252.png"/><Relationship Id="rId422" Type="http://schemas.openxmlformats.org/officeDocument/2006/relationships/customXml" Target="../ink/ink299.xml"/><Relationship Id="rId464" Type="http://schemas.openxmlformats.org/officeDocument/2006/relationships/customXml" Target="../ink/ink320.xml"/><Relationship Id="rId299" Type="http://schemas.openxmlformats.org/officeDocument/2006/relationships/image" Target="../media/image273.png"/><Relationship Id="rId727" Type="http://schemas.openxmlformats.org/officeDocument/2006/relationships/image" Target="../media/image487.png"/><Relationship Id="rId63" Type="http://schemas.openxmlformats.org/officeDocument/2006/relationships/customXml" Target="../ink/ink114.xml"/><Relationship Id="rId159" Type="http://schemas.openxmlformats.org/officeDocument/2006/relationships/image" Target="../media/image203.png"/><Relationship Id="rId366" Type="http://schemas.openxmlformats.org/officeDocument/2006/relationships/customXml" Target="../ink/ink271.xml"/><Relationship Id="rId573" Type="http://schemas.openxmlformats.org/officeDocument/2006/relationships/image" Target="../media/image410.png"/><Relationship Id="rId780" Type="http://schemas.openxmlformats.org/officeDocument/2006/relationships/image" Target="../media/image513.png"/><Relationship Id="rId226" Type="http://schemas.openxmlformats.org/officeDocument/2006/relationships/customXml" Target="../ink/ink201.xml"/><Relationship Id="rId433" Type="http://schemas.openxmlformats.org/officeDocument/2006/relationships/image" Target="../media/image340.png"/><Relationship Id="rId640" Type="http://schemas.openxmlformats.org/officeDocument/2006/relationships/customXml" Target="../ink/ink408.xml"/><Relationship Id="rId738" Type="http://schemas.openxmlformats.org/officeDocument/2006/relationships/customXml" Target="../ink/ink457.xml"/><Relationship Id="rId74" Type="http://schemas.openxmlformats.org/officeDocument/2006/relationships/customXml" Target="../ink/ink122.xml"/><Relationship Id="rId377" Type="http://schemas.openxmlformats.org/officeDocument/2006/relationships/image" Target="../media/image312.png"/><Relationship Id="rId500" Type="http://schemas.openxmlformats.org/officeDocument/2006/relationships/customXml" Target="../ink/ink338.xml"/><Relationship Id="rId584" Type="http://schemas.openxmlformats.org/officeDocument/2006/relationships/customXml" Target="../ink/ink380.xml"/><Relationship Id="rId805" Type="http://schemas.openxmlformats.org/officeDocument/2006/relationships/customXml" Target="../ink/ink491.xml"/><Relationship Id="rId5" Type="http://schemas.openxmlformats.org/officeDocument/2006/relationships/image" Target="../media/image136.png"/><Relationship Id="rId237" Type="http://schemas.openxmlformats.org/officeDocument/2006/relationships/image" Target="../media/image242.png"/><Relationship Id="rId791" Type="http://schemas.openxmlformats.org/officeDocument/2006/relationships/customXml" Target="../ink/ink484.xml"/><Relationship Id="rId444" Type="http://schemas.openxmlformats.org/officeDocument/2006/relationships/customXml" Target="../ink/ink310.xml"/><Relationship Id="rId651" Type="http://schemas.openxmlformats.org/officeDocument/2006/relationships/image" Target="../media/image449.png"/><Relationship Id="rId749" Type="http://schemas.openxmlformats.org/officeDocument/2006/relationships/image" Target="../media/image498.png"/><Relationship Id="rId290" Type="http://schemas.openxmlformats.org/officeDocument/2006/relationships/customXml" Target="../ink/ink233.xml"/><Relationship Id="rId304" Type="http://schemas.openxmlformats.org/officeDocument/2006/relationships/customXml" Target="../ink/ink240.xml"/><Relationship Id="rId388" Type="http://schemas.openxmlformats.org/officeDocument/2006/relationships/customXml" Target="../ink/ink282.xml"/><Relationship Id="rId511" Type="http://schemas.openxmlformats.org/officeDocument/2006/relationships/image" Target="../media/image379.png"/><Relationship Id="rId609" Type="http://schemas.openxmlformats.org/officeDocument/2006/relationships/image" Target="../media/image428.png"/><Relationship Id="rId85" Type="http://schemas.openxmlformats.org/officeDocument/2006/relationships/image" Target="../media/image166.png"/><Relationship Id="rId150" Type="http://schemas.openxmlformats.org/officeDocument/2006/relationships/customXml" Target="../ink/ink163.xml"/><Relationship Id="rId595" Type="http://schemas.openxmlformats.org/officeDocument/2006/relationships/image" Target="../media/image421.png"/><Relationship Id="rId816" Type="http://schemas.openxmlformats.org/officeDocument/2006/relationships/image" Target="../media/image120.png"/><Relationship Id="rId248" Type="http://schemas.openxmlformats.org/officeDocument/2006/relationships/customXml" Target="../ink/ink212.xml"/><Relationship Id="rId455" Type="http://schemas.openxmlformats.org/officeDocument/2006/relationships/image" Target="../media/image351.png"/><Relationship Id="rId662" Type="http://schemas.openxmlformats.org/officeDocument/2006/relationships/customXml" Target="../ink/ink419.xml"/><Relationship Id="rId12" Type="http://schemas.openxmlformats.org/officeDocument/2006/relationships/customXml" Target="../ink/ink84.xml"/><Relationship Id="rId108" Type="http://schemas.openxmlformats.org/officeDocument/2006/relationships/customXml" Target="../ink/ink142.xml"/><Relationship Id="rId315" Type="http://schemas.openxmlformats.org/officeDocument/2006/relationships/image" Target="../media/image281.png"/><Relationship Id="rId522" Type="http://schemas.openxmlformats.org/officeDocument/2006/relationships/customXml" Target="../ink/ink349.xml"/><Relationship Id="rId96" Type="http://schemas.openxmlformats.org/officeDocument/2006/relationships/customXml" Target="../ink/ink136.xml"/><Relationship Id="rId161" Type="http://schemas.openxmlformats.org/officeDocument/2006/relationships/image" Target="../media/image204.png"/><Relationship Id="rId399" Type="http://schemas.openxmlformats.org/officeDocument/2006/relationships/image" Target="../media/image323.png"/><Relationship Id="rId827" Type="http://schemas.openxmlformats.org/officeDocument/2006/relationships/customXml" Target="../ink/ink502.xml"/><Relationship Id="rId259" Type="http://schemas.openxmlformats.org/officeDocument/2006/relationships/image" Target="../media/image253.png"/><Relationship Id="rId466" Type="http://schemas.openxmlformats.org/officeDocument/2006/relationships/customXml" Target="../ink/ink321.xml"/><Relationship Id="rId673" Type="http://schemas.openxmlformats.org/officeDocument/2006/relationships/image" Target="../media/image460.png"/><Relationship Id="rId23" Type="http://schemas.openxmlformats.org/officeDocument/2006/relationships/image" Target="../media/image145.png"/><Relationship Id="rId119" Type="http://schemas.openxmlformats.org/officeDocument/2006/relationships/image" Target="../media/image183.png"/><Relationship Id="rId326" Type="http://schemas.openxmlformats.org/officeDocument/2006/relationships/customXml" Target="../ink/ink251.xml"/><Relationship Id="rId533" Type="http://schemas.openxmlformats.org/officeDocument/2006/relationships/image" Target="../media/image390.png"/><Relationship Id="rId740" Type="http://schemas.openxmlformats.org/officeDocument/2006/relationships/customXml" Target="../ink/ink458.xml"/><Relationship Id="rId838" Type="http://schemas.openxmlformats.org/officeDocument/2006/relationships/image" Target="../media/image131.png"/><Relationship Id="rId172" Type="http://schemas.openxmlformats.org/officeDocument/2006/relationships/customXml" Target="../ink/ink174.xml"/><Relationship Id="rId477" Type="http://schemas.openxmlformats.org/officeDocument/2006/relationships/image" Target="../media/image362.png"/><Relationship Id="rId600" Type="http://schemas.openxmlformats.org/officeDocument/2006/relationships/customXml" Target="../ink/ink388.xml"/><Relationship Id="rId684" Type="http://schemas.openxmlformats.org/officeDocument/2006/relationships/customXml" Target="../ink/ink430.xml"/><Relationship Id="rId337" Type="http://schemas.openxmlformats.org/officeDocument/2006/relationships/image" Target="../media/image292.png"/><Relationship Id="rId34" Type="http://schemas.openxmlformats.org/officeDocument/2006/relationships/customXml" Target="../ink/ink95.xml"/><Relationship Id="rId544" Type="http://schemas.openxmlformats.org/officeDocument/2006/relationships/customXml" Target="../ink/ink360.xml"/><Relationship Id="rId751" Type="http://schemas.openxmlformats.org/officeDocument/2006/relationships/image" Target="../media/image499.png"/><Relationship Id="rId849" Type="http://schemas.openxmlformats.org/officeDocument/2006/relationships/customXml" Target="../ink/ink513.xml"/><Relationship Id="rId183" Type="http://schemas.openxmlformats.org/officeDocument/2006/relationships/image" Target="../media/image215.png"/><Relationship Id="rId390" Type="http://schemas.openxmlformats.org/officeDocument/2006/relationships/customXml" Target="../ink/ink283.xml"/><Relationship Id="rId404" Type="http://schemas.openxmlformats.org/officeDocument/2006/relationships/customXml" Target="../ink/ink290.xml"/><Relationship Id="rId611" Type="http://schemas.openxmlformats.org/officeDocument/2006/relationships/image" Target="../media/image429.png"/><Relationship Id="rId250" Type="http://schemas.openxmlformats.org/officeDocument/2006/relationships/customXml" Target="../ink/ink213.xml"/><Relationship Id="rId488" Type="http://schemas.openxmlformats.org/officeDocument/2006/relationships/customXml" Target="../ink/ink332.xml"/><Relationship Id="rId695" Type="http://schemas.openxmlformats.org/officeDocument/2006/relationships/image" Target="../media/image471.png"/><Relationship Id="rId709" Type="http://schemas.openxmlformats.org/officeDocument/2006/relationships/image" Target="../media/image478.png"/><Relationship Id="rId45" Type="http://schemas.openxmlformats.org/officeDocument/2006/relationships/image" Target="../media/image156.png"/><Relationship Id="rId110" Type="http://schemas.openxmlformats.org/officeDocument/2006/relationships/customXml" Target="../ink/ink143.xml"/><Relationship Id="rId348" Type="http://schemas.openxmlformats.org/officeDocument/2006/relationships/customXml" Target="../ink/ink262.xml"/><Relationship Id="rId555" Type="http://schemas.openxmlformats.org/officeDocument/2006/relationships/image" Target="../media/image401.png"/><Relationship Id="rId762" Type="http://schemas.openxmlformats.org/officeDocument/2006/relationships/image" Target="../media/image504.png"/><Relationship Id="rId194" Type="http://schemas.openxmlformats.org/officeDocument/2006/relationships/customXml" Target="../ink/ink185.xml"/><Relationship Id="rId208" Type="http://schemas.openxmlformats.org/officeDocument/2006/relationships/customXml" Target="../ink/ink192.xml"/><Relationship Id="rId415" Type="http://schemas.openxmlformats.org/officeDocument/2006/relationships/image" Target="../media/image331.png"/><Relationship Id="rId622" Type="http://schemas.openxmlformats.org/officeDocument/2006/relationships/customXml" Target="../ink/ink399.xml"/><Relationship Id="rId261" Type="http://schemas.openxmlformats.org/officeDocument/2006/relationships/image" Target="../media/image254.png"/><Relationship Id="rId499" Type="http://schemas.openxmlformats.org/officeDocument/2006/relationships/image" Target="../media/image373.png"/><Relationship Id="rId56" Type="http://schemas.openxmlformats.org/officeDocument/2006/relationships/image" Target="../media/image160.png"/><Relationship Id="rId359" Type="http://schemas.openxmlformats.org/officeDocument/2006/relationships/image" Target="../media/image303.png"/><Relationship Id="rId566" Type="http://schemas.openxmlformats.org/officeDocument/2006/relationships/customXml" Target="../ink/ink371.xml"/><Relationship Id="rId773" Type="http://schemas.openxmlformats.org/officeDocument/2006/relationships/customXml" Target="../ink/ink475.xml"/><Relationship Id="rId121" Type="http://schemas.openxmlformats.org/officeDocument/2006/relationships/image" Target="../media/image184.png"/><Relationship Id="rId219" Type="http://schemas.openxmlformats.org/officeDocument/2006/relationships/image" Target="../media/image233.png"/><Relationship Id="rId426" Type="http://schemas.openxmlformats.org/officeDocument/2006/relationships/customXml" Target="../ink/ink301.xml"/><Relationship Id="rId633" Type="http://schemas.openxmlformats.org/officeDocument/2006/relationships/image" Target="../media/image440.png"/><Relationship Id="rId840" Type="http://schemas.openxmlformats.org/officeDocument/2006/relationships/image" Target="../media/image132.png"/><Relationship Id="rId67" Type="http://schemas.openxmlformats.org/officeDocument/2006/relationships/image" Target="../media/image162.png"/><Relationship Id="rId272" Type="http://schemas.openxmlformats.org/officeDocument/2006/relationships/customXml" Target="../ink/ink224.xml"/><Relationship Id="rId577" Type="http://schemas.openxmlformats.org/officeDocument/2006/relationships/image" Target="../media/image412.png"/><Relationship Id="rId700" Type="http://schemas.openxmlformats.org/officeDocument/2006/relationships/customXml" Target="../ink/ink438.xml"/><Relationship Id="rId132" Type="http://schemas.openxmlformats.org/officeDocument/2006/relationships/customXml" Target="../ink/ink154.xml"/><Relationship Id="rId784" Type="http://schemas.openxmlformats.org/officeDocument/2006/relationships/image" Target="../media/image515.png"/><Relationship Id="rId437" Type="http://schemas.openxmlformats.org/officeDocument/2006/relationships/image" Target="../media/image342.png"/><Relationship Id="rId644" Type="http://schemas.openxmlformats.org/officeDocument/2006/relationships/customXml" Target="../ink/ink410.xml"/><Relationship Id="rId851" Type="http://schemas.openxmlformats.org/officeDocument/2006/relationships/customXml" Target="../ink/ink514.xml"/><Relationship Id="rId283" Type="http://schemas.openxmlformats.org/officeDocument/2006/relationships/image" Target="../media/image265.png"/><Relationship Id="rId490" Type="http://schemas.openxmlformats.org/officeDocument/2006/relationships/customXml" Target="../ink/ink333.xml"/><Relationship Id="rId504" Type="http://schemas.openxmlformats.org/officeDocument/2006/relationships/customXml" Target="../ink/ink340.xml"/><Relationship Id="rId711" Type="http://schemas.openxmlformats.org/officeDocument/2006/relationships/image" Target="../media/image479.png"/><Relationship Id="rId78" Type="http://schemas.openxmlformats.org/officeDocument/2006/relationships/customXml" Target="../ink/ink126.xml"/><Relationship Id="rId143" Type="http://schemas.openxmlformats.org/officeDocument/2006/relationships/image" Target="../media/image195.png"/><Relationship Id="rId350" Type="http://schemas.openxmlformats.org/officeDocument/2006/relationships/customXml" Target="../ink/ink263.xml"/><Relationship Id="rId588" Type="http://schemas.openxmlformats.org/officeDocument/2006/relationships/customXml" Target="../ink/ink382.xml"/><Relationship Id="rId795" Type="http://schemas.openxmlformats.org/officeDocument/2006/relationships/customXml" Target="../ink/ink486.xml"/><Relationship Id="rId809" Type="http://schemas.openxmlformats.org/officeDocument/2006/relationships/customXml" Target="../ink/ink493.xml"/><Relationship Id="rId9" Type="http://schemas.openxmlformats.org/officeDocument/2006/relationships/image" Target="../media/image138.png"/><Relationship Id="rId210" Type="http://schemas.openxmlformats.org/officeDocument/2006/relationships/customXml" Target="../ink/ink193.xml"/><Relationship Id="rId448" Type="http://schemas.openxmlformats.org/officeDocument/2006/relationships/customXml" Target="../ink/ink312.xml"/><Relationship Id="rId655" Type="http://schemas.openxmlformats.org/officeDocument/2006/relationships/image" Target="../media/image451.png"/><Relationship Id="rId862" Type="http://schemas.openxmlformats.org/officeDocument/2006/relationships/image" Target="../media/image538.png"/><Relationship Id="rId294" Type="http://schemas.openxmlformats.org/officeDocument/2006/relationships/customXml" Target="../ink/ink235.xml"/><Relationship Id="rId308" Type="http://schemas.openxmlformats.org/officeDocument/2006/relationships/customXml" Target="../ink/ink242.xml"/><Relationship Id="rId515" Type="http://schemas.openxmlformats.org/officeDocument/2006/relationships/image" Target="../media/image381.png"/><Relationship Id="rId722" Type="http://schemas.openxmlformats.org/officeDocument/2006/relationships/customXml" Target="../ink/ink449.xml"/><Relationship Id="rId89" Type="http://schemas.openxmlformats.org/officeDocument/2006/relationships/image" Target="../media/image168.png"/><Relationship Id="rId154" Type="http://schemas.openxmlformats.org/officeDocument/2006/relationships/customXml" Target="../ink/ink165.xml"/><Relationship Id="rId361" Type="http://schemas.openxmlformats.org/officeDocument/2006/relationships/image" Target="../media/image304.png"/><Relationship Id="rId599" Type="http://schemas.openxmlformats.org/officeDocument/2006/relationships/image" Target="../media/image423.png"/><Relationship Id="rId459" Type="http://schemas.openxmlformats.org/officeDocument/2006/relationships/image" Target="../media/image353.png"/><Relationship Id="rId666" Type="http://schemas.openxmlformats.org/officeDocument/2006/relationships/customXml" Target="../ink/ink421.xml"/><Relationship Id="rId16" Type="http://schemas.openxmlformats.org/officeDocument/2006/relationships/customXml" Target="../ink/ink86.xml"/><Relationship Id="rId221" Type="http://schemas.openxmlformats.org/officeDocument/2006/relationships/image" Target="../media/image234.png"/><Relationship Id="rId319" Type="http://schemas.openxmlformats.org/officeDocument/2006/relationships/image" Target="../media/image283.png"/><Relationship Id="rId526" Type="http://schemas.openxmlformats.org/officeDocument/2006/relationships/customXml" Target="../ink/ink351.xml"/><Relationship Id="rId733" Type="http://schemas.openxmlformats.org/officeDocument/2006/relationships/image" Target="../media/image490.png"/><Relationship Id="rId165" Type="http://schemas.openxmlformats.org/officeDocument/2006/relationships/image" Target="../media/image206.png"/><Relationship Id="rId372" Type="http://schemas.openxmlformats.org/officeDocument/2006/relationships/customXml" Target="../ink/ink274.xml"/><Relationship Id="rId677" Type="http://schemas.openxmlformats.org/officeDocument/2006/relationships/image" Target="../media/image462.png"/><Relationship Id="rId800" Type="http://schemas.openxmlformats.org/officeDocument/2006/relationships/image" Target="../media/image523.png"/><Relationship Id="rId232" Type="http://schemas.openxmlformats.org/officeDocument/2006/relationships/customXml" Target="../ink/ink204.xml"/><Relationship Id="rId27" Type="http://schemas.openxmlformats.org/officeDocument/2006/relationships/image" Target="../media/image147.png"/><Relationship Id="rId537" Type="http://schemas.openxmlformats.org/officeDocument/2006/relationships/image" Target="../media/image392.png"/><Relationship Id="rId744" Type="http://schemas.openxmlformats.org/officeDocument/2006/relationships/customXml" Target="../ink/ink460.xml"/><Relationship Id="rId80" Type="http://schemas.openxmlformats.org/officeDocument/2006/relationships/customXml" Target="../ink/ink127.xml"/><Relationship Id="rId176" Type="http://schemas.openxmlformats.org/officeDocument/2006/relationships/customXml" Target="../ink/ink176.xml"/><Relationship Id="rId383" Type="http://schemas.openxmlformats.org/officeDocument/2006/relationships/image" Target="../media/image315.png"/><Relationship Id="rId590" Type="http://schemas.openxmlformats.org/officeDocument/2006/relationships/customXml" Target="../ink/ink383.xml"/><Relationship Id="rId604" Type="http://schemas.openxmlformats.org/officeDocument/2006/relationships/customXml" Target="../ink/ink390.xml"/><Relationship Id="rId811" Type="http://schemas.openxmlformats.org/officeDocument/2006/relationships/customXml" Target="../ink/ink494.xml"/><Relationship Id="rId243" Type="http://schemas.openxmlformats.org/officeDocument/2006/relationships/image" Target="../media/image245.png"/><Relationship Id="rId450" Type="http://schemas.openxmlformats.org/officeDocument/2006/relationships/customXml" Target="../ink/ink313.xml"/><Relationship Id="rId688" Type="http://schemas.openxmlformats.org/officeDocument/2006/relationships/customXml" Target="../ink/ink432.xml"/><Relationship Id="rId38" Type="http://schemas.openxmlformats.org/officeDocument/2006/relationships/customXml" Target="../ink/ink97.xml"/><Relationship Id="rId103" Type="http://schemas.openxmlformats.org/officeDocument/2006/relationships/image" Target="../media/image175.png"/><Relationship Id="rId310" Type="http://schemas.openxmlformats.org/officeDocument/2006/relationships/customXml" Target="../ink/ink243.xml"/><Relationship Id="rId548" Type="http://schemas.openxmlformats.org/officeDocument/2006/relationships/customXml" Target="../ink/ink362.xml"/><Relationship Id="rId755" Type="http://schemas.openxmlformats.org/officeDocument/2006/relationships/image" Target="../media/image501.png"/><Relationship Id="rId91" Type="http://schemas.openxmlformats.org/officeDocument/2006/relationships/image" Target="../media/image169.png"/><Relationship Id="rId187" Type="http://schemas.openxmlformats.org/officeDocument/2006/relationships/image" Target="../media/image217.png"/><Relationship Id="rId394" Type="http://schemas.openxmlformats.org/officeDocument/2006/relationships/customXml" Target="../ink/ink285.xml"/><Relationship Id="rId408" Type="http://schemas.openxmlformats.org/officeDocument/2006/relationships/customXml" Target="../ink/ink292.xml"/><Relationship Id="rId615" Type="http://schemas.openxmlformats.org/officeDocument/2006/relationships/image" Target="../media/image431.png"/><Relationship Id="rId822" Type="http://schemas.openxmlformats.org/officeDocument/2006/relationships/image" Target="../media/image123.png"/><Relationship Id="rId254" Type="http://schemas.openxmlformats.org/officeDocument/2006/relationships/customXml" Target="../ink/ink215.xml"/><Relationship Id="rId699" Type="http://schemas.openxmlformats.org/officeDocument/2006/relationships/image" Target="../media/image473.png"/><Relationship Id="rId49" Type="http://schemas.openxmlformats.org/officeDocument/2006/relationships/image" Target="../media/image158.png"/><Relationship Id="rId114" Type="http://schemas.openxmlformats.org/officeDocument/2006/relationships/customXml" Target="../ink/ink145.xml"/><Relationship Id="rId461" Type="http://schemas.openxmlformats.org/officeDocument/2006/relationships/image" Target="../media/image354.png"/><Relationship Id="rId559" Type="http://schemas.openxmlformats.org/officeDocument/2006/relationships/image" Target="../media/image403.png"/><Relationship Id="rId766" Type="http://schemas.openxmlformats.org/officeDocument/2006/relationships/image" Target="../media/image506.png"/><Relationship Id="rId198" Type="http://schemas.openxmlformats.org/officeDocument/2006/relationships/customXml" Target="../ink/ink187.xml"/><Relationship Id="rId321" Type="http://schemas.openxmlformats.org/officeDocument/2006/relationships/image" Target="../media/image284.png"/><Relationship Id="rId419" Type="http://schemas.openxmlformats.org/officeDocument/2006/relationships/image" Target="../media/image333.png"/><Relationship Id="rId626" Type="http://schemas.openxmlformats.org/officeDocument/2006/relationships/customXml" Target="../ink/ink401.xml"/><Relationship Id="rId833" Type="http://schemas.openxmlformats.org/officeDocument/2006/relationships/customXml" Target="../ink/ink505.xml"/><Relationship Id="rId265" Type="http://schemas.openxmlformats.org/officeDocument/2006/relationships/image" Target="../media/image256.png"/><Relationship Id="rId472" Type="http://schemas.openxmlformats.org/officeDocument/2006/relationships/customXml" Target="../ink/ink324.xml"/><Relationship Id="rId125" Type="http://schemas.openxmlformats.org/officeDocument/2006/relationships/image" Target="../media/image186.png"/><Relationship Id="rId332" Type="http://schemas.openxmlformats.org/officeDocument/2006/relationships/customXml" Target="../ink/ink254.xml"/><Relationship Id="rId777" Type="http://schemas.openxmlformats.org/officeDocument/2006/relationships/customXml" Target="../ink/ink477.xml"/><Relationship Id="rId637" Type="http://schemas.openxmlformats.org/officeDocument/2006/relationships/image" Target="../media/image442.png"/><Relationship Id="rId844" Type="http://schemas.openxmlformats.org/officeDocument/2006/relationships/image" Target="../media/image134.png"/><Relationship Id="rId276" Type="http://schemas.openxmlformats.org/officeDocument/2006/relationships/customXml" Target="../ink/ink226.xml"/><Relationship Id="rId483" Type="http://schemas.openxmlformats.org/officeDocument/2006/relationships/image" Target="../media/image365.png"/><Relationship Id="rId690" Type="http://schemas.openxmlformats.org/officeDocument/2006/relationships/customXml" Target="../ink/ink433.xml"/><Relationship Id="rId704" Type="http://schemas.openxmlformats.org/officeDocument/2006/relationships/customXml" Target="../ink/ink440.xml"/><Relationship Id="rId40" Type="http://schemas.openxmlformats.org/officeDocument/2006/relationships/customXml" Target="../ink/ink98.xml"/><Relationship Id="rId136" Type="http://schemas.openxmlformats.org/officeDocument/2006/relationships/customXml" Target="../ink/ink156.xml"/><Relationship Id="rId343" Type="http://schemas.openxmlformats.org/officeDocument/2006/relationships/image" Target="../media/image295.png"/><Relationship Id="rId550" Type="http://schemas.openxmlformats.org/officeDocument/2006/relationships/customXml" Target="../ink/ink363.xml"/><Relationship Id="rId788" Type="http://schemas.openxmlformats.org/officeDocument/2006/relationships/image" Target="../media/image517.png"/><Relationship Id="rId203" Type="http://schemas.openxmlformats.org/officeDocument/2006/relationships/image" Target="../media/image225.png"/><Relationship Id="rId648" Type="http://schemas.openxmlformats.org/officeDocument/2006/relationships/customXml" Target="../ink/ink412.xml"/><Relationship Id="rId855" Type="http://schemas.openxmlformats.org/officeDocument/2006/relationships/customXml" Target="../ink/ink516.xml"/><Relationship Id="rId287" Type="http://schemas.openxmlformats.org/officeDocument/2006/relationships/image" Target="../media/image267.png"/><Relationship Id="rId410" Type="http://schemas.openxmlformats.org/officeDocument/2006/relationships/customXml" Target="../ink/ink293.xml"/><Relationship Id="rId494" Type="http://schemas.openxmlformats.org/officeDocument/2006/relationships/customXml" Target="../ink/ink335.xml"/><Relationship Id="rId508" Type="http://schemas.openxmlformats.org/officeDocument/2006/relationships/customXml" Target="../ink/ink342.xml"/><Relationship Id="rId715" Type="http://schemas.openxmlformats.org/officeDocument/2006/relationships/image" Target="../media/image481.png"/><Relationship Id="rId147" Type="http://schemas.openxmlformats.org/officeDocument/2006/relationships/image" Target="../media/image197.png"/><Relationship Id="rId354" Type="http://schemas.openxmlformats.org/officeDocument/2006/relationships/customXml" Target="../ink/ink265.xml"/><Relationship Id="rId799" Type="http://schemas.openxmlformats.org/officeDocument/2006/relationships/customXml" Target="../ink/ink488.xml"/><Relationship Id="rId51" Type="http://schemas.openxmlformats.org/officeDocument/2006/relationships/customXml" Target="../ink/ink104.xml"/><Relationship Id="rId561" Type="http://schemas.openxmlformats.org/officeDocument/2006/relationships/image" Target="../media/image404.png"/><Relationship Id="rId659" Type="http://schemas.openxmlformats.org/officeDocument/2006/relationships/image" Target="../media/image453.png"/><Relationship Id="rId866" Type="http://schemas.openxmlformats.org/officeDocument/2006/relationships/image" Target="../media/image540.png"/><Relationship Id="rId214" Type="http://schemas.openxmlformats.org/officeDocument/2006/relationships/customXml" Target="../ink/ink195.xml"/><Relationship Id="rId298" Type="http://schemas.openxmlformats.org/officeDocument/2006/relationships/customXml" Target="../ink/ink237.xml"/><Relationship Id="rId421" Type="http://schemas.openxmlformats.org/officeDocument/2006/relationships/image" Target="../media/image334.png"/><Relationship Id="rId519" Type="http://schemas.openxmlformats.org/officeDocument/2006/relationships/image" Target="../media/image383.png"/><Relationship Id="rId158" Type="http://schemas.openxmlformats.org/officeDocument/2006/relationships/customXml" Target="../ink/ink167.xml"/><Relationship Id="rId726" Type="http://schemas.openxmlformats.org/officeDocument/2006/relationships/customXml" Target="../ink/ink451.xml"/><Relationship Id="rId62" Type="http://schemas.openxmlformats.org/officeDocument/2006/relationships/customXml" Target="../ink/ink113.xml"/><Relationship Id="rId365" Type="http://schemas.openxmlformats.org/officeDocument/2006/relationships/image" Target="../media/image306.png"/><Relationship Id="rId572" Type="http://schemas.openxmlformats.org/officeDocument/2006/relationships/customXml" Target="../ink/ink374.xml"/><Relationship Id="rId225" Type="http://schemas.openxmlformats.org/officeDocument/2006/relationships/image" Target="../media/image236.png"/><Relationship Id="rId432" Type="http://schemas.openxmlformats.org/officeDocument/2006/relationships/customXml" Target="../ink/ink304.xml"/><Relationship Id="rId737" Type="http://schemas.openxmlformats.org/officeDocument/2006/relationships/image" Target="../media/image492.png"/><Relationship Id="rId73" Type="http://schemas.openxmlformats.org/officeDocument/2006/relationships/customXml" Target="../ink/ink121.xml"/><Relationship Id="rId169" Type="http://schemas.openxmlformats.org/officeDocument/2006/relationships/image" Target="../media/image208.png"/><Relationship Id="rId376" Type="http://schemas.openxmlformats.org/officeDocument/2006/relationships/customXml" Target="../ink/ink276.xml"/><Relationship Id="rId583" Type="http://schemas.openxmlformats.org/officeDocument/2006/relationships/image" Target="../media/image415.png"/><Relationship Id="rId790" Type="http://schemas.openxmlformats.org/officeDocument/2006/relationships/image" Target="../media/image518.png"/><Relationship Id="rId804" Type="http://schemas.openxmlformats.org/officeDocument/2006/relationships/image" Target="../media/image525.png"/><Relationship Id="rId4" Type="http://schemas.openxmlformats.org/officeDocument/2006/relationships/customXml" Target="../ink/ink80.xml"/><Relationship Id="rId236" Type="http://schemas.openxmlformats.org/officeDocument/2006/relationships/customXml" Target="../ink/ink206.xml"/><Relationship Id="rId443" Type="http://schemas.openxmlformats.org/officeDocument/2006/relationships/image" Target="../media/image345.png"/><Relationship Id="rId650" Type="http://schemas.openxmlformats.org/officeDocument/2006/relationships/customXml" Target="../ink/ink413.xml"/><Relationship Id="rId303" Type="http://schemas.openxmlformats.org/officeDocument/2006/relationships/image" Target="../media/image275.png"/><Relationship Id="rId748" Type="http://schemas.openxmlformats.org/officeDocument/2006/relationships/customXml" Target="../ink/ink462.xml"/><Relationship Id="rId84" Type="http://schemas.openxmlformats.org/officeDocument/2006/relationships/customXml" Target="../ink/ink130.xml"/><Relationship Id="rId387" Type="http://schemas.openxmlformats.org/officeDocument/2006/relationships/image" Target="../media/image317.png"/><Relationship Id="rId510" Type="http://schemas.openxmlformats.org/officeDocument/2006/relationships/customXml" Target="../ink/ink343.xml"/><Relationship Id="rId594" Type="http://schemas.openxmlformats.org/officeDocument/2006/relationships/customXml" Target="../ink/ink385.xml"/><Relationship Id="rId608" Type="http://schemas.openxmlformats.org/officeDocument/2006/relationships/customXml" Target="../ink/ink392.xml"/><Relationship Id="rId815" Type="http://schemas.openxmlformats.org/officeDocument/2006/relationships/customXml" Target="../ink/ink496.xml"/><Relationship Id="rId247" Type="http://schemas.openxmlformats.org/officeDocument/2006/relationships/image" Target="../media/image247.png"/><Relationship Id="rId107" Type="http://schemas.openxmlformats.org/officeDocument/2006/relationships/image" Target="../media/image177.png"/><Relationship Id="rId454" Type="http://schemas.openxmlformats.org/officeDocument/2006/relationships/customXml" Target="../ink/ink315.xml"/><Relationship Id="rId661" Type="http://schemas.openxmlformats.org/officeDocument/2006/relationships/image" Target="../media/image454.png"/><Relationship Id="rId759" Type="http://schemas.openxmlformats.org/officeDocument/2006/relationships/customXml" Target="../ink/ink468.xml"/><Relationship Id="rId11" Type="http://schemas.openxmlformats.org/officeDocument/2006/relationships/image" Target="../media/image139.png"/><Relationship Id="rId314" Type="http://schemas.openxmlformats.org/officeDocument/2006/relationships/customXml" Target="../ink/ink245.xml"/><Relationship Id="rId398" Type="http://schemas.openxmlformats.org/officeDocument/2006/relationships/customXml" Target="../ink/ink287.xml"/><Relationship Id="rId521" Type="http://schemas.openxmlformats.org/officeDocument/2006/relationships/image" Target="../media/image384.png"/><Relationship Id="rId619" Type="http://schemas.openxmlformats.org/officeDocument/2006/relationships/image" Target="../media/image433.png"/><Relationship Id="rId95" Type="http://schemas.openxmlformats.org/officeDocument/2006/relationships/image" Target="../media/image171.png"/><Relationship Id="rId160" Type="http://schemas.openxmlformats.org/officeDocument/2006/relationships/customXml" Target="../ink/ink168.xml"/><Relationship Id="rId826" Type="http://schemas.openxmlformats.org/officeDocument/2006/relationships/image" Target="../media/image125.png"/><Relationship Id="rId258" Type="http://schemas.openxmlformats.org/officeDocument/2006/relationships/customXml" Target="../ink/ink217.xml"/><Relationship Id="rId465" Type="http://schemas.openxmlformats.org/officeDocument/2006/relationships/image" Target="../media/image356.png"/><Relationship Id="rId672" Type="http://schemas.openxmlformats.org/officeDocument/2006/relationships/customXml" Target="../ink/ink424.xml"/><Relationship Id="rId22" Type="http://schemas.openxmlformats.org/officeDocument/2006/relationships/customXml" Target="../ink/ink89.xml"/><Relationship Id="rId118" Type="http://schemas.openxmlformats.org/officeDocument/2006/relationships/customXml" Target="../ink/ink147.xml"/><Relationship Id="rId325" Type="http://schemas.openxmlformats.org/officeDocument/2006/relationships/image" Target="../media/image286.png"/><Relationship Id="rId532" Type="http://schemas.openxmlformats.org/officeDocument/2006/relationships/customXml" Target="../ink/ink354.xml"/><Relationship Id="rId171" Type="http://schemas.openxmlformats.org/officeDocument/2006/relationships/image" Target="../media/image209.png"/><Relationship Id="rId837" Type="http://schemas.openxmlformats.org/officeDocument/2006/relationships/customXml" Target="../ink/ink507.xml"/><Relationship Id="rId269" Type="http://schemas.openxmlformats.org/officeDocument/2006/relationships/image" Target="../media/image258.png"/><Relationship Id="rId476" Type="http://schemas.openxmlformats.org/officeDocument/2006/relationships/customXml" Target="../ink/ink326.xml"/><Relationship Id="rId683" Type="http://schemas.openxmlformats.org/officeDocument/2006/relationships/image" Target="../media/image465.png"/><Relationship Id="rId33" Type="http://schemas.openxmlformats.org/officeDocument/2006/relationships/image" Target="../media/image150.png"/><Relationship Id="rId129" Type="http://schemas.openxmlformats.org/officeDocument/2006/relationships/image" Target="../media/image188.png"/><Relationship Id="rId336" Type="http://schemas.openxmlformats.org/officeDocument/2006/relationships/customXml" Target="../ink/ink256.xml"/><Relationship Id="rId543" Type="http://schemas.openxmlformats.org/officeDocument/2006/relationships/image" Target="../media/image395.png"/><Relationship Id="rId182" Type="http://schemas.openxmlformats.org/officeDocument/2006/relationships/customXml" Target="../ink/ink179.xml"/><Relationship Id="rId403" Type="http://schemas.openxmlformats.org/officeDocument/2006/relationships/image" Target="../media/image325.png"/><Relationship Id="rId750" Type="http://schemas.openxmlformats.org/officeDocument/2006/relationships/customXml" Target="../ink/ink463.xml"/><Relationship Id="rId848" Type="http://schemas.openxmlformats.org/officeDocument/2006/relationships/image" Target="../media/image531.png"/><Relationship Id="rId487" Type="http://schemas.openxmlformats.org/officeDocument/2006/relationships/image" Target="../media/image367.png"/><Relationship Id="rId610" Type="http://schemas.openxmlformats.org/officeDocument/2006/relationships/customXml" Target="../ink/ink393.xml"/><Relationship Id="rId694" Type="http://schemas.openxmlformats.org/officeDocument/2006/relationships/customXml" Target="../ink/ink435.xml"/><Relationship Id="rId708" Type="http://schemas.openxmlformats.org/officeDocument/2006/relationships/customXml" Target="../ink/ink442.xml"/><Relationship Id="rId347" Type="http://schemas.openxmlformats.org/officeDocument/2006/relationships/image" Target="../media/image297.png"/><Relationship Id="rId44" Type="http://schemas.openxmlformats.org/officeDocument/2006/relationships/customXml" Target="../ink/ink100.xml"/><Relationship Id="rId554" Type="http://schemas.openxmlformats.org/officeDocument/2006/relationships/customXml" Target="../ink/ink365.xml"/><Relationship Id="rId761" Type="http://schemas.openxmlformats.org/officeDocument/2006/relationships/customXml" Target="../ink/ink469.xml"/><Relationship Id="rId859" Type="http://schemas.openxmlformats.org/officeDocument/2006/relationships/customXml" Target="../ink/ink518.xml"/><Relationship Id="rId193" Type="http://schemas.openxmlformats.org/officeDocument/2006/relationships/image" Target="../media/image220.png"/><Relationship Id="rId207" Type="http://schemas.openxmlformats.org/officeDocument/2006/relationships/image" Target="../media/image227.png"/><Relationship Id="rId414" Type="http://schemas.openxmlformats.org/officeDocument/2006/relationships/customXml" Target="../ink/ink295.xml"/><Relationship Id="rId498" Type="http://schemas.openxmlformats.org/officeDocument/2006/relationships/customXml" Target="../ink/ink337.xml"/><Relationship Id="rId621" Type="http://schemas.openxmlformats.org/officeDocument/2006/relationships/image" Target="../media/image434.png"/><Relationship Id="rId260" Type="http://schemas.openxmlformats.org/officeDocument/2006/relationships/customXml" Target="../ink/ink218.xml"/><Relationship Id="rId719" Type="http://schemas.openxmlformats.org/officeDocument/2006/relationships/image" Target="../media/image483.png"/><Relationship Id="rId55" Type="http://schemas.openxmlformats.org/officeDocument/2006/relationships/customXml" Target="../ink/ink107.xml"/><Relationship Id="rId120" Type="http://schemas.openxmlformats.org/officeDocument/2006/relationships/customXml" Target="../ink/ink148.xml"/><Relationship Id="rId358" Type="http://schemas.openxmlformats.org/officeDocument/2006/relationships/customXml" Target="../ink/ink267.xml"/><Relationship Id="rId565" Type="http://schemas.openxmlformats.org/officeDocument/2006/relationships/image" Target="../media/image406.png"/><Relationship Id="rId772" Type="http://schemas.openxmlformats.org/officeDocument/2006/relationships/image" Target="../media/image509.png"/><Relationship Id="rId218" Type="http://schemas.openxmlformats.org/officeDocument/2006/relationships/customXml" Target="../ink/ink197.xml"/><Relationship Id="rId425" Type="http://schemas.openxmlformats.org/officeDocument/2006/relationships/image" Target="../media/image336.png"/><Relationship Id="rId632" Type="http://schemas.openxmlformats.org/officeDocument/2006/relationships/customXml" Target="../ink/ink404.xml"/><Relationship Id="rId271" Type="http://schemas.openxmlformats.org/officeDocument/2006/relationships/image" Target="../media/image259.png"/><Relationship Id="rId66" Type="http://schemas.openxmlformats.org/officeDocument/2006/relationships/customXml" Target="../ink/ink116.xml"/><Relationship Id="rId131" Type="http://schemas.openxmlformats.org/officeDocument/2006/relationships/image" Target="../media/image189.png"/><Relationship Id="rId369" Type="http://schemas.openxmlformats.org/officeDocument/2006/relationships/image" Target="../media/image308.png"/><Relationship Id="rId576" Type="http://schemas.openxmlformats.org/officeDocument/2006/relationships/customXml" Target="../ink/ink376.xml"/><Relationship Id="rId783" Type="http://schemas.openxmlformats.org/officeDocument/2006/relationships/customXml" Target="../ink/ink480.xml"/><Relationship Id="rId229" Type="http://schemas.openxmlformats.org/officeDocument/2006/relationships/image" Target="../media/image238.png"/><Relationship Id="rId436" Type="http://schemas.openxmlformats.org/officeDocument/2006/relationships/customXml" Target="../ink/ink306.xml"/><Relationship Id="rId643" Type="http://schemas.openxmlformats.org/officeDocument/2006/relationships/image" Target="../media/image445.png"/><Relationship Id="rId850" Type="http://schemas.openxmlformats.org/officeDocument/2006/relationships/image" Target="../media/image532.png"/><Relationship Id="rId77" Type="http://schemas.openxmlformats.org/officeDocument/2006/relationships/customXml" Target="../ink/ink125.xml"/><Relationship Id="rId282" Type="http://schemas.openxmlformats.org/officeDocument/2006/relationships/customXml" Target="../ink/ink229.xml"/><Relationship Id="rId503" Type="http://schemas.openxmlformats.org/officeDocument/2006/relationships/image" Target="../media/image375.png"/><Relationship Id="rId587" Type="http://schemas.openxmlformats.org/officeDocument/2006/relationships/image" Target="../media/image417.png"/><Relationship Id="rId710" Type="http://schemas.openxmlformats.org/officeDocument/2006/relationships/customXml" Target="../ink/ink443.xml"/><Relationship Id="rId808" Type="http://schemas.openxmlformats.org/officeDocument/2006/relationships/image" Target="../media/image527.png"/><Relationship Id="rId8" Type="http://schemas.openxmlformats.org/officeDocument/2006/relationships/customXml" Target="../ink/ink82.xml"/><Relationship Id="rId142" Type="http://schemas.openxmlformats.org/officeDocument/2006/relationships/customXml" Target="../ink/ink159.xml"/><Relationship Id="rId447" Type="http://schemas.openxmlformats.org/officeDocument/2006/relationships/image" Target="../media/image347.png"/><Relationship Id="rId794" Type="http://schemas.openxmlformats.org/officeDocument/2006/relationships/image" Target="../media/image520.png"/></Relationships>
</file>

<file path=ppt/slides/_rels/slide24.xml.rels><?xml version="1.0" encoding="UTF-8" standalone="yes"?>
<Relationships xmlns="http://schemas.openxmlformats.org/package/2006/relationships"><Relationship Id="rId26" Type="http://schemas.openxmlformats.org/officeDocument/2006/relationships/customXml" Target="../ink/ink534.xml"/><Relationship Id="rId21" Type="http://schemas.openxmlformats.org/officeDocument/2006/relationships/image" Target="../media/image144.png"/><Relationship Id="rId42" Type="http://schemas.openxmlformats.org/officeDocument/2006/relationships/customXml" Target="../ink/ink542.xml"/><Relationship Id="rId47" Type="http://schemas.openxmlformats.org/officeDocument/2006/relationships/image" Target="../media/image157.png"/><Relationship Id="rId63" Type="http://schemas.openxmlformats.org/officeDocument/2006/relationships/customXml" Target="../ink/ink557.xml"/><Relationship Id="rId68" Type="http://schemas.openxmlformats.org/officeDocument/2006/relationships/customXml" Target="../ink/ink560.xml"/><Relationship Id="rId84" Type="http://schemas.openxmlformats.org/officeDocument/2006/relationships/customXml" Target="../ink/ink573.xml"/><Relationship Id="rId16" Type="http://schemas.openxmlformats.org/officeDocument/2006/relationships/customXml" Target="../ink/ink529.xml"/><Relationship Id="rId11" Type="http://schemas.openxmlformats.org/officeDocument/2006/relationships/image" Target="../media/image139.png"/><Relationship Id="rId32" Type="http://schemas.openxmlformats.org/officeDocument/2006/relationships/customXml" Target="../ink/ink537.xml"/><Relationship Id="rId37" Type="http://schemas.openxmlformats.org/officeDocument/2006/relationships/image" Target="../media/image152.png"/><Relationship Id="rId53" Type="http://schemas.openxmlformats.org/officeDocument/2006/relationships/image" Target="../media/image159.png"/><Relationship Id="rId58" Type="http://schemas.openxmlformats.org/officeDocument/2006/relationships/customXml" Target="../ink/ink552.xml"/><Relationship Id="rId74" Type="http://schemas.openxmlformats.org/officeDocument/2006/relationships/customXml" Target="../ink/ink565.xml"/><Relationship Id="rId79" Type="http://schemas.openxmlformats.org/officeDocument/2006/relationships/image" Target="../media/image164.png"/><Relationship Id="rId5" Type="http://schemas.openxmlformats.org/officeDocument/2006/relationships/image" Target="../media/image136.png"/><Relationship Id="rId19" Type="http://schemas.openxmlformats.org/officeDocument/2006/relationships/image" Target="../media/image143.png"/><Relationship Id="rId14" Type="http://schemas.openxmlformats.org/officeDocument/2006/relationships/customXml" Target="../ink/ink528.xml"/><Relationship Id="rId22" Type="http://schemas.openxmlformats.org/officeDocument/2006/relationships/customXml" Target="../ink/ink532.xml"/><Relationship Id="rId27" Type="http://schemas.openxmlformats.org/officeDocument/2006/relationships/image" Target="../media/image147.png"/><Relationship Id="rId30" Type="http://schemas.openxmlformats.org/officeDocument/2006/relationships/customXml" Target="../ink/ink536.xml"/><Relationship Id="rId35" Type="http://schemas.openxmlformats.org/officeDocument/2006/relationships/image" Target="../media/image151.png"/><Relationship Id="rId43" Type="http://schemas.openxmlformats.org/officeDocument/2006/relationships/image" Target="../media/image155.png"/><Relationship Id="rId48" Type="http://schemas.openxmlformats.org/officeDocument/2006/relationships/customXml" Target="../ink/ink545.xml"/><Relationship Id="rId56" Type="http://schemas.openxmlformats.org/officeDocument/2006/relationships/image" Target="../media/image160.png"/><Relationship Id="rId64" Type="http://schemas.openxmlformats.org/officeDocument/2006/relationships/customXml" Target="../ink/ink558.xml"/><Relationship Id="rId69" Type="http://schemas.openxmlformats.org/officeDocument/2006/relationships/customXml" Target="../ink/ink561.xml"/><Relationship Id="rId77" Type="http://schemas.openxmlformats.org/officeDocument/2006/relationships/customXml" Target="../ink/ink568.xml"/><Relationship Id="rId8" Type="http://schemas.openxmlformats.org/officeDocument/2006/relationships/customXml" Target="../ink/ink525.xml"/><Relationship Id="rId51" Type="http://schemas.openxmlformats.org/officeDocument/2006/relationships/customXml" Target="../ink/ink547.xml"/><Relationship Id="rId72" Type="http://schemas.openxmlformats.org/officeDocument/2006/relationships/customXml" Target="../ink/ink563.xml"/><Relationship Id="rId80" Type="http://schemas.openxmlformats.org/officeDocument/2006/relationships/customXml" Target="../ink/ink570.xml"/><Relationship Id="rId85" Type="http://schemas.openxmlformats.org/officeDocument/2006/relationships/image" Target="../media/image166.png"/><Relationship Id="rId3" Type="http://schemas.openxmlformats.org/officeDocument/2006/relationships/image" Target="../media/image135.png"/><Relationship Id="rId12" Type="http://schemas.openxmlformats.org/officeDocument/2006/relationships/customXml" Target="../ink/ink527.xml"/><Relationship Id="rId17" Type="http://schemas.openxmlformats.org/officeDocument/2006/relationships/image" Target="../media/image142.png"/><Relationship Id="rId25" Type="http://schemas.openxmlformats.org/officeDocument/2006/relationships/image" Target="../media/image146.png"/><Relationship Id="rId33" Type="http://schemas.openxmlformats.org/officeDocument/2006/relationships/image" Target="../media/image150.png"/><Relationship Id="rId38" Type="http://schemas.openxmlformats.org/officeDocument/2006/relationships/customXml" Target="../ink/ink540.xml"/><Relationship Id="rId46" Type="http://schemas.openxmlformats.org/officeDocument/2006/relationships/customXml" Target="../ink/ink544.xml"/><Relationship Id="rId59" Type="http://schemas.openxmlformats.org/officeDocument/2006/relationships/customXml" Target="../ink/ink553.xml"/><Relationship Id="rId67" Type="http://schemas.openxmlformats.org/officeDocument/2006/relationships/image" Target="../media/image162.png"/><Relationship Id="rId20" Type="http://schemas.openxmlformats.org/officeDocument/2006/relationships/customXml" Target="../ink/ink531.xml"/><Relationship Id="rId41" Type="http://schemas.openxmlformats.org/officeDocument/2006/relationships/image" Target="../media/image154.png"/><Relationship Id="rId54" Type="http://schemas.openxmlformats.org/officeDocument/2006/relationships/customXml" Target="../ink/ink549.xml"/><Relationship Id="rId62" Type="http://schemas.openxmlformats.org/officeDocument/2006/relationships/customXml" Target="../ink/ink556.xml"/><Relationship Id="rId70" Type="http://schemas.openxmlformats.org/officeDocument/2006/relationships/image" Target="../media/image163.png"/><Relationship Id="rId75" Type="http://schemas.openxmlformats.org/officeDocument/2006/relationships/customXml" Target="../ink/ink566.xml"/><Relationship Id="rId83" Type="http://schemas.openxmlformats.org/officeDocument/2006/relationships/customXml" Target="../ink/ink572.xml"/><Relationship Id="rId1" Type="http://schemas.openxmlformats.org/officeDocument/2006/relationships/slideLayout" Target="../slideLayouts/slideLayout2.xml"/><Relationship Id="rId6" Type="http://schemas.openxmlformats.org/officeDocument/2006/relationships/customXml" Target="../ink/ink524.xml"/><Relationship Id="rId15" Type="http://schemas.openxmlformats.org/officeDocument/2006/relationships/image" Target="../media/image141.png"/><Relationship Id="rId23" Type="http://schemas.openxmlformats.org/officeDocument/2006/relationships/image" Target="../media/image145.png"/><Relationship Id="rId28" Type="http://schemas.openxmlformats.org/officeDocument/2006/relationships/customXml" Target="../ink/ink535.xml"/><Relationship Id="rId36" Type="http://schemas.openxmlformats.org/officeDocument/2006/relationships/customXml" Target="../ink/ink539.xml"/><Relationship Id="rId49" Type="http://schemas.openxmlformats.org/officeDocument/2006/relationships/image" Target="../media/image158.png"/><Relationship Id="rId57" Type="http://schemas.openxmlformats.org/officeDocument/2006/relationships/customXml" Target="../ink/ink551.xml"/><Relationship Id="rId10" Type="http://schemas.openxmlformats.org/officeDocument/2006/relationships/customXml" Target="../ink/ink526.xml"/><Relationship Id="rId31" Type="http://schemas.openxmlformats.org/officeDocument/2006/relationships/image" Target="../media/image149.png"/><Relationship Id="rId44" Type="http://schemas.openxmlformats.org/officeDocument/2006/relationships/customXml" Target="../ink/ink543.xml"/><Relationship Id="rId52" Type="http://schemas.openxmlformats.org/officeDocument/2006/relationships/customXml" Target="../ink/ink548.xml"/><Relationship Id="rId60" Type="http://schemas.openxmlformats.org/officeDocument/2006/relationships/customXml" Target="../ink/ink554.xml"/><Relationship Id="rId65" Type="http://schemas.openxmlformats.org/officeDocument/2006/relationships/image" Target="../media/image161.png"/><Relationship Id="rId73" Type="http://schemas.openxmlformats.org/officeDocument/2006/relationships/customXml" Target="../ink/ink564.xml"/><Relationship Id="rId78" Type="http://schemas.openxmlformats.org/officeDocument/2006/relationships/customXml" Target="../ink/ink569.xml"/><Relationship Id="rId81" Type="http://schemas.openxmlformats.org/officeDocument/2006/relationships/image" Target="../media/image165.png"/><Relationship Id="rId4" Type="http://schemas.openxmlformats.org/officeDocument/2006/relationships/customXml" Target="../ink/ink523.xml"/><Relationship Id="rId9" Type="http://schemas.openxmlformats.org/officeDocument/2006/relationships/image" Target="../media/image138.png"/><Relationship Id="rId13" Type="http://schemas.openxmlformats.org/officeDocument/2006/relationships/image" Target="../media/image140.png"/><Relationship Id="rId18" Type="http://schemas.openxmlformats.org/officeDocument/2006/relationships/customXml" Target="../ink/ink530.xml"/><Relationship Id="rId39" Type="http://schemas.openxmlformats.org/officeDocument/2006/relationships/image" Target="../media/image153.png"/><Relationship Id="rId34" Type="http://schemas.openxmlformats.org/officeDocument/2006/relationships/customXml" Target="../ink/ink538.xml"/><Relationship Id="rId50" Type="http://schemas.openxmlformats.org/officeDocument/2006/relationships/customXml" Target="../ink/ink546.xml"/><Relationship Id="rId55" Type="http://schemas.openxmlformats.org/officeDocument/2006/relationships/customXml" Target="../ink/ink550.xml"/><Relationship Id="rId76" Type="http://schemas.openxmlformats.org/officeDocument/2006/relationships/customXml" Target="../ink/ink567.xml"/><Relationship Id="rId7" Type="http://schemas.openxmlformats.org/officeDocument/2006/relationships/image" Target="../media/image137.png"/><Relationship Id="rId71" Type="http://schemas.openxmlformats.org/officeDocument/2006/relationships/customXml" Target="../ink/ink562.xml"/><Relationship Id="rId2" Type="http://schemas.openxmlformats.org/officeDocument/2006/relationships/customXml" Target="../ink/ink522.xml"/><Relationship Id="rId29" Type="http://schemas.openxmlformats.org/officeDocument/2006/relationships/image" Target="../media/image148.png"/><Relationship Id="rId24" Type="http://schemas.openxmlformats.org/officeDocument/2006/relationships/customXml" Target="../ink/ink533.xml"/><Relationship Id="rId40" Type="http://schemas.openxmlformats.org/officeDocument/2006/relationships/customXml" Target="../ink/ink541.xml"/><Relationship Id="rId45" Type="http://schemas.openxmlformats.org/officeDocument/2006/relationships/image" Target="../media/image156.png"/><Relationship Id="rId66" Type="http://schemas.openxmlformats.org/officeDocument/2006/relationships/customXml" Target="../ink/ink559.xml"/><Relationship Id="rId61" Type="http://schemas.openxmlformats.org/officeDocument/2006/relationships/customXml" Target="../ink/ink555.xml"/><Relationship Id="rId82" Type="http://schemas.openxmlformats.org/officeDocument/2006/relationships/customXml" Target="../ink/ink571.xml"/></Relationships>
</file>

<file path=ppt/slides/_rels/slide25.xml.rels><?xml version="1.0" encoding="UTF-8" standalone="yes"?>
<Relationships xmlns="http://schemas.openxmlformats.org/package/2006/relationships"><Relationship Id="rId13" Type="http://schemas.openxmlformats.org/officeDocument/2006/relationships/customXml" Target="../ink/ink578.xml"/><Relationship Id="rId18" Type="http://schemas.openxmlformats.org/officeDocument/2006/relationships/image" Target="../media/image550.png"/><Relationship Id="rId26" Type="http://schemas.openxmlformats.org/officeDocument/2006/relationships/image" Target="../media/image554.png"/><Relationship Id="rId39" Type="http://schemas.openxmlformats.org/officeDocument/2006/relationships/customXml" Target="../ink/ink591.xml"/><Relationship Id="rId21" Type="http://schemas.openxmlformats.org/officeDocument/2006/relationships/customXml" Target="../ink/ink582.xml"/><Relationship Id="rId34" Type="http://schemas.openxmlformats.org/officeDocument/2006/relationships/image" Target="../media/image558.png"/><Relationship Id="rId7" Type="http://schemas.openxmlformats.org/officeDocument/2006/relationships/customXml" Target="../ink/ink575.xml"/><Relationship Id="rId12" Type="http://schemas.openxmlformats.org/officeDocument/2006/relationships/image" Target="../media/image547.png"/><Relationship Id="rId17" Type="http://schemas.openxmlformats.org/officeDocument/2006/relationships/customXml" Target="../ink/ink580.xml"/><Relationship Id="rId25" Type="http://schemas.openxmlformats.org/officeDocument/2006/relationships/customXml" Target="../ink/ink584.xml"/><Relationship Id="rId33" Type="http://schemas.openxmlformats.org/officeDocument/2006/relationships/customXml" Target="../ink/ink588.xml"/><Relationship Id="rId38" Type="http://schemas.openxmlformats.org/officeDocument/2006/relationships/image" Target="../media/image560.png"/><Relationship Id="rId2" Type="http://schemas.openxmlformats.org/officeDocument/2006/relationships/image" Target="../media/image541.png"/><Relationship Id="rId16" Type="http://schemas.openxmlformats.org/officeDocument/2006/relationships/image" Target="../media/image549.png"/><Relationship Id="rId20" Type="http://schemas.openxmlformats.org/officeDocument/2006/relationships/image" Target="../media/image551.png"/><Relationship Id="rId29" Type="http://schemas.openxmlformats.org/officeDocument/2006/relationships/customXml" Target="../ink/ink586.xml"/><Relationship Id="rId1" Type="http://schemas.openxmlformats.org/officeDocument/2006/relationships/slideLayout" Target="../slideLayouts/slideLayout7.xml"/><Relationship Id="rId6" Type="http://schemas.openxmlformats.org/officeDocument/2006/relationships/image" Target="../media/image544.png"/><Relationship Id="rId11" Type="http://schemas.openxmlformats.org/officeDocument/2006/relationships/customXml" Target="../ink/ink577.xml"/><Relationship Id="rId24" Type="http://schemas.openxmlformats.org/officeDocument/2006/relationships/image" Target="../media/image553.png"/><Relationship Id="rId32" Type="http://schemas.openxmlformats.org/officeDocument/2006/relationships/image" Target="../media/image557.png"/><Relationship Id="rId37" Type="http://schemas.openxmlformats.org/officeDocument/2006/relationships/customXml" Target="../ink/ink590.xml"/><Relationship Id="rId40" Type="http://schemas.openxmlformats.org/officeDocument/2006/relationships/image" Target="../media/image561.png"/><Relationship Id="rId5" Type="http://schemas.openxmlformats.org/officeDocument/2006/relationships/customXml" Target="../ink/ink574.xml"/><Relationship Id="rId15" Type="http://schemas.openxmlformats.org/officeDocument/2006/relationships/customXml" Target="../ink/ink579.xml"/><Relationship Id="rId23" Type="http://schemas.openxmlformats.org/officeDocument/2006/relationships/customXml" Target="../ink/ink583.xml"/><Relationship Id="rId28" Type="http://schemas.openxmlformats.org/officeDocument/2006/relationships/image" Target="../media/image555.png"/><Relationship Id="rId36" Type="http://schemas.openxmlformats.org/officeDocument/2006/relationships/image" Target="../media/image559.png"/><Relationship Id="rId10" Type="http://schemas.openxmlformats.org/officeDocument/2006/relationships/image" Target="../media/image546.png"/><Relationship Id="rId19" Type="http://schemas.openxmlformats.org/officeDocument/2006/relationships/customXml" Target="../ink/ink581.xml"/><Relationship Id="rId31" Type="http://schemas.openxmlformats.org/officeDocument/2006/relationships/customXml" Target="../ink/ink587.xml"/><Relationship Id="rId4" Type="http://schemas.openxmlformats.org/officeDocument/2006/relationships/image" Target="../media/image543.png"/><Relationship Id="rId9" Type="http://schemas.openxmlformats.org/officeDocument/2006/relationships/customXml" Target="../ink/ink576.xml"/><Relationship Id="rId14" Type="http://schemas.openxmlformats.org/officeDocument/2006/relationships/image" Target="../media/image548.png"/><Relationship Id="rId22" Type="http://schemas.openxmlformats.org/officeDocument/2006/relationships/image" Target="../media/image552.png"/><Relationship Id="rId27" Type="http://schemas.openxmlformats.org/officeDocument/2006/relationships/customXml" Target="../ink/ink585.xml"/><Relationship Id="rId30" Type="http://schemas.openxmlformats.org/officeDocument/2006/relationships/image" Target="../media/image556.png"/><Relationship Id="rId35" Type="http://schemas.openxmlformats.org/officeDocument/2006/relationships/customXml" Target="../ink/ink589.xml"/><Relationship Id="rId8" Type="http://schemas.openxmlformats.org/officeDocument/2006/relationships/image" Target="../media/image545.png"/><Relationship Id="rId3" Type="http://schemas.openxmlformats.org/officeDocument/2006/relationships/image" Target="../media/image118.png"/></Relationships>
</file>

<file path=ppt/slides/_rels/slide26.xml.rels><?xml version="1.0" encoding="UTF-8" standalone="yes"?>
<Relationships xmlns="http://schemas.openxmlformats.org/package/2006/relationships"><Relationship Id="rId3" Type="http://schemas.openxmlformats.org/officeDocument/2006/relationships/image" Target="../media/image563.png"/><Relationship Id="rId2" Type="http://schemas.openxmlformats.org/officeDocument/2006/relationships/image" Target="../media/image542.png"/><Relationship Id="rId1" Type="http://schemas.openxmlformats.org/officeDocument/2006/relationships/slideLayout" Target="../slideLayouts/slideLayout7.xml"/><Relationship Id="rId4" Type="http://schemas.openxmlformats.org/officeDocument/2006/relationships/image" Target="../media/image564.png"/></Relationships>
</file>

<file path=ppt/slides/_rels/slide27.xml.rels><?xml version="1.0" encoding="UTF-8" standalone="yes"?>
<Relationships xmlns="http://schemas.openxmlformats.org/package/2006/relationships"><Relationship Id="rId3" Type="http://schemas.openxmlformats.org/officeDocument/2006/relationships/image" Target="../media/image566.png"/><Relationship Id="rId2" Type="http://schemas.openxmlformats.org/officeDocument/2006/relationships/image" Target="../media/image562.png"/><Relationship Id="rId1" Type="http://schemas.openxmlformats.org/officeDocument/2006/relationships/slideLayout" Target="../slideLayouts/slideLayout7.xml"/><Relationship Id="rId5" Type="http://schemas.openxmlformats.org/officeDocument/2006/relationships/image" Target="../media/image568.png"/><Relationship Id="rId4" Type="http://schemas.openxmlformats.org/officeDocument/2006/relationships/image" Target="../media/image565.png"/></Relationships>
</file>

<file path=ppt/slides/_rels/slide28.xml.rels><?xml version="1.0" encoding="UTF-8" standalone="yes"?>
<Relationships xmlns="http://schemas.openxmlformats.org/package/2006/relationships"><Relationship Id="rId8" Type="http://schemas.openxmlformats.org/officeDocument/2006/relationships/image" Target="../media/image574.png"/><Relationship Id="rId3" Type="http://schemas.openxmlformats.org/officeDocument/2006/relationships/image" Target="../media/image562.png"/><Relationship Id="rId7" Type="http://schemas.openxmlformats.org/officeDocument/2006/relationships/image" Target="../media/image573.png"/><Relationship Id="rId2" Type="http://schemas.openxmlformats.org/officeDocument/2006/relationships/image" Target="../media/image569.png"/><Relationship Id="rId1" Type="http://schemas.openxmlformats.org/officeDocument/2006/relationships/slideLayout" Target="../slideLayouts/slideLayout7.xml"/><Relationship Id="rId6" Type="http://schemas.openxmlformats.org/officeDocument/2006/relationships/image" Target="../media/image572.png"/><Relationship Id="rId5" Type="http://schemas.openxmlformats.org/officeDocument/2006/relationships/image" Target="../media/image571.png"/><Relationship Id="rId4" Type="http://schemas.openxmlformats.org/officeDocument/2006/relationships/image" Target="../media/image570.png"/></Relationships>
</file>

<file path=ppt/slides/_rels/slide29.xml.rels><?xml version="1.0" encoding="UTF-8" standalone="yes"?>
<Relationships xmlns="http://schemas.openxmlformats.org/package/2006/relationships"><Relationship Id="rId3" Type="http://schemas.openxmlformats.org/officeDocument/2006/relationships/image" Target="../media/image565.png"/><Relationship Id="rId2" Type="http://schemas.openxmlformats.org/officeDocument/2006/relationships/image" Target="../media/image575.png"/><Relationship Id="rId1" Type="http://schemas.openxmlformats.org/officeDocument/2006/relationships/slideLayout" Target="../slideLayouts/slideLayout7.xml"/><Relationship Id="rId4" Type="http://schemas.openxmlformats.org/officeDocument/2006/relationships/image" Target="../media/image57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5460.png"/><Relationship Id="rId3" Type="http://schemas.openxmlformats.org/officeDocument/2006/relationships/image" Target="../media/image565.png"/><Relationship Id="rId7" Type="http://schemas.openxmlformats.org/officeDocument/2006/relationships/image" Target="../media/image562.png"/><Relationship Id="rId2" Type="http://schemas.openxmlformats.org/officeDocument/2006/relationships/image" Target="../media/image5420.png"/><Relationship Id="rId1" Type="http://schemas.openxmlformats.org/officeDocument/2006/relationships/slideLayout" Target="../slideLayouts/slideLayout2.xml"/><Relationship Id="rId6" Type="http://schemas.openxmlformats.org/officeDocument/2006/relationships/image" Target="../media/image5450.png"/><Relationship Id="rId11" Type="http://schemas.openxmlformats.org/officeDocument/2006/relationships/image" Target="../media/image5490.png"/><Relationship Id="rId5" Type="http://schemas.openxmlformats.org/officeDocument/2006/relationships/image" Target="../media/image5440.png"/><Relationship Id="rId10" Type="http://schemas.openxmlformats.org/officeDocument/2006/relationships/image" Target="../media/image5480.png"/><Relationship Id="rId4" Type="http://schemas.openxmlformats.org/officeDocument/2006/relationships/image" Target="../media/image5430.png"/><Relationship Id="rId9" Type="http://schemas.openxmlformats.org/officeDocument/2006/relationships/image" Target="../media/image547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567.png"/><Relationship Id="rId2" Type="http://schemas.openxmlformats.org/officeDocument/2006/relationships/image" Target="../media/image56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customXml" Target="../ink/ink594.xml"/><Relationship Id="rId13" Type="http://schemas.openxmlformats.org/officeDocument/2006/relationships/image" Target="../media/image5600.png"/><Relationship Id="rId18" Type="http://schemas.openxmlformats.org/officeDocument/2006/relationships/customXml" Target="../ink/ink599.xml"/><Relationship Id="rId26" Type="http://schemas.openxmlformats.org/officeDocument/2006/relationships/customXml" Target="../ink/ink603.xml"/><Relationship Id="rId3" Type="http://schemas.openxmlformats.org/officeDocument/2006/relationships/image" Target="../media/image578.png"/><Relationship Id="rId21" Type="http://schemas.openxmlformats.org/officeDocument/2006/relationships/image" Target="../media/image5640.png"/><Relationship Id="rId7" Type="http://schemas.openxmlformats.org/officeDocument/2006/relationships/image" Target="../media/image5570.png"/><Relationship Id="rId12" Type="http://schemas.openxmlformats.org/officeDocument/2006/relationships/customXml" Target="../ink/ink596.xml"/><Relationship Id="rId17" Type="http://schemas.openxmlformats.org/officeDocument/2006/relationships/image" Target="../media/image5620.png"/><Relationship Id="rId25" Type="http://schemas.openxmlformats.org/officeDocument/2006/relationships/image" Target="../media/image5660.png"/><Relationship Id="rId2" Type="http://schemas.openxmlformats.org/officeDocument/2006/relationships/image" Target="../media/image577.png"/><Relationship Id="rId16" Type="http://schemas.openxmlformats.org/officeDocument/2006/relationships/customXml" Target="../ink/ink598.xml"/><Relationship Id="rId20" Type="http://schemas.openxmlformats.org/officeDocument/2006/relationships/customXml" Target="../ink/ink600.xml"/><Relationship Id="rId29" Type="http://schemas.openxmlformats.org/officeDocument/2006/relationships/image" Target="../media/image5680.png"/><Relationship Id="rId1" Type="http://schemas.openxmlformats.org/officeDocument/2006/relationships/slideLayout" Target="../slideLayouts/slideLayout2.xml"/><Relationship Id="rId6" Type="http://schemas.openxmlformats.org/officeDocument/2006/relationships/customXml" Target="../ink/ink593.xml"/><Relationship Id="rId11" Type="http://schemas.openxmlformats.org/officeDocument/2006/relationships/image" Target="../media/image5590.png"/><Relationship Id="rId24" Type="http://schemas.openxmlformats.org/officeDocument/2006/relationships/customXml" Target="../ink/ink602.xml"/><Relationship Id="rId5" Type="http://schemas.openxmlformats.org/officeDocument/2006/relationships/image" Target="../media/image5560.png"/><Relationship Id="rId15" Type="http://schemas.openxmlformats.org/officeDocument/2006/relationships/image" Target="../media/image5610.png"/><Relationship Id="rId23" Type="http://schemas.openxmlformats.org/officeDocument/2006/relationships/image" Target="../media/image5650.png"/><Relationship Id="rId28" Type="http://schemas.openxmlformats.org/officeDocument/2006/relationships/customXml" Target="../ink/ink604.xml"/><Relationship Id="rId10" Type="http://schemas.openxmlformats.org/officeDocument/2006/relationships/customXml" Target="../ink/ink595.xml"/><Relationship Id="rId19" Type="http://schemas.openxmlformats.org/officeDocument/2006/relationships/image" Target="../media/image5630.png"/><Relationship Id="rId31" Type="http://schemas.openxmlformats.org/officeDocument/2006/relationships/image" Target="../media/image5690.png"/><Relationship Id="rId4" Type="http://schemas.openxmlformats.org/officeDocument/2006/relationships/customXml" Target="../ink/ink592.xml"/><Relationship Id="rId9" Type="http://schemas.openxmlformats.org/officeDocument/2006/relationships/image" Target="../media/image5580.png"/><Relationship Id="rId14" Type="http://schemas.openxmlformats.org/officeDocument/2006/relationships/customXml" Target="../ink/ink597.xml"/><Relationship Id="rId22" Type="http://schemas.openxmlformats.org/officeDocument/2006/relationships/customXml" Target="../ink/ink601.xml"/><Relationship Id="rId27" Type="http://schemas.openxmlformats.org/officeDocument/2006/relationships/image" Target="../media/image5670.png"/><Relationship Id="rId30" Type="http://schemas.openxmlformats.org/officeDocument/2006/relationships/customXml" Target="../ink/ink60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57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3" Type="http://schemas.openxmlformats.org/officeDocument/2006/relationships/image" Target="../media/image585.png"/><Relationship Id="rId18" Type="http://schemas.openxmlformats.org/officeDocument/2006/relationships/customXml" Target="../ink/ink613.xml"/><Relationship Id="rId26" Type="http://schemas.openxmlformats.org/officeDocument/2006/relationships/customXml" Target="../ink/ink617.xml"/><Relationship Id="rId39" Type="http://schemas.openxmlformats.org/officeDocument/2006/relationships/image" Target="../media/image5900.png"/><Relationship Id="rId21" Type="http://schemas.openxmlformats.org/officeDocument/2006/relationships/image" Target="../media/image5810.png"/><Relationship Id="rId34" Type="http://schemas.openxmlformats.org/officeDocument/2006/relationships/customXml" Target="../ink/ink621.xml"/><Relationship Id="rId42" Type="http://schemas.openxmlformats.org/officeDocument/2006/relationships/customXml" Target="../ink/ink625.xml"/><Relationship Id="rId7" Type="http://schemas.openxmlformats.org/officeDocument/2006/relationships/image" Target="../media/image584.png"/><Relationship Id="rId2" Type="http://schemas.openxmlformats.org/officeDocument/2006/relationships/image" Target="../media/image580.png"/><Relationship Id="rId16" Type="http://schemas.openxmlformats.org/officeDocument/2006/relationships/customXml" Target="../ink/ink612.xml"/><Relationship Id="rId29" Type="http://schemas.openxmlformats.org/officeDocument/2006/relationships/image" Target="../media/image5850.png"/><Relationship Id="rId1" Type="http://schemas.openxmlformats.org/officeDocument/2006/relationships/slideLayout" Target="../slideLayouts/slideLayout2.xml"/><Relationship Id="rId6" Type="http://schemas.openxmlformats.org/officeDocument/2006/relationships/customXml" Target="../ink/ink607.xml"/><Relationship Id="rId11" Type="http://schemas.openxmlformats.org/officeDocument/2006/relationships/image" Target="../media/image5760.png"/><Relationship Id="rId24" Type="http://schemas.openxmlformats.org/officeDocument/2006/relationships/customXml" Target="../ink/ink616.xml"/><Relationship Id="rId32" Type="http://schemas.openxmlformats.org/officeDocument/2006/relationships/customXml" Target="../ink/ink620.xml"/><Relationship Id="rId37" Type="http://schemas.openxmlformats.org/officeDocument/2006/relationships/image" Target="../media/image5890.png"/><Relationship Id="rId40" Type="http://schemas.openxmlformats.org/officeDocument/2006/relationships/customXml" Target="../ink/ink624.xml"/><Relationship Id="rId45" Type="http://schemas.openxmlformats.org/officeDocument/2006/relationships/image" Target="../media/image593.png"/><Relationship Id="rId5" Type="http://schemas.openxmlformats.org/officeDocument/2006/relationships/image" Target="../media/image583.png"/><Relationship Id="rId15" Type="http://schemas.openxmlformats.org/officeDocument/2006/relationships/image" Target="../media/image5780.png"/><Relationship Id="rId23" Type="http://schemas.openxmlformats.org/officeDocument/2006/relationships/image" Target="../media/image5820.png"/><Relationship Id="rId28" Type="http://schemas.openxmlformats.org/officeDocument/2006/relationships/customXml" Target="../ink/ink618.xml"/><Relationship Id="rId36" Type="http://schemas.openxmlformats.org/officeDocument/2006/relationships/customXml" Target="../ink/ink622.xml"/><Relationship Id="rId10" Type="http://schemas.openxmlformats.org/officeDocument/2006/relationships/customXml" Target="../ink/ink609.xml"/><Relationship Id="rId19" Type="http://schemas.openxmlformats.org/officeDocument/2006/relationships/image" Target="../media/image586.png"/><Relationship Id="rId31" Type="http://schemas.openxmlformats.org/officeDocument/2006/relationships/image" Target="../media/image589.png"/><Relationship Id="rId44" Type="http://schemas.openxmlformats.org/officeDocument/2006/relationships/customXml" Target="../ink/ink626.xml"/><Relationship Id="rId4" Type="http://schemas.openxmlformats.org/officeDocument/2006/relationships/customXml" Target="../ink/ink606.xml"/><Relationship Id="rId9" Type="http://schemas.openxmlformats.org/officeDocument/2006/relationships/image" Target="../media/image5750.png"/><Relationship Id="rId14" Type="http://schemas.openxmlformats.org/officeDocument/2006/relationships/customXml" Target="../ink/ink611.xml"/><Relationship Id="rId22" Type="http://schemas.openxmlformats.org/officeDocument/2006/relationships/customXml" Target="../ink/ink615.xml"/><Relationship Id="rId27" Type="http://schemas.openxmlformats.org/officeDocument/2006/relationships/image" Target="../media/image588.png"/><Relationship Id="rId30" Type="http://schemas.openxmlformats.org/officeDocument/2006/relationships/customXml" Target="../ink/ink619.xml"/><Relationship Id="rId35" Type="http://schemas.openxmlformats.org/officeDocument/2006/relationships/image" Target="../media/image591.png"/><Relationship Id="rId43" Type="http://schemas.openxmlformats.org/officeDocument/2006/relationships/image" Target="../media/image592.png"/><Relationship Id="rId8" Type="http://schemas.openxmlformats.org/officeDocument/2006/relationships/customXml" Target="../ink/ink608.xml"/><Relationship Id="rId3" Type="http://schemas.openxmlformats.org/officeDocument/2006/relationships/image" Target="../media/image581.png"/><Relationship Id="rId12" Type="http://schemas.openxmlformats.org/officeDocument/2006/relationships/customXml" Target="../ink/ink610.xml"/><Relationship Id="rId17" Type="http://schemas.openxmlformats.org/officeDocument/2006/relationships/image" Target="../media/image5790.png"/><Relationship Id="rId25" Type="http://schemas.openxmlformats.org/officeDocument/2006/relationships/image" Target="../media/image587.png"/><Relationship Id="rId33" Type="http://schemas.openxmlformats.org/officeDocument/2006/relationships/image" Target="../media/image590.png"/><Relationship Id="rId38" Type="http://schemas.openxmlformats.org/officeDocument/2006/relationships/customXml" Target="../ink/ink623.xml"/><Relationship Id="rId20" Type="http://schemas.openxmlformats.org/officeDocument/2006/relationships/customXml" Target="../ink/ink614.xml"/><Relationship Id="rId41" Type="http://schemas.openxmlformats.org/officeDocument/2006/relationships/image" Target="../media/image59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595.png"/><Relationship Id="rId2" Type="http://schemas.openxmlformats.org/officeDocument/2006/relationships/image" Target="../media/image582.png"/><Relationship Id="rId1" Type="http://schemas.openxmlformats.org/officeDocument/2006/relationships/slideLayout" Target="../slideLayouts/slideLayout2.xml"/><Relationship Id="rId6" Type="http://schemas.openxmlformats.org/officeDocument/2006/relationships/image" Target="../media/image598.png"/><Relationship Id="rId5" Type="http://schemas.openxmlformats.org/officeDocument/2006/relationships/image" Target="../media/image597.png"/><Relationship Id="rId4" Type="http://schemas.openxmlformats.org/officeDocument/2006/relationships/image" Target="../media/image596.png"/></Relationships>
</file>

<file path=ppt/slides/_rels/slide40.xml.rels><?xml version="1.0" encoding="UTF-8" standalone="yes"?>
<Relationships xmlns="http://schemas.openxmlformats.org/package/2006/relationships"><Relationship Id="rId3" Type="http://schemas.openxmlformats.org/officeDocument/2006/relationships/image" Target="../media/image594.png"/><Relationship Id="rId2" Type="http://schemas.openxmlformats.org/officeDocument/2006/relationships/image" Target="../media/image599.png"/><Relationship Id="rId1" Type="http://schemas.openxmlformats.org/officeDocument/2006/relationships/slideLayout" Target="../slideLayouts/slideLayout2.xml"/><Relationship Id="rId4" Type="http://schemas.openxmlformats.org/officeDocument/2006/relationships/image" Target="../media/image600.png"/></Relationships>
</file>

<file path=ppt/slides/_rels/slide41.xml.rels><?xml version="1.0" encoding="UTF-8" standalone="yes"?>
<Relationships xmlns="http://schemas.openxmlformats.org/package/2006/relationships"><Relationship Id="rId117" Type="http://schemas.openxmlformats.org/officeDocument/2006/relationships/image" Target="../media/image658.png"/><Relationship Id="rId21" Type="http://schemas.openxmlformats.org/officeDocument/2006/relationships/customXml" Target="../ink/ink636.xml"/><Relationship Id="rId42" Type="http://schemas.openxmlformats.org/officeDocument/2006/relationships/image" Target="../media/image621.png"/><Relationship Id="rId63" Type="http://schemas.openxmlformats.org/officeDocument/2006/relationships/image" Target="../media/image631.png"/><Relationship Id="rId84" Type="http://schemas.openxmlformats.org/officeDocument/2006/relationships/customXml" Target="../ink/ink667.xml"/><Relationship Id="rId138" Type="http://schemas.openxmlformats.org/officeDocument/2006/relationships/customXml" Target="../ink/ink694.xml"/><Relationship Id="rId159" Type="http://schemas.openxmlformats.org/officeDocument/2006/relationships/image" Target="../media/image679.png"/><Relationship Id="rId170" Type="http://schemas.openxmlformats.org/officeDocument/2006/relationships/customXml" Target="../ink/ink710.xml"/><Relationship Id="rId107" Type="http://schemas.openxmlformats.org/officeDocument/2006/relationships/image" Target="../media/image653.png"/><Relationship Id="rId11" Type="http://schemas.openxmlformats.org/officeDocument/2006/relationships/customXml" Target="../ink/ink631.xml"/><Relationship Id="rId32" Type="http://schemas.openxmlformats.org/officeDocument/2006/relationships/image" Target="../media/image616.png"/><Relationship Id="rId53" Type="http://schemas.openxmlformats.org/officeDocument/2006/relationships/customXml" Target="../ink/ink652.xml"/><Relationship Id="rId74" Type="http://schemas.openxmlformats.org/officeDocument/2006/relationships/customXml" Target="../ink/ink662.xml"/><Relationship Id="rId128" Type="http://schemas.openxmlformats.org/officeDocument/2006/relationships/customXml" Target="../ink/ink689.xml"/><Relationship Id="rId149" Type="http://schemas.openxmlformats.org/officeDocument/2006/relationships/image" Target="../media/image674.png"/><Relationship Id="rId5" Type="http://schemas.openxmlformats.org/officeDocument/2006/relationships/customXml" Target="../ink/ink628.xml"/><Relationship Id="rId95" Type="http://schemas.openxmlformats.org/officeDocument/2006/relationships/image" Target="../media/image647.png"/><Relationship Id="rId160" Type="http://schemas.openxmlformats.org/officeDocument/2006/relationships/customXml" Target="../ink/ink705.xml"/><Relationship Id="rId22" Type="http://schemas.openxmlformats.org/officeDocument/2006/relationships/image" Target="../media/image611.png"/><Relationship Id="rId43" Type="http://schemas.openxmlformats.org/officeDocument/2006/relationships/customXml" Target="../ink/ink647.xml"/><Relationship Id="rId64" Type="http://schemas.openxmlformats.org/officeDocument/2006/relationships/customXml" Target="../ink/ink657.xml"/><Relationship Id="rId118" Type="http://schemas.openxmlformats.org/officeDocument/2006/relationships/customXml" Target="../ink/ink684.xml"/><Relationship Id="rId139" Type="http://schemas.openxmlformats.org/officeDocument/2006/relationships/image" Target="../media/image669.png"/><Relationship Id="rId85" Type="http://schemas.openxmlformats.org/officeDocument/2006/relationships/image" Target="../media/image642.png"/><Relationship Id="rId150" Type="http://schemas.openxmlformats.org/officeDocument/2006/relationships/customXml" Target="../ink/ink700.xml"/><Relationship Id="rId171" Type="http://schemas.openxmlformats.org/officeDocument/2006/relationships/image" Target="../media/image685.png"/><Relationship Id="rId12" Type="http://schemas.openxmlformats.org/officeDocument/2006/relationships/image" Target="../media/image606.png"/><Relationship Id="rId33" Type="http://schemas.openxmlformats.org/officeDocument/2006/relationships/customXml" Target="../ink/ink642.xml"/><Relationship Id="rId108" Type="http://schemas.openxmlformats.org/officeDocument/2006/relationships/customXml" Target="../ink/ink679.xml"/><Relationship Id="rId129" Type="http://schemas.openxmlformats.org/officeDocument/2006/relationships/image" Target="../media/image664.png"/><Relationship Id="rId54" Type="http://schemas.openxmlformats.org/officeDocument/2006/relationships/image" Target="../media/image627.png"/><Relationship Id="rId75" Type="http://schemas.openxmlformats.org/officeDocument/2006/relationships/image" Target="../media/image637.png"/><Relationship Id="rId96" Type="http://schemas.openxmlformats.org/officeDocument/2006/relationships/customXml" Target="../ink/ink673.xml"/><Relationship Id="rId140" Type="http://schemas.openxmlformats.org/officeDocument/2006/relationships/customXml" Target="../ink/ink695.xml"/><Relationship Id="rId161" Type="http://schemas.openxmlformats.org/officeDocument/2006/relationships/image" Target="../media/image680.png"/><Relationship Id="rId1" Type="http://schemas.openxmlformats.org/officeDocument/2006/relationships/slideLayout" Target="../slideLayouts/slideLayout2.xml"/><Relationship Id="rId6" Type="http://schemas.openxmlformats.org/officeDocument/2006/relationships/image" Target="../media/image603.png"/><Relationship Id="rId23" Type="http://schemas.openxmlformats.org/officeDocument/2006/relationships/customXml" Target="../ink/ink637.xml"/><Relationship Id="rId28" Type="http://schemas.openxmlformats.org/officeDocument/2006/relationships/image" Target="../media/image614.png"/><Relationship Id="rId49" Type="http://schemas.openxmlformats.org/officeDocument/2006/relationships/customXml" Target="../ink/ink650.xml"/><Relationship Id="rId114" Type="http://schemas.openxmlformats.org/officeDocument/2006/relationships/customXml" Target="../ink/ink682.xml"/><Relationship Id="rId119" Type="http://schemas.openxmlformats.org/officeDocument/2006/relationships/image" Target="../media/image659.png"/><Relationship Id="rId44" Type="http://schemas.openxmlformats.org/officeDocument/2006/relationships/image" Target="../media/image622.png"/><Relationship Id="rId60" Type="http://schemas.openxmlformats.org/officeDocument/2006/relationships/customXml" Target="../ink/ink655.xml"/><Relationship Id="rId65" Type="http://schemas.openxmlformats.org/officeDocument/2006/relationships/image" Target="../media/image632.png"/><Relationship Id="rId81" Type="http://schemas.openxmlformats.org/officeDocument/2006/relationships/image" Target="../media/image640.png"/><Relationship Id="rId86" Type="http://schemas.openxmlformats.org/officeDocument/2006/relationships/customXml" Target="../ink/ink668.xml"/><Relationship Id="rId130" Type="http://schemas.openxmlformats.org/officeDocument/2006/relationships/customXml" Target="../ink/ink690.xml"/><Relationship Id="rId135" Type="http://schemas.openxmlformats.org/officeDocument/2006/relationships/image" Target="../media/image667.png"/><Relationship Id="rId151" Type="http://schemas.openxmlformats.org/officeDocument/2006/relationships/image" Target="../media/image675.png"/><Relationship Id="rId156" Type="http://schemas.openxmlformats.org/officeDocument/2006/relationships/customXml" Target="../ink/ink703.xml"/><Relationship Id="rId172" Type="http://schemas.openxmlformats.org/officeDocument/2006/relationships/customXml" Target="../ink/ink711.xml"/><Relationship Id="rId13" Type="http://schemas.openxmlformats.org/officeDocument/2006/relationships/customXml" Target="../ink/ink632.xml"/><Relationship Id="rId18" Type="http://schemas.openxmlformats.org/officeDocument/2006/relationships/image" Target="../media/image609.png"/><Relationship Id="rId39" Type="http://schemas.openxmlformats.org/officeDocument/2006/relationships/customXml" Target="../ink/ink645.xml"/><Relationship Id="rId109" Type="http://schemas.openxmlformats.org/officeDocument/2006/relationships/image" Target="../media/image654.png"/><Relationship Id="rId34" Type="http://schemas.openxmlformats.org/officeDocument/2006/relationships/image" Target="../media/image617.png"/><Relationship Id="rId50" Type="http://schemas.openxmlformats.org/officeDocument/2006/relationships/image" Target="../media/image625.png"/><Relationship Id="rId55" Type="http://schemas.openxmlformats.org/officeDocument/2006/relationships/customXml" Target="../ink/ink653.xml"/><Relationship Id="rId76" Type="http://schemas.openxmlformats.org/officeDocument/2006/relationships/customXml" Target="../ink/ink663.xml"/><Relationship Id="rId97" Type="http://schemas.openxmlformats.org/officeDocument/2006/relationships/image" Target="../media/image648.png"/><Relationship Id="rId104" Type="http://schemas.openxmlformats.org/officeDocument/2006/relationships/customXml" Target="../ink/ink677.xml"/><Relationship Id="rId120" Type="http://schemas.openxmlformats.org/officeDocument/2006/relationships/customXml" Target="../ink/ink685.xml"/><Relationship Id="rId125" Type="http://schemas.openxmlformats.org/officeDocument/2006/relationships/image" Target="../media/image662.png"/><Relationship Id="rId141" Type="http://schemas.openxmlformats.org/officeDocument/2006/relationships/image" Target="../media/image670.png"/><Relationship Id="rId146" Type="http://schemas.openxmlformats.org/officeDocument/2006/relationships/customXml" Target="../ink/ink698.xml"/><Relationship Id="rId167" Type="http://schemas.openxmlformats.org/officeDocument/2006/relationships/image" Target="../media/image683.png"/><Relationship Id="rId7" Type="http://schemas.openxmlformats.org/officeDocument/2006/relationships/customXml" Target="../ink/ink629.xml"/><Relationship Id="rId71" Type="http://schemas.openxmlformats.org/officeDocument/2006/relationships/image" Target="../media/image635.png"/><Relationship Id="rId92" Type="http://schemas.openxmlformats.org/officeDocument/2006/relationships/customXml" Target="../ink/ink671.xml"/><Relationship Id="rId162" Type="http://schemas.openxmlformats.org/officeDocument/2006/relationships/customXml" Target="../ink/ink706.xml"/><Relationship Id="rId2" Type="http://schemas.openxmlformats.org/officeDocument/2006/relationships/image" Target="../media/image601.png"/><Relationship Id="rId29" Type="http://schemas.openxmlformats.org/officeDocument/2006/relationships/customXml" Target="../ink/ink640.xml"/><Relationship Id="rId24" Type="http://schemas.openxmlformats.org/officeDocument/2006/relationships/image" Target="../media/image612.png"/><Relationship Id="rId40" Type="http://schemas.openxmlformats.org/officeDocument/2006/relationships/image" Target="../media/image620.png"/><Relationship Id="rId45" Type="http://schemas.openxmlformats.org/officeDocument/2006/relationships/customXml" Target="../ink/ink648.xml"/><Relationship Id="rId66" Type="http://schemas.openxmlformats.org/officeDocument/2006/relationships/customXml" Target="../ink/ink658.xml"/><Relationship Id="rId87" Type="http://schemas.openxmlformats.org/officeDocument/2006/relationships/image" Target="../media/image643.png"/><Relationship Id="rId110" Type="http://schemas.openxmlformats.org/officeDocument/2006/relationships/customXml" Target="../ink/ink680.xml"/><Relationship Id="rId115" Type="http://schemas.openxmlformats.org/officeDocument/2006/relationships/image" Target="../media/image657.png"/><Relationship Id="rId131" Type="http://schemas.openxmlformats.org/officeDocument/2006/relationships/image" Target="../media/image665.png"/><Relationship Id="rId136" Type="http://schemas.openxmlformats.org/officeDocument/2006/relationships/customXml" Target="../ink/ink693.xml"/><Relationship Id="rId157" Type="http://schemas.openxmlformats.org/officeDocument/2006/relationships/image" Target="../media/image678.png"/><Relationship Id="rId61" Type="http://schemas.openxmlformats.org/officeDocument/2006/relationships/image" Target="../media/image630.png"/><Relationship Id="rId82" Type="http://schemas.openxmlformats.org/officeDocument/2006/relationships/customXml" Target="../ink/ink666.xml"/><Relationship Id="rId152" Type="http://schemas.openxmlformats.org/officeDocument/2006/relationships/customXml" Target="../ink/ink701.xml"/><Relationship Id="rId173" Type="http://schemas.openxmlformats.org/officeDocument/2006/relationships/image" Target="../media/image686.png"/><Relationship Id="rId19" Type="http://schemas.openxmlformats.org/officeDocument/2006/relationships/customXml" Target="../ink/ink635.xml"/><Relationship Id="rId14" Type="http://schemas.openxmlformats.org/officeDocument/2006/relationships/image" Target="../media/image607.png"/><Relationship Id="rId30" Type="http://schemas.openxmlformats.org/officeDocument/2006/relationships/image" Target="../media/image615.png"/><Relationship Id="rId35" Type="http://schemas.openxmlformats.org/officeDocument/2006/relationships/customXml" Target="../ink/ink643.xml"/><Relationship Id="rId56" Type="http://schemas.openxmlformats.org/officeDocument/2006/relationships/image" Target="../media/image628.png"/><Relationship Id="rId77" Type="http://schemas.openxmlformats.org/officeDocument/2006/relationships/image" Target="../media/image638.png"/><Relationship Id="rId100" Type="http://schemas.openxmlformats.org/officeDocument/2006/relationships/customXml" Target="../ink/ink675.xml"/><Relationship Id="rId105" Type="http://schemas.openxmlformats.org/officeDocument/2006/relationships/image" Target="../media/image652.png"/><Relationship Id="rId126" Type="http://schemas.openxmlformats.org/officeDocument/2006/relationships/customXml" Target="../ink/ink688.xml"/><Relationship Id="rId147" Type="http://schemas.openxmlformats.org/officeDocument/2006/relationships/image" Target="../media/image673.png"/><Relationship Id="rId168" Type="http://schemas.openxmlformats.org/officeDocument/2006/relationships/customXml" Target="../ink/ink709.xml"/><Relationship Id="rId8" Type="http://schemas.openxmlformats.org/officeDocument/2006/relationships/image" Target="../media/image604.png"/><Relationship Id="rId51" Type="http://schemas.openxmlformats.org/officeDocument/2006/relationships/customXml" Target="../ink/ink651.xml"/><Relationship Id="rId72" Type="http://schemas.openxmlformats.org/officeDocument/2006/relationships/customXml" Target="../ink/ink661.xml"/><Relationship Id="rId93" Type="http://schemas.openxmlformats.org/officeDocument/2006/relationships/image" Target="../media/image646.png"/><Relationship Id="rId98" Type="http://schemas.openxmlformats.org/officeDocument/2006/relationships/customXml" Target="../ink/ink674.xml"/><Relationship Id="rId121" Type="http://schemas.openxmlformats.org/officeDocument/2006/relationships/image" Target="../media/image660.png"/><Relationship Id="rId142" Type="http://schemas.openxmlformats.org/officeDocument/2006/relationships/customXml" Target="../ink/ink696.xml"/><Relationship Id="rId163" Type="http://schemas.openxmlformats.org/officeDocument/2006/relationships/image" Target="../media/image681.png"/><Relationship Id="rId3" Type="http://schemas.openxmlformats.org/officeDocument/2006/relationships/customXml" Target="../ink/ink627.xml"/><Relationship Id="rId25" Type="http://schemas.openxmlformats.org/officeDocument/2006/relationships/customXml" Target="../ink/ink638.xml"/><Relationship Id="rId46" Type="http://schemas.openxmlformats.org/officeDocument/2006/relationships/image" Target="../media/image623.png"/><Relationship Id="rId67" Type="http://schemas.openxmlformats.org/officeDocument/2006/relationships/image" Target="../media/image633.png"/><Relationship Id="rId116" Type="http://schemas.openxmlformats.org/officeDocument/2006/relationships/customXml" Target="../ink/ink683.xml"/><Relationship Id="rId137" Type="http://schemas.openxmlformats.org/officeDocument/2006/relationships/image" Target="../media/image668.png"/><Relationship Id="rId158" Type="http://schemas.openxmlformats.org/officeDocument/2006/relationships/customXml" Target="../ink/ink704.xml"/><Relationship Id="rId20" Type="http://schemas.openxmlformats.org/officeDocument/2006/relationships/image" Target="../media/image610.png"/><Relationship Id="rId41" Type="http://schemas.openxmlformats.org/officeDocument/2006/relationships/customXml" Target="../ink/ink646.xml"/><Relationship Id="rId62" Type="http://schemas.openxmlformats.org/officeDocument/2006/relationships/customXml" Target="../ink/ink656.xml"/><Relationship Id="rId83" Type="http://schemas.openxmlformats.org/officeDocument/2006/relationships/image" Target="../media/image641.png"/><Relationship Id="rId88" Type="http://schemas.openxmlformats.org/officeDocument/2006/relationships/customXml" Target="../ink/ink669.xml"/><Relationship Id="rId111" Type="http://schemas.openxmlformats.org/officeDocument/2006/relationships/image" Target="../media/image655.png"/><Relationship Id="rId132" Type="http://schemas.openxmlformats.org/officeDocument/2006/relationships/customXml" Target="../ink/ink691.xml"/><Relationship Id="rId153" Type="http://schemas.openxmlformats.org/officeDocument/2006/relationships/image" Target="../media/image676.png"/><Relationship Id="rId174" Type="http://schemas.openxmlformats.org/officeDocument/2006/relationships/customXml" Target="../ink/ink712.xml"/><Relationship Id="rId15" Type="http://schemas.openxmlformats.org/officeDocument/2006/relationships/customXml" Target="../ink/ink633.xml"/><Relationship Id="rId36" Type="http://schemas.openxmlformats.org/officeDocument/2006/relationships/image" Target="../media/image618.png"/><Relationship Id="rId57" Type="http://schemas.openxmlformats.org/officeDocument/2006/relationships/image" Target="../media/image600.png"/><Relationship Id="rId106" Type="http://schemas.openxmlformats.org/officeDocument/2006/relationships/customXml" Target="../ink/ink678.xml"/><Relationship Id="rId127" Type="http://schemas.openxmlformats.org/officeDocument/2006/relationships/image" Target="../media/image663.png"/><Relationship Id="rId10" Type="http://schemas.openxmlformats.org/officeDocument/2006/relationships/image" Target="../media/image605.png"/><Relationship Id="rId31" Type="http://schemas.openxmlformats.org/officeDocument/2006/relationships/customXml" Target="../ink/ink641.xml"/><Relationship Id="rId52" Type="http://schemas.openxmlformats.org/officeDocument/2006/relationships/image" Target="../media/image626.png"/><Relationship Id="rId73" Type="http://schemas.openxmlformats.org/officeDocument/2006/relationships/image" Target="../media/image636.png"/><Relationship Id="rId78" Type="http://schemas.openxmlformats.org/officeDocument/2006/relationships/customXml" Target="../ink/ink664.xml"/><Relationship Id="rId94" Type="http://schemas.openxmlformats.org/officeDocument/2006/relationships/customXml" Target="../ink/ink672.xml"/><Relationship Id="rId99" Type="http://schemas.openxmlformats.org/officeDocument/2006/relationships/image" Target="../media/image649.png"/><Relationship Id="rId101" Type="http://schemas.openxmlformats.org/officeDocument/2006/relationships/image" Target="../media/image650.png"/><Relationship Id="rId122" Type="http://schemas.openxmlformats.org/officeDocument/2006/relationships/customXml" Target="../ink/ink686.xml"/><Relationship Id="rId143" Type="http://schemas.openxmlformats.org/officeDocument/2006/relationships/image" Target="../media/image671.png"/><Relationship Id="rId148" Type="http://schemas.openxmlformats.org/officeDocument/2006/relationships/customXml" Target="../ink/ink699.xml"/><Relationship Id="rId164" Type="http://schemas.openxmlformats.org/officeDocument/2006/relationships/customXml" Target="../ink/ink707.xml"/><Relationship Id="rId169" Type="http://schemas.openxmlformats.org/officeDocument/2006/relationships/image" Target="../media/image684.png"/><Relationship Id="rId4" Type="http://schemas.openxmlformats.org/officeDocument/2006/relationships/image" Target="../media/image6020.png"/><Relationship Id="rId9" Type="http://schemas.openxmlformats.org/officeDocument/2006/relationships/customXml" Target="../ink/ink630.xml"/><Relationship Id="rId26" Type="http://schemas.openxmlformats.org/officeDocument/2006/relationships/image" Target="../media/image613.png"/><Relationship Id="rId47" Type="http://schemas.openxmlformats.org/officeDocument/2006/relationships/customXml" Target="../ink/ink649.xml"/><Relationship Id="rId68" Type="http://schemas.openxmlformats.org/officeDocument/2006/relationships/customXml" Target="../ink/ink659.xml"/><Relationship Id="rId89" Type="http://schemas.openxmlformats.org/officeDocument/2006/relationships/image" Target="../media/image644.png"/><Relationship Id="rId112" Type="http://schemas.openxmlformats.org/officeDocument/2006/relationships/customXml" Target="../ink/ink681.xml"/><Relationship Id="rId133" Type="http://schemas.openxmlformats.org/officeDocument/2006/relationships/image" Target="../media/image666.png"/><Relationship Id="rId154" Type="http://schemas.openxmlformats.org/officeDocument/2006/relationships/customXml" Target="../ink/ink702.xml"/><Relationship Id="rId175" Type="http://schemas.openxmlformats.org/officeDocument/2006/relationships/image" Target="../media/image687.png"/><Relationship Id="rId16" Type="http://schemas.openxmlformats.org/officeDocument/2006/relationships/image" Target="../media/image608.png"/><Relationship Id="rId37" Type="http://schemas.openxmlformats.org/officeDocument/2006/relationships/customXml" Target="../ink/ink644.xml"/><Relationship Id="rId58" Type="http://schemas.openxmlformats.org/officeDocument/2006/relationships/customXml" Target="../ink/ink654.xml"/><Relationship Id="rId79" Type="http://schemas.openxmlformats.org/officeDocument/2006/relationships/image" Target="../media/image639.png"/><Relationship Id="rId102" Type="http://schemas.openxmlformats.org/officeDocument/2006/relationships/customXml" Target="../ink/ink676.xml"/><Relationship Id="rId123" Type="http://schemas.openxmlformats.org/officeDocument/2006/relationships/image" Target="../media/image661.png"/><Relationship Id="rId144" Type="http://schemas.openxmlformats.org/officeDocument/2006/relationships/customXml" Target="../ink/ink697.xml"/><Relationship Id="rId90" Type="http://schemas.openxmlformats.org/officeDocument/2006/relationships/customXml" Target="../ink/ink670.xml"/><Relationship Id="rId165" Type="http://schemas.openxmlformats.org/officeDocument/2006/relationships/image" Target="../media/image682.png"/><Relationship Id="rId27" Type="http://schemas.openxmlformats.org/officeDocument/2006/relationships/customXml" Target="../ink/ink639.xml"/><Relationship Id="rId48" Type="http://schemas.openxmlformats.org/officeDocument/2006/relationships/image" Target="../media/image624.png"/><Relationship Id="rId69" Type="http://schemas.openxmlformats.org/officeDocument/2006/relationships/image" Target="../media/image634.png"/><Relationship Id="rId113" Type="http://schemas.openxmlformats.org/officeDocument/2006/relationships/image" Target="../media/image656.png"/><Relationship Id="rId134" Type="http://schemas.openxmlformats.org/officeDocument/2006/relationships/customXml" Target="../ink/ink692.xml"/><Relationship Id="rId80" Type="http://schemas.openxmlformats.org/officeDocument/2006/relationships/customXml" Target="../ink/ink665.xml"/><Relationship Id="rId155" Type="http://schemas.openxmlformats.org/officeDocument/2006/relationships/image" Target="../media/image677.png"/><Relationship Id="rId17" Type="http://schemas.openxmlformats.org/officeDocument/2006/relationships/customXml" Target="../ink/ink634.xml"/><Relationship Id="rId38" Type="http://schemas.openxmlformats.org/officeDocument/2006/relationships/image" Target="../media/image619.png"/><Relationship Id="rId59" Type="http://schemas.openxmlformats.org/officeDocument/2006/relationships/image" Target="../media/image629.png"/><Relationship Id="rId103" Type="http://schemas.openxmlformats.org/officeDocument/2006/relationships/image" Target="../media/image651.png"/><Relationship Id="rId124" Type="http://schemas.openxmlformats.org/officeDocument/2006/relationships/customXml" Target="../ink/ink687.xml"/><Relationship Id="rId70" Type="http://schemas.openxmlformats.org/officeDocument/2006/relationships/customXml" Target="../ink/ink660.xml"/><Relationship Id="rId91" Type="http://schemas.openxmlformats.org/officeDocument/2006/relationships/image" Target="../media/image645.png"/><Relationship Id="rId145" Type="http://schemas.openxmlformats.org/officeDocument/2006/relationships/image" Target="../media/image672.png"/><Relationship Id="rId166" Type="http://schemas.openxmlformats.org/officeDocument/2006/relationships/customXml" Target="../ink/ink708.xml"/></Relationships>
</file>

<file path=ppt/slides/_rels/slide42.xml.rels><?xml version="1.0" encoding="UTF-8" standalone="yes"?>
<Relationships xmlns="http://schemas.openxmlformats.org/package/2006/relationships"><Relationship Id="rId3" Type="http://schemas.openxmlformats.org/officeDocument/2006/relationships/image" Target="../media/image602.png"/><Relationship Id="rId2" Type="http://schemas.openxmlformats.org/officeDocument/2006/relationships/image" Target="../media/image601.png"/><Relationship Id="rId1" Type="http://schemas.openxmlformats.org/officeDocument/2006/relationships/slideLayout" Target="../slideLayouts/slideLayout2.xml"/><Relationship Id="rId6" Type="http://schemas.openxmlformats.org/officeDocument/2006/relationships/image" Target="../media/image691.png"/><Relationship Id="rId5" Type="http://schemas.openxmlformats.org/officeDocument/2006/relationships/image" Target="../media/image689.png"/><Relationship Id="rId4" Type="http://schemas.openxmlformats.org/officeDocument/2006/relationships/image" Target="../media/image68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92.png"/><Relationship Id="rId2" Type="http://schemas.openxmlformats.org/officeDocument/2006/relationships/image" Target="../media/image690.png"/><Relationship Id="rId1" Type="http://schemas.openxmlformats.org/officeDocument/2006/relationships/slideLayout" Target="../slideLayouts/slideLayout2.xml"/><Relationship Id="rId5" Type="http://schemas.openxmlformats.org/officeDocument/2006/relationships/image" Target="../media/image694.png"/><Relationship Id="rId4" Type="http://schemas.openxmlformats.org/officeDocument/2006/relationships/image" Target="../media/image69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96.png"/><Relationship Id="rId2" Type="http://schemas.openxmlformats.org/officeDocument/2006/relationships/image" Target="../media/image695.png"/><Relationship Id="rId1" Type="http://schemas.openxmlformats.org/officeDocument/2006/relationships/slideLayout" Target="../slideLayouts/slideLayout2.xml"/><Relationship Id="rId4" Type="http://schemas.openxmlformats.org/officeDocument/2006/relationships/image" Target="../media/image697.png"/></Relationships>
</file>

<file path=ppt/slides/_rels/slide55.xml.rels><?xml version="1.0" encoding="UTF-8" standalone="yes"?>
<Relationships xmlns="http://schemas.openxmlformats.org/package/2006/relationships"><Relationship Id="rId2" Type="http://schemas.openxmlformats.org/officeDocument/2006/relationships/image" Target="../media/image69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customXml" Target="../ink/ink716.xml"/><Relationship Id="rId3" Type="http://schemas.openxmlformats.org/officeDocument/2006/relationships/image" Target="../media/image700.png"/><Relationship Id="rId7" Type="http://schemas.openxmlformats.org/officeDocument/2006/relationships/image" Target="../media/image701.png"/><Relationship Id="rId2" Type="http://schemas.openxmlformats.org/officeDocument/2006/relationships/customXml" Target="../ink/ink713.xml"/><Relationship Id="rId1" Type="http://schemas.openxmlformats.org/officeDocument/2006/relationships/slideLayout" Target="../slideLayouts/slideLayout2.xml"/><Relationship Id="rId6" Type="http://schemas.openxmlformats.org/officeDocument/2006/relationships/customXml" Target="../ink/ink715.xml"/><Relationship Id="rId5" Type="http://schemas.openxmlformats.org/officeDocument/2006/relationships/image" Target="../media/image699.emf"/><Relationship Id="rId10" Type="http://schemas.openxmlformats.org/officeDocument/2006/relationships/customXml" Target="../ink/ink717.xml"/><Relationship Id="rId4" Type="http://schemas.openxmlformats.org/officeDocument/2006/relationships/customXml" Target="../ink/ink714.xml"/><Relationship Id="rId9" Type="http://schemas.openxmlformats.org/officeDocument/2006/relationships/image" Target="../media/image700.em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17" Type="http://schemas.openxmlformats.org/officeDocument/2006/relationships/image" Target="../media/image759.png"/><Relationship Id="rId21" Type="http://schemas.openxmlformats.org/officeDocument/2006/relationships/image" Target="../media/image711.png"/><Relationship Id="rId42" Type="http://schemas.openxmlformats.org/officeDocument/2006/relationships/customXml" Target="../ink/ink737.xml"/><Relationship Id="rId63" Type="http://schemas.openxmlformats.org/officeDocument/2006/relationships/image" Target="../media/image732.png"/><Relationship Id="rId84" Type="http://schemas.openxmlformats.org/officeDocument/2006/relationships/customXml" Target="../ink/ink757.xml"/><Relationship Id="rId138" Type="http://schemas.openxmlformats.org/officeDocument/2006/relationships/customXml" Target="../ink/ink784.xml"/><Relationship Id="rId159" Type="http://schemas.openxmlformats.org/officeDocument/2006/relationships/image" Target="../media/image734.png"/><Relationship Id="rId107" Type="http://schemas.openxmlformats.org/officeDocument/2006/relationships/image" Target="../media/image754.png"/><Relationship Id="rId11" Type="http://schemas.openxmlformats.org/officeDocument/2006/relationships/image" Target="../media/image706.png"/><Relationship Id="rId53" Type="http://schemas.openxmlformats.org/officeDocument/2006/relationships/image" Target="../media/image727.png"/><Relationship Id="rId74" Type="http://schemas.openxmlformats.org/officeDocument/2006/relationships/customXml" Target="../ink/ink752.xml"/><Relationship Id="rId128" Type="http://schemas.openxmlformats.org/officeDocument/2006/relationships/customXml" Target="../ink/ink779.xml"/><Relationship Id="rId149" Type="http://schemas.openxmlformats.org/officeDocument/2006/relationships/image" Target="../media/image775.png"/><Relationship Id="rId5" Type="http://schemas.openxmlformats.org/officeDocument/2006/relationships/image" Target="../media/image703.png"/><Relationship Id="rId95" Type="http://schemas.openxmlformats.org/officeDocument/2006/relationships/image" Target="../media/image748.png"/><Relationship Id="rId160" Type="http://schemas.openxmlformats.org/officeDocument/2006/relationships/customXml" Target="../ink/ink795.xml"/><Relationship Id="rId22" Type="http://schemas.openxmlformats.org/officeDocument/2006/relationships/customXml" Target="../ink/ink728.xml"/><Relationship Id="rId43" Type="http://schemas.openxmlformats.org/officeDocument/2006/relationships/image" Target="../media/image722.png"/><Relationship Id="rId64" Type="http://schemas.openxmlformats.org/officeDocument/2006/relationships/customXml" Target="../ink/ink748.xml"/><Relationship Id="rId118" Type="http://schemas.openxmlformats.org/officeDocument/2006/relationships/customXml" Target="../ink/ink774.xml"/><Relationship Id="rId139" Type="http://schemas.openxmlformats.org/officeDocument/2006/relationships/image" Target="../media/image770.png"/><Relationship Id="rId80" Type="http://schemas.openxmlformats.org/officeDocument/2006/relationships/customXml" Target="../ink/ink755.xml"/><Relationship Id="rId85" Type="http://schemas.openxmlformats.org/officeDocument/2006/relationships/image" Target="../media/image743.png"/><Relationship Id="rId150" Type="http://schemas.openxmlformats.org/officeDocument/2006/relationships/customXml" Target="../ink/ink790.xml"/><Relationship Id="rId155" Type="http://schemas.openxmlformats.org/officeDocument/2006/relationships/image" Target="../media/image778.png"/><Relationship Id="rId12" Type="http://schemas.openxmlformats.org/officeDocument/2006/relationships/customXml" Target="../ink/ink723.xml"/><Relationship Id="rId17" Type="http://schemas.openxmlformats.org/officeDocument/2006/relationships/image" Target="../media/image709.png"/><Relationship Id="rId33" Type="http://schemas.openxmlformats.org/officeDocument/2006/relationships/image" Target="../media/image717.png"/><Relationship Id="rId38" Type="http://schemas.openxmlformats.org/officeDocument/2006/relationships/customXml" Target="../ink/ink735.xml"/><Relationship Id="rId59" Type="http://schemas.openxmlformats.org/officeDocument/2006/relationships/image" Target="../media/image730.png"/><Relationship Id="rId103" Type="http://schemas.openxmlformats.org/officeDocument/2006/relationships/image" Target="../media/image752.png"/><Relationship Id="rId108" Type="http://schemas.openxmlformats.org/officeDocument/2006/relationships/customXml" Target="../ink/ink769.xml"/><Relationship Id="rId124" Type="http://schemas.openxmlformats.org/officeDocument/2006/relationships/customXml" Target="../ink/ink777.xml"/><Relationship Id="rId129" Type="http://schemas.openxmlformats.org/officeDocument/2006/relationships/image" Target="../media/image765.png"/><Relationship Id="rId54" Type="http://schemas.openxmlformats.org/officeDocument/2006/relationships/customXml" Target="../ink/ink743.xml"/><Relationship Id="rId70" Type="http://schemas.openxmlformats.org/officeDocument/2006/relationships/customXml" Target="../ink/ink750.xml"/><Relationship Id="rId75" Type="http://schemas.openxmlformats.org/officeDocument/2006/relationships/image" Target="../media/image738.png"/><Relationship Id="rId91" Type="http://schemas.openxmlformats.org/officeDocument/2006/relationships/image" Target="../media/image746.png"/><Relationship Id="rId96" Type="http://schemas.openxmlformats.org/officeDocument/2006/relationships/customXml" Target="../ink/ink763.xml"/><Relationship Id="rId140" Type="http://schemas.openxmlformats.org/officeDocument/2006/relationships/customXml" Target="../ink/ink785.xml"/><Relationship Id="rId145" Type="http://schemas.openxmlformats.org/officeDocument/2006/relationships/image" Target="../media/image773.png"/><Relationship Id="rId161" Type="http://schemas.openxmlformats.org/officeDocument/2006/relationships/image" Target="../media/image779.png"/><Relationship Id="rId1" Type="http://schemas.openxmlformats.org/officeDocument/2006/relationships/slideLayout" Target="../slideLayouts/slideLayout2.xml"/><Relationship Id="rId6" Type="http://schemas.openxmlformats.org/officeDocument/2006/relationships/customXml" Target="../ink/ink720.xml"/><Relationship Id="rId23" Type="http://schemas.openxmlformats.org/officeDocument/2006/relationships/image" Target="../media/image712.png"/><Relationship Id="rId28" Type="http://schemas.openxmlformats.org/officeDocument/2006/relationships/customXml" Target="../ink/ink731.xml"/><Relationship Id="rId49" Type="http://schemas.openxmlformats.org/officeDocument/2006/relationships/image" Target="../media/image725.png"/><Relationship Id="rId114" Type="http://schemas.openxmlformats.org/officeDocument/2006/relationships/customXml" Target="../ink/ink772.xml"/><Relationship Id="rId119" Type="http://schemas.openxmlformats.org/officeDocument/2006/relationships/image" Target="../media/image760.png"/><Relationship Id="rId44" Type="http://schemas.openxmlformats.org/officeDocument/2006/relationships/customXml" Target="../ink/ink738.xml"/><Relationship Id="rId60" Type="http://schemas.openxmlformats.org/officeDocument/2006/relationships/customXml" Target="../ink/ink746.xml"/><Relationship Id="rId65" Type="http://schemas.openxmlformats.org/officeDocument/2006/relationships/image" Target="../media/image733.png"/><Relationship Id="rId81" Type="http://schemas.openxmlformats.org/officeDocument/2006/relationships/image" Target="../media/image741.png"/><Relationship Id="rId86" Type="http://schemas.openxmlformats.org/officeDocument/2006/relationships/customXml" Target="../ink/ink758.xml"/><Relationship Id="rId130" Type="http://schemas.openxmlformats.org/officeDocument/2006/relationships/customXml" Target="../ink/ink780.xml"/><Relationship Id="rId135" Type="http://schemas.openxmlformats.org/officeDocument/2006/relationships/image" Target="../media/image768.png"/><Relationship Id="rId151" Type="http://schemas.openxmlformats.org/officeDocument/2006/relationships/image" Target="../media/image776.png"/><Relationship Id="rId156" Type="http://schemas.openxmlformats.org/officeDocument/2006/relationships/customXml" Target="../ink/ink793.xml"/><Relationship Id="rId13" Type="http://schemas.openxmlformats.org/officeDocument/2006/relationships/image" Target="../media/image707.png"/><Relationship Id="rId18" Type="http://schemas.openxmlformats.org/officeDocument/2006/relationships/customXml" Target="../ink/ink726.xml"/><Relationship Id="rId39" Type="http://schemas.openxmlformats.org/officeDocument/2006/relationships/image" Target="../media/image720.png"/><Relationship Id="rId109" Type="http://schemas.openxmlformats.org/officeDocument/2006/relationships/image" Target="../media/image755.png"/><Relationship Id="rId34" Type="http://schemas.openxmlformats.org/officeDocument/2006/relationships/customXml" Target="../ink/ink733.xml"/><Relationship Id="rId50" Type="http://schemas.openxmlformats.org/officeDocument/2006/relationships/customXml" Target="../ink/ink741.xml"/><Relationship Id="rId55" Type="http://schemas.openxmlformats.org/officeDocument/2006/relationships/image" Target="../media/image728.png"/><Relationship Id="rId76" Type="http://schemas.openxmlformats.org/officeDocument/2006/relationships/customXml" Target="../ink/ink753.xml"/><Relationship Id="rId97" Type="http://schemas.openxmlformats.org/officeDocument/2006/relationships/image" Target="../media/image749.png"/><Relationship Id="rId104" Type="http://schemas.openxmlformats.org/officeDocument/2006/relationships/customXml" Target="../ink/ink767.xml"/><Relationship Id="rId120" Type="http://schemas.openxmlformats.org/officeDocument/2006/relationships/customXml" Target="../ink/ink775.xml"/><Relationship Id="rId125" Type="http://schemas.openxmlformats.org/officeDocument/2006/relationships/image" Target="../media/image763.png"/><Relationship Id="rId141" Type="http://schemas.openxmlformats.org/officeDocument/2006/relationships/image" Target="../media/image771.png"/><Relationship Id="rId146" Type="http://schemas.openxmlformats.org/officeDocument/2006/relationships/customXml" Target="../ink/ink788.xml"/><Relationship Id="rId7" Type="http://schemas.openxmlformats.org/officeDocument/2006/relationships/image" Target="../media/image704.png"/><Relationship Id="rId71" Type="http://schemas.openxmlformats.org/officeDocument/2006/relationships/image" Target="../media/image736.png"/><Relationship Id="rId92" Type="http://schemas.openxmlformats.org/officeDocument/2006/relationships/customXml" Target="../ink/ink761.xml"/><Relationship Id="rId162" Type="http://schemas.openxmlformats.org/officeDocument/2006/relationships/customXml" Target="../ink/ink796.xml"/><Relationship Id="rId2" Type="http://schemas.openxmlformats.org/officeDocument/2006/relationships/customXml" Target="../ink/ink718.xml"/><Relationship Id="rId29" Type="http://schemas.openxmlformats.org/officeDocument/2006/relationships/image" Target="../media/image715.png"/><Relationship Id="rId24" Type="http://schemas.openxmlformats.org/officeDocument/2006/relationships/customXml" Target="../ink/ink729.xml"/><Relationship Id="rId40" Type="http://schemas.openxmlformats.org/officeDocument/2006/relationships/customXml" Target="../ink/ink736.xml"/><Relationship Id="rId45" Type="http://schemas.openxmlformats.org/officeDocument/2006/relationships/image" Target="../media/image723.png"/><Relationship Id="rId66" Type="http://schemas.openxmlformats.org/officeDocument/2006/relationships/customXml" Target="../ink/ink749.xml"/><Relationship Id="rId87" Type="http://schemas.openxmlformats.org/officeDocument/2006/relationships/image" Target="../media/image744.png"/><Relationship Id="rId110" Type="http://schemas.openxmlformats.org/officeDocument/2006/relationships/customXml" Target="../ink/ink770.xml"/><Relationship Id="rId115" Type="http://schemas.openxmlformats.org/officeDocument/2006/relationships/image" Target="../media/image758.png"/><Relationship Id="rId131" Type="http://schemas.openxmlformats.org/officeDocument/2006/relationships/image" Target="../media/image766.png"/><Relationship Id="rId136" Type="http://schemas.openxmlformats.org/officeDocument/2006/relationships/customXml" Target="../ink/ink783.xml"/><Relationship Id="rId157" Type="http://schemas.openxmlformats.org/officeDocument/2006/relationships/image" Target="../media/image716.png"/><Relationship Id="rId61" Type="http://schemas.openxmlformats.org/officeDocument/2006/relationships/image" Target="../media/image731.png"/><Relationship Id="rId82" Type="http://schemas.openxmlformats.org/officeDocument/2006/relationships/customXml" Target="../ink/ink756.xml"/><Relationship Id="rId152" Type="http://schemas.openxmlformats.org/officeDocument/2006/relationships/customXml" Target="../ink/ink791.xml"/><Relationship Id="rId19" Type="http://schemas.openxmlformats.org/officeDocument/2006/relationships/image" Target="../media/image710.png"/><Relationship Id="rId14" Type="http://schemas.openxmlformats.org/officeDocument/2006/relationships/customXml" Target="../ink/ink724.xml"/><Relationship Id="rId30" Type="http://schemas.openxmlformats.org/officeDocument/2006/relationships/customXml" Target="../ink/ink732.xml"/><Relationship Id="rId35" Type="http://schemas.openxmlformats.org/officeDocument/2006/relationships/image" Target="../media/image718.png"/><Relationship Id="rId56" Type="http://schemas.openxmlformats.org/officeDocument/2006/relationships/customXml" Target="../ink/ink744.xml"/><Relationship Id="rId77" Type="http://schemas.openxmlformats.org/officeDocument/2006/relationships/image" Target="../media/image739.png"/><Relationship Id="rId100" Type="http://schemas.openxmlformats.org/officeDocument/2006/relationships/customXml" Target="../ink/ink765.xml"/><Relationship Id="rId105" Type="http://schemas.openxmlformats.org/officeDocument/2006/relationships/image" Target="../media/image753.png"/><Relationship Id="rId126" Type="http://schemas.openxmlformats.org/officeDocument/2006/relationships/customXml" Target="../ink/ink778.xml"/><Relationship Id="rId147" Type="http://schemas.openxmlformats.org/officeDocument/2006/relationships/image" Target="../media/image774.png"/><Relationship Id="rId8" Type="http://schemas.openxmlformats.org/officeDocument/2006/relationships/customXml" Target="../ink/ink721.xml"/><Relationship Id="rId51" Type="http://schemas.openxmlformats.org/officeDocument/2006/relationships/image" Target="../media/image726.png"/><Relationship Id="rId72" Type="http://schemas.openxmlformats.org/officeDocument/2006/relationships/customXml" Target="../ink/ink751.xml"/><Relationship Id="rId93" Type="http://schemas.openxmlformats.org/officeDocument/2006/relationships/image" Target="../media/image747.png"/><Relationship Id="rId98" Type="http://schemas.openxmlformats.org/officeDocument/2006/relationships/customXml" Target="../ink/ink764.xml"/><Relationship Id="rId121" Type="http://schemas.openxmlformats.org/officeDocument/2006/relationships/image" Target="../media/image761.png"/><Relationship Id="rId142" Type="http://schemas.openxmlformats.org/officeDocument/2006/relationships/customXml" Target="../ink/ink786.xml"/><Relationship Id="rId163" Type="http://schemas.openxmlformats.org/officeDocument/2006/relationships/image" Target="../media/image780.png"/><Relationship Id="rId3" Type="http://schemas.openxmlformats.org/officeDocument/2006/relationships/image" Target="../media/image702.png"/><Relationship Id="rId25" Type="http://schemas.openxmlformats.org/officeDocument/2006/relationships/image" Target="../media/image713.png"/><Relationship Id="rId46" Type="http://schemas.openxmlformats.org/officeDocument/2006/relationships/customXml" Target="../ink/ink739.xml"/><Relationship Id="rId116" Type="http://schemas.openxmlformats.org/officeDocument/2006/relationships/customXml" Target="../ink/ink773.xml"/><Relationship Id="rId137" Type="http://schemas.openxmlformats.org/officeDocument/2006/relationships/image" Target="../media/image769.png"/><Relationship Id="rId158" Type="http://schemas.openxmlformats.org/officeDocument/2006/relationships/customXml" Target="../ink/ink794.xml"/><Relationship Id="rId20" Type="http://schemas.openxmlformats.org/officeDocument/2006/relationships/customXml" Target="../ink/ink727.xml"/><Relationship Id="rId41" Type="http://schemas.openxmlformats.org/officeDocument/2006/relationships/image" Target="../media/image721.png"/><Relationship Id="rId62" Type="http://schemas.openxmlformats.org/officeDocument/2006/relationships/customXml" Target="../ink/ink747.xml"/><Relationship Id="rId83" Type="http://schemas.openxmlformats.org/officeDocument/2006/relationships/image" Target="../media/image742.png"/><Relationship Id="rId88" Type="http://schemas.openxmlformats.org/officeDocument/2006/relationships/customXml" Target="../ink/ink759.xml"/><Relationship Id="rId111" Type="http://schemas.openxmlformats.org/officeDocument/2006/relationships/image" Target="../media/image756.png"/><Relationship Id="rId132" Type="http://schemas.openxmlformats.org/officeDocument/2006/relationships/customXml" Target="../ink/ink781.xml"/><Relationship Id="rId153" Type="http://schemas.openxmlformats.org/officeDocument/2006/relationships/image" Target="../media/image777.png"/><Relationship Id="rId15" Type="http://schemas.openxmlformats.org/officeDocument/2006/relationships/image" Target="../media/image708.png"/><Relationship Id="rId36" Type="http://schemas.openxmlformats.org/officeDocument/2006/relationships/customXml" Target="../ink/ink734.xml"/><Relationship Id="rId57" Type="http://schemas.openxmlformats.org/officeDocument/2006/relationships/image" Target="../media/image729.png"/><Relationship Id="rId106" Type="http://schemas.openxmlformats.org/officeDocument/2006/relationships/customXml" Target="../ink/ink768.xml"/><Relationship Id="rId127" Type="http://schemas.openxmlformats.org/officeDocument/2006/relationships/image" Target="../media/image764.png"/><Relationship Id="rId10" Type="http://schemas.openxmlformats.org/officeDocument/2006/relationships/customXml" Target="../ink/ink722.xml"/><Relationship Id="rId52" Type="http://schemas.openxmlformats.org/officeDocument/2006/relationships/customXml" Target="../ink/ink742.xml"/><Relationship Id="rId73" Type="http://schemas.openxmlformats.org/officeDocument/2006/relationships/image" Target="../media/image737.png"/><Relationship Id="rId78" Type="http://schemas.openxmlformats.org/officeDocument/2006/relationships/customXml" Target="../ink/ink754.xml"/><Relationship Id="rId94" Type="http://schemas.openxmlformats.org/officeDocument/2006/relationships/customXml" Target="../ink/ink762.xml"/><Relationship Id="rId99" Type="http://schemas.openxmlformats.org/officeDocument/2006/relationships/image" Target="../media/image750.png"/><Relationship Id="rId101" Type="http://schemas.openxmlformats.org/officeDocument/2006/relationships/image" Target="../media/image751.png"/><Relationship Id="rId122" Type="http://schemas.openxmlformats.org/officeDocument/2006/relationships/customXml" Target="../ink/ink776.xml"/><Relationship Id="rId143" Type="http://schemas.openxmlformats.org/officeDocument/2006/relationships/image" Target="../media/image772.png"/><Relationship Id="rId148" Type="http://schemas.openxmlformats.org/officeDocument/2006/relationships/customXml" Target="../ink/ink789.xml"/><Relationship Id="rId4" Type="http://schemas.openxmlformats.org/officeDocument/2006/relationships/customXml" Target="../ink/ink719.xml"/><Relationship Id="rId9" Type="http://schemas.openxmlformats.org/officeDocument/2006/relationships/image" Target="../media/image705.png"/><Relationship Id="rId26" Type="http://schemas.openxmlformats.org/officeDocument/2006/relationships/customXml" Target="../ink/ink730.xml"/><Relationship Id="rId47" Type="http://schemas.openxmlformats.org/officeDocument/2006/relationships/image" Target="../media/image724.png"/><Relationship Id="rId89" Type="http://schemas.openxmlformats.org/officeDocument/2006/relationships/image" Target="../media/image745.png"/><Relationship Id="rId112" Type="http://schemas.openxmlformats.org/officeDocument/2006/relationships/customXml" Target="../ink/ink771.xml"/><Relationship Id="rId133" Type="http://schemas.openxmlformats.org/officeDocument/2006/relationships/image" Target="../media/image767.png"/><Relationship Id="rId154" Type="http://schemas.openxmlformats.org/officeDocument/2006/relationships/customXml" Target="../ink/ink792.xml"/><Relationship Id="rId16" Type="http://schemas.openxmlformats.org/officeDocument/2006/relationships/customXml" Target="../ink/ink725.xml"/><Relationship Id="rId37" Type="http://schemas.openxmlformats.org/officeDocument/2006/relationships/image" Target="../media/image719.png"/><Relationship Id="rId58" Type="http://schemas.openxmlformats.org/officeDocument/2006/relationships/customXml" Target="../ink/ink745.xml"/><Relationship Id="rId79" Type="http://schemas.openxmlformats.org/officeDocument/2006/relationships/image" Target="../media/image740.png"/><Relationship Id="rId102" Type="http://schemas.openxmlformats.org/officeDocument/2006/relationships/customXml" Target="../ink/ink766.xml"/><Relationship Id="rId123" Type="http://schemas.openxmlformats.org/officeDocument/2006/relationships/image" Target="../media/image762.png"/><Relationship Id="rId144" Type="http://schemas.openxmlformats.org/officeDocument/2006/relationships/customXml" Target="../ink/ink787.xml"/><Relationship Id="rId90" Type="http://schemas.openxmlformats.org/officeDocument/2006/relationships/customXml" Target="../ink/ink760.xml"/><Relationship Id="rId27" Type="http://schemas.openxmlformats.org/officeDocument/2006/relationships/image" Target="../media/image714.png"/><Relationship Id="rId48" Type="http://schemas.openxmlformats.org/officeDocument/2006/relationships/customXml" Target="../ink/ink740.xml"/><Relationship Id="rId69" Type="http://schemas.openxmlformats.org/officeDocument/2006/relationships/image" Target="../media/image735.png"/><Relationship Id="rId113" Type="http://schemas.openxmlformats.org/officeDocument/2006/relationships/image" Target="../media/image757.png"/><Relationship Id="rId134" Type="http://schemas.openxmlformats.org/officeDocument/2006/relationships/customXml" Target="../ink/ink782.xml"/></Relationships>
</file>

<file path=ppt/slides/_rels/slide61.xml.rels><?xml version="1.0" encoding="UTF-8" standalone="yes"?>
<Relationships xmlns="http://schemas.openxmlformats.org/package/2006/relationships"><Relationship Id="rId8" Type="http://schemas.openxmlformats.org/officeDocument/2006/relationships/customXml" Target="../ink/ink800.xml"/><Relationship Id="rId3" Type="http://schemas.openxmlformats.org/officeDocument/2006/relationships/image" Target="../media/image781.png"/><Relationship Id="rId7" Type="http://schemas.openxmlformats.org/officeDocument/2006/relationships/image" Target="../media/image783.png"/><Relationship Id="rId2" Type="http://schemas.openxmlformats.org/officeDocument/2006/relationships/customXml" Target="../ink/ink797.xml"/><Relationship Id="rId1" Type="http://schemas.openxmlformats.org/officeDocument/2006/relationships/slideLayout" Target="../slideLayouts/slideLayout2.xml"/><Relationship Id="rId6" Type="http://schemas.openxmlformats.org/officeDocument/2006/relationships/customXml" Target="../ink/ink799.xml"/><Relationship Id="rId11" Type="http://schemas.openxmlformats.org/officeDocument/2006/relationships/image" Target="../media/image785.png"/><Relationship Id="rId5" Type="http://schemas.openxmlformats.org/officeDocument/2006/relationships/image" Target="../media/image782.png"/><Relationship Id="rId10" Type="http://schemas.openxmlformats.org/officeDocument/2006/relationships/customXml" Target="../ink/ink801.xml"/><Relationship Id="rId4" Type="http://schemas.openxmlformats.org/officeDocument/2006/relationships/customXml" Target="../ink/ink798.xml"/><Relationship Id="rId9" Type="http://schemas.openxmlformats.org/officeDocument/2006/relationships/image" Target="../media/image78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17" Type="http://schemas.openxmlformats.org/officeDocument/2006/relationships/image" Target="../media/image843.png"/><Relationship Id="rId299" Type="http://schemas.openxmlformats.org/officeDocument/2006/relationships/image" Target="../media/image934.png"/><Relationship Id="rId21" Type="http://schemas.openxmlformats.org/officeDocument/2006/relationships/image" Target="../media/image795.png"/><Relationship Id="rId63" Type="http://schemas.openxmlformats.org/officeDocument/2006/relationships/image" Target="../media/image816.png"/><Relationship Id="rId159" Type="http://schemas.openxmlformats.org/officeDocument/2006/relationships/image" Target="../media/image864.png"/><Relationship Id="rId324" Type="http://schemas.openxmlformats.org/officeDocument/2006/relationships/customXml" Target="../ink/ink963.xml"/><Relationship Id="rId170" Type="http://schemas.openxmlformats.org/officeDocument/2006/relationships/customXml" Target="../ink/ink886.xml"/><Relationship Id="rId226" Type="http://schemas.openxmlformats.org/officeDocument/2006/relationships/customXml" Target="../ink/ink914.xml"/><Relationship Id="rId268" Type="http://schemas.openxmlformats.org/officeDocument/2006/relationships/customXml" Target="../ink/ink935.xml"/><Relationship Id="rId32" Type="http://schemas.openxmlformats.org/officeDocument/2006/relationships/customXml" Target="../ink/ink817.xml"/><Relationship Id="rId74" Type="http://schemas.openxmlformats.org/officeDocument/2006/relationships/customXml" Target="../ink/ink838.xml"/><Relationship Id="rId128" Type="http://schemas.openxmlformats.org/officeDocument/2006/relationships/customXml" Target="../ink/ink865.xml"/><Relationship Id="rId335" Type="http://schemas.openxmlformats.org/officeDocument/2006/relationships/image" Target="../media/image952.png"/><Relationship Id="rId5" Type="http://schemas.openxmlformats.org/officeDocument/2006/relationships/image" Target="../media/image787.png"/><Relationship Id="rId181" Type="http://schemas.openxmlformats.org/officeDocument/2006/relationships/image" Target="../media/image875.png"/><Relationship Id="rId237" Type="http://schemas.openxmlformats.org/officeDocument/2006/relationships/image" Target="../media/image903.png"/><Relationship Id="rId279" Type="http://schemas.openxmlformats.org/officeDocument/2006/relationships/image" Target="../media/image924.png"/><Relationship Id="rId43" Type="http://schemas.openxmlformats.org/officeDocument/2006/relationships/image" Target="../media/image806.png"/><Relationship Id="rId139" Type="http://schemas.openxmlformats.org/officeDocument/2006/relationships/image" Target="../media/image854.png"/><Relationship Id="rId290" Type="http://schemas.openxmlformats.org/officeDocument/2006/relationships/customXml" Target="../ink/ink946.xml"/><Relationship Id="rId304" Type="http://schemas.openxmlformats.org/officeDocument/2006/relationships/customXml" Target="../ink/ink953.xml"/><Relationship Id="rId85" Type="http://schemas.openxmlformats.org/officeDocument/2006/relationships/image" Target="../media/image827.png"/><Relationship Id="rId150" Type="http://schemas.openxmlformats.org/officeDocument/2006/relationships/customXml" Target="../ink/ink876.xml"/><Relationship Id="rId192" Type="http://schemas.openxmlformats.org/officeDocument/2006/relationships/customXml" Target="../ink/ink897.xml"/><Relationship Id="rId206" Type="http://schemas.openxmlformats.org/officeDocument/2006/relationships/customXml" Target="../ink/ink904.xml"/><Relationship Id="rId248" Type="http://schemas.openxmlformats.org/officeDocument/2006/relationships/customXml" Target="../ink/ink925.xml"/><Relationship Id="rId12" Type="http://schemas.openxmlformats.org/officeDocument/2006/relationships/customXml" Target="../ink/ink807.xml"/><Relationship Id="rId108" Type="http://schemas.openxmlformats.org/officeDocument/2006/relationships/customXml" Target="../ink/ink855.xml"/><Relationship Id="rId315" Type="http://schemas.openxmlformats.org/officeDocument/2006/relationships/image" Target="../media/image942.png"/><Relationship Id="rId54" Type="http://schemas.openxmlformats.org/officeDocument/2006/relationships/customXml" Target="../ink/ink828.xml"/><Relationship Id="rId96" Type="http://schemas.openxmlformats.org/officeDocument/2006/relationships/customXml" Target="../ink/ink849.xml"/><Relationship Id="rId161" Type="http://schemas.openxmlformats.org/officeDocument/2006/relationships/image" Target="../media/image865.png"/><Relationship Id="rId217" Type="http://schemas.openxmlformats.org/officeDocument/2006/relationships/image" Target="../media/image893.png"/><Relationship Id="rId259" Type="http://schemas.openxmlformats.org/officeDocument/2006/relationships/image" Target="../media/image914.png"/><Relationship Id="rId23" Type="http://schemas.openxmlformats.org/officeDocument/2006/relationships/image" Target="../media/image796.png"/><Relationship Id="rId119" Type="http://schemas.openxmlformats.org/officeDocument/2006/relationships/image" Target="../media/image844.png"/><Relationship Id="rId270" Type="http://schemas.openxmlformats.org/officeDocument/2006/relationships/customXml" Target="../ink/ink936.xml"/><Relationship Id="rId326" Type="http://schemas.openxmlformats.org/officeDocument/2006/relationships/customXml" Target="../ink/ink964.xml"/><Relationship Id="rId65" Type="http://schemas.openxmlformats.org/officeDocument/2006/relationships/image" Target="../media/image817.png"/><Relationship Id="rId130" Type="http://schemas.openxmlformats.org/officeDocument/2006/relationships/customXml" Target="../ink/ink866.xml"/><Relationship Id="rId172" Type="http://schemas.openxmlformats.org/officeDocument/2006/relationships/customXml" Target="../ink/ink887.xml"/><Relationship Id="rId228" Type="http://schemas.openxmlformats.org/officeDocument/2006/relationships/customXml" Target="../ink/ink915.xml"/><Relationship Id="rId281" Type="http://schemas.openxmlformats.org/officeDocument/2006/relationships/image" Target="../media/image925.png"/><Relationship Id="rId337" Type="http://schemas.openxmlformats.org/officeDocument/2006/relationships/image" Target="../media/image953.png"/><Relationship Id="rId34" Type="http://schemas.openxmlformats.org/officeDocument/2006/relationships/customXml" Target="../ink/ink818.xml"/><Relationship Id="rId76" Type="http://schemas.openxmlformats.org/officeDocument/2006/relationships/customXml" Target="../ink/ink839.xml"/><Relationship Id="rId141" Type="http://schemas.openxmlformats.org/officeDocument/2006/relationships/image" Target="../media/image855.png"/><Relationship Id="rId7" Type="http://schemas.openxmlformats.org/officeDocument/2006/relationships/image" Target="../media/image788.png"/><Relationship Id="rId183" Type="http://schemas.openxmlformats.org/officeDocument/2006/relationships/image" Target="../media/image876.png"/><Relationship Id="rId239" Type="http://schemas.openxmlformats.org/officeDocument/2006/relationships/image" Target="../media/image904.png"/><Relationship Id="rId250" Type="http://schemas.openxmlformats.org/officeDocument/2006/relationships/customXml" Target="../ink/ink926.xml"/><Relationship Id="rId292" Type="http://schemas.openxmlformats.org/officeDocument/2006/relationships/customXml" Target="../ink/ink947.xml"/><Relationship Id="rId306" Type="http://schemas.openxmlformats.org/officeDocument/2006/relationships/customXml" Target="../ink/ink954.xml"/><Relationship Id="rId45" Type="http://schemas.openxmlformats.org/officeDocument/2006/relationships/image" Target="../media/image807.png"/><Relationship Id="rId87" Type="http://schemas.openxmlformats.org/officeDocument/2006/relationships/image" Target="../media/image828.png"/><Relationship Id="rId110" Type="http://schemas.openxmlformats.org/officeDocument/2006/relationships/customXml" Target="../ink/ink856.xml"/><Relationship Id="rId152" Type="http://schemas.openxmlformats.org/officeDocument/2006/relationships/customXml" Target="../ink/ink877.xml"/><Relationship Id="rId194" Type="http://schemas.openxmlformats.org/officeDocument/2006/relationships/customXml" Target="../ink/ink898.xml"/><Relationship Id="rId208" Type="http://schemas.openxmlformats.org/officeDocument/2006/relationships/customXml" Target="../ink/ink905.xml"/><Relationship Id="rId240" Type="http://schemas.openxmlformats.org/officeDocument/2006/relationships/customXml" Target="../ink/ink921.xml"/><Relationship Id="rId261" Type="http://schemas.openxmlformats.org/officeDocument/2006/relationships/image" Target="../media/image915.png"/><Relationship Id="rId14" Type="http://schemas.openxmlformats.org/officeDocument/2006/relationships/customXml" Target="../ink/ink808.xml"/><Relationship Id="rId35" Type="http://schemas.openxmlformats.org/officeDocument/2006/relationships/image" Target="../media/image802.png"/><Relationship Id="rId56" Type="http://schemas.openxmlformats.org/officeDocument/2006/relationships/customXml" Target="../ink/ink829.xml"/><Relationship Id="rId77" Type="http://schemas.openxmlformats.org/officeDocument/2006/relationships/image" Target="../media/image823.png"/><Relationship Id="rId100" Type="http://schemas.openxmlformats.org/officeDocument/2006/relationships/customXml" Target="../ink/ink851.xml"/><Relationship Id="rId282" Type="http://schemas.openxmlformats.org/officeDocument/2006/relationships/customXml" Target="../ink/ink942.xml"/><Relationship Id="rId317" Type="http://schemas.openxmlformats.org/officeDocument/2006/relationships/image" Target="../media/image943.png"/><Relationship Id="rId338" Type="http://schemas.openxmlformats.org/officeDocument/2006/relationships/customXml" Target="../ink/ink970.xml"/><Relationship Id="rId8" Type="http://schemas.openxmlformats.org/officeDocument/2006/relationships/customXml" Target="../ink/ink805.xml"/><Relationship Id="rId98" Type="http://schemas.openxmlformats.org/officeDocument/2006/relationships/customXml" Target="../ink/ink850.xml"/><Relationship Id="rId121" Type="http://schemas.openxmlformats.org/officeDocument/2006/relationships/image" Target="../media/image845.png"/><Relationship Id="rId142" Type="http://schemas.openxmlformats.org/officeDocument/2006/relationships/customXml" Target="../ink/ink872.xml"/><Relationship Id="rId163" Type="http://schemas.openxmlformats.org/officeDocument/2006/relationships/image" Target="../media/image866.png"/><Relationship Id="rId184" Type="http://schemas.openxmlformats.org/officeDocument/2006/relationships/customXml" Target="../ink/ink893.xml"/><Relationship Id="rId219" Type="http://schemas.openxmlformats.org/officeDocument/2006/relationships/image" Target="../media/image894.png"/><Relationship Id="rId230" Type="http://schemas.openxmlformats.org/officeDocument/2006/relationships/customXml" Target="../ink/ink916.xml"/><Relationship Id="rId251" Type="http://schemas.openxmlformats.org/officeDocument/2006/relationships/image" Target="../media/image910.png"/><Relationship Id="rId25" Type="http://schemas.openxmlformats.org/officeDocument/2006/relationships/image" Target="../media/image797.png"/><Relationship Id="rId46" Type="http://schemas.openxmlformats.org/officeDocument/2006/relationships/customXml" Target="../ink/ink824.xml"/><Relationship Id="rId67" Type="http://schemas.openxmlformats.org/officeDocument/2006/relationships/image" Target="../media/image818.png"/><Relationship Id="rId272" Type="http://schemas.openxmlformats.org/officeDocument/2006/relationships/customXml" Target="../ink/ink937.xml"/><Relationship Id="rId293" Type="http://schemas.openxmlformats.org/officeDocument/2006/relationships/image" Target="../media/image931.png"/><Relationship Id="rId307" Type="http://schemas.openxmlformats.org/officeDocument/2006/relationships/image" Target="../media/image938.png"/><Relationship Id="rId328" Type="http://schemas.openxmlformats.org/officeDocument/2006/relationships/customXml" Target="../ink/ink965.xml"/><Relationship Id="rId88" Type="http://schemas.openxmlformats.org/officeDocument/2006/relationships/customXml" Target="../ink/ink845.xml"/><Relationship Id="rId111" Type="http://schemas.openxmlformats.org/officeDocument/2006/relationships/image" Target="../media/image840.png"/><Relationship Id="rId132" Type="http://schemas.openxmlformats.org/officeDocument/2006/relationships/customXml" Target="../ink/ink867.xml"/><Relationship Id="rId153" Type="http://schemas.openxmlformats.org/officeDocument/2006/relationships/image" Target="../media/image861.png"/><Relationship Id="rId174" Type="http://schemas.openxmlformats.org/officeDocument/2006/relationships/customXml" Target="../ink/ink888.xml"/><Relationship Id="rId195" Type="http://schemas.openxmlformats.org/officeDocument/2006/relationships/image" Target="../media/image882.png"/><Relationship Id="rId209" Type="http://schemas.openxmlformats.org/officeDocument/2006/relationships/image" Target="../media/image889.png"/><Relationship Id="rId220" Type="http://schemas.openxmlformats.org/officeDocument/2006/relationships/customXml" Target="../ink/ink911.xml"/><Relationship Id="rId241" Type="http://schemas.openxmlformats.org/officeDocument/2006/relationships/image" Target="../media/image905.png"/><Relationship Id="rId15" Type="http://schemas.openxmlformats.org/officeDocument/2006/relationships/image" Target="../media/image792.png"/><Relationship Id="rId36" Type="http://schemas.openxmlformats.org/officeDocument/2006/relationships/customXml" Target="../ink/ink819.xml"/><Relationship Id="rId57" Type="http://schemas.openxmlformats.org/officeDocument/2006/relationships/image" Target="../media/image813.png"/><Relationship Id="rId262" Type="http://schemas.openxmlformats.org/officeDocument/2006/relationships/customXml" Target="../ink/ink932.xml"/><Relationship Id="rId283" Type="http://schemas.openxmlformats.org/officeDocument/2006/relationships/image" Target="../media/image926.png"/><Relationship Id="rId318" Type="http://schemas.openxmlformats.org/officeDocument/2006/relationships/customXml" Target="../ink/ink960.xml"/><Relationship Id="rId339" Type="http://schemas.openxmlformats.org/officeDocument/2006/relationships/image" Target="../media/image954.png"/><Relationship Id="rId78" Type="http://schemas.openxmlformats.org/officeDocument/2006/relationships/customXml" Target="../ink/ink840.xml"/><Relationship Id="rId99" Type="http://schemas.openxmlformats.org/officeDocument/2006/relationships/image" Target="../media/image834.png"/><Relationship Id="rId101" Type="http://schemas.openxmlformats.org/officeDocument/2006/relationships/image" Target="../media/image835.png"/><Relationship Id="rId122" Type="http://schemas.openxmlformats.org/officeDocument/2006/relationships/customXml" Target="../ink/ink862.xml"/><Relationship Id="rId143" Type="http://schemas.openxmlformats.org/officeDocument/2006/relationships/image" Target="../media/image856.png"/><Relationship Id="rId164" Type="http://schemas.openxmlformats.org/officeDocument/2006/relationships/customXml" Target="../ink/ink883.xml"/><Relationship Id="rId185" Type="http://schemas.openxmlformats.org/officeDocument/2006/relationships/image" Target="../media/image877.png"/><Relationship Id="rId9" Type="http://schemas.openxmlformats.org/officeDocument/2006/relationships/image" Target="../media/image789.png"/><Relationship Id="rId210" Type="http://schemas.openxmlformats.org/officeDocument/2006/relationships/customXml" Target="../ink/ink906.xml"/><Relationship Id="rId26" Type="http://schemas.openxmlformats.org/officeDocument/2006/relationships/customXml" Target="../ink/ink814.xml"/><Relationship Id="rId231" Type="http://schemas.openxmlformats.org/officeDocument/2006/relationships/image" Target="../media/image900.png"/><Relationship Id="rId252" Type="http://schemas.openxmlformats.org/officeDocument/2006/relationships/customXml" Target="../ink/ink927.xml"/><Relationship Id="rId273" Type="http://schemas.openxmlformats.org/officeDocument/2006/relationships/image" Target="../media/image921.png"/><Relationship Id="rId294" Type="http://schemas.openxmlformats.org/officeDocument/2006/relationships/customXml" Target="../ink/ink948.xml"/><Relationship Id="rId308" Type="http://schemas.openxmlformats.org/officeDocument/2006/relationships/customXml" Target="../ink/ink955.xml"/><Relationship Id="rId329" Type="http://schemas.openxmlformats.org/officeDocument/2006/relationships/image" Target="../media/image949.png"/><Relationship Id="rId47" Type="http://schemas.openxmlformats.org/officeDocument/2006/relationships/image" Target="../media/image808.png"/><Relationship Id="rId68" Type="http://schemas.openxmlformats.org/officeDocument/2006/relationships/customXml" Target="../ink/ink835.xml"/><Relationship Id="rId89" Type="http://schemas.openxmlformats.org/officeDocument/2006/relationships/image" Target="../media/image829.png"/><Relationship Id="rId112" Type="http://schemas.openxmlformats.org/officeDocument/2006/relationships/customXml" Target="../ink/ink857.xml"/><Relationship Id="rId133" Type="http://schemas.openxmlformats.org/officeDocument/2006/relationships/image" Target="../media/image851.png"/><Relationship Id="rId154" Type="http://schemas.openxmlformats.org/officeDocument/2006/relationships/customXml" Target="../ink/ink878.xml"/><Relationship Id="rId175" Type="http://schemas.openxmlformats.org/officeDocument/2006/relationships/image" Target="../media/image872.png"/><Relationship Id="rId340" Type="http://schemas.openxmlformats.org/officeDocument/2006/relationships/customXml" Target="../ink/ink971.xml"/><Relationship Id="rId196" Type="http://schemas.openxmlformats.org/officeDocument/2006/relationships/customXml" Target="../ink/ink899.xml"/><Relationship Id="rId200" Type="http://schemas.openxmlformats.org/officeDocument/2006/relationships/customXml" Target="../ink/ink901.xml"/><Relationship Id="rId16" Type="http://schemas.openxmlformats.org/officeDocument/2006/relationships/customXml" Target="../ink/ink809.xml"/><Relationship Id="rId221" Type="http://schemas.openxmlformats.org/officeDocument/2006/relationships/image" Target="../media/image895.png"/><Relationship Id="rId242" Type="http://schemas.openxmlformats.org/officeDocument/2006/relationships/customXml" Target="../ink/ink922.xml"/><Relationship Id="rId263" Type="http://schemas.openxmlformats.org/officeDocument/2006/relationships/image" Target="../media/image916.png"/><Relationship Id="rId284" Type="http://schemas.openxmlformats.org/officeDocument/2006/relationships/customXml" Target="../ink/ink943.xml"/><Relationship Id="rId319" Type="http://schemas.openxmlformats.org/officeDocument/2006/relationships/image" Target="../media/image944.png"/><Relationship Id="rId37" Type="http://schemas.openxmlformats.org/officeDocument/2006/relationships/image" Target="../media/image803.png"/><Relationship Id="rId58" Type="http://schemas.openxmlformats.org/officeDocument/2006/relationships/customXml" Target="../ink/ink830.xml"/><Relationship Id="rId79" Type="http://schemas.openxmlformats.org/officeDocument/2006/relationships/image" Target="../media/image824.png"/><Relationship Id="rId102" Type="http://schemas.openxmlformats.org/officeDocument/2006/relationships/customXml" Target="../ink/ink852.xml"/><Relationship Id="rId123" Type="http://schemas.openxmlformats.org/officeDocument/2006/relationships/image" Target="../media/image846.png"/><Relationship Id="rId144" Type="http://schemas.openxmlformats.org/officeDocument/2006/relationships/customXml" Target="../ink/ink873.xml"/><Relationship Id="rId330" Type="http://schemas.openxmlformats.org/officeDocument/2006/relationships/customXml" Target="../ink/ink966.xml"/><Relationship Id="rId90" Type="http://schemas.openxmlformats.org/officeDocument/2006/relationships/customXml" Target="../ink/ink846.xml"/><Relationship Id="rId165" Type="http://schemas.openxmlformats.org/officeDocument/2006/relationships/image" Target="../media/image867.png"/><Relationship Id="rId186" Type="http://schemas.openxmlformats.org/officeDocument/2006/relationships/customXml" Target="../ink/ink894.xml"/><Relationship Id="rId211" Type="http://schemas.openxmlformats.org/officeDocument/2006/relationships/image" Target="../media/image890.png"/><Relationship Id="rId232" Type="http://schemas.openxmlformats.org/officeDocument/2006/relationships/customXml" Target="../ink/ink917.xml"/><Relationship Id="rId253" Type="http://schemas.openxmlformats.org/officeDocument/2006/relationships/image" Target="../media/image911.png"/><Relationship Id="rId274" Type="http://schemas.openxmlformats.org/officeDocument/2006/relationships/customXml" Target="../ink/ink938.xml"/><Relationship Id="rId295" Type="http://schemas.openxmlformats.org/officeDocument/2006/relationships/image" Target="../media/image932.png"/><Relationship Id="rId309" Type="http://schemas.openxmlformats.org/officeDocument/2006/relationships/image" Target="../media/image939.png"/><Relationship Id="rId27" Type="http://schemas.openxmlformats.org/officeDocument/2006/relationships/image" Target="../media/image798.png"/><Relationship Id="rId48" Type="http://schemas.openxmlformats.org/officeDocument/2006/relationships/customXml" Target="../ink/ink825.xml"/><Relationship Id="rId69" Type="http://schemas.openxmlformats.org/officeDocument/2006/relationships/image" Target="../media/image819.png"/><Relationship Id="rId113" Type="http://schemas.openxmlformats.org/officeDocument/2006/relationships/image" Target="../media/image841.png"/><Relationship Id="rId134" Type="http://schemas.openxmlformats.org/officeDocument/2006/relationships/customXml" Target="../ink/ink868.xml"/><Relationship Id="rId320" Type="http://schemas.openxmlformats.org/officeDocument/2006/relationships/customXml" Target="../ink/ink961.xml"/><Relationship Id="rId80" Type="http://schemas.openxmlformats.org/officeDocument/2006/relationships/customXml" Target="../ink/ink841.xml"/><Relationship Id="rId155" Type="http://schemas.openxmlformats.org/officeDocument/2006/relationships/image" Target="../media/image862.png"/><Relationship Id="rId176" Type="http://schemas.openxmlformats.org/officeDocument/2006/relationships/customXml" Target="../ink/ink889.xml"/><Relationship Id="rId197" Type="http://schemas.openxmlformats.org/officeDocument/2006/relationships/image" Target="../media/image883.png"/><Relationship Id="rId341" Type="http://schemas.openxmlformats.org/officeDocument/2006/relationships/image" Target="../media/image955.png"/><Relationship Id="rId201" Type="http://schemas.openxmlformats.org/officeDocument/2006/relationships/image" Target="../media/image885.png"/><Relationship Id="rId222" Type="http://schemas.openxmlformats.org/officeDocument/2006/relationships/customXml" Target="../ink/ink912.xml"/><Relationship Id="rId243" Type="http://schemas.openxmlformats.org/officeDocument/2006/relationships/image" Target="../media/image906.png"/><Relationship Id="rId264" Type="http://schemas.openxmlformats.org/officeDocument/2006/relationships/customXml" Target="../ink/ink933.xml"/><Relationship Id="rId285" Type="http://schemas.openxmlformats.org/officeDocument/2006/relationships/image" Target="../media/image927.png"/><Relationship Id="rId17" Type="http://schemas.openxmlformats.org/officeDocument/2006/relationships/image" Target="../media/image793.png"/><Relationship Id="rId38" Type="http://schemas.openxmlformats.org/officeDocument/2006/relationships/customXml" Target="../ink/ink820.xml"/><Relationship Id="rId59" Type="http://schemas.openxmlformats.org/officeDocument/2006/relationships/image" Target="../media/image814.png"/><Relationship Id="rId103" Type="http://schemas.openxmlformats.org/officeDocument/2006/relationships/image" Target="../media/image836.png"/><Relationship Id="rId124" Type="http://schemas.openxmlformats.org/officeDocument/2006/relationships/customXml" Target="../ink/ink863.xml"/><Relationship Id="rId310" Type="http://schemas.openxmlformats.org/officeDocument/2006/relationships/customXml" Target="../ink/ink956.xml"/><Relationship Id="rId70" Type="http://schemas.openxmlformats.org/officeDocument/2006/relationships/customXml" Target="../ink/ink836.xml"/><Relationship Id="rId91" Type="http://schemas.openxmlformats.org/officeDocument/2006/relationships/image" Target="../media/image830.png"/><Relationship Id="rId145" Type="http://schemas.openxmlformats.org/officeDocument/2006/relationships/image" Target="../media/image857.png"/><Relationship Id="rId166" Type="http://schemas.openxmlformats.org/officeDocument/2006/relationships/customXml" Target="../ink/ink884.xml"/><Relationship Id="rId187" Type="http://schemas.openxmlformats.org/officeDocument/2006/relationships/image" Target="../media/image878.png"/><Relationship Id="rId331" Type="http://schemas.openxmlformats.org/officeDocument/2006/relationships/image" Target="../media/image950.png"/><Relationship Id="rId1" Type="http://schemas.openxmlformats.org/officeDocument/2006/relationships/slideLayout" Target="../slideLayouts/slideLayout2.xml"/><Relationship Id="rId212" Type="http://schemas.openxmlformats.org/officeDocument/2006/relationships/customXml" Target="../ink/ink907.xml"/><Relationship Id="rId233" Type="http://schemas.openxmlformats.org/officeDocument/2006/relationships/image" Target="../media/image901.png"/><Relationship Id="rId254" Type="http://schemas.openxmlformats.org/officeDocument/2006/relationships/customXml" Target="../ink/ink928.xml"/><Relationship Id="rId28" Type="http://schemas.openxmlformats.org/officeDocument/2006/relationships/customXml" Target="../ink/ink815.xml"/><Relationship Id="rId49" Type="http://schemas.openxmlformats.org/officeDocument/2006/relationships/image" Target="../media/image809.png"/><Relationship Id="rId114" Type="http://schemas.openxmlformats.org/officeDocument/2006/relationships/customXml" Target="../ink/ink858.xml"/><Relationship Id="rId275" Type="http://schemas.openxmlformats.org/officeDocument/2006/relationships/image" Target="../media/image922.png"/><Relationship Id="rId296" Type="http://schemas.openxmlformats.org/officeDocument/2006/relationships/customXml" Target="../ink/ink949.xml"/><Relationship Id="rId300" Type="http://schemas.openxmlformats.org/officeDocument/2006/relationships/customXml" Target="../ink/ink951.xml"/><Relationship Id="rId60" Type="http://schemas.openxmlformats.org/officeDocument/2006/relationships/customXml" Target="../ink/ink831.xml"/><Relationship Id="rId81" Type="http://schemas.openxmlformats.org/officeDocument/2006/relationships/image" Target="../media/image825.png"/><Relationship Id="rId135" Type="http://schemas.openxmlformats.org/officeDocument/2006/relationships/image" Target="../media/image852.png"/><Relationship Id="rId156" Type="http://schemas.openxmlformats.org/officeDocument/2006/relationships/customXml" Target="../ink/ink879.xml"/><Relationship Id="rId177" Type="http://schemas.openxmlformats.org/officeDocument/2006/relationships/image" Target="../media/image873.png"/><Relationship Id="rId198" Type="http://schemas.openxmlformats.org/officeDocument/2006/relationships/customXml" Target="../ink/ink900.xml"/><Relationship Id="rId321" Type="http://schemas.openxmlformats.org/officeDocument/2006/relationships/image" Target="../media/image945.png"/><Relationship Id="rId202" Type="http://schemas.openxmlformats.org/officeDocument/2006/relationships/customXml" Target="../ink/ink902.xml"/><Relationship Id="rId223" Type="http://schemas.openxmlformats.org/officeDocument/2006/relationships/image" Target="../media/image896.png"/><Relationship Id="rId244" Type="http://schemas.openxmlformats.org/officeDocument/2006/relationships/customXml" Target="../ink/ink923.xml"/><Relationship Id="rId18" Type="http://schemas.openxmlformats.org/officeDocument/2006/relationships/customXml" Target="../ink/ink810.xml"/><Relationship Id="rId39" Type="http://schemas.openxmlformats.org/officeDocument/2006/relationships/image" Target="../media/image804.png"/><Relationship Id="rId265" Type="http://schemas.openxmlformats.org/officeDocument/2006/relationships/image" Target="../media/image917.png"/><Relationship Id="rId286" Type="http://schemas.openxmlformats.org/officeDocument/2006/relationships/customXml" Target="../ink/ink944.xml"/><Relationship Id="rId50" Type="http://schemas.openxmlformats.org/officeDocument/2006/relationships/customXml" Target="../ink/ink826.xml"/><Relationship Id="rId104" Type="http://schemas.openxmlformats.org/officeDocument/2006/relationships/customXml" Target="../ink/ink853.xml"/><Relationship Id="rId125" Type="http://schemas.openxmlformats.org/officeDocument/2006/relationships/image" Target="../media/image847.png"/><Relationship Id="rId146" Type="http://schemas.openxmlformats.org/officeDocument/2006/relationships/customXml" Target="../ink/ink874.xml"/><Relationship Id="rId167" Type="http://schemas.openxmlformats.org/officeDocument/2006/relationships/image" Target="../media/image868.png"/><Relationship Id="rId188" Type="http://schemas.openxmlformats.org/officeDocument/2006/relationships/customXml" Target="../ink/ink895.xml"/><Relationship Id="rId311" Type="http://schemas.openxmlformats.org/officeDocument/2006/relationships/image" Target="../media/image940.png"/><Relationship Id="rId332" Type="http://schemas.openxmlformats.org/officeDocument/2006/relationships/customXml" Target="../ink/ink967.xml"/><Relationship Id="rId71" Type="http://schemas.openxmlformats.org/officeDocument/2006/relationships/image" Target="../media/image820.png"/><Relationship Id="rId92" Type="http://schemas.openxmlformats.org/officeDocument/2006/relationships/customXml" Target="../ink/ink847.xml"/><Relationship Id="rId213" Type="http://schemas.openxmlformats.org/officeDocument/2006/relationships/image" Target="../media/image891.png"/><Relationship Id="rId234" Type="http://schemas.openxmlformats.org/officeDocument/2006/relationships/customXml" Target="../ink/ink918.xml"/><Relationship Id="rId2" Type="http://schemas.openxmlformats.org/officeDocument/2006/relationships/customXml" Target="../ink/ink802.xml"/><Relationship Id="rId29" Type="http://schemas.openxmlformats.org/officeDocument/2006/relationships/image" Target="../media/image799.png"/><Relationship Id="rId255" Type="http://schemas.openxmlformats.org/officeDocument/2006/relationships/image" Target="../media/image912.png"/><Relationship Id="rId276" Type="http://schemas.openxmlformats.org/officeDocument/2006/relationships/customXml" Target="../ink/ink939.xml"/><Relationship Id="rId297" Type="http://schemas.openxmlformats.org/officeDocument/2006/relationships/image" Target="../media/image933.png"/><Relationship Id="rId40" Type="http://schemas.openxmlformats.org/officeDocument/2006/relationships/customXml" Target="../ink/ink821.xml"/><Relationship Id="rId115" Type="http://schemas.openxmlformats.org/officeDocument/2006/relationships/image" Target="../media/image842.png"/><Relationship Id="rId136" Type="http://schemas.openxmlformats.org/officeDocument/2006/relationships/customXml" Target="../ink/ink869.xml"/><Relationship Id="rId157" Type="http://schemas.openxmlformats.org/officeDocument/2006/relationships/image" Target="../media/image863.png"/><Relationship Id="rId178" Type="http://schemas.openxmlformats.org/officeDocument/2006/relationships/customXml" Target="../ink/ink890.xml"/><Relationship Id="rId301" Type="http://schemas.openxmlformats.org/officeDocument/2006/relationships/image" Target="../media/image935.png"/><Relationship Id="rId322" Type="http://schemas.openxmlformats.org/officeDocument/2006/relationships/customXml" Target="../ink/ink962.xml"/><Relationship Id="rId61" Type="http://schemas.openxmlformats.org/officeDocument/2006/relationships/image" Target="../media/image815.png"/><Relationship Id="rId82" Type="http://schemas.openxmlformats.org/officeDocument/2006/relationships/customXml" Target="../ink/ink842.xml"/><Relationship Id="rId199" Type="http://schemas.openxmlformats.org/officeDocument/2006/relationships/image" Target="../media/image884.png"/><Relationship Id="rId203" Type="http://schemas.openxmlformats.org/officeDocument/2006/relationships/image" Target="../media/image886.png"/><Relationship Id="rId19" Type="http://schemas.openxmlformats.org/officeDocument/2006/relationships/image" Target="../media/image794.png"/><Relationship Id="rId224" Type="http://schemas.openxmlformats.org/officeDocument/2006/relationships/customXml" Target="../ink/ink913.xml"/><Relationship Id="rId245" Type="http://schemas.openxmlformats.org/officeDocument/2006/relationships/image" Target="../media/image907.png"/><Relationship Id="rId266" Type="http://schemas.openxmlformats.org/officeDocument/2006/relationships/customXml" Target="../ink/ink934.xml"/><Relationship Id="rId287" Type="http://schemas.openxmlformats.org/officeDocument/2006/relationships/image" Target="../media/image928.png"/><Relationship Id="rId30" Type="http://schemas.openxmlformats.org/officeDocument/2006/relationships/customXml" Target="../ink/ink816.xml"/><Relationship Id="rId105" Type="http://schemas.openxmlformats.org/officeDocument/2006/relationships/image" Target="../media/image837.png"/><Relationship Id="rId126" Type="http://schemas.openxmlformats.org/officeDocument/2006/relationships/customXml" Target="../ink/ink864.xml"/><Relationship Id="rId147" Type="http://schemas.openxmlformats.org/officeDocument/2006/relationships/image" Target="../media/image858.png"/><Relationship Id="rId168" Type="http://schemas.openxmlformats.org/officeDocument/2006/relationships/customXml" Target="../ink/ink885.xml"/><Relationship Id="rId312" Type="http://schemas.openxmlformats.org/officeDocument/2006/relationships/customXml" Target="../ink/ink957.xml"/><Relationship Id="rId333" Type="http://schemas.openxmlformats.org/officeDocument/2006/relationships/image" Target="../media/image951.png"/><Relationship Id="rId51" Type="http://schemas.openxmlformats.org/officeDocument/2006/relationships/image" Target="../media/image810.png"/><Relationship Id="rId72" Type="http://schemas.openxmlformats.org/officeDocument/2006/relationships/customXml" Target="../ink/ink837.xml"/><Relationship Id="rId93" Type="http://schemas.openxmlformats.org/officeDocument/2006/relationships/image" Target="../media/image831.png"/><Relationship Id="rId189" Type="http://schemas.openxmlformats.org/officeDocument/2006/relationships/image" Target="../media/image879.png"/><Relationship Id="rId3" Type="http://schemas.openxmlformats.org/officeDocument/2006/relationships/image" Target="../media/image786.png"/><Relationship Id="rId214" Type="http://schemas.openxmlformats.org/officeDocument/2006/relationships/customXml" Target="../ink/ink908.xml"/><Relationship Id="rId235" Type="http://schemas.openxmlformats.org/officeDocument/2006/relationships/image" Target="../media/image902.png"/><Relationship Id="rId256" Type="http://schemas.openxmlformats.org/officeDocument/2006/relationships/customXml" Target="../ink/ink929.xml"/><Relationship Id="rId277" Type="http://schemas.openxmlformats.org/officeDocument/2006/relationships/image" Target="../media/image923.png"/><Relationship Id="rId298" Type="http://schemas.openxmlformats.org/officeDocument/2006/relationships/customXml" Target="../ink/ink950.xml"/><Relationship Id="rId116" Type="http://schemas.openxmlformats.org/officeDocument/2006/relationships/customXml" Target="../ink/ink859.xml"/><Relationship Id="rId137" Type="http://schemas.openxmlformats.org/officeDocument/2006/relationships/image" Target="../media/image853.png"/><Relationship Id="rId158" Type="http://schemas.openxmlformats.org/officeDocument/2006/relationships/customXml" Target="../ink/ink880.xml"/><Relationship Id="rId302" Type="http://schemas.openxmlformats.org/officeDocument/2006/relationships/customXml" Target="../ink/ink952.xml"/><Relationship Id="rId323" Type="http://schemas.openxmlformats.org/officeDocument/2006/relationships/image" Target="../media/image946.png"/><Relationship Id="rId20" Type="http://schemas.openxmlformats.org/officeDocument/2006/relationships/customXml" Target="../ink/ink811.xml"/><Relationship Id="rId41" Type="http://schemas.openxmlformats.org/officeDocument/2006/relationships/image" Target="../media/image805.png"/><Relationship Id="rId62" Type="http://schemas.openxmlformats.org/officeDocument/2006/relationships/customXml" Target="../ink/ink832.xml"/><Relationship Id="rId83" Type="http://schemas.openxmlformats.org/officeDocument/2006/relationships/image" Target="../media/image826.png"/><Relationship Id="rId179" Type="http://schemas.openxmlformats.org/officeDocument/2006/relationships/image" Target="../media/image874.png"/><Relationship Id="rId190" Type="http://schemas.openxmlformats.org/officeDocument/2006/relationships/customXml" Target="../ink/ink896.xml"/><Relationship Id="rId204" Type="http://schemas.openxmlformats.org/officeDocument/2006/relationships/customXml" Target="../ink/ink903.xml"/><Relationship Id="rId225" Type="http://schemas.openxmlformats.org/officeDocument/2006/relationships/image" Target="../media/image897.png"/><Relationship Id="rId246" Type="http://schemas.openxmlformats.org/officeDocument/2006/relationships/customXml" Target="../ink/ink924.xml"/><Relationship Id="rId267" Type="http://schemas.openxmlformats.org/officeDocument/2006/relationships/image" Target="../media/image918.png"/><Relationship Id="rId288" Type="http://schemas.openxmlformats.org/officeDocument/2006/relationships/customXml" Target="../ink/ink945.xml"/><Relationship Id="rId106" Type="http://schemas.openxmlformats.org/officeDocument/2006/relationships/customXml" Target="../ink/ink854.xml"/><Relationship Id="rId127" Type="http://schemas.openxmlformats.org/officeDocument/2006/relationships/image" Target="../media/image848.png"/><Relationship Id="rId313" Type="http://schemas.openxmlformats.org/officeDocument/2006/relationships/image" Target="../media/image941.png"/><Relationship Id="rId10" Type="http://schemas.openxmlformats.org/officeDocument/2006/relationships/customXml" Target="../ink/ink806.xml"/><Relationship Id="rId31" Type="http://schemas.openxmlformats.org/officeDocument/2006/relationships/image" Target="../media/image800.png"/><Relationship Id="rId52" Type="http://schemas.openxmlformats.org/officeDocument/2006/relationships/customXml" Target="../ink/ink827.xml"/><Relationship Id="rId73" Type="http://schemas.openxmlformats.org/officeDocument/2006/relationships/image" Target="../media/image821.png"/><Relationship Id="rId94" Type="http://schemas.openxmlformats.org/officeDocument/2006/relationships/customXml" Target="../ink/ink848.xml"/><Relationship Id="rId148" Type="http://schemas.openxmlformats.org/officeDocument/2006/relationships/customXml" Target="../ink/ink875.xml"/><Relationship Id="rId169" Type="http://schemas.openxmlformats.org/officeDocument/2006/relationships/image" Target="../media/image869.png"/><Relationship Id="rId334" Type="http://schemas.openxmlformats.org/officeDocument/2006/relationships/customXml" Target="../ink/ink968.xml"/><Relationship Id="rId4" Type="http://schemas.openxmlformats.org/officeDocument/2006/relationships/customXml" Target="../ink/ink803.xml"/><Relationship Id="rId180" Type="http://schemas.openxmlformats.org/officeDocument/2006/relationships/customXml" Target="../ink/ink891.xml"/><Relationship Id="rId215" Type="http://schemas.openxmlformats.org/officeDocument/2006/relationships/image" Target="../media/image892.png"/><Relationship Id="rId236" Type="http://schemas.openxmlformats.org/officeDocument/2006/relationships/customXml" Target="../ink/ink919.xml"/><Relationship Id="rId257" Type="http://schemas.openxmlformats.org/officeDocument/2006/relationships/image" Target="../media/image913.png"/><Relationship Id="rId278" Type="http://schemas.openxmlformats.org/officeDocument/2006/relationships/customXml" Target="../ink/ink940.xml"/><Relationship Id="rId303" Type="http://schemas.openxmlformats.org/officeDocument/2006/relationships/image" Target="../media/image936.png"/><Relationship Id="rId42" Type="http://schemas.openxmlformats.org/officeDocument/2006/relationships/customXml" Target="../ink/ink822.xml"/><Relationship Id="rId84" Type="http://schemas.openxmlformats.org/officeDocument/2006/relationships/customXml" Target="../ink/ink843.xml"/><Relationship Id="rId138" Type="http://schemas.openxmlformats.org/officeDocument/2006/relationships/customXml" Target="../ink/ink870.xml"/><Relationship Id="rId191" Type="http://schemas.openxmlformats.org/officeDocument/2006/relationships/image" Target="../media/image880.png"/><Relationship Id="rId205" Type="http://schemas.openxmlformats.org/officeDocument/2006/relationships/image" Target="../media/image887.png"/><Relationship Id="rId247" Type="http://schemas.openxmlformats.org/officeDocument/2006/relationships/image" Target="../media/image908.png"/><Relationship Id="rId107" Type="http://schemas.openxmlformats.org/officeDocument/2006/relationships/image" Target="../media/image838.png"/><Relationship Id="rId289" Type="http://schemas.openxmlformats.org/officeDocument/2006/relationships/image" Target="../media/image929.png"/><Relationship Id="rId11" Type="http://schemas.openxmlformats.org/officeDocument/2006/relationships/image" Target="../media/image790.png"/><Relationship Id="rId53" Type="http://schemas.openxmlformats.org/officeDocument/2006/relationships/image" Target="../media/image811.png"/><Relationship Id="rId149" Type="http://schemas.openxmlformats.org/officeDocument/2006/relationships/image" Target="../media/image859.png"/><Relationship Id="rId314" Type="http://schemas.openxmlformats.org/officeDocument/2006/relationships/customXml" Target="../ink/ink958.xml"/><Relationship Id="rId95" Type="http://schemas.openxmlformats.org/officeDocument/2006/relationships/image" Target="../media/image832.png"/><Relationship Id="rId160" Type="http://schemas.openxmlformats.org/officeDocument/2006/relationships/customXml" Target="../ink/ink881.xml"/><Relationship Id="rId216" Type="http://schemas.openxmlformats.org/officeDocument/2006/relationships/customXml" Target="../ink/ink909.xml"/><Relationship Id="rId258" Type="http://schemas.openxmlformats.org/officeDocument/2006/relationships/customXml" Target="../ink/ink930.xml"/><Relationship Id="rId22" Type="http://schemas.openxmlformats.org/officeDocument/2006/relationships/customXml" Target="../ink/ink812.xml"/><Relationship Id="rId64" Type="http://schemas.openxmlformats.org/officeDocument/2006/relationships/customXml" Target="../ink/ink833.xml"/><Relationship Id="rId118" Type="http://schemas.openxmlformats.org/officeDocument/2006/relationships/customXml" Target="../ink/ink860.xml"/><Relationship Id="rId325" Type="http://schemas.openxmlformats.org/officeDocument/2006/relationships/image" Target="../media/image947.png"/><Relationship Id="rId171" Type="http://schemas.openxmlformats.org/officeDocument/2006/relationships/image" Target="../media/image870.png"/><Relationship Id="rId227" Type="http://schemas.openxmlformats.org/officeDocument/2006/relationships/image" Target="../media/image898.png"/><Relationship Id="rId269" Type="http://schemas.openxmlformats.org/officeDocument/2006/relationships/image" Target="../media/image919.png"/><Relationship Id="rId33" Type="http://schemas.openxmlformats.org/officeDocument/2006/relationships/image" Target="../media/image801.png"/><Relationship Id="rId129" Type="http://schemas.openxmlformats.org/officeDocument/2006/relationships/image" Target="../media/image849.png"/><Relationship Id="rId280" Type="http://schemas.openxmlformats.org/officeDocument/2006/relationships/customXml" Target="../ink/ink941.xml"/><Relationship Id="rId336" Type="http://schemas.openxmlformats.org/officeDocument/2006/relationships/customXml" Target="../ink/ink969.xml"/><Relationship Id="rId75" Type="http://schemas.openxmlformats.org/officeDocument/2006/relationships/image" Target="../media/image822.png"/><Relationship Id="rId140" Type="http://schemas.openxmlformats.org/officeDocument/2006/relationships/customXml" Target="../ink/ink871.xml"/><Relationship Id="rId182" Type="http://schemas.openxmlformats.org/officeDocument/2006/relationships/customXml" Target="../ink/ink892.xml"/><Relationship Id="rId6" Type="http://schemas.openxmlformats.org/officeDocument/2006/relationships/customXml" Target="../ink/ink804.xml"/><Relationship Id="rId238" Type="http://schemas.openxmlformats.org/officeDocument/2006/relationships/customXml" Target="../ink/ink920.xml"/><Relationship Id="rId291" Type="http://schemas.openxmlformats.org/officeDocument/2006/relationships/image" Target="../media/image930.png"/><Relationship Id="rId305" Type="http://schemas.openxmlformats.org/officeDocument/2006/relationships/image" Target="../media/image937.png"/><Relationship Id="rId44" Type="http://schemas.openxmlformats.org/officeDocument/2006/relationships/customXml" Target="../ink/ink823.xml"/><Relationship Id="rId86" Type="http://schemas.openxmlformats.org/officeDocument/2006/relationships/customXml" Target="../ink/ink844.xml"/><Relationship Id="rId151" Type="http://schemas.openxmlformats.org/officeDocument/2006/relationships/image" Target="../media/image860.png"/><Relationship Id="rId193" Type="http://schemas.openxmlformats.org/officeDocument/2006/relationships/image" Target="../media/image881.png"/><Relationship Id="rId207" Type="http://schemas.openxmlformats.org/officeDocument/2006/relationships/image" Target="../media/image888.png"/><Relationship Id="rId249" Type="http://schemas.openxmlformats.org/officeDocument/2006/relationships/image" Target="../media/image909.png"/><Relationship Id="rId13" Type="http://schemas.openxmlformats.org/officeDocument/2006/relationships/image" Target="../media/image791.png"/><Relationship Id="rId109" Type="http://schemas.openxmlformats.org/officeDocument/2006/relationships/image" Target="../media/image839.png"/><Relationship Id="rId260" Type="http://schemas.openxmlformats.org/officeDocument/2006/relationships/customXml" Target="../ink/ink931.xml"/><Relationship Id="rId316" Type="http://schemas.openxmlformats.org/officeDocument/2006/relationships/customXml" Target="../ink/ink959.xml"/><Relationship Id="rId55" Type="http://schemas.openxmlformats.org/officeDocument/2006/relationships/image" Target="../media/image812.png"/><Relationship Id="rId97" Type="http://schemas.openxmlformats.org/officeDocument/2006/relationships/image" Target="../media/image833.png"/><Relationship Id="rId120" Type="http://schemas.openxmlformats.org/officeDocument/2006/relationships/customXml" Target="../ink/ink861.xml"/><Relationship Id="rId162" Type="http://schemas.openxmlformats.org/officeDocument/2006/relationships/customXml" Target="../ink/ink882.xml"/><Relationship Id="rId218" Type="http://schemas.openxmlformats.org/officeDocument/2006/relationships/customXml" Target="../ink/ink910.xml"/><Relationship Id="rId271" Type="http://schemas.openxmlformats.org/officeDocument/2006/relationships/image" Target="../media/image920.png"/><Relationship Id="rId24" Type="http://schemas.openxmlformats.org/officeDocument/2006/relationships/customXml" Target="../ink/ink813.xml"/><Relationship Id="rId66" Type="http://schemas.openxmlformats.org/officeDocument/2006/relationships/customXml" Target="../ink/ink834.xml"/><Relationship Id="rId131" Type="http://schemas.openxmlformats.org/officeDocument/2006/relationships/image" Target="../media/image850.png"/><Relationship Id="rId327" Type="http://schemas.openxmlformats.org/officeDocument/2006/relationships/image" Target="../media/image948.png"/><Relationship Id="rId173" Type="http://schemas.openxmlformats.org/officeDocument/2006/relationships/image" Target="../media/image871.png"/><Relationship Id="rId229" Type="http://schemas.openxmlformats.org/officeDocument/2006/relationships/image" Target="../media/image899.png"/></Relationships>
</file>

<file path=ppt/slides/_rels/slide64.xml.rels><?xml version="1.0" encoding="UTF-8" standalone="yes"?>
<Relationships xmlns="http://schemas.openxmlformats.org/package/2006/relationships"><Relationship Id="rId2" Type="http://schemas.openxmlformats.org/officeDocument/2006/relationships/image" Target="../media/image95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17" Type="http://schemas.openxmlformats.org/officeDocument/2006/relationships/customXml" Target="../ink/ink1029.xml"/><Relationship Id="rId21" Type="http://schemas.openxmlformats.org/officeDocument/2006/relationships/customXml" Target="../ink/ink981.xml"/><Relationship Id="rId42" Type="http://schemas.openxmlformats.org/officeDocument/2006/relationships/image" Target="../media/image979.png"/><Relationship Id="rId63" Type="http://schemas.openxmlformats.org/officeDocument/2006/relationships/customXml" Target="../ink/ink1002.xml"/><Relationship Id="rId84" Type="http://schemas.openxmlformats.org/officeDocument/2006/relationships/image" Target="../media/image1000.png"/><Relationship Id="rId138" Type="http://schemas.openxmlformats.org/officeDocument/2006/relationships/image" Target="../media/image1027.png"/><Relationship Id="rId159" Type="http://schemas.openxmlformats.org/officeDocument/2006/relationships/customXml" Target="../ink/ink1050.xml"/><Relationship Id="rId170" Type="http://schemas.openxmlformats.org/officeDocument/2006/relationships/image" Target="../media/image1043.png"/><Relationship Id="rId107" Type="http://schemas.openxmlformats.org/officeDocument/2006/relationships/customXml" Target="../ink/ink1024.xml"/><Relationship Id="rId11" Type="http://schemas.openxmlformats.org/officeDocument/2006/relationships/customXml" Target="../ink/ink976.xml"/><Relationship Id="rId32" Type="http://schemas.openxmlformats.org/officeDocument/2006/relationships/image" Target="../media/image974.png"/><Relationship Id="rId53" Type="http://schemas.openxmlformats.org/officeDocument/2006/relationships/customXml" Target="../ink/ink997.xml"/><Relationship Id="rId74" Type="http://schemas.openxmlformats.org/officeDocument/2006/relationships/image" Target="../media/image995.png"/><Relationship Id="rId128" Type="http://schemas.openxmlformats.org/officeDocument/2006/relationships/image" Target="../media/image1022.png"/><Relationship Id="rId149" Type="http://schemas.openxmlformats.org/officeDocument/2006/relationships/customXml" Target="../ink/ink1045.xml"/><Relationship Id="rId5" Type="http://schemas.openxmlformats.org/officeDocument/2006/relationships/customXml" Target="../ink/ink973.xml"/><Relationship Id="rId95" Type="http://schemas.openxmlformats.org/officeDocument/2006/relationships/customXml" Target="../ink/ink1018.xml"/><Relationship Id="rId160" Type="http://schemas.openxmlformats.org/officeDocument/2006/relationships/image" Target="../media/image1038.png"/><Relationship Id="rId22" Type="http://schemas.openxmlformats.org/officeDocument/2006/relationships/image" Target="../media/image969.png"/><Relationship Id="rId43" Type="http://schemas.openxmlformats.org/officeDocument/2006/relationships/customXml" Target="../ink/ink992.xml"/><Relationship Id="rId64" Type="http://schemas.openxmlformats.org/officeDocument/2006/relationships/image" Target="../media/image990.png"/><Relationship Id="rId118" Type="http://schemas.openxmlformats.org/officeDocument/2006/relationships/image" Target="../media/image1017.png"/><Relationship Id="rId139" Type="http://schemas.openxmlformats.org/officeDocument/2006/relationships/customXml" Target="../ink/ink1040.xml"/><Relationship Id="rId85" Type="http://schemas.openxmlformats.org/officeDocument/2006/relationships/customXml" Target="../ink/ink1013.xml"/><Relationship Id="rId150" Type="http://schemas.openxmlformats.org/officeDocument/2006/relationships/image" Target="../media/image1033.png"/><Relationship Id="rId171" Type="http://schemas.openxmlformats.org/officeDocument/2006/relationships/customXml" Target="../ink/ink1056.xml"/><Relationship Id="rId12" Type="http://schemas.openxmlformats.org/officeDocument/2006/relationships/image" Target="../media/image964.png"/><Relationship Id="rId33" Type="http://schemas.openxmlformats.org/officeDocument/2006/relationships/customXml" Target="../ink/ink987.xml"/><Relationship Id="rId108" Type="http://schemas.openxmlformats.org/officeDocument/2006/relationships/image" Target="../media/image1012.png"/><Relationship Id="rId129" Type="http://schemas.openxmlformats.org/officeDocument/2006/relationships/customXml" Target="../ink/ink1035.xml"/><Relationship Id="rId54" Type="http://schemas.openxmlformats.org/officeDocument/2006/relationships/image" Target="../media/image985.png"/><Relationship Id="rId75" Type="http://schemas.openxmlformats.org/officeDocument/2006/relationships/customXml" Target="../ink/ink1008.xml"/><Relationship Id="rId96" Type="http://schemas.openxmlformats.org/officeDocument/2006/relationships/image" Target="../media/image1006.png"/><Relationship Id="rId140" Type="http://schemas.openxmlformats.org/officeDocument/2006/relationships/image" Target="../media/image1028.png"/><Relationship Id="rId161" Type="http://schemas.openxmlformats.org/officeDocument/2006/relationships/customXml" Target="../ink/ink1051.xml"/><Relationship Id="rId1" Type="http://schemas.openxmlformats.org/officeDocument/2006/relationships/slideLayout" Target="../slideLayouts/slideLayout2.xml"/><Relationship Id="rId6" Type="http://schemas.openxmlformats.org/officeDocument/2006/relationships/image" Target="../media/image961.png"/><Relationship Id="rId23" Type="http://schemas.openxmlformats.org/officeDocument/2006/relationships/customXml" Target="../ink/ink982.xml"/><Relationship Id="rId28" Type="http://schemas.openxmlformats.org/officeDocument/2006/relationships/image" Target="../media/image972.png"/><Relationship Id="rId49" Type="http://schemas.openxmlformats.org/officeDocument/2006/relationships/customXml" Target="../ink/ink995.xml"/><Relationship Id="rId114" Type="http://schemas.openxmlformats.org/officeDocument/2006/relationships/image" Target="../media/image1015.png"/><Relationship Id="rId119" Type="http://schemas.openxmlformats.org/officeDocument/2006/relationships/customXml" Target="../ink/ink1030.xml"/><Relationship Id="rId44" Type="http://schemas.openxmlformats.org/officeDocument/2006/relationships/image" Target="../media/image980.png"/><Relationship Id="rId60" Type="http://schemas.openxmlformats.org/officeDocument/2006/relationships/image" Target="../media/image988.png"/><Relationship Id="rId65" Type="http://schemas.openxmlformats.org/officeDocument/2006/relationships/customXml" Target="../ink/ink1003.xml"/><Relationship Id="rId81" Type="http://schemas.openxmlformats.org/officeDocument/2006/relationships/customXml" Target="../ink/ink1011.xml"/><Relationship Id="rId86" Type="http://schemas.openxmlformats.org/officeDocument/2006/relationships/image" Target="../media/image1001.png"/><Relationship Id="rId130" Type="http://schemas.openxmlformats.org/officeDocument/2006/relationships/image" Target="../media/image1023.png"/><Relationship Id="rId135" Type="http://schemas.openxmlformats.org/officeDocument/2006/relationships/customXml" Target="../ink/ink1038.xml"/><Relationship Id="rId151" Type="http://schemas.openxmlformats.org/officeDocument/2006/relationships/customXml" Target="../ink/ink1046.xml"/><Relationship Id="rId156" Type="http://schemas.openxmlformats.org/officeDocument/2006/relationships/image" Target="../media/image1036.png"/><Relationship Id="rId172" Type="http://schemas.openxmlformats.org/officeDocument/2006/relationships/image" Target="../media/image1044.png"/><Relationship Id="rId13" Type="http://schemas.openxmlformats.org/officeDocument/2006/relationships/customXml" Target="../ink/ink977.xml"/><Relationship Id="rId18" Type="http://schemas.openxmlformats.org/officeDocument/2006/relationships/image" Target="../media/image967.png"/><Relationship Id="rId39" Type="http://schemas.openxmlformats.org/officeDocument/2006/relationships/customXml" Target="../ink/ink990.xml"/><Relationship Id="rId109" Type="http://schemas.openxmlformats.org/officeDocument/2006/relationships/customXml" Target="../ink/ink1025.xml"/><Relationship Id="rId34" Type="http://schemas.openxmlformats.org/officeDocument/2006/relationships/image" Target="../media/image975.png"/><Relationship Id="rId50" Type="http://schemas.openxmlformats.org/officeDocument/2006/relationships/image" Target="../media/image983.png"/><Relationship Id="rId55" Type="http://schemas.openxmlformats.org/officeDocument/2006/relationships/customXml" Target="../ink/ink998.xml"/><Relationship Id="rId76" Type="http://schemas.openxmlformats.org/officeDocument/2006/relationships/image" Target="../media/image996.png"/><Relationship Id="rId97" Type="http://schemas.openxmlformats.org/officeDocument/2006/relationships/customXml" Target="../ink/ink1019.xml"/><Relationship Id="rId104" Type="http://schemas.openxmlformats.org/officeDocument/2006/relationships/image" Target="../media/image1010.png"/><Relationship Id="rId120" Type="http://schemas.openxmlformats.org/officeDocument/2006/relationships/image" Target="../media/image1018.png"/><Relationship Id="rId125" Type="http://schemas.openxmlformats.org/officeDocument/2006/relationships/customXml" Target="../ink/ink1033.xml"/><Relationship Id="rId141" Type="http://schemas.openxmlformats.org/officeDocument/2006/relationships/customXml" Target="../ink/ink1041.xml"/><Relationship Id="rId146" Type="http://schemas.openxmlformats.org/officeDocument/2006/relationships/image" Target="../media/image1031.png"/><Relationship Id="rId167" Type="http://schemas.openxmlformats.org/officeDocument/2006/relationships/customXml" Target="../ink/ink1054.xml"/><Relationship Id="rId7" Type="http://schemas.openxmlformats.org/officeDocument/2006/relationships/customXml" Target="../ink/ink974.xml"/><Relationship Id="rId71" Type="http://schemas.openxmlformats.org/officeDocument/2006/relationships/customXml" Target="../ink/ink1006.xml"/><Relationship Id="rId92" Type="http://schemas.openxmlformats.org/officeDocument/2006/relationships/image" Target="../media/image1004.png"/><Relationship Id="rId162" Type="http://schemas.openxmlformats.org/officeDocument/2006/relationships/image" Target="../media/image1039.png"/><Relationship Id="rId2" Type="http://schemas.openxmlformats.org/officeDocument/2006/relationships/image" Target="../media/image957.png"/><Relationship Id="rId29" Type="http://schemas.openxmlformats.org/officeDocument/2006/relationships/customXml" Target="../ink/ink985.xml"/><Relationship Id="rId24" Type="http://schemas.openxmlformats.org/officeDocument/2006/relationships/image" Target="../media/image970.png"/><Relationship Id="rId40" Type="http://schemas.openxmlformats.org/officeDocument/2006/relationships/image" Target="../media/image978.png"/><Relationship Id="rId45" Type="http://schemas.openxmlformats.org/officeDocument/2006/relationships/customXml" Target="../ink/ink993.xml"/><Relationship Id="rId66" Type="http://schemas.openxmlformats.org/officeDocument/2006/relationships/image" Target="../media/image991.png"/><Relationship Id="rId87" Type="http://schemas.openxmlformats.org/officeDocument/2006/relationships/customXml" Target="../ink/ink1014.xml"/><Relationship Id="rId110" Type="http://schemas.openxmlformats.org/officeDocument/2006/relationships/image" Target="../media/image1013.png"/><Relationship Id="rId115" Type="http://schemas.openxmlformats.org/officeDocument/2006/relationships/customXml" Target="../ink/ink1028.xml"/><Relationship Id="rId131" Type="http://schemas.openxmlformats.org/officeDocument/2006/relationships/customXml" Target="../ink/ink1036.xml"/><Relationship Id="rId136" Type="http://schemas.openxmlformats.org/officeDocument/2006/relationships/image" Target="../media/image1026.png"/><Relationship Id="rId157" Type="http://schemas.openxmlformats.org/officeDocument/2006/relationships/customXml" Target="../ink/ink1049.xml"/><Relationship Id="rId61" Type="http://schemas.openxmlformats.org/officeDocument/2006/relationships/customXml" Target="../ink/ink1001.xml"/><Relationship Id="rId82" Type="http://schemas.openxmlformats.org/officeDocument/2006/relationships/image" Target="../media/image999.png"/><Relationship Id="rId152" Type="http://schemas.openxmlformats.org/officeDocument/2006/relationships/image" Target="../media/image1034.png"/><Relationship Id="rId173" Type="http://schemas.openxmlformats.org/officeDocument/2006/relationships/customXml" Target="../ink/ink1057.xml"/><Relationship Id="rId19" Type="http://schemas.openxmlformats.org/officeDocument/2006/relationships/customXml" Target="../ink/ink980.xml"/><Relationship Id="rId14" Type="http://schemas.openxmlformats.org/officeDocument/2006/relationships/image" Target="../media/image965.png"/><Relationship Id="rId30" Type="http://schemas.openxmlformats.org/officeDocument/2006/relationships/image" Target="../media/image973.png"/><Relationship Id="rId35" Type="http://schemas.openxmlformats.org/officeDocument/2006/relationships/customXml" Target="../ink/ink988.xml"/><Relationship Id="rId56" Type="http://schemas.openxmlformats.org/officeDocument/2006/relationships/image" Target="../media/image986.png"/><Relationship Id="rId77" Type="http://schemas.openxmlformats.org/officeDocument/2006/relationships/customXml" Target="../ink/ink1009.xml"/><Relationship Id="rId100" Type="http://schemas.openxmlformats.org/officeDocument/2006/relationships/image" Target="../media/image1008.png"/><Relationship Id="rId105" Type="http://schemas.openxmlformats.org/officeDocument/2006/relationships/customXml" Target="../ink/ink1023.xml"/><Relationship Id="rId126" Type="http://schemas.openxmlformats.org/officeDocument/2006/relationships/image" Target="../media/image1021.png"/><Relationship Id="rId147" Type="http://schemas.openxmlformats.org/officeDocument/2006/relationships/customXml" Target="../ink/ink1044.xml"/><Relationship Id="rId168" Type="http://schemas.openxmlformats.org/officeDocument/2006/relationships/image" Target="../media/image1042.png"/><Relationship Id="rId8" Type="http://schemas.openxmlformats.org/officeDocument/2006/relationships/image" Target="../media/image962.png"/><Relationship Id="rId51" Type="http://schemas.openxmlformats.org/officeDocument/2006/relationships/customXml" Target="../ink/ink996.xml"/><Relationship Id="rId72" Type="http://schemas.openxmlformats.org/officeDocument/2006/relationships/image" Target="../media/image994.png"/><Relationship Id="rId93" Type="http://schemas.openxmlformats.org/officeDocument/2006/relationships/customXml" Target="../ink/ink1017.xml"/><Relationship Id="rId98" Type="http://schemas.openxmlformats.org/officeDocument/2006/relationships/image" Target="../media/image1007.png"/><Relationship Id="rId121" Type="http://schemas.openxmlformats.org/officeDocument/2006/relationships/customXml" Target="../ink/ink1031.xml"/><Relationship Id="rId142" Type="http://schemas.openxmlformats.org/officeDocument/2006/relationships/image" Target="../media/image1029.png"/><Relationship Id="rId163" Type="http://schemas.openxmlformats.org/officeDocument/2006/relationships/customXml" Target="../ink/ink1052.xml"/><Relationship Id="rId3" Type="http://schemas.openxmlformats.org/officeDocument/2006/relationships/customXml" Target="../ink/ink972.xml"/><Relationship Id="rId25" Type="http://schemas.openxmlformats.org/officeDocument/2006/relationships/customXml" Target="../ink/ink983.xml"/><Relationship Id="rId46" Type="http://schemas.openxmlformats.org/officeDocument/2006/relationships/image" Target="../media/image981.png"/><Relationship Id="rId67" Type="http://schemas.openxmlformats.org/officeDocument/2006/relationships/customXml" Target="../ink/ink1004.xml"/><Relationship Id="rId116" Type="http://schemas.openxmlformats.org/officeDocument/2006/relationships/image" Target="../media/image1016.png"/><Relationship Id="rId137" Type="http://schemas.openxmlformats.org/officeDocument/2006/relationships/customXml" Target="../ink/ink1039.xml"/><Relationship Id="rId158" Type="http://schemas.openxmlformats.org/officeDocument/2006/relationships/image" Target="../media/image1037.png"/><Relationship Id="rId20" Type="http://schemas.openxmlformats.org/officeDocument/2006/relationships/image" Target="../media/image968.png"/><Relationship Id="rId41" Type="http://schemas.openxmlformats.org/officeDocument/2006/relationships/customXml" Target="../ink/ink991.xml"/><Relationship Id="rId62" Type="http://schemas.openxmlformats.org/officeDocument/2006/relationships/image" Target="../media/image989.png"/><Relationship Id="rId83" Type="http://schemas.openxmlformats.org/officeDocument/2006/relationships/customXml" Target="../ink/ink1012.xml"/><Relationship Id="rId88" Type="http://schemas.openxmlformats.org/officeDocument/2006/relationships/image" Target="../media/image1002.png"/><Relationship Id="rId111" Type="http://schemas.openxmlformats.org/officeDocument/2006/relationships/customXml" Target="../ink/ink1026.xml"/><Relationship Id="rId132" Type="http://schemas.openxmlformats.org/officeDocument/2006/relationships/image" Target="../media/image1024.png"/><Relationship Id="rId153" Type="http://schemas.openxmlformats.org/officeDocument/2006/relationships/customXml" Target="../ink/ink1047.xml"/><Relationship Id="rId174" Type="http://schemas.openxmlformats.org/officeDocument/2006/relationships/image" Target="../media/image1045.png"/><Relationship Id="rId15" Type="http://schemas.openxmlformats.org/officeDocument/2006/relationships/customXml" Target="../ink/ink978.xml"/><Relationship Id="rId36" Type="http://schemas.openxmlformats.org/officeDocument/2006/relationships/image" Target="../media/image976.png"/><Relationship Id="rId57" Type="http://schemas.openxmlformats.org/officeDocument/2006/relationships/customXml" Target="../ink/ink999.xml"/><Relationship Id="rId106" Type="http://schemas.openxmlformats.org/officeDocument/2006/relationships/image" Target="../media/image1011.png"/><Relationship Id="rId127" Type="http://schemas.openxmlformats.org/officeDocument/2006/relationships/customXml" Target="../ink/ink1034.xml"/><Relationship Id="rId10" Type="http://schemas.openxmlformats.org/officeDocument/2006/relationships/image" Target="../media/image963.png"/><Relationship Id="rId31" Type="http://schemas.openxmlformats.org/officeDocument/2006/relationships/customXml" Target="../ink/ink986.xml"/><Relationship Id="rId52" Type="http://schemas.openxmlformats.org/officeDocument/2006/relationships/image" Target="../media/image984.png"/><Relationship Id="rId73" Type="http://schemas.openxmlformats.org/officeDocument/2006/relationships/customXml" Target="../ink/ink1007.xml"/><Relationship Id="rId78" Type="http://schemas.openxmlformats.org/officeDocument/2006/relationships/image" Target="../media/image997.png"/><Relationship Id="rId94" Type="http://schemas.openxmlformats.org/officeDocument/2006/relationships/image" Target="../media/image1005.png"/><Relationship Id="rId99" Type="http://schemas.openxmlformats.org/officeDocument/2006/relationships/customXml" Target="../ink/ink1020.xml"/><Relationship Id="rId101" Type="http://schemas.openxmlformats.org/officeDocument/2006/relationships/customXml" Target="../ink/ink1021.xml"/><Relationship Id="rId122" Type="http://schemas.openxmlformats.org/officeDocument/2006/relationships/image" Target="../media/image1019.png"/><Relationship Id="rId143" Type="http://schemas.openxmlformats.org/officeDocument/2006/relationships/customXml" Target="../ink/ink1042.xml"/><Relationship Id="rId148" Type="http://schemas.openxmlformats.org/officeDocument/2006/relationships/image" Target="../media/image1032.png"/><Relationship Id="rId164" Type="http://schemas.openxmlformats.org/officeDocument/2006/relationships/image" Target="../media/image1040.png"/><Relationship Id="rId169" Type="http://schemas.openxmlformats.org/officeDocument/2006/relationships/customXml" Target="../ink/ink1055.xml"/><Relationship Id="rId4" Type="http://schemas.openxmlformats.org/officeDocument/2006/relationships/image" Target="../media/image960.png"/><Relationship Id="rId9" Type="http://schemas.openxmlformats.org/officeDocument/2006/relationships/customXml" Target="../ink/ink975.xml"/><Relationship Id="rId26" Type="http://schemas.openxmlformats.org/officeDocument/2006/relationships/image" Target="../media/image971.png"/><Relationship Id="rId47" Type="http://schemas.openxmlformats.org/officeDocument/2006/relationships/customXml" Target="../ink/ink994.xml"/><Relationship Id="rId68" Type="http://schemas.openxmlformats.org/officeDocument/2006/relationships/image" Target="../media/image992.png"/><Relationship Id="rId89" Type="http://schemas.openxmlformats.org/officeDocument/2006/relationships/customXml" Target="../ink/ink1015.xml"/><Relationship Id="rId112" Type="http://schemas.openxmlformats.org/officeDocument/2006/relationships/image" Target="../media/image1014.png"/><Relationship Id="rId133" Type="http://schemas.openxmlformats.org/officeDocument/2006/relationships/customXml" Target="../ink/ink1037.xml"/><Relationship Id="rId154" Type="http://schemas.openxmlformats.org/officeDocument/2006/relationships/image" Target="../media/image1035.png"/><Relationship Id="rId175" Type="http://schemas.openxmlformats.org/officeDocument/2006/relationships/customXml" Target="../ink/ink1058.xml"/><Relationship Id="rId16" Type="http://schemas.openxmlformats.org/officeDocument/2006/relationships/image" Target="../media/image966.png"/><Relationship Id="rId37" Type="http://schemas.openxmlformats.org/officeDocument/2006/relationships/customXml" Target="../ink/ink989.xml"/><Relationship Id="rId58" Type="http://schemas.openxmlformats.org/officeDocument/2006/relationships/image" Target="../media/image987.png"/><Relationship Id="rId79" Type="http://schemas.openxmlformats.org/officeDocument/2006/relationships/customXml" Target="../ink/ink1010.xml"/><Relationship Id="rId102" Type="http://schemas.openxmlformats.org/officeDocument/2006/relationships/image" Target="../media/image1009.png"/><Relationship Id="rId123" Type="http://schemas.openxmlformats.org/officeDocument/2006/relationships/customXml" Target="../ink/ink1032.xml"/><Relationship Id="rId144" Type="http://schemas.openxmlformats.org/officeDocument/2006/relationships/image" Target="../media/image1030.png"/><Relationship Id="rId90" Type="http://schemas.openxmlformats.org/officeDocument/2006/relationships/image" Target="../media/image1003.png"/><Relationship Id="rId165" Type="http://schemas.openxmlformats.org/officeDocument/2006/relationships/customXml" Target="../ink/ink1053.xml"/><Relationship Id="rId27" Type="http://schemas.openxmlformats.org/officeDocument/2006/relationships/customXml" Target="../ink/ink984.xml"/><Relationship Id="rId48" Type="http://schemas.openxmlformats.org/officeDocument/2006/relationships/image" Target="../media/image982.png"/><Relationship Id="rId69" Type="http://schemas.openxmlformats.org/officeDocument/2006/relationships/customXml" Target="../ink/ink1005.xml"/><Relationship Id="rId113" Type="http://schemas.openxmlformats.org/officeDocument/2006/relationships/customXml" Target="../ink/ink1027.xml"/><Relationship Id="rId134" Type="http://schemas.openxmlformats.org/officeDocument/2006/relationships/image" Target="../media/image1025.png"/><Relationship Id="rId80" Type="http://schemas.openxmlformats.org/officeDocument/2006/relationships/image" Target="../media/image998.png"/><Relationship Id="rId155" Type="http://schemas.openxmlformats.org/officeDocument/2006/relationships/customXml" Target="../ink/ink1048.xml"/><Relationship Id="rId176" Type="http://schemas.openxmlformats.org/officeDocument/2006/relationships/image" Target="../media/image1046.png"/><Relationship Id="rId17" Type="http://schemas.openxmlformats.org/officeDocument/2006/relationships/customXml" Target="../ink/ink979.xml"/><Relationship Id="rId38" Type="http://schemas.openxmlformats.org/officeDocument/2006/relationships/image" Target="../media/image977.png"/><Relationship Id="rId59" Type="http://schemas.openxmlformats.org/officeDocument/2006/relationships/customXml" Target="../ink/ink1000.xml"/><Relationship Id="rId103" Type="http://schemas.openxmlformats.org/officeDocument/2006/relationships/customXml" Target="../ink/ink1022.xml"/><Relationship Id="rId124" Type="http://schemas.openxmlformats.org/officeDocument/2006/relationships/image" Target="../media/image1020.png"/><Relationship Id="rId70" Type="http://schemas.openxmlformats.org/officeDocument/2006/relationships/image" Target="../media/image993.png"/><Relationship Id="rId91" Type="http://schemas.openxmlformats.org/officeDocument/2006/relationships/customXml" Target="../ink/ink1016.xml"/><Relationship Id="rId145" Type="http://schemas.openxmlformats.org/officeDocument/2006/relationships/customXml" Target="../ink/ink1043.xml"/><Relationship Id="rId166" Type="http://schemas.openxmlformats.org/officeDocument/2006/relationships/image" Target="../media/image1041.png"/></Relationships>
</file>

<file path=ppt/slides/_rels/slide66.xml.rels><?xml version="1.0" encoding="UTF-8" standalone="yes"?>
<Relationships xmlns="http://schemas.openxmlformats.org/package/2006/relationships"><Relationship Id="rId2" Type="http://schemas.openxmlformats.org/officeDocument/2006/relationships/image" Target="../media/image95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95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609485" y="6499784"/>
            <a:ext cx="2057400" cy="365125"/>
          </a:xfrm>
        </p:spPr>
        <p:txBody>
          <a:bodyPr/>
          <a:lstStyle/>
          <a:p>
            <a:fld id="{5104FCC0-1602-4E53-A4A9-B84AD752D31B}" type="slidenum">
              <a:rPr lang="es-ES" smtClean="0">
                <a:solidFill>
                  <a:prstClr val="black">
                    <a:tint val="75000"/>
                  </a:prstClr>
                </a:solidFill>
              </a:rPr>
              <a:pPr/>
              <a:t>1</a:t>
            </a:fld>
            <a:endParaRPr lang="es-ES" dirty="0">
              <a:solidFill>
                <a:prstClr val="black">
                  <a:tint val="75000"/>
                </a:prstClr>
              </a:solidFill>
            </a:endParaRPr>
          </a:p>
        </p:txBody>
      </p:sp>
      <p:pic>
        <p:nvPicPr>
          <p:cNvPr id="1026" name="Picture 2" descr="https://sciencemagician.wordpress.com/wp-content/uploads/2014/10/guesswho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7938" y="2626823"/>
            <a:ext cx="6343091" cy="4055523"/>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B721C4E8-F774-C602-C20C-95042CFF3868}"/>
              </a:ext>
            </a:extLst>
          </p:cNvPr>
          <p:cNvSpPr txBox="1"/>
          <p:nvPr/>
        </p:nvSpPr>
        <p:spPr>
          <a:xfrm>
            <a:off x="3752435" y="1574766"/>
            <a:ext cx="4506362" cy="707886"/>
          </a:xfrm>
          <a:prstGeom prst="rect">
            <a:avLst/>
          </a:prstGeom>
          <a:noFill/>
        </p:spPr>
        <p:txBody>
          <a:bodyPr wrap="none" rtlCol="0">
            <a:spAutoFit/>
          </a:bodyPr>
          <a:lstStyle/>
          <a:p>
            <a:r>
              <a:rPr lang="es-ES" sz="4000" b="1" dirty="0">
                <a:solidFill>
                  <a:schemeClr val="accent1">
                    <a:lumMod val="50000"/>
                  </a:schemeClr>
                </a:solidFill>
              </a:rPr>
              <a:t>Árboles de Decisión </a:t>
            </a:r>
          </a:p>
        </p:txBody>
      </p:sp>
      <p:pic>
        <p:nvPicPr>
          <p:cNvPr id="10" name="Picture 2" descr="Logo Universidad">
            <a:extLst>
              <a:ext uri="{FF2B5EF4-FFF2-40B4-BE49-F238E27FC236}">
                <a16:creationId xmlns:a16="http://schemas.microsoft.com/office/drawing/2014/main" id="{3C1518FD-9B9D-EB2F-895D-C671464FF137}"/>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49051"/>
          <a:stretch/>
        </p:blipFill>
        <p:spPr bwMode="auto">
          <a:xfrm>
            <a:off x="-2869" y="67098"/>
            <a:ext cx="1416034" cy="1290502"/>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3D56AFBF-582A-D206-33B6-3419E2AE8A97}"/>
              </a:ext>
            </a:extLst>
          </p:cNvPr>
          <p:cNvPicPr>
            <a:picLocks noChangeAspect="1"/>
          </p:cNvPicPr>
          <p:nvPr/>
        </p:nvPicPr>
        <p:blipFill>
          <a:blip r:embed="rId5"/>
          <a:srcRect l="3073" t="1221" r="4089" b="-1221"/>
          <a:stretch/>
        </p:blipFill>
        <p:spPr>
          <a:xfrm>
            <a:off x="10174778" y="17581"/>
            <a:ext cx="2013142" cy="1439917"/>
          </a:xfrm>
          <a:prstGeom prst="rect">
            <a:avLst/>
          </a:prstGeom>
        </p:spPr>
      </p:pic>
      <p:sp>
        <p:nvSpPr>
          <p:cNvPr id="12" name="CuadroTexto 11">
            <a:extLst>
              <a:ext uri="{FF2B5EF4-FFF2-40B4-BE49-F238E27FC236}">
                <a16:creationId xmlns:a16="http://schemas.microsoft.com/office/drawing/2014/main" id="{A6628F6E-EF28-4E8A-86FD-981EA7CE460F}"/>
              </a:ext>
            </a:extLst>
          </p:cNvPr>
          <p:cNvSpPr txBox="1"/>
          <p:nvPr/>
        </p:nvSpPr>
        <p:spPr>
          <a:xfrm>
            <a:off x="1335578" y="174449"/>
            <a:ext cx="8667404" cy="1200329"/>
          </a:xfrm>
          <a:prstGeom prst="rect">
            <a:avLst/>
          </a:prstGeom>
          <a:noFill/>
        </p:spPr>
        <p:txBody>
          <a:bodyPr wrap="square">
            <a:spAutoFit/>
          </a:bodyPr>
          <a:lstStyle/>
          <a:p>
            <a:pPr algn="r"/>
            <a:r>
              <a:rPr lang="es-ES" sz="3600" dirty="0">
                <a:solidFill>
                  <a:schemeClr val="tx2"/>
                </a:solidFill>
              </a:rPr>
              <a:t>Inteligencia Artificial para la </a:t>
            </a:r>
          </a:p>
          <a:p>
            <a:pPr algn="r"/>
            <a:r>
              <a:rPr lang="es-ES" sz="3600" dirty="0">
                <a:solidFill>
                  <a:schemeClr val="tx2"/>
                </a:solidFill>
              </a:rPr>
              <a:t>Ingeniería Aeroespacial</a:t>
            </a:r>
          </a:p>
        </p:txBody>
      </p:sp>
      <p:sp>
        <p:nvSpPr>
          <p:cNvPr id="13" name="Rectángulo 12">
            <a:extLst>
              <a:ext uri="{FF2B5EF4-FFF2-40B4-BE49-F238E27FC236}">
                <a16:creationId xmlns:a16="http://schemas.microsoft.com/office/drawing/2014/main" id="{916D3F2B-15A1-730A-0F34-02AA0F9557A4}"/>
              </a:ext>
            </a:extLst>
          </p:cNvPr>
          <p:cNvSpPr/>
          <p:nvPr/>
        </p:nvSpPr>
        <p:spPr>
          <a:xfrm>
            <a:off x="0" y="0"/>
            <a:ext cx="12192000" cy="1345223"/>
          </a:xfrm>
          <a:prstGeom prst="rect">
            <a:avLst/>
          </a:prstGeom>
          <a:solidFill>
            <a:schemeClr val="accent1">
              <a:lumMod val="40000"/>
              <a:lumOff val="60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4997793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esquinas redondeadas 3">
            <a:extLst>
              <a:ext uri="{FF2B5EF4-FFF2-40B4-BE49-F238E27FC236}">
                <a16:creationId xmlns:a16="http://schemas.microsoft.com/office/drawing/2014/main" id="{3E398B49-9D14-75E3-DC47-DE02AEC0D35F}"/>
              </a:ext>
            </a:extLst>
          </p:cNvPr>
          <p:cNvSpPr/>
          <p:nvPr/>
        </p:nvSpPr>
        <p:spPr>
          <a:xfrm>
            <a:off x="4457934" y="576276"/>
            <a:ext cx="3276132" cy="891961"/>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Slide Number Placeholder 4"/>
          <p:cNvSpPr>
            <a:spLocks noGrp="1"/>
          </p:cNvSpPr>
          <p:nvPr>
            <p:ph type="sldNum" sz="quarter" idx="12"/>
          </p:nvPr>
        </p:nvSpPr>
        <p:spPr>
          <a:xfrm>
            <a:off x="8609485" y="6499784"/>
            <a:ext cx="2057400" cy="365125"/>
          </a:xfrm>
        </p:spPr>
        <p:txBody>
          <a:bodyPr/>
          <a:lstStyle/>
          <a:p>
            <a:fld id="{5104FCC0-1602-4E53-A4A9-B84AD752D31B}" type="slidenum">
              <a:rPr lang="es-ES" smtClean="0">
                <a:solidFill>
                  <a:prstClr val="black">
                    <a:tint val="75000"/>
                  </a:prstClr>
                </a:solidFill>
              </a:rPr>
              <a:pPr/>
              <a:t>2</a:t>
            </a:fld>
            <a:endParaRPr lang="es-ES" dirty="0">
              <a:solidFill>
                <a:prstClr val="black">
                  <a:tint val="75000"/>
                </a:prstClr>
              </a:solidFill>
            </a:endParaRPr>
          </a:p>
        </p:txBody>
      </p:sp>
      <p:pic>
        <p:nvPicPr>
          <p:cNvPr id="1026" name="Picture 2" descr="https://sciencemagician.wordpress.com/wp-content/uploads/2014/10/guesswho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805" y="2830808"/>
            <a:ext cx="4972114" cy="317897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https://sciencemagician.wordpress.com/wp-content/uploads/2014/10/guesswho2.jpg">
            <a:extLst>
              <a:ext uri="{FF2B5EF4-FFF2-40B4-BE49-F238E27FC236}">
                <a16:creationId xmlns:a16="http://schemas.microsoft.com/office/drawing/2014/main" id="{66FF598F-3070-28FA-3540-0A8D7140A7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7081" y="2830808"/>
            <a:ext cx="4972114" cy="3178974"/>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F39CD4ED-6A9E-802E-FD6F-E66FFD38F1FF}"/>
              </a:ext>
            </a:extLst>
          </p:cNvPr>
          <p:cNvSpPr txBox="1"/>
          <p:nvPr/>
        </p:nvSpPr>
        <p:spPr>
          <a:xfrm>
            <a:off x="4963071" y="757648"/>
            <a:ext cx="2004010" cy="461665"/>
          </a:xfrm>
          <a:prstGeom prst="rect">
            <a:avLst/>
          </a:prstGeom>
          <a:noFill/>
        </p:spPr>
        <p:txBody>
          <a:bodyPr wrap="none" rtlCol="0">
            <a:spAutoFit/>
          </a:bodyPr>
          <a:lstStyle/>
          <a:p>
            <a:r>
              <a:rPr lang="es-ES" sz="2400" dirty="0">
                <a:solidFill>
                  <a:schemeClr val="tx2"/>
                </a:solidFill>
                <a:latin typeface="Amasis MT Pro Black" panose="020F0502020204030204" pitchFamily="18" charset="0"/>
              </a:rPr>
              <a:t>¿Tiene bigote?</a:t>
            </a:r>
          </a:p>
        </p:txBody>
      </p:sp>
      <p:sp>
        <p:nvSpPr>
          <p:cNvPr id="6" name="Flecha: hacia la izquierda 5">
            <a:extLst>
              <a:ext uri="{FF2B5EF4-FFF2-40B4-BE49-F238E27FC236}">
                <a16:creationId xmlns:a16="http://schemas.microsoft.com/office/drawing/2014/main" id="{155F3AE2-B689-738C-A0CC-EDC72DCE3F48}"/>
              </a:ext>
            </a:extLst>
          </p:cNvPr>
          <p:cNvSpPr/>
          <p:nvPr/>
        </p:nvSpPr>
        <p:spPr>
          <a:xfrm rot="18872657">
            <a:off x="4383864" y="1777377"/>
            <a:ext cx="1026865" cy="42830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Flecha: hacia la izquierda 6">
            <a:extLst>
              <a:ext uri="{FF2B5EF4-FFF2-40B4-BE49-F238E27FC236}">
                <a16:creationId xmlns:a16="http://schemas.microsoft.com/office/drawing/2014/main" id="{EEFE3D7F-4C9D-1AD9-E508-F3E0E1AC1F4B}"/>
              </a:ext>
            </a:extLst>
          </p:cNvPr>
          <p:cNvSpPr/>
          <p:nvPr/>
        </p:nvSpPr>
        <p:spPr>
          <a:xfrm rot="13704597">
            <a:off x="6769475" y="1780242"/>
            <a:ext cx="1026865" cy="42830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a:extLst>
              <a:ext uri="{FF2B5EF4-FFF2-40B4-BE49-F238E27FC236}">
                <a16:creationId xmlns:a16="http://schemas.microsoft.com/office/drawing/2014/main" id="{DA37F68B-8D05-3414-5504-C342FF7B4151}"/>
              </a:ext>
            </a:extLst>
          </p:cNvPr>
          <p:cNvSpPr txBox="1"/>
          <p:nvPr/>
        </p:nvSpPr>
        <p:spPr>
          <a:xfrm>
            <a:off x="4297012" y="1567683"/>
            <a:ext cx="495649" cy="461665"/>
          </a:xfrm>
          <a:prstGeom prst="rect">
            <a:avLst/>
          </a:prstGeom>
          <a:noFill/>
        </p:spPr>
        <p:txBody>
          <a:bodyPr wrap="none" rtlCol="0">
            <a:spAutoFit/>
          </a:bodyPr>
          <a:lstStyle/>
          <a:p>
            <a:r>
              <a:rPr lang="es-ES" sz="2400" dirty="0">
                <a:solidFill>
                  <a:schemeClr val="accent6">
                    <a:lumMod val="50000"/>
                  </a:schemeClr>
                </a:solidFill>
                <a:latin typeface="Amasis MT Pro Black" panose="020F0502020204030204" pitchFamily="18" charset="0"/>
              </a:rPr>
              <a:t>SI</a:t>
            </a:r>
          </a:p>
        </p:txBody>
      </p:sp>
      <p:sp>
        <p:nvSpPr>
          <p:cNvPr id="9" name="CuadroTexto 8">
            <a:extLst>
              <a:ext uri="{FF2B5EF4-FFF2-40B4-BE49-F238E27FC236}">
                <a16:creationId xmlns:a16="http://schemas.microsoft.com/office/drawing/2014/main" id="{4011E7FD-12F1-5EFD-6D20-BDB4A8649B07}"/>
              </a:ext>
            </a:extLst>
          </p:cNvPr>
          <p:cNvSpPr txBox="1"/>
          <p:nvPr/>
        </p:nvSpPr>
        <p:spPr>
          <a:xfrm>
            <a:off x="7349775" y="1567682"/>
            <a:ext cx="668773" cy="461665"/>
          </a:xfrm>
          <a:prstGeom prst="rect">
            <a:avLst/>
          </a:prstGeom>
          <a:noFill/>
        </p:spPr>
        <p:txBody>
          <a:bodyPr wrap="none" rtlCol="0">
            <a:spAutoFit/>
          </a:bodyPr>
          <a:lstStyle/>
          <a:p>
            <a:r>
              <a:rPr lang="es-ES" sz="2400" dirty="0">
                <a:solidFill>
                  <a:srgbClr val="A0453E"/>
                </a:solidFill>
                <a:latin typeface="Amasis MT Pro Black" panose="020F0502020204030204" pitchFamily="18" charset="0"/>
              </a:rPr>
              <a:t>NO</a:t>
            </a:r>
          </a:p>
        </p:txBody>
      </p:sp>
      <p:sp>
        <p:nvSpPr>
          <p:cNvPr id="10" name="Cruz 9">
            <a:extLst>
              <a:ext uri="{FF2B5EF4-FFF2-40B4-BE49-F238E27FC236}">
                <a16:creationId xmlns:a16="http://schemas.microsoft.com/office/drawing/2014/main" id="{1B2F6235-3B8B-7BDE-BCFC-4B70021AA475}"/>
              </a:ext>
            </a:extLst>
          </p:cNvPr>
          <p:cNvSpPr/>
          <p:nvPr/>
        </p:nvSpPr>
        <p:spPr>
          <a:xfrm rot="18906580">
            <a:off x="1590614" y="3184096"/>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Cruz 10">
            <a:extLst>
              <a:ext uri="{FF2B5EF4-FFF2-40B4-BE49-F238E27FC236}">
                <a16:creationId xmlns:a16="http://schemas.microsoft.com/office/drawing/2014/main" id="{93A9D7BF-9A1C-A0C0-CB6F-2E770B7925D9}"/>
              </a:ext>
            </a:extLst>
          </p:cNvPr>
          <p:cNvSpPr/>
          <p:nvPr/>
        </p:nvSpPr>
        <p:spPr>
          <a:xfrm rot="18906580">
            <a:off x="2205027" y="3184096"/>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ruz 11">
            <a:extLst>
              <a:ext uri="{FF2B5EF4-FFF2-40B4-BE49-F238E27FC236}">
                <a16:creationId xmlns:a16="http://schemas.microsoft.com/office/drawing/2014/main" id="{C0A1C80D-3148-B947-6BF9-A005217FE97D}"/>
              </a:ext>
            </a:extLst>
          </p:cNvPr>
          <p:cNvSpPr/>
          <p:nvPr/>
        </p:nvSpPr>
        <p:spPr>
          <a:xfrm rot="18906580">
            <a:off x="2803311" y="3184096"/>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Cruz 12">
            <a:extLst>
              <a:ext uri="{FF2B5EF4-FFF2-40B4-BE49-F238E27FC236}">
                <a16:creationId xmlns:a16="http://schemas.microsoft.com/office/drawing/2014/main" id="{F2AF2C85-4A6E-33E3-159D-3A40B1745978}"/>
              </a:ext>
            </a:extLst>
          </p:cNvPr>
          <p:cNvSpPr/>
          <p:nvPr/>
        </p:nvSpPr>
        <p:spPr>
          <a:xfrm rot="18906580">
            <a:off x="3417724" y="3184096"/>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ruz 13">
            <a:extLst>
              <a:ext uri="{FF2B5EF4-FFF2-40B4-BE49-F238E27FC236}">
                <a16:creationId xmlns:a16="http://schemas.microsoft.com/office/drawing/2014/main" id="{E121F193-C65A-6104-1A25-AB6765A14C54}"/>
              </a:ext>
            </a:extLst>
          </p:cNvPr>
          <p:cNvSpPr/>
          <p:nvPr/>
        </p:nvSpPr>
        <p:spPr>
          <a:xfrm rot="18906580">
            <a:off x="4648225" y="3184096"/>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Cruz 14">
            <a:extLst>
              <a:ext uri="{FF2B5EF4-FFF2-40B4-BE49-F238E27FC236}">
                <a16:creationId xmlns:a16="http://schemas.microsoft.com/office/drawing/2014/main" id="{B0537BB0-60EF-BBD2-7A21-05CA99572E74}"/>
              </a:ext>
            </a:extLst>
          </p:cNvPr>
          <p:cNvSpPr/>
          <p:nvPr/>
        </p:nvSpPr>
        <p:spPr>
          <a:xfrm rot="18906580">
            <a:off x="1590613" y="4190498"/>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ruz 15">
            <a:extLst>
              <a:ext uri="{FF2B5EF4-FFF2-40B4-BE49-F238E27FC236}">
                <a16:creationId xmlns:a16="http://schemas.microsoft.com/office/drawing/2014/main" id="{56BDC521-20C7-50D9-87F8-273222D3E9AC}"/>
              </a:ext>
            </a:extLst>
          </p:cNvPr>
          <p:cNvSpPr/>
          <p:nvPr/>
        </p:nvSpPr>
        <p:spPr>
          <a:xfrm rot="18906580">
            <a:off x="2205026" y="4190498"/>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Cruz 16">
            <a:extLst>
              <a:ext uri="{FF2B5EF4-FFF2-40B4-BE49-F238E27FC236}">
                <a16:creationId xmlns:a16="http://schemas.microsoft.com/office/drawing/2014/main" id="{075EF77C-37F8-713F-5B34-701C9179F9B6}"/>
              </a:ext>
            </a:extLst>
          </p:cNvPr>
          <p:cNvSpPr/>
          <p:nvPr/>
        </p:nvSpPr>
        <p:spPr>
          <a:xfrm rot="18906580">
            <a:off x="2803310" y="4190498"/>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Cruz 17">
            <a:extLst>
              <a:ext uri="{FF2B5EF4-FFF2-40B4-BE49-F238E27FC236}">
                <a16:creationId xmlns:a16="http://schemas.microsoft.com/office/drawing/2014/main" id="{9BF8273C-6AAF-213E-7F4A-C0F096754B8F}"/>
              </a:ext>
            </a:extLst>
          </p:cNvPr>
          <p:cNvSpPr/>
          <p:nvPr/>
        </p:nvSpPr>
        <p:spPr>
          <a:xfrm rot="18906580">
            <a:off x="3417723" y="4190498"/>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Cruz 18">
            <a:extLst>
              <a:ext uri="{FF2B5EF4-FFF2-40B4-BE49-F238E27FC236}">
                <a16:creationId xmlns:a16="http://schemas.microsoft.com/office/drawing/2014/main" id="{FEEB7331-3701-14E9-7E05-1B55152904ED}"/>
              </a:ext>
            </a:extLst>
          </p:cNvPr>
          <p:cNvSpPr/>
          <p:nvPr/>
        </p:nvSpPr>
        <p:spPr>
          <a:xfrm rot="18906580">
            <a:off x="2817967" y="524317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Cruz 19">
            <a:extLst>
              <a:ext uri="{FF2B5EF4-FFF2-40B4-BE49-F238E27FC236}">
                <a16:creationId xmlns:a16="http://schemas.microsoft.com/office/drawing/2014/main" id="{2E00F6DB-D8D3-96B8-AFEE-E7E36E994EB4}"/>
              </a:ext>
            </a:extLst>
          </p:cNvPr>
          <p:cNvSpPr/>
          <p:nvPr/>
        </p:nvSpPr>
        <p:spPr>
          <a:xfrm rot="18906580">
            <a:off x="3432380" y="524317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Cruz 20">
            <a:extLst>
              <a:ext uri="{FF2B5EF4-FFF2-40B4-BE49-F238E27FC236}">
                <a16:creationId xmlns:a16="http://schemas.microsoft.com/office/drawing/2014/main" id="{BDE041D1-7E71-CC3D-6A16-028C6A08C4A9}"/>
              </a:ext>
            </a:extLst>
          </p:cNvPr>
          <p:cNvSpPr/>
          <p:nvPr/>
        </p:nvSpPr>
        <p:spPr>
          <a:xfrm rot="18906580">
            <a:off x="4030664" y="524317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Cruz 21">
            <a:extLst>
              <a:ext uri="{FF2B5EF4-FFF2-40B4-BE49-F238E27FC236}">
                <a16:creationId xmlns:a16="http://schemas.microsoft.com/office/drawing/2014/main" id="{05EF111F-847B-BEEA-6DDB-00CB8BC4CC38}"/>
              </a:ext>
            </a:extLst>
          </p:cNvPr>
          <p:cNvSpPr/>
          <p:nvPr/>
        </p:nvSpPr>
        <p:spPr>
          <a:xfrm rot="18906580">
            <a:off x="4645077" y="524317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Cruz 22">
            <a:extLst>
              <a:ext uri="{FF2B5EF4-FFF2-40B4-BE49-F238E27FC236}">
                <a16:creationId xmlns:a16="http://schemas.microsoft.com/office/drawing/2014/main" id="{41141AEC-59FB-E477-D9F3-85A5A0C2C989}"/>
              </a:ext>
            </a:extLst>
          </p:cNvPr>
          <p:cNvSpPr/>
          <p:nvPr/>
        </p:nvSpPr>
        <p:spPr>
          <a:xfrm rot="18906580">
            <a:off x="4012856" y="4213636"/>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Cruz 23">
            <a:extLst>
              <a:ext uri="{FF2B5EF4-FFF2-40B4-BE49-F238E27FC236}">
                <a16:creationId xmlns:a16="http://schemas.microsoft.com/office/drawing/2014/main" id="{68E5FC30-0480-431E-B04A-FBBCEB3BC7EF}"/>
              </a:ext>
            </a:extLst>
          </p:cNvPr>
          <p:cNvSpPr/>
          <p:nvPr/>
        </p:nvSpPr>
        <p:spPr>
          <a:xfrm rot="18906580">
            <a:off x="976200" y="4213637"/>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Cruz 24">
            <a:extLst>
              <a:ext uri="{FF2B5EF4-FFF2-40B4-BE49-F238E27FC236}">
                <a16:creationId xmlns:a16="http://schemas.microsoft.com/office/drawing/2014/main" id="{F7ED6132-C706-DC3E-6088-FFBD84610757}"/>
              </a:ext>
            </a:extLst>
          </p:cNvPr>
          <p:cNvSpPr/>
          <p:nvPr/>
        </p:nvSpPr>
        <p:spPr>
          <a:xfrm rot="18906580">
            <a:off x="369852" y="4208903"/>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Cruz 25">
            <a:extLst>
              <a:ext uri="{FF2B5EF4-FFF2-40B4-BE49-F238E27FC236}">
                <a16:creationId xmlns:a16="http://schemas.microsoft.com/office/drawing/2014/main" id="{E6803098-DB5F-B985-934C-4B8D8F399EF0}"/>
              </a:ext>
            </a:extLst>
          </p:cNvPr>
          <p:cNvSpPr/>
          <p:nvPr/>
        </p:nvSpPr>
        <p:spPr>
          <a:xfrm rot="18906580">
            <a:off x="1590613" y="523282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Cruz 26">
            <a:extLst>
              <a:ext uri="{FF2B5EF4-FFF2-40B4-BE49-F238E27FC236}">
                <a16:creationId xmlns:a16="http://schemas.microsoft.com/office/drawing/2014/main" id="{A86FAA31-0A21-C750-67DE-CAF45F4DB5EF}"/>
              </a:ext>
            </a:extLst>
          </p:cNvPr>
          <p:cNvSpPr/>
          <p:nvPr/>
        </p:nvSpPr>
        <p:spPr>
          <a:xfrm rot="18906580">
            <a:off x="979491" y="5246701"/>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Cruz 27">
            <a:extLst>
              <a:ext uri="{FF2B5EF4-FFF2-40B4-BE49-F238E27FC236}">
                <a16:creationId xmlns:a16="http://schemas.microsoft.com/office/drawing/2014/main" id="{4F31480E-0E6C-2D83-243B-6A90EFEEEE13}"/>
              </a:ext>
            </a:extLst>
          </p:cNvPr>
          <p:cNvSpPr/>
          <p:nvPr/>
        </p:nvSpPr>
        <p:spPr>
          <a:xfrm rot="18906580">
            <a:off x="373142" y="5227067"/>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Cruz 28">
            <a:extLst>
              <a:ext uri="{FF2B5EF4-FFF2-40B4-BE49-F238E27FC236}">
                <a16:creationId xmlns:a16="http://schemas.microsoft.com/office/drawing/2014/main" id="{76331D79-9FCF-C6C4-A5DB-628230AEACE5}"/>
              </a:ext>
            </a:extLst>
          </p:cNvPr>
          <p:cNvSpPr/>
          <p:nvPr/>
        </p:nvSpPr>
        <p:spPr>
          <a:xfrm rot="18906580">
            <a:off x="10770275" y="3184096"/>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Cruz 29">
            <a:extLst>
              <a:ext uri="{FF2B5EF4-FFF2-40B4-BE49-F238E27FC236}">
                <a16:creationId xmlns:a16="http://schemas.microsoft.com/office/drawing/2014/main" id="{ACF69C84-FD01-164A-00DE-DB76F1684520}"/>
              </a:ext>
            </a:extLst>
          </p:cNvPr>
          <p:cNvSpPr/>
          <p:nvPr/>
        </p:nvSpPr>
        <p:spPr>
          <a:xfrm rot="18906580">
            <a:off x="7673667" y="3206854"/>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Cruz 30">
            <a:extLst>
              <a:ext uri="{FF2B5EF4-FFF2-40B4-BE49-F238E27FC236}">
                <a16:creationId xmlns:a16="http://schemas.microsoft.com/office/drawing/2014/main" id="{EEBBBA44-77C2-D403-C68D-D0FB273EB112}"/>
              </a:ext>
            </a:extLst>
          </p:cNvPr>
          <p:cNvSpPr/>
          <p:nvPr/>
        </p:nvSpPr>
        <p:spPr>
          <a:xfrm rot="18906580">
            <a:off x="7067319" y="3202120"/>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Cruz 34">
            <a:extLst>
              <a:ext uri="{FF2B5EF4-FFF2-40B4-BE49-F238E27FC236}">
                <a16:creationId xmlns:a16="http://schemas.microsoft.com/office/drawing/2014/main" id="{F7FAAC64-3BA2-4684-62DD-DC19C3BA9F2F}"/>
              </a:ext>
            </a:extLst>
          </p:cNvPr>
          <p:cNvSpPr/>
          <p:nvPr/>
        </p:nvSpPr>
        <p:spPr>
          <a:xfrm rot="18906580">
            <a:off x="11359352" y="4203650"/>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Cruz 35">
            <a:extLst>
              <a:ext uri="{FF2B5EF4-FFF2-40B4-BE49-F238E27FC236}">
                <a16:creationId xmlns:a16="http://schemas.microsoft.com/office/drawing/2014/main" id="{D80724C5-FB58-F3A9-AC5D-21A9D6F735A2}"/>
              </a:ext>
            </a:extLst>
          </p:cNvPr>
          <p:cNvSpPr/>
          <p:nvPr/>
        </p:nvSpPr>
        <p:spPr>
          <a:xfrm rot="18906580">
            <a:off x="8897579" y="5227067"/>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CuadroTexto 36">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38" name="CuadroTexto 37">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Tree>
    <p:extLst>
      <p:ext uri="{BB962C8B-B14F-4D97-AF65-F5344CB8AC3E}">
        <p14:creationId xmlns:p14="http://schemas.microsoft.com/office/powerpoint/2010/main" val="5957594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esquinas redondeadas 3">
            <a:extLst>
              <a:ext uri="{FF2B5EF4-FFF2-40B4-BE49-F238E27FC236}">
                <a16:creationId xmlns:a16="http://schemas.microsoft.com/office/drawing/2014/main" id="{3E398B49-9D14-75E3-DC47-DE02AEC0D35F}"/>
              </a:ext>
            </a:extLst>
          </p:cNvPr>
          <p:cNvSpPr/>
          <p:nvPr/>
        </p:nvSpPr>
        <p:spPr>
          <a:xfrm>
            <a:off x="4457934" y="583420"/>
            <a:ext cx="3276132" cy="891961"/>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Slide Number Placeholder 4"/>
          <p:cNvSpPr>
            <a:spLocks noGrp="1"/>
          </p:cNvSpPr>
          <p:nvPr>
            <p:ph type="sldNum" sz="quarter" idx="12"/>
          </p:nvPr>
        </p:nvSpPr>
        <p:spPr>
          <a:xfrm>
            <a:off x="8609485" y="6499784"/>
            <a:ext cx="2057400" cy="365125"/>
          </a:xfrm>
        </p:spPr>
        <p:txBody>
          <a:bodyPr/>
          <a:lstStyle/>
          <a:p>
            <a:fld id="{5104FCC0-1602-4E53-A4A9-B84AD752D31B}" type="slidenum">
              <a:rPr lang="es-ES" smtClean="0">
                <a:solidFill>
                  <a:prstClr val="black">
                    <a:tint val="75000"/>
                  </a:prstClr>
                </a:solidFill>
              </a:rPr>
              <a:pPr/>
              <a:t>3</a:t>
            </a:fld>
            <a:endParaRPr lang="es-ES" dirty="0">
              <a:solidFill>
                <a:prstClr val="black">
                  <a:tint val="75000"/>
                </a:prstClr>
              </a:solidFill>
            </a:endParaRPr>
          </a:p>
        </p:txBody>
      </p:sp>
      <p:pic>
        <p:nvPicPr>
          <p:cNvPr id="1026" name="Picture 2" descr="https://sciencemagician.wordpress.com/wp-content/uploads/2014/10/guesswho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805" y="2830808"/>
            <a:ext cx="4972114" cy="317897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https://sciencemagician.wordpress.com/wp-content/uploads/2014/10/guesswho2.jpg">
            <a:extLst>
              <a:ext uri="{FF2B5EF4-FFF2-40B4-BE49-F238E27FC236}">
                <a16:creationId xmlns:a16="http://schemas.microsoft.com/office/drawing/2014/main" id="{66FF598F-3070-28FA-3540-0A8D7140A7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7081" y="2830808"/>
            <a:ext cx="4972114" cy="3178974"/>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F39CD4ED-6A9E-802E-FD6F-E66FFD38F1FF}"/>
              </a:ext>
            </a:extLst>
          </p:cNvPr>
          <p:cNvSpPr txBox="1"/>
          <p:nvPr/>
        </p:nvSpPr>
        <p:spPr>
          <a:xfrm>
            <a:off x="5162891" y="714151"/>
            <a:ext cx="1866217" cy="461665"/>
          </a:xfrm>
          <a:prstGeom prst="rect">
            <a:avLst/>
          </a:prstGeom>
          <a:noFill/>
        </p:spPr>
        <p:txBody>
          <a:bodyPr wrap="none" rtlCol="0">
            <a:spAutoFit/>
          </a:bodyPr>
          <a:lstStyle/>
          <a:p>
            <a:r>
              <a:rPr lang="es-ES" sz="2400" dirty="0">
                <a:solidFill>
                  <a:schemeClr val="tx2"/>
                </a:solidFill>
                <a:latin typeface="Amasis MT Pro Black" panose="020F0502020204030204" pitchFamily="18" charset="0"/>
              </a:rPr>
              <a:t>¿Es mujer?</a:t>
            </a:r>
          </a:p>
        </p:txBody>
      </p:sp>
      <p:sp>
        <p:nvSpPr>
          <p:cNvPr id="6" name="Flecha: hacia la izquierda 5">
            <a:extLst>
              <a:ext uri="{FF2B5EF4-FFF2-40B4-BE49-F238E27FC236}">
                <a16:creationId xmlns:a16="http://schemas.microsoft.com/office/drawing/2014/main" id="{155F3AE2-B689-738C-A0CC-EDC72DCE3F48}"/>
              </a:ext>
            </a:extLst>
          </p:cNvPr>
          <p:cNvSpPr/>
          <p:nvPr/>
        </p:nvSpPr>
        <p:spPr>
          <a:xfrm rot="18872657">
            <a:off x="4383864" y="1777377"/>
            <a:ext cx="1026865" cy="42830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Flecha: hacia la izquierda 6">
            <a:extLst>
              <a:ext uri="{FF2B5EF4-FFF2-40B4-BE49-F238E27FC236}">
                <a16:creationId xmlns:a16="http://schemas.microsoft.com/office/drawing/2014/main" id="{EEFE3D7F-4C9D-1AD9-E508-F3E0E1AC1F4B}"/>
              </a:ext>
            </a:extLst>
          </p:cNvPr>
          <p:cNvSpPr/>
          <p:nvPr/>
        </p:nvSpPr>
        <p:spPr>
          <a:xfrm rot="13704597">
            <a:off x="6769475" y="1780242"/>
            <a:ext cx="1026865" cy="42830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a:extLst>
              <a:ext uri="{FF2B5EF4-FFF2-40B4-BE49-F238E27FC236}">
                <a16:creationId xmlns:a16="http://schemas.microsoft.com/office/drawing/2014/main" id="{DA37F68B-8D05-3414-5504-C342FF7B4151}"/>
              </a:ext>
            </a:extLst>
          </p:cNvPr>
          <p:cNvSpPr txBox="1"/>
          <p:nvPr/>
        </p:nvSpPr>
        <p:spPr>
          <a:xfrm>
            <a:off x="4297012" y="1567683"/>
            <a:ext cx="495649" cy="461665"/>
          </a:xfrm>
          <a:prstGeom prst="rect">
            <a:avLst/>
          </a:prstGeom>
          <a:noFill/>
        </p:spPr>
        <p:txBody>
          <a:bodyPr wrap="none" rtlCol="0">
            <a:spAutoFit/>
          </a:bodyPr>
          <a:lstStyle/>
          <a:p>
            <a:r>
              <a:rPr lang="es-ES" sz="2400" dirty="0">
                <a:solidFill>
                  <a:schemeClr val="accent6">
                    <a:lumMod val="50000"/>
                  </a:schemeClr>
                </a:solidFill>
                <a:latin typeface="Amasis MT Pro Black" panose="020F0502020204030204" pitchFamily="18" charset="0"/>
              </a:rPr>
              <a:t>SI</a:t>
            </a:r>
          </a:p>
        </p:txBody>
      </p:sp>
      <p:sp>
        <p:nvSpPr>
          <p:cNvPr id="9" name="CuadroTexto 8">
            <a:extLst>
              <a:ext uri="{FF2B5EF4-FFF2-40B4-BE49-F238E27FC236}">
                <a16:creationId xmlns:a16="http://schemas.microsoft.com/office/drawing/2014/main" id="{4011E7FD-12F1-5EFD-6D20-BDB4A8649B07}"/>
              </a:ext>
            </a:extLst>
          </p:cNvPr>
          <p:cNvSpPr txBox="1"/>
          <p:nvPr/>
        </p:nvSpPr>
        <p:spPr>
          <a:xfrm>
            <a:off x="7349775" y="1567682"/>
            <a:ext cx="668773" cy="461665"/>
          </a:xfrm>
          <a:prstGeom prst="rect">
            <a:avLst/>
          </a:prstGeom>
          <a:noFill/>
        </p:spPr>
        <p:txBody>
          <a:bodyPr wrap="none" rtlCol="0">
            <a:spAutoFit/>
          </a:bodyPr>
          <a:lstStyle/>
          <a:p>
            <a:r>
              <a:rPr lang="es-ES" sz="2400" dirty="0">
                <a:solidFill>
                  <a:srgbClr val="A0453E"/>
                </a:solidFill>
                <a:latin typeface="Amasis MT Pro Black" panose="020F0502020204030204" pitchFamily="18" charset="0"/>
              </a:rPr>
              <a:t>NO</a:t>
            </a:r>
          </a:p>
        </p:txBody>
      </p:sp>
      <p:sp>
        <p:nvSpPr>
          <p:cNvPr id="10" name="Cruz 9">
            <a:extLst>
              <a:ext uri="{FF2B5EF4-FFF2-40B4-BE49-F238E27FC236}">
                <a16:creationId xmlns:a16="http://schemas.microsoft.com/office/drawing/2014/main" id="{1B2F6235-3B8B-7BDE-BCFC-4B70021AA475}"/>
              </a:ext>
            </a:extLst>
          </p:cNvPr>
          <p:cNvSpPr/>
          <p:nvPr/>
        </p:nvSpPr>
        <p:spPr>
          <a:xfrm rot="18906580">
            <a:off x="358705" y="3165213"/>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Cruz 10">
            <a:extLst>
              <a:ext uri="{FF2B5EF4-FFF2-40B4-BE49-F238E27FC236}">
                <a16:creationId xmlns:a16="http://schemas.microsoft.com/office/drawing/2014/main" id="{93A9D7BF-9A1C-A0C0-CB6F-2E770B7925D9}"/>
              </a:ext>
            </a:extLst>
          </p:cNvPr>
          <p:cNvSpPr/>
          <p:nvPr/>
        </p:nvSpPr>
        <p:spPr>
          <a:xfrm rot="18906580">
            <a:off x="2191628" y="5239763"/>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ruz 11">
            <a:extLst>
              <a:ext uri="{FF2B5EF4-FFF2-40B4-BE49-F238E27FC236}">
                <a16:creationId xmlns:a16="http://schemas.microsoft.com/office/drawing/2014/main" id="{C0A1C80D-3148-B947-6BF9-A005217FE97D}"/>
              </a:ext>
            </a:extLst>
          </p:cNvPr>
          <p:cNvSpPr/>
          <p:nvPr/>
        </p:nvSpPr>
        <p:spPr>
          <a:xfrm rot="18906580">
            <a:off x="976199" y="3160479"/>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Cruz 12">
            <a:extLst>
              <a:ext uri="{FF2B5EF4-FFF2-40B4-BE49-F238E27FC236}">
                <a16:creationId xmlns:a16="http://schemas.microsoft.com/office/drawing/2014/main" id="{F2AF2C85-4A6E-33E3-159D-3A40B1745978}"/>
              </a:ext>
            </a:extLst>
          </p:cNvPr>
          <p:cNvSpPr/>
          <p:nvPr/>
        </p:nvSpPr>
        <p:spPr>
          <a:xfrm rot="18906580">
            <a:off x="3417724" y="3184096"/>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ruz 13">
            <a:extLst>
              <a:ext uri="{FF2B5EF4-FFF2-40B4-BE49-F238E27FC236}">
                <a16:creationId xmlns:a16="http://schemas.microsoft.com/office/drawing/2014/main" id="{E121F193-C65A-6104-1A25-AB6765A14C54}"/>
              </a:ext>
            </a:extLst>
          </p:cNvPr>
          <p:cNvSpPr/>
          <p:nvPr/>
        </p:nvSpPr>
        <p:spPr>
          <a:xfrm rot="18906580">
            <a:off x="4020921" y="3194307"/>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Cruz 14">
            <a:extLst>
              <a:ext uri="{FF2B5EF4-FFF2-40B4-BE49-F238E27FC236}">
                <a16:creationId xmlns:a16="http://schemas.microsoft.com/office/drawing/2014/main" id="{B0537BB0-60EF-BBD2-7A21-05CA99572E74}"/>
              </a:ext>
            </a:extLst>
          </p:cNvPr>
          <p:cNvSpPr/>
          <p:nvPr/>
        </p:nvSpPr>
        <p:spPr>
          <a:xfrm rot="18906580">
            <a:off x="1590613" y="4190498"/>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ruz 15">
            <a:extLst>
              <a:ext uri="{FF2B5EF4-FFF2-40B4-BE49-F238E27FC236}">
                <a16:creationId xmlns:a16="http://schemas.microsoft.com/office/drawing/2014/main" id="{56BDC521-20C7-50D9-87F8-273222D3E9AC}"/>
              </a:ext>
            </a:extLst>
          </p:cNvPr>
          <p:cNvSpPr/>
          <p:nvPr/>
        </p:nvSpPr>
        <p:spPr>
          <a:xfrm rot="18906580">
            <a:off x="2205026" y="4190498"/>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Cruz 16">
            <a:extLst>
              <a:ext uri="{FF2B5EF4-FFF2-40B4-BE49-F238E27FC236}">
                <a16:creationId xmlns:a16="http://schemas.microsoft.com/office/drawing/2014/main" id="{075EF77C-37F8-713F-5B34-701C9179F9B6}"/>
              </a:ext>
            </a:extLst>
          </p:cNvPr>
          <p:cNvSpPr/>
          <p:nvPr/>
        </p:nvSpPr>
        <p:spPr>
          <a:xfrm rot="18906580">
            <a:off x="2803310" y="4190498"/>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Cruz 17">
            <a:extLst>
              <a:ext uri="{FF2B5EF4-FFF2-40B4-BE49-F238E27FC236}">
                <a16:creationId xmlns:a16="http://schemas.microsoft.com/office/drawing/2014/main" id="{9BF8273C-6AAF-213E-7F4A-C0F096754B8F}"/>
              </a:ext>
            </a:extLst>
          </p:cNvPr>
          <p:cNvSpPr/>
          <p:nvPr/>
        </p:nvSpPr>
        <p:spPr>
          <a:xfrm rot="18906580">
            <a:off x="3417723" y="4190498"/>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Cruz 18">
            <a:extLst>
              <a:ext uri="{FF2B5EF4-FFF2-40B4-BE49-F238E27FC236}">
                <a16:creationId xmlns:a16="http://schemas.microsoft.com/office/drawing/2014/main" id="{FEEB7331-3701-14E9-7E05-1B55152904ED}"/>
              </a:ext>
            </a:extLst>
          </p:cNvPr>
          <p:cNvSpPr/>
          <p:nvPr/>
        </p:nvSpPr>
        <p:spPr>
          <a:xfrm rot="18906580">
            <a:off x="2817967" y="524317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Cruz 19">
            <a:extLst>
              <a:ext uri="{FF2B5EF4-FFF2-40B4-BE49-F238E27FC236}">
                <a16:creationId xmlns:a16="http://schemas.microsoft.com/office/drawing/2014/main" id="{2E00F6DB-D8D3-96B8-AFEE-E7E36E994EB4}"/>
              </a:ext>
            </a:extLst>
          </p:cNvPr>
          <p:cNvSpPr/>
          <p:nvPr/>
        </p:nvSpPr>
        <p:spPr>
          <a:xfrm rot="18906580">
            <a:off x="3432380" y="524317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Cruz 20">
            <a:extLst>
              <a:ext uri="{FF2B5EF4-FFF2-40B4-BE49-F238E27FC236}">
                <a16:creationId xmlns:a16="http://schemas.microsoft.com/office/drawing/2014/main" id="{BDE041D1-7E71-CC3D-6A16-028C6A08C4A9}"/>
              </a:ext>
            </a:extLst>
          </p:cNvPr>
          <p:cNvSpPr/>
          <p:nvPr/>
        </p:nvSpPr>
        <p:spPr>
          <a:xfrm rot="18906580">
            <a:off x="4645076" y="4144344"/>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Cruz 21">
            <a:extLst>
              <a:ext uri="{FF2B5EF4-FFF2-40B4-BE49-F238E27FC236}">
                <a16:creationId xmlns:a16="http://schemas.microsoft.com/office/drawing/2014/main" id="{05EF111F-847B-BEEA-6DDB-00CB8BC4CC38}"/>
              </a:ext>
            </a:extLst>
          </p:cNvPr>
          <p:cNvSpPr/>
          <p:nvPr/>
        </p:nvSpPr>
        <p:spPr>
          <a:xfrm rot="18906580">
            <a:off x="4645077" y="524317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Cruz 22">
            <a:extLst>
              <a:ext uri="{FF2B5EF4-FFF2-40B4-BE49-F238E27FC236}">
                <a16:creationId xmlns:a16="http://schemas.microsoft.com/office/drawing/2014/main" id="{41141AEC-59FB-E477-D9F3-85A5A0C2C989}"/>
              </a:ext>
            </a:extLst>
          </p:cNvPr>
          <p:cNvSpPr/>
          <p:nvPr/>
        </p:nvSpPr>
        <p:spPr>
          <a:xfrm rot="18906580">
            <a:off x="2792093" y="317388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Cruz 23">
            <a:extLst>
              <a:ext uri="{FF2B5EF4-FFF2-40B4-BE49-F238E27FC236}">
                <a16:creationId xmlns:a16="http://schemas.microsoft.com/office/drawing/2014/main" id="{68E5FC30-0480-431E-B04A-FBBCEB3BC7EF}"/>
              </a:ext>
            </a:extLst>
          </p:cNvPr>
          <p:cNvSpPr/>
          <p:nvPr/>
        </p:nvSpPr>
        <p:spPr>
          <a:xfrm rot="18906580">
            <a:off x="976200" y="4213637"/>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Cruz 24">
            <a:extLst>
              <a:ext uri="{FF2B5EF4-FFF2-40B4-BE49-F238E27FC236}">
                <a16:creationId xmlns:a16="http://schemas.microsoft.com/office/drawing/2014/main" id="{F7ED6132-C706-DC3E-6088-FFBD84610757}"/>
              </a:ext>
            </a:extLst>
          </p:cNvPr>
          <p:cNvSpPr/>
          <p:nvPr/>
        </p:nvSpPr>
        <p:spPr>
          <a:xfrm rot="18906580">
            <a:off x="369852" y="4208903"/>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Cruz 25">
            <a:extLst>
              <a:ext uri="{FF2B5EF4-FFF2-40B4-BE49-F238E27FC236}">
                <a16:creationId xmlns:a16="http://schemas.microsoft.com/office/drawing/2014/main" id="{E6803098-DB5F-B985-934C-4B8D8F399EF0}"/>
              </a:ext>
            </a:extLst>
          </p:cNvPr>
          <p:cNvSpPr/>
          <p:nvPr/>
        </p:nvSpPr>
        <p:spPr>
          <a:xfrm rot="18906580">
            <a:off x="1590613" y="523282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Cruz 26">
            <a:extLst>
              <a:ext uri="{FF2B5EF4-FFF2-40B4-BE49-F238E27FC236}">
                <a16:creationId xmlns:a16="http://schemas.microsoft.com/office/drawing/2014/main" id="{A86FAA31-0A21-C750-67DE-CAF45F4DB5EF}"/>
              </a:ext>
            </a:extLst>
          </p:cNvPr>
          <p:cNvSpPr/>
          <p:nvPr/>
        </p:nvSpPr>
        <p:spPr>
          <a:xfrm rot="18906580">
            <a:off x="979491" y="5246701"/>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Cruz 27">
            <a:extLst>
              <a:ext uri="{FF2B5EF4-FFF2-40B4-BE49-F238E27FC236}">
                <a16:creationId xmlns:a16="http://schemas.microsoft.com/office/drawing/2014/main" id="{4F31480E-0E6C-2D83-243B-6A90EFEEEE13}"/>
              </a:ext>
            </a:extLst>
          </p:cNvPr>
          <p:cNvSpPr/>
          <p:nvPr/>
        </p:nvSpPr>
        <p:spPr>
          <a:xfrm rot="18906580">
            <a:off x="373142" y="5227067"/>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Cruz 28">
            <a:extLst>
              <a:ext uri="{FF2B5EF4-FFF2-40B4-BE49-F238E27FC236}">
                <a16:creationId xmlns:a16="http://schemas.microsoft.com/office/drawing/2014/main" id="{76331D79-9FCF-C6C4-A5DB-628230AEACE5}"/>
              </a:ext>
            </a:extLst>
          </p:cNvPr>
          <p:cNvSpPr/>
          <p:nvPr/>
        </p:nvSpPr>
        <p:spPr>
          <a:xfrm rot="18906580">
            <a:off x="11348845" y="3160479"/>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Cruz 29">
            <a:extLst>
              <a:ext uri="{FF2B5EF4-FFF2-40B4-BE49-F238E27FC236}">
                <a16:creationId xmlns:a16="http://schemas.microsoft.com/office/drawing/2014/main" id="{ACF69C84-FD01-164A-00DE-DB76F1684520}"/>
              </a:ext>
            </a:extLst>
          </p:cNvPr>
          <p:cNvSpPr/>
          <p:nvPr/>
        </p:nvSpPr>
        <p:spPr>
          <a:xfrm rot="18906580">
            <a:off x="8309802" y="311541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Cruz 30">
            <a:extLst>
              <a:ext uri="{FF2B5EF4-FFF2-40B4-BE49-F238E27FC236}">
                <a16:creationId xmlns:a16="http://schemas.microsoft.com/office/drawing/2014/main" id="{EEBBBA44-77C2-D403-C68D-D0FB273EB112}"/>
              </a:ext>
            </a:extLst>
          </p:cNvPr>
          <p:cNvSpPr/>
          <p:nvPr/>
        </p:nvSpPr>
        <p:spPr>
          <a:xfrm rot="18906580">
            <a:off x="8923452" y="313270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Cruz 34">
            <a:extLst>
              <a:ext uri="{FF2B5EF4-FFF2-40B4-BE49-F238E27FC236}">
                <a16:creationId xmlns:a16="http://schemas.microsoft.com/office/drawing/2014/main" id="{F7FAAC64-3BA2-4684-62DD-DC19C3BA9F2F}"/>
              </a:ext>
            </a:extLst>
          </p:cNvPr>
          <p:cNvSpPr/>
          <p:nvPr/>
        </p:nvSpPr>
        <p:spPr>
          <a:xfrm rot="18906580">
            <a:off x="10739345" y="4207059"/>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Cruz 35">
            <a:extLst>
              <a:ext uri="{FF2B5EF4-FFF2-40B4-BE49-F238E27FC236}">
                <a16:creationId xmlns:a16="http://schemas.microsoft.com/office/drawing/2014/main" id="{D80724C5-FB58-F3A9-AC5D-21A9D6F735A2}"/>
              </a:ext>
            </a:extLst>
          </p:cNvPr>
          <p:cNvSpPr/>
          <p:nvPr/>
        </p:nvSpPr>
        <p:spPr>
          <a:xfrm rot="18906580">
            <a:off x="10732674" y="5225333"/>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8" name="CuadroTexto 37">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39" name="CuadroTexto 38">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Tree>
    <p:extLst>
      <p:ext uri="{BB962C8B-B14F-4D97-AF65-F5344CB8AC3E}">
        <p14:creationId xmlns:p14="http://schemas.microsoft.com/office/powerpoint/2010/main" val="9351903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esquinas redondeadas 3">
            <a:extLst>
              <a:ext uri="{FF2B5EF4-FFF2-40B4-BE49-F238E27FC236}">
                <a16:creationId xmlns:a16="http://schemas.microsoft.com/office/drawing/2014/main" id="{3E398B49-9D14-75E3-DC47-DE02AEC0D35F}"/>
              </a:ext>
            </a:extLst>
          </p:cNvPr>
          <p:cNvSpPr/>
          <p:nvPr/>
        </p:nvSpPr>
        <p:spPr>
          <a:xfrm>
            <a:off x="4457934" y="583420"/>
            <a:ext cx="3276132" cy="891961"/>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Slide Number Placeholder 4"/>
          <p:cNvSpPr>
            <a:spLocks noGrp="1"/>
          </p:cNvSpPr>
          <p:nvPr>
            <p:ph type="sldNum" sz="quarter" idx="12"/>
          </p:nvPr>
        </p:nvSpPr>
        <p:spPr>
          <a:xfrm>
            <a:off x="8609485" y="6499784"/>
            <a:ext cx="2057400" cy="365125"/>
          </a:xfrm>
        </p:spPr>
        <p:txBody>
          <a:bodyPr/>
          <a:lstStyle/>
          <a:p>
            <a:fld id="{5104FCC0-1602-4E53-A4A9-B84AD752D31B}" type="slidenum">
              <a:rPr lang="es-ES" smtClean="0">
                <a:solidFill>
                  <a:prstClr val="black">
                    <a:tint val="75000"/>
                  </a:prstClr>
                </a:solidFill>
              </a:rPr>
              <a:pPr/>
              <a:t>4</a:t>
            </a:fld>
            <a:endParaRPr lang="es-ES" dirty="0">
              <a:solidFill>
                <a:prstClr val="black">
                  <a:tint val="75000"/>
                </a:prstClr>
              </a:solidFill>
            </a:endParaRPr>
          </a:p>
        </p:txBody>
      </p:sp>
      <p:pic>
        <p:nvPicPr>
          <p:cNvPr id="1026" name="Picture 2" descr="https://sciencemagician.wordpress.com/wp-content/uploads/2014/10/guesswho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805" y="2830808"/>
            <a:ext cx="4972114" cy="317897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https://sciencemagician.wordpress.com/wp-content/uploads/2014/10/guesswho2.jpg">
            <a:extLst>
              <a:ext uri="{FF2B5EF4-FFF2-40B4-BE49-F238E27FC236}">
                <a16:creationId xmlns:a16="http://schemas.microsoft.com/office/drawing/2014/main" id="{66FF598F-3070-28FA-3540-0A8D7140A7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7081" y="2830808"/>
            <a:ext cx="4972114" cy="3178974"/>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F39CD4ED-6A9E-802E-FD6F-E66FFD38F1FF}"/>
              </a:ext>
            </a:extLst>
          </p:cNvPr>
          <p:cNvSpPr txBox="1"/>
          <p:nvPr/>
        </p:nvSpPr>
        <p:spPr>
          <a:xfrm>
            <a:off x="4528770" y="693263"/>
            <a:ext cx="3134460" cy="830997"/>
          </a:xfrm>
          <a:prstGeom prst="rect">
            <a:avLst/>
          </a:prstGeom>
          <a:noFill/>
        </p:spPr>
        <p:txBody>
          <a:bodyPr wrap="square" rtlCol="0">
            <a:spAutoFit/>
          </a:bodyPr>
          <a:lstStyle/>
          <a:p>
            <a:pPr algn="ctr"/>
            <a:r>
              <a:rPr lang="es-ES" sz="2400" dirty="0">
                <a:solidFill>
                  <a:schemeClr val="tx2"/>
                </a:solidFill>
                <a:latin typeface="Amasis MT Pro Black" panose="020F0502020204030204" pitchFamily="18" charset="0"/>
              </a:rPr>
              <a:t>¿Su nombre tiene la letra ‘a’?</a:t>
            </a:r>
          </a:p>
        </p:txBody>
      </p:sp>
      <p:sp>
        <p:nvSpPr>
          <p:cNvPr id="6" name="Flecha: hacia la izquierda 5">
            <a:extLst>
              <a:ext uri="{FF2B5EF4-FFF2-40B4-BE49-F238E27FC236}">
                <a16:creationId xmlns:a16="http://schemas.microsoft.com/office/drawing/2014/main" id="{155F3AE2-B689-738C-A0CC-EDC72DCE3F48}"/>
              </a:ext>
            </a:extLst>
          </p:cNvPr>
          <p:cNvSpPr/>
          <p:nvPr/>
        </p:nvSpPr>
        <p:spPr>
          <a:xfrm rot="18872657">
            <a:off x="4383864" y="1777377"/>
            <a:ext cx="1026865" cy="42830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Flecha: hacia la izquierda 6">
            <a:extLst>
              <a:ext uri="{FF2B5EF4-FFF2-40B4-BE49-F238E27FC236}">
                <a16:creationId xmlns:a16="http://schemas.microsoft.com/office/drawing/2014/main" id="{EEFE3D7F-4C9D-1AD9-E508-F3E0E1AC1F4B}"/>
              </a:ext>
            </a:extLst>
          </p:cNvPr>
          <p:cNvSpPr/>
          <p:nvPr/>
        </p:nvSpPr>
        <p:spPr>
          <a:xfrm rot="13704597">
            <a:off x="6769475" y="1780242"/>
            <a:ext cx="1026865" cy="42830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a:extLst>
              <a:ext uri="{FF2B5EF4-FFF2-40B4-BE49-F238E27FC236}">
                <a16:creationId xmlns:a16="http://schemas.microsoft.com/office/drawing/2014/main" id="{DA37F68B-8D05-3414-5504-C342FF7B4151}"/>
              </a:ext>
            </a:extLst>
          </p:cNvPr>
          <p:cNvSpPr txBox="1"/>
          <p:nvPr/>
        </p:nvSpPr>
        <p:spPr>
          <a:xfrm>
            <a:off x="4297012" y="1567683"/>
            <a:ext cx="495649" cy="461665"/>
          </a:xfrm>
          <a:prstGeom prst="rect">
            <a:avLst/>
          </a:prstGeom>
          <a:noFill/>
        </p:spPr>
        <p:txBody>
          <a:bodyPr wrap="none" rtlCol="0">
            <a:spAutoFit/>
          </a:bodyPr>
          <a:lstStyle/>
          <a:p>
            <a:r>
              <a:rPr lang="es-ES" sz="2400" dirty="0">
                <a:solidFill>
                  <a:schemeClr val="accent6">
                    <a:lumMod val="50000"/>
                  </a:schemeClr>
                </a:solidFill>
                <a:latin typeface="Amasis MT Pro Black" panose="020F0502020204030204" pitchFamily="18" charset="0"/>
              </a:rPr>
              <a:t>SI</a:t>
            </a:r>
          </a:p>
        </p:txBody>
      </p:sp>
      <p:sp>
        <p:nvSpPr>
          <p:cNvPr id="9" name="CuadroTexto 8">
            <a:extLst>
              <a:ext uri="{FF2B5EF4-FFF2-40B4-BE49-F238E27FC236}">
                <a16:creationId xmlns:a16="http://schemas.microsoft.com/office/drawing/2014/main" id="{4011E7FD-12F1-5EFD-6D20-BDB4A8649B07}"/>
              </a:ext>
            </a:extLst>
          </p:cNvPr>
          <p:cNvSpPr txBox="1"/>
          <p:nvPr/>
        </p:nvSpPr>
        <p:spPr>
          <a:xfrm>
            <a:off x="7349775" y="1567682"/>
            <a:ext cx="668773" cy="461665"/>
          </a:xfrm>
          <a:prstGeom prst="rect">
            <a:avLst/>
          </a:prstGeom>
          <a:noFill/>
        </p:spPr>
        <p:txBody>
          <a:bodyPr wrap="none" rtlCol="0">
            <a:spAutoFit/>
          </a:bodyPr>
          <a:lstStyle/>
          <a:p>
            <a:r>
              <a:rPr lang="es-ES" sz="2400" dirty="0">
                <a:solidFill>
                  <a:srgbClr val="A0453E"/>
                </a:solidFill>
                <a:latin typeface="Amasis MT Pro Black" panose="020F0502020204030204" pitchFamily="18" charset="0"/>
              </a:rPr>
              <a:t>NO</a:t>
            </a:r>
          </a:p>
        </p:txBody>
      </p:sp>
      <p:sp>
        <p:nvSpPr>
          <p:cNvPr id="10" name="Cruz 9">
            <a:extLst>
              <a:ext uri="{FF2B5EF4-FFF2-40B4-BE49-F238E27FC236}">
                <a16:creationId xmlns:a16="http://schemas.microsoft.com/office/drawing/2014/main" id="{1B2F6235-3B8B-7BDE-BCFC-4B70021AA475}"/>
              </a:ext>
            </a:extLst>
          </p:cNvPr>
          <p:cNvSpPr/>
          <p:nvPr/>
        </p:nvSpPr>
        <p:spPr>
          <a:xfrm rot="18906580">
            <a:off x="7673858" y="3124060"/>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Cruz 10">
            <a:extLst>
              <a:ext uri="{FF2B5EF4-FFF2-40B4-BE49-F238E27FC236}">
                <a16:creationId xmlns:a16="http://schemas.microsoft.com/office/drawing/2014/main" id="{93A9D7BF-9A1C-A0C0-CB6F-2E770B7925D9}"/>
              </a:ext>
            </a:extLst>
          </p:cNvPr>
          <p:cNvSpPr/>
          <p:nvPr/>
        </p:nvSpPr>
        <p:spPr>
          <a:xfrm rot="18906580">
            <a:off x="8923453" y="5218076"/>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ruz 11">
            <a:extLst>
              <a:ext uri="{FF2B5EF4-FFF2-40B4-BE49-F238E27FC236}">
                <a16:creationId xmlns:a16="http://schemas.microsoft.com/office/drawing/2014/main" id="{C0A1C80D-3148-B947-6BF9-A005217FE97D}"/>
              </a:ext>
            </a:extLst>
          </p:cNvPr>
          <p:cNvSpPr/>
          <p:nvPr/>
        </p:nvSpPr>
        <p:spPr>
          <a:xfrm rot="18906580">
            <a:off x="9512109" y="311541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Cruz 12">
            <a:extLst>
              <a:ext uri="{FF2B5EF4-FFF2-40B4-BE49-F238E27FC236}">
                <a16:creationId xmlns:a16="http://schemas.microsoft.com/office/drawing/2014/main" id="{F2AF2C85-4A6E-33E3-159D-3A40B1745978}"/>
              </a:ext>
            </a:extLst>
          </p:cNvPr>
          <p:cNvSpPr/>
          <p:nvPr/>
        </p:nvSpPr>
        <p:spPr>
          <a:xfrm rot="18906580">
            <a:off x="3417724" y="3184096"/>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Cruz 14">
            <a:extLst>
              <a:ext uri="{FF2B5EF4-FFF2-40B4-BE49-F238E27FC236}">
                <a16:creationId xmlns:a16="http://schemas.microsoft.com/office/drawing/2014/main" id="{B0537BB0-60EF-BBD2-7A21-05CA99572E74}"/>
              </a:ext>
            </a:extLst>
          </p:cNvPr>
          <p:cNvSpPr/>
          <p:nvPr/>
        </p:nvSpPr>
        <p:spPr>
          <a:xfrm rot="18906580">
            <a:off x="8309802" y="4209946"/>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ruz 15">
            <a:extLst>
              <a:ext uri="{FF2B5EF4-FFF2-40B4-BE49-F238E27FC236}">
                <a16:creationId xmlns:a16="http://schemas.microsoft.com/office/drawing/2014/main" id="{56BDC521-20C7-50D9-87F8-273222D3E9AC}"/>
              </a:ext>
            </a:extLst>
          </p:cNvPr>
          <p:cNvSpPr/>
          <p:nvPr/>
        </p:nvSpPr>
        <p:spPr>
          <a:xfrm rot="18906580">
            <a:off x="2205026" y="4190498"/>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Cruz 16">
            <a:extLst>
              <a:ext uri="{FF2B5EF4-FFF2-40B4-BE49-F238E27FC236}">
                <a16:creationId xmlns:a16="http://schemas.microsoft.com/office/drawing/2014/main" id="{075EF77C-37F8-713F-5B34-701C9179F9B6}"/>
              </a:ext>
            </a:extLst>
          </p:cNvPr>
          <p:cNvSpPr/>
          <p:nvPr/>
        </p:nvSpPr>
        <p:spPr>
          <a:xfrm rot="18906580">
            <a:off x="9490283" y="4175391"/>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Cruz 17">
            <a:extLst>
              <a:ext uri="{FF2B5EF4-FFF2-40B4-BE49-F238E27FC236}">
                <a16:creationId xmlns:a16="http://schemas.microsoft.com/office/drawing/2014/main" id="{9BF8273C-6AAF-213E-7F4A-C0F096754B8F}"/>
              </a:ext>
            </a:extLst>
          </p:cNvPr>
          <p:cNvSpPr/>
          <p:nvPr/>
        </p:nvSpPr>
        <p:spPr>
          <a:xfrm rot="18906580">
            <a:off x="3417723" y="4190498"/>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Cruz 18">
            <a:extLst>
              <a:ext uri="{FF2B5EF4-FFF2-40B4-BE49-F238E27FC236}">
                <a16:creationId xmlns:a16="http://schemas.microsoft.com/office/drawing/2014/main" id="{FEEB7331-3701-14E9-7E05-1B55152904ED}"/>
              </a:ext>
            </a:extLst>
          </p:cNvPr>
          <p:cNvSpPr/>
          <p:nvPr/>
        </p:nvSpPr>
        <p:spPr>
          <a:xfrm rot="18906580">
            <a:off x="2817967" y="524317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Cruz 19">
            <a:extLst>
              <a:ext uri="{FF2B5EF4-FFF2-40B4-BE49-F238E27FC236}">
                <a16:creationId xmlns:a16="http://schemas.microsoft.com/office/drawing/2014/main" id="{2E00F6DB-D8D3-96B8-AFEE-E7E36E994EB4}"/>
              </a:ext>
            </a:extLst>
          </p:cNvPr>
          <p:cNvSpPr/>
          <p:nvPr/>
        </p:nvSpPr>
        <p:spPr>
          <a:xfrm rot="18906580">
            <a:off x="10141403" y="5251486"/>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Cruz 20">
            <a:extLst>
              <a:ext uri="{FF2B5EF4-FFF2-40B4-BE49-F238E27FC236}">
                <a16:creationId xmlns:a16="http://schemas.microsoft.com/office/drawing/2014/main" id="{BDE041D1-7E71-CC3D-6A16-028C6A08C4A9}"/>
              </a:ext>
            </a:extLst>
          </p:cNvPr>
          <p:cNvSpPr/>
          <p:nvPr/>
        </p:nvSpPr>
        <p:spPr>
          <a:xfrm rot="18906580">
            <a:off x="11348845" y="4190499"/>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Cruz 21">
            <a:extLst>
              <a:ext uri="{FF2B5EF4-FFF2-40B4-BE49-F238E27FC236}">
                <a16:creationId xmlns:a16="http://schemas.microsoft.com/office/drawing/2014/main" id="{05EF111F-847B-BEEA-6DDB-00CB8BC4CC38}"/>
              </a:ext>
            </a:extLst>
          </p:cNvPr>
          <p:cNvSpPr/>
          <p:nvPr/>
        </p:nvSpPr>
        <p:spPr>
          <a:xfrm rot="18906580">
            <a:off x="4645077" y="524317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Cruz 22">
            <a:extLst>
              <a:ext uri="{FF2B5EF4-FFF2-40B4-BE49-F238E27FC236}">
                <a16:creationId xmlns:a16="http://schemas.microsoft.com/office/drawing/2014/main" id="{41141AEC-59FB-E477-D9F3-85A5A0C2C989}"/>
              </a:ext>
            </a:extLst>
          </p:cNvPr>
          <p:cNvSpPr/>
          <p:nvPr/>
        </p:nvSpPr>
        <p:spPr>
          <a:xfrm rot="18906580">
            <a:off x="7107495" y="313270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Cruz 23">
            <a:extLst>
              <a:ext uri="{FF2B5EF4-FFF2-40B4-BE49-F238E27FC236}">
                <a16:creationId xmlns:a16="http://schemas.microsoft.com/office/drawing/2014/main" id="{68E5FC30-0480-431E-B04A-FBBCEB3BC7EF}"/>
              </a:ext>
            </a:extLst>
          </p:cNvPr>
          <p:cNvSpPr/>
          <p:nvPr/>
        </p:nvSpPr>
        <p:spPr>
          <a:xfrm rot="18906580">
            <a:off x="976200" y="4213637"/>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Cruz 24">
            <a:extLst>
              <a:ext uri="{FF2B5EF4-FFF2-40B4-BE49-F238E27FC236}">
                <a16:creationId xmlns:a16="http://schemas.microsoft.com/office/drawing/2014/main" id="{F7ED6132-C706-DC3E-6088-FFBD84610757}"/>
              </a:ext>
            </a:extLst>
          </p:cNvPr>
          <p:cNvSpPr/>
          <p:nvPr/>
        </p:nvSpPr>
        <p:spPr>
          <a:xfrm rot="18906580">
            <a:off x="7107494" y="4190498"/>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Cruz 25">
            <a:extLst>
              <a:ext uri="{FF2B5EF4-FFF2-40B4-BE49-F238E27FC236}">
                <a16:creationId xmlns:a16="http://schemas.microsoft.com/office/drawing/2014/main" id="{E6803098-DB5F-B985-934C-4B8D8F399EF0}"/>
              </a:ext>
            </a:extLst>
          </p:cNvPr>
          <p:cNvSpPr/>
          <p:nvPr/>
        </p:nvSpPr>
        <p:spPr>
          <a:xfrm rot="18906580">
            <a:off x="1590613" y="523282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Cruz 26">
            <a:extLst>
              <a:ext uri="{FF2B5EF4-FFF2-40B4-BE49-F238E27FC236}">
                <a16:creationId xmlns:a16="http://schemas.microsoft.com/office/drawing/2014/main" id="{A86FAA31-0A21-C750-67DE-CAF45F4DB5EF}"/>
              </a:ext>
            </a:extLst>
          </p:cNvPr>
          <p:cNvSpPr/>
          <p:nvPr/>
        </p:nvSpPr>
        <p:spPr>
          <a:xfrm rot="18906580">
            <a:off x="979491" y="5246701"/>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Cruz 27">
            <a:extLst>
              <a:ext uri="{FF2B5EF4-FFF2-40B4-BE49-F238E27FC236}">
                <a16:creationId xmlns:a16="http://schemas.microsoft.com/office/drawing/2014/main" id="{4F31480E-0E6C-2D83-243B-6A90EFEEEE13}"/>
              </a:ext>
            </a:extLst>
          </p:cNvPr>
          <p:cNvSpPr/>
          <p:nvPr/>
        </p:nvSpPr>
        <p:spPr>
          <a:xfrm rot="18906580">
            <a:off x="7068001" y="5251700"/>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Cruz 28">
            <a:extLst>
              <a:ext uri="{FF2B5EF4-FFF2-40B4-BE49-F238E27FC236}">
                <a16:creationId xmlns:a16="http://schemas.microsoft.com/office/drawing/2014/main" id="{76331D79-9FCF-C6C4-A5DB-628230AEACE5}"/>
              </a:ext>
            </a:extLst>
          </p:cNvPr>
          <p:cNvSpPr/>
          <p:nvPr/>
        </p:nvSpPr>
        <p:spPr>
          <a:xfrm rot="18906580">
            <a:off x="11348845" y="3160479"/>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Cruz 29">
            <a:extLst>
              <a:ext uri="{FF2B5EF4-FFF2-40B4-BE49-F238E27FC236}">
                <a16:creationId xmlns:a16="http://schemas.microsoft.com/office/drawing/2014/main" id="{ACF69C84-FD01-164A-00DE-DB76F1684520}"/>
              </a:ext>
            </a:extLst>
          </p:cNvPr>
          <p:cNvSpPr/>
          <p:nvPr/>
        </p:nvSpPr>
        <p:spPr>
          <a:xfrm rot="18906580">
            <a:off x="8309802" y="311541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Cruz 30">
            <a:extLst>
              <a:ext uri="{FF2B5EF4-FFF2-40B4-BE49-F238E27FC236}">
                <a16:creationId xmlns:a16="http://schemas.microsoft.com/office/drawing/2014/main" id="{EEBBBA44-77C2-D403-C68D-D0FB273EB112}"/>
              </a:ext>
            </a:extLst>
          </p:cNvPr>
          <p:cNvSpPr/>
          <p:nvPr/>
        </p:nvSpPr>
        <p:spPr>
          <a:xfrm rot="18906580">
            <a:off x="8923452" y="313270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Cruz 34">
            <a:extLst>
              <a:ext uri="{FF2B5EF4-FFF2-40B4-BE49-F238E27FC236}">
                <a16:creationId xmlns:a16="http://schemas.microsoft.com/office/drawing/2014/main" id="{F7FAAC64-3BA2-4684-62DD-DC19C3BA9F2F}"/>
              </a:ext>
            </a:extLst>
          </p:cNvPr>
          <p:cNvSpPr/>
          <p:nvPr/>
        </p:nvSpPr>
        <p:spPr>
          <a:xfrm rot="18906580">
            <a:off x="10739345" y="4207059"/>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Cruz 35">
            <a:extLst>
              <a:ext uri="{FF2B5EF4-FFF2-40B4-BE49-F238E27FC236}">
                <a16:creationId xmlns:a16="http://schemas.microsoft.com/office/drawing/2014/main" id="{D80724C5-FB58-F3A9-AC5D-21A9D6F735A2}"/>
              </a:ext>
            </a:extLst>
          </p:cNvPr>
          <p:cNvSpPr/>
          <p:nvPr/>
        </p:nvSpPr>
        <p:spPr>
          <a:xfrm rot="18906580">
            <a:off x="10732674" y="5225333"/>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Cruz 31">
            <a:extLst>
              <a:ext uri="{FF2B5EF4-FFF2-40B4-BE49-F238E27FC236}">
                <a16:creationId xmlns:a16="http://schemas.microsoft.com/office/drawing/2014/main" id="{5DFD846F-90A1-5996-6821-F92DC93CCCC2}"/>
              </a:ext>
            </a:extLst>
          </p:cNvPr>
          <p:cNvSpPr/>
          <p:nvPr/>
        </p:nvSpPr>
        <p:spPr>
          <a:xfrm rot="18906580">
            <a:off x="10777346" y="315050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8" name="CuadroTexto 37">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41" name="CuadroTexto 40">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Tree>
    <p:extLst>
      <p:ext uri="{BB962C8B-B14F-4D97-AF65-F5344CB8AC3E}">
        <p14:creationId xmlns:p14="http://schemas.microsoft.com/office/powerpoint/2010/main" val="22619699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esquinas redondeadas 3">
            <a:extLst>
              <a:ext uri="{FF2B5EF4-FFF2-40B4-BE49-F238E27FC236}">
                <a16:creationId xmlns:a16="http://schemas.microsoft.com/office/drawing/2014/main" id="{3E398B49-9D14-75E3-DC47-DE02AEC0D35F}"/>
              </a:ext>
            </a:extLst>
          </p:cNvPr>
          <p:cNvSpPr/>
          <p:nvPr/>
        </p:nvSpPr>
        <p:spPr>
          <a:xfrm>
            <a:off x="4457934" y="583420"/>
            <a:ext cx="3276132" cy="891961"/>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Slide Number Placeholder 4"/>
          <p:cNvSpPr>
            <a:spLocks noGrp="1"/>
          </p:cNvSpPr>
          <p:nvPr>
            <p:ph type="sldNum" sz="quarter" idx="12"/>
          </p:nvPr>
        </p:nvSpPr>
        <p:spPr>
          <a:xfrm>
            <a:off x="8609485" y="6499784"/>
            <a:ext cx="2057400" cy="365125"/>
          </a:xfrm>
        </p:spPr>
        <p:txBody>
          <a:bodyPr/>
          <a:lstStyle/>
          <a:p>
            <a:fld id="{5104FCC0-1602-4E53-A4A9-B84AD752D31B}" type="slidenum">
              <a:rPr lang="es-ES" smtClean="0">
                <a:solidFill>
                  <a:prstClr val="black">
                    <a:tint val="75000"/>
                  </a:prstClr>
                </a:solidFill>
              </a:rPr>
              <a:pPr/>
              <a:t>5</a:t>
            </a:fld>
            <a:endParaRPr lang="es-ES" dirty="0">
              <a:solidFill>
                <a:prstClr val="black">
                  <a:tint val="75000"/>
                </a:prstClr>
              </a:solidFill>
            </a:endParaRPr>
          </a:p>
        </p:txBody>
      </p:sp>
      <p:pic>
        <p:nvPicPr>
          <p:cNvPr id="1026" name="Picture 2" descr="https://sciencemagician.wordpress.com/wp-content/uploads/2014/10/guesswho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805" y="2830808"/>
            <a:ext cx="4972114" cy="317897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https://sciencemagician.wordpress.com/wp-content/uploads/2014/10/guesswho2.jpg">
            <a:extLst>
              <a:ext uri="{FF2B5EF4-FFF2-40B4-BE49-F238E27FC236}">
                <a16:creationId xmlns:a16="http://schemas.microsoft.com/office/drawing/2014/main" id="{66FF598F-3070-28FA-3540-0A8D7140A7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7081" y="2830808"/>
            <a:ext cx="4972114" cy="3178974"/>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F39CD4ED-6A9E-802E-FD6F-E66FFD38F1FF}"/>
              </a:ext>
            </a:extLst>
          </p:cNvPr>
          <p:cNvSpPr txBox="1"/>
          <p:nvPr/>
        </p:nvSpPr>
        <p:spPr>
          <a:xfrm>
            <a:off x="4528770" y="693263"/>
            <a:ext cx="3134460" cy="830997"/>
          </a:xfrm>
          <a:prstGeom prst="rect">
            <a:avLst/>
          </a:prstGeom>
          <a:noFill/>
        </p:spPr>
        <p:txBody>
          <a:bodyPr wrap="square" rtlCol="0">
            <a:spAutoFit/>
          </a:bodyPr>
          <a:lstStyle/>
          <a:p>
            <a:pPr algn="ctr"/>
            <a:r>
              <a:rPr lang="es-ES" sz="2400" dirty="0">
                <a:solidFill>
                  <a:schemeClr val="tx2"/>
                </a:solidFill>
                <a:latin typeface="Amasis MT Pro Black" panose="020F0502020204030204" pitchFamily="18" charset="0"/>
              </a:rPr>
              <a:t>¿Su nombre tiene la letra ‘e’?</a:t>
            </a:r>
          </a:p>
        </p:txBody>
      </p:sp>
      <p:sp>
        <p:nvSpPr>
          <p:cNvPr id="6" name="Flecha: hacia la izquierda 5">
            <a:extLst>
              <a:ext uri="{FF2B5EF4-FFF2-40B4-BE49-F238E27FC236}">
                <a16:creationId xmlns:a16="http://schemas.microsoft.com/office/drawing/2014/main" id="{155F3AE2-B689-738C-A0CC-EDC72DCE3F48}"/>
              </a:ext>
            </a:extLst>
          </p:cNvPr>
          <p:cNvSpPr/>
          <p:nvPr/>
        </p:nvSpPr>
        <p:spPr>
          <a:xfrm rot="18872657">
            <a:off x="4383864" y="1777377"/>
            <a:ext cx="1026865" cy="42830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Flecha: hacia la izquierda 6">
            <a:extLst>
              <a:ext uri="{FF2B5EF4-FFF2-40B4-BE49-F238E27FC236}">
                <a16:creationId xmlns:a16="http://schemas.microsoft.com/office/drawing/2014/main" id="{EEFE3D7F-4C9D-1AD9-E508-F3E0E1AC1F4B}"/>
              </a:ext>
            </a:extLst>
          </p:cNvPr>
          <p:cNvSpPr/>
          <p:nvPr/>
        </p:nvSpPr>
        <p:spPr>
          <a:xfrm rot="13704597">
            <a:off x="6769475" y="1780242"/>
            <a:ext cx="1026865" cy="42830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a:extLst>
              <a:ext uri="{FF2B5EF4-FFF2-40B4-BE49-F238E27FC236}">
                <a16:creationId xmlns:a16="http://schemas.microsoft.com/office/drawing/2014/main" id="{DA37F68B-8D05-3414-5504-C342FF7B4151}"/>
              </a:ext>
            </a:extLst>
          </p:cNvPr>
          <p:cNvSpPr txBox="1"/>
          <p:nvPr/>
        </p:nvSpPr>
        <p:spPr>
          <a:xfrm>
            <a:off x="4297012" y="1567683"/>
            <a:ext cx="495649" cy="461665"/>
          </a:xfrm>
          <a:prstGeom prst="rect">
            <a:avLst/>
          </a:prstGeom>
          <a:noFill/>
        </p:spPr>
        <p:txBody>
          <a:bodyPr wrap="none" rtlCol="0">
            <a:spAutoFit/>
          </a:bodyPr>
          <a:lstStyle/>
          <a:p>
            <a:r>
              <a:rPr lang="es-ES" sz="2400" dirty="0">
                <a:solidFill>
                  <a:schemeClr val="accent6">
                    <a:lumMod val="50000"/>
                  </a:schemeClr>
                </a:solidFill>
                <a:latin typeface="Amasis MT Pro Black" panose="020F0502020204030204" pitchFamily="18" charset="0"/>
              </a:rPr>
              <a:t>SI</a:t>
            </a:r>
          </a:p>
        </p:txBody>
      </p:sp>
      <p:sp>
        <p:nvSpPr>
          <p:cNvPr id="9" name="CuadroTexto 8">
            <a:extLst>
              <a:ext uri="{FF2B5EF4-FFF2-40B4-BE49-F238E27FC236}">
                <a16:creationId xmlns:a16="http://schemas.microsoft.com/office/drawing/2014/main" id="{4011E7FD-12F1-5EFD-6D20-BDB4A8649B07}"/>
              </a:ext>
            </a:extLst>
          </p:cNvPr>
          <p:cNvSpPr txBox="1"/>
          <p:nvPr/>
        </p:nvSpPr>
        <p:spPr>
          <a:xfrm>
            <a:off x="7349775" y="1567682"/>
            <a:ext cx="668773" cy="461665"/>
          </a:xfrm>
          <a:prstGeom prst="rect">
            <a:avLst/>
          </a:prstGeom>
          <a:noFill/>
        </p:spPr>
        <p:txBody>
          <a:bodyPr wrap="none" rtlCol="0">
            <a:spAutoFit/>
          </a:bodyPr>
          <a:lstStyle/>
          <a:p>
            <a:r>
              <a:rPr lang="es-ES" sz="2400" dirty="0">
                <a:solidFill>
                  <a:srgbClr val="A0453E"/>
                </a:solidFill>
                <a:latin typeface="Amasis MT Pro Black" panose="020F0502020204030204" pitchFamily="18" charset="0"/>
              </a:rPr>
              <a:t>NO</a:t>
            </a:r>
          </a:p>
        </p:txBody>
      </p:sp>
      <p:sp>
        <p:nvSpPr>
          <p:cNvPr id="10" name="Cruz 9">
            <a:extLst>
              <a:ext uri="{FF2B5EF4-FFF2-40B4-BE49-F238E27FC236}">
                <a16:creationId xmlns:a16="http://schemas.microsoft.com/office/drawing/2014/main" id="{1B2F6235-3B8B-7BDE-BCFC-4B70021AA475}"/>
              </a:ext>
            </a:extLst>
          </p:cNvPr>
          <p:cNvSpPr/>
          <p:nvPr/>
        </p:nvSpPr>
        <p:spPr>
          <a:xfrm rot="18906580">
            <a:off x="7673858" y="3124060"/>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Cruz 10">
            <a:extLst>
              <a:ext uri="{FF2B5EF4-FFF2-40B4-BE49-F238E27FC236}">
                <a16:creationId xmlns:a16="http://schemas.microsoft.com/office/drawing/2014/main" id="{93A9D7BF-9A1C-A0C0-CB6F-2E770B7925D9}"/>
              </a:ext>
            </a:extLst>
          </p:cNvPr>
          <p:cNvSpPr/>
          <p:nvPr/>
        </p:nvSpPr>
        <p:spPr>
          <a:xfrm rot="18906580">
            <a:off x="2204290" y="5219374"/>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ruz 11">
            <a:extLst>
              <a:ext uri="{FF2B5EF4-FFF2-40B4-BE49-F238E27FC236}">
                <a16:creationId xmlns:a16="http://schemas.microsoft.com/office/drawing/2014/main" id="{C0A1C80D-3148-B947-6BF9-A005217FE97D}"/>
              </a:ext>
            </a:extLst>
          </p:cNvPr>
          <p:cNvSpPr/>
          <p:nvPr/>
        </p:nvSpPr>
        <p:spPr>
          <a:xfrm rot="18906580">
            <a:off x="9512109" y="311541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Cruz 12">
            <a:extLst>
              <a:ext uri="{FF2B5EF4-FFF2-40B4-BE49-F238E27FC236}">
                <a16:creationId xmlns:a16="http://schemas.microsoft.com/office/drawing/2014/main" id="{F2AF2C85-4A6E-33E3-159D-3A40B1745978}"/>
              </a:ext>
            </a:extLst>
          </p:cNvPr>
          <p:cNvSpPr/>
          <p:nvPr/>
        </p:nvSpPr>
        <p:spPr>
          <a:xfrm rot="18906580">
            <a:off x="3417724" y="3184096"/>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Cruz 14">
            <a:extLst>
              <a:ext uri="{FF2B5EF4-FFF2-40B4-BE49-F238E27FC236}">
                <a16:creationId xmlns:a16="http://schemas.microsoft.com/office/drawing/2014/main" id="{B0537BB0-60EF-BBD2-7A21-05CA99572E74}"/>
              </a:ext>
            </a:extLst>
          </p:cNvPr>
          <p:cNvSpPr/>
          <p:nvPr/>
        </p:nvSpPr>
        <p:spPr>
          <a:xfrm rot="18906580">
            <a:off x="1582801" y="4197436"/>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ruz 15">
            <a:extLst>
              <a:ext uri="{FF2B5EF4-FFF2-40B4-BE49-F238E27FC236}">
                <a16:creationId xmlns:a16="http://schemas.microsoft.com/office/drawing/2014/main" id="{56BDC521-20C7-50D9-87F8-273222D3E9AC}"/>
              </a:ext>
            </a:extLst>
          </p:cNvPr>
          <p:cNvSpPr/>
          <p:nvPr/>
        </p:nvSpPr>
        <p:spPr>
          <a:xfrm rot="18906580">
            <a:off x="8923450" y="4173864"/>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Cruz 16">
            <a:extLst>
              <a:ext uri="{FF2B5EF4-FFF2-40B4-BE49-F238E27FC236}">
                <a16:creationId xmlns:a16="http://schemas.microsoft.com/office/drawing/2014/main" id="{075EF77C-37F8-713F-5B34-701C9179F9B6}"/>
              </a:ext>
            </a:extLst>
          </p:cNvPr>
          <p:cNvSpPr/>
          <p:nvPr/>
        </p:nvSpPr>
        <p:spPr>
          <a:xfrm rot="18906580">
            <a:off x="9490283" y="4175391"/>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Cruz 17">
            <a:extLst>
              <a:ext uri="{FF2B5EF4-FFF2-40B4-BE49-F238E27FC236}">
                <a16:creationId xmlns:a16="http://schemas.microsoft.com/office/drawing/2014/main" id="{9BF8273C-6AAF-213E-7F4A-C0F096754B8F}"/>
              </a:ext>
            </a:extLst>
          </p:cNvPr>
          <p:cNvSpPr/>
          <p:nvPr/>
        </p:nvSpPr>
        <p:spPr>
          <a:xfrm rot="18906580">
            <a:off x="10125694" y="419708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Cruz 18">
            <a:extLst>
              <a:ext uri="{FF2B5EF4-FFF2-40B4-BE49-F238E27FC236}">
                <a16:creationId xmlns:a16="http://schemas.microsoft.com/office/drawing/2014/main" id="{FEEB7331-3701-14E9-7E05-1B55152904ED}"/>
              </a:ext>
            </a:extLst>
          </p:cNvPr>
          <p:cNvSpPr/>
          <p:nvPr/>
        </p:nvSpPr>
        <p:spPr>
          <a:xfrm rot="18906580">
            <a:off x="9519976" y="5242532"/>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Cruz 19">
            <a:extLst>
              <a:ext uri="{FF2B5EF4-FFF2-40B4-BE49-F238E27FC236}">
                <a16:creationId xmlns:a16="http://schemas.microsoft.com/office/drawing/2014/main" id="{2E00F6DB-D8D3-96B8-AFEE-E7E36E994EB4}"/>
              </a:ext>
            </a:extLst>
          </p:cNvPr>
          <p:cNvSpPr/>
          <p:nvPr/>
        </p:nvSpPr>
        <p:spPr>
          <a:xfrm rot="18906580">
            <a:off x="3416986" y="5219374"/>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Cruz 20">
            <a:extLst>
              <a:ext uri="{FF2B5EF4-FFF2-40B4-BE49-F238E27FC236}">
                <a16:creationId xmlns:a16="http://schemas.microsoft.com/office/drawing/2014/main" id="{BDE041D1-7E71-CC3D-6A16-028C6A08C4A9}"/>
              </a:ext>
            </a:extLst>
          </p:cNvPr>
          <p:cNvSpPr/>
          <p:nvPr/>
        </p:nvSpPr>
        <p:spPr>
          <a:xfrm rot="18906580">
            <a:off x="4666955" y="4173864"/>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Cruz 21">
            <a:extLst>
              <a:ext uri="{FF2B5EF4-FFF2-40B4-BE49-F238E27FC236}">
                <a16:creationId xmlns:a16="http://schemas.microsoft.com/office/drawing/2014/main" id="{05EF111F-847B-BEEA-6DDB-00CB8BC4CC38}"/>
              </a:ext>
            </a:extLst>
          </p:cNvPr>
          <p:cNvSpPr/>
          <p:nvPr/>
        </p:nvSpPr>
        <p:spPr>
          <a:xfrm rot="18906580">
            <a:off x="4645077" y="524317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Cruz 22">
            <a:extLst>
              <a:ext uri="{FF2B5EF4-FFF2-40B4-BE49-F238E27FC236}">
                <a16:creationId xmlns:a16="http://schemas.microsoft.com/office/drawing/2014/main" id="{41141AEC-59FB-E477-D9F3-85A5A0C2C989}"/>
              </a:ext>
            </a:extLst>
          </p:cNvPr>
          <p:cNvSpPr/>
          <p:nvPr/>
        </p:nvSpPr>
        <p:spPr>
          <a:xfrm rot="18906580">
            <a:off x="7107495" y="313270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Cruz 23">
            <a:extLst>
              <a:ext uri="{FF2B5EF4-FFF2-40B4-BE49-F238E27FC236}">
                <a16:creationId xmlns:a16="http://schemas.microsoft.com/office/drawing/2014/main" id="{68E5FC30-0480-431E-B04A-FBBCEB3BC7EF}"/>
              </a:ext>
            </a:extLst>
          </p:cNvPr>
          <p:cNvSpPr/>
          <p:nvPr/>
        </p:nvSpPr>
        <p:spPr>
          <a:xfrm rot="18906580">
            <a:off x="7700302" y="4175391"/>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Cruz 24">
            <a:extLst>
              <a:ext uri="{FF2B5EF4-FFF2-40B4-BE49-F238E27FC236}">
                <a16:creationId xmlns:a16="http://schemas.microsoft.com/office/drawing/2014/main" id="{F7ED6132-C706-DC3E-6088-FFBD84610757}"/>
              </a:ext>
            </a:extLst>
          </p:cNvPr>
          <p:cNvSpPr/>
          <p:nvPr/>
        </p:nvSpPr>
        <p:spPr>
          <a:xfrm rot="18906580">
            <a:off x="356192" y="416270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Cruz 25">
            <a:extLst>
              <a:ext uri="{FF2B5EF4-FFF2-40B4-BE49-F238E27FC236}">
                <a16:creationId xmlns:a16="http://schemas.microsoft.com/office/drawing/2014/main" id="{E6803098-DB5F-B985-934C-4B8D8F399EF0}"/>
              </a:ext>
            </a:extLst>
          </p:cNvPr>
          <p:cNvSpPr/>
          <p:nvPr/>
        </p:nvSpPr>
        <p:spPr>
          <a:xfrm rot="18906580">
            <a:off x="1590613" y="523282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Cruz 26">
            <a:extLst>
              <a:ext uri="{FF2B5EF4-FFF2-40B4-BE49-F238E27FC236}">
                <a16:creationId xmlns:a16="http://schemas.microsoft.com/office/drawing/2014/main" id="{A86FAA31-0A21-C750-67DE-CAF45F4DB5EF}"/>
              </a:ext>
            </a:extLst>
          </p:cNvPr>
          <p:cNvSpPr/>
          <p:nvPr/>
        </p:nvSpPr>
        <p:spPr>
          <a:xfrm rot="18906580">
            <a:off x="7686782" y="5251486"/>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Cruz 27">
            <a:extLst>
              <a:ext uri="{FF2B5EF4-FFF2-40B4-BE49-F238E27FC236}">
                <a16:creationId xmlns:a16="http://schemas.microsoft.com/office/drawing/2014/main" id="{4F31480E-0E6C-2D83-243B-6A90EFEEEE13}"/>
              </a:ext>
            </a:extLst>
          </p:cNvPr>
          <p:cNvSpPr/>
          <p:nvPr/>
        </p:nvSpPr>
        <p:spPr>
          <a:xfrm rot="18906580">
            <a:off x="352814" y="5225333"/>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Cruz 28">
            <a:extLst>
              <a:ext uri="{FF2B5EF4-FFF2-40B4-BE49-F238E27FC236}">
                <a16:creationId xmlns:a16="http://schemas.microsoft.com/office/drawing/2014/main" id="{76331D79-9FCF-C6C4-A5DB-628230AEACE5}"/>
              </a:ext>
            </a:extLst>
          </p:cNvPr>
          <p:cNvSpPr/>
          <p:nvPr/>
        </p:nvSpPr>
        <p:spPr>
          <a:xfrm rot="18906580">
            <a:off x="11348845" y="3160479"/>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Cruz 29">
            <a:extLst>
              <a:ext uri="{FF2B5EF4-FFF2-40B4-BE49-F238E27FC236}">
                <a16:creationId xmlns:a16="http://schemas.microsoft.com/office/drawing/2014/main" id="{ACF69C84-FD01-164A-00DE-DB76F1684520}"/>
              </a:ext>
            </a:extLst>
          </p:cNvPr>
          <p:cNvSpPr/>
          <p:nvPr/>
        </p:nvSpPr>
        <p:spPr>
          <a:xfrm rot="18906580">
            <a:off x="1582799" y="3115416"/>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Cruz 30">
            <a:extLst>
              <a:ext uri="{FF2B5EF4-FFF2-40B4-BE49-F238E27FC236}">
                <a16:creationId xmlns:a16="http://schemas.microsoft.com/office/drawing/2014/main" id="{EEBBBA44-77C2-D403-C68D-D0FB273EB112}"/>
              </a:ext>
            </a:extLst>
          </p:cNvPr>
          <p:cNvSpPr/>
          <p:nvPr/>
        </p:nvSpPr>
        <p:spPr>
          <a:xfrm rot="18906580">
            <a:off x="8923452" y="313270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Cruz 34">
            <a:extLst>
              <a:ext uri="{FF2B5EF4-FFF2-40B4-BE49-F238E27FC236}">
                <a16:creationId xmlns:a16="http://schemas.microsoft.com/office/drawing/2014/main" id="{F7FAAC64-3BA2-4684-62DD-DC19C3BA9F2F}"/>
              </a:ext>
            </a:extLst>
          </p:cNvPr>
          <p:cNvSpPr/>
          <p:nvPr/>
        </p:nvSpPr>
        <p:spPr>
          <a:xfrm rot="18906580">
            <a:off x="4058784" y="4159177"/>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Cruz 35">
            <a:extLst>
              <a:ext uri="{FF2B5EF4-FFF2-40B4-BE49-F238E27FC236}">
                <a16:creationId xmlns:a16="http://schemas.microsoft.com/office/drawing/2014/main" id="{D80724C5-FB58-F3A9-AC5D-21A9D6F735A2}"/>
              </a:ext>
            </a:extLst>
          </p:cNvPr>
          <p:cNvSpPr/>
          <p:nvPr/>
        </p:nvSpPr>
        <p:spPr>
          <a:xfrm rot="18906580">
            <a:off x="4014213" y="521341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Cruz 31">
            <a:extLst>
              <a:ext uri="{FF2B5EF4-FFF2-40B4-BE49-F238E27FC236}">
                <a16:creationId xmlns:a16="http://schemas.microsoft.com/office/drawing/2014/main" id="{5DFD846F-90A1-5996-6821-F92DC93CCCC2}"/>
              </a:ext>
            </a:extLst>
          </p:cNvPr>
          <p:cNvSpPr/>
          <p:nvPr/>
        </p:nvSpPr>
        <p:spPr>
          <a:xfrm rot="18906580">
            <a:off x="10777346" y="315050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3" name="Imagen 32" descr="Imagen que contiene flor&#10;&#10;Descripción generada automáticamente">
            <a:extLst>
              <a:ext uri="{FF2B5EF4-FFF2-40B4-BE49-F238E27FC236}">
                <a16:creationId xmlns:a16="http://schemas.microsoft.com/office/drawing/2014/main" id="{1A0C3DF0-7C52-13B4-B5A1-CCC9438AD67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57295" y="1401906"/>
            <a:ext cx="907058" cy="1038121"/>
          </a:xfrm>
          <a:prstGeom prst="rect">
            <a:avLst/>
          </a:prstGeom>
        </p:spPr>
      </p:pic>
      <p:sp>
        <p:nvSpPr>
          <p:cNvPr id="38" name="CuadroTexto 37">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39" name="CuadroTexto 38">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Tree>
    <p:extLst>
      <p:ext uri="{BB962C8B-B14F-4D97-AF65-F5344CB8AC3E}">
        <p14:creationId xmlns:p14="http://schemas.microsoft.com/office/powerpoint/2010/main" val="30241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8" name="Picture 2" descr="https://sciencemagician.wordpress.com/wp-content/uploads/2014/10/guesswho2.jpg">
            <a:extLst>
              <a:ext uri="{FF2B5EF4-FFF2-40B4-BE49-F238E27FC236}">
                <a16:creationId xmlns:a16="http://schemas.microsoft.com/office/drawing/2014/main" id="{CDC1D74A-7A73-6C74-A445-A6319F0A5B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4184" y="3270023"/>
            <a:ext cx="5410161" cy="3420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esquinas redondeadas 3">
            <a:extLst>
              <a:ext uri="{FF2B5EF4-FFF2-40B4-BE49-F238E27FC236}">
                <a16:creationId xmlns:a16="http://schemas.microsoft.com/office/drawing/2014/main" id="{3E398B49-9D14-75E3-DC47-DE02AEC0D35F}"/>
              </a:ext>
            </a:extLst>
          </p:cNvPr>
          <p:cNvSpPr/>
          <p:nvPr/>
        </p:nvSpPr>
        <p:spPr>
          <a:xfrm>
            <a:off x="4667692" y="2253051"/>
            <a:ext cx="2854325" cy="664934"/>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F39CD4ED-6A9E-802E-FD6F-E66FFD38F1FF}"/>
              </a:ext>
            </a:extLst>
          </p:cNvPr>
          <p:cNvSpPr txBox="1"/>
          <p:nvPr/>
        </p:nvSpPr>
        <p:spPr>
          <a:xfrm>
            <a:off x="4514517" y="2210098"/>
            <a:ext cx="3134460" cy="707886"/>
          </a:xfrm>
          <a:prstGeom prst="rect">
            <a:avLst/>
          </a:prstGeom>
          <a:noFill/>
        </p:spPr>
        <p:txBody>
          <a:bodyPr wrap="square" rtlCol="0">
            <a:spAutoFit/>
          </a:bodyPr>
          <a:lstStyle/>
          <a:p>
            <a:pPr algn="ctr"/>
            <a:r>
              <a:rPr lang="es-ES" sz="2000" dirty="0">
                <a:solidFill>
                  <a:schemeClr val="tx2"/>
                </a:solidFill>
                <a:latin typeface="Amasis MT Pro Black" panose="020F0502020204030204" pitchFamily="18" charset="0"/>
              </a:rPr>
              <a:t>¿Su nombre tiene la letra ‘a’?</a:t>
            </a:r>
          </a:p>
        </p:txBody>
      </p:sp>
      <p:sp>
        <p:nvSpPr>
          <p:cNvPr id="7" name="Flecha: hacia la izquierda 6">
            <a:extLst>
              <a:ext uri="{FF2B5EF4-FFF2-40B4-BE49-F238E27FC236}">
                <a16:creationId xmlns:a16="http://schemas.microsoft.com/office/drawing/2014/main" id="{EEFE3D7F-4C9D-1AD9-E508-F3E0E1AC1F4B}"/>
              </a:ext>
            </a:extLst>
          </p:cNvPr>
          <p:cNvSpPr/>
          <p:nvPr/>
        </p:nvSpPr>
        <p:spPr>
          <a:xfrm rot="13704597">
            <a:off x="7437665" y="2997333"/>
            <a:ext cx="559767" cy="25685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uadroTexto 7">
            <a:extLst>
              <a:ext uri="{FF2B5EF4-FFF2-40B4-BE49-F238E27FC236}">
                <a16:creationId xmlns:a16="http://schemas.microsoft.com/office/drawing/2014/main" id="{DA37F68B-8D05-3414-5504-C342FF7B4151}"/>
              </a:ext>
            </a:extLst>
          </p:cNvPr>
          <p:cNvSpPr txBox="1"/>
          <p:nvPr/>
        </p:nvSpPr>
        <p:spPr>
          <a:xfrm>
            <a:off x="4370412" y="5978810"/>
            <a:ext cx="444352" cy="400110"/>
          </a:xfrm>
          <a:prstGeom prst="rect">
            <a:avLst/>
          </a:prstGeom>
          <a:noFill/>
        </p:spPr>
        <p:txBody>
          <a:bodyPr wrap="none" rtlCol="0">
            <a:spAutoFit/>
          </a:bodyPr>
          <a:lstStyle/>
          <a:p>
            <a:r>
              <a:rPr lang="es-ES" sz="2000" dirty="0">
                <a:solidFill>
                  <a:schemeClr val="accent6">
                    <a:lumMod val="50000"/>
                  </a:schemeClr>
                </a:solidFill>
                <a:latin typeface="Amasis MT Pro Black" panose="020F0502020204030204" pitchFamily="18" charset="0"/>
              </a:rPr>
              <a:t>SI</a:t>
            </a:r>
          </a:p>
        </p:txBody>
      </p:sp>
      <p:sp>
        <p:nvSpPr>
          <p:cNvPr id="9" name="CuadroTexto 8">
            <a:extLst>
              <a:ext uri="{FF2B5EF4-FFF2-40B4-BE49-F238E27FC236}">
                <a16:creationId xmlns:a16="http://schemas.microsoft.com/office/drawing/2014/main" id="{4011E7FD-12F1-5EFD-6D20-BDB4A8649B07}"/>
              </a:ext>
            </a:extLst>
          </p:cNvPr>
          <p:cNvSpPr txBox="1"/>
          <p:nvPr/>
        </p:nvSpPr>
        <p:spPr>
          <a:xfrm>
            <a:off x="7758846" y="2669533"/>
            <a:ext cx="587020" cy="400110"/>
          </a:xfrm>
          <a:prstGeom prst="rect">
            <a:avLst/>
          </a:prstGeom>
          <a:noFill/>
        </p:spPr>
        <p:txBody>
          <a:bodyPr wrap="none" rtlCol="0">
            <a:spAutoFit/>
          </a:bodyPr>
          <a:lstStyle/>
          <a:p>
            <a:r>
              <a:rPr lang="es-ES" sz="2000" dirty="0">
                <a:solidFill>
                  <a:srgbClr val="A0453E"/>
                </a:solidFill>
                <a:latin typeface="Amasis MT Pro Black" panose="020F0502020204030204" pitchFamily="18" charset="0"/>
              </a:rPr>
              <a:t>NO</a:t>
            </a:r>
          </a:p>
        </p:txBody>
      </p:sp>
      <p:grpSp>
        <p:nvGrpSpPr>
          <p:cNvPr id="1028" name="Grupo 1027">
            <a:extLst>
              <a:ext uri="{FF2B5EF4-FFF2-40B4-BE49-F238E27FC236}">
                <a16:creationId xmlns:a16="http://schemas.microsoft.com/office/drawing/2014/main" id="{DBE2E05B-7029-274B-708E-E45E6A43F53B}"/>
              </a:ext>
            </a:extLst>
          </p:cNvPr>
          <p:cNvGrpSpPr>
            <a:grpSpLocks noChangeAspect="1"/>
          </p:cNvGrpSpPr>
          <p:nvPr/>
        </p:nvGrpSpPr>
        <p:grpSpPr>
          <a:xfrm>
            <a:off x="4370143" y="51261"/>
            <a:ext cx="3452064" cy="2160000"/>
            <a:chOff x="252805" y="2830808"/>
            <a:chExt cx="4972114" cy="3178974"/>
          </a:xfrm>
        </p:grpSpPr>
        <p:pic>
          <p:nvPicPr>
            <p:cNvPr id="1029" name="Picture 2" descr="https://sciencemagician.wordpress.com/wp-content/uploads/2014/10/guesswho2.jpg">
              <a:extLst>
                <a:ext uri="{FF2B5EF4-FFF2-40B4-BE49-F238E27FC236}">
                  <a16:creationId xmlns:a16="http://schemas.microsoft.com/office/drawing/2014/main" id="{39B5938A-0730-A245-E59C-0D2CFFC92AA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2805" y="2830808"/>
              <a:ext cx="4972114" cy="3178974"/>
            </a:xfrm>
            <a:prstGeom prst="rect">
              <a:avLst/>
            </a:prstGeom>
            <a:noFill/>
            <a:extLst>
              <a:ext uri="{909E8E84-426E-40DD-AFC4-6F175D3DCCD1}">
                <a14:hiddenFill xmlns:a14="http://schemas.microsoft.com/office/drawing/2010/main">
                  <a:solidFill>
                    <a:srgbClr val="FFFFFF"/>
                  </a:solidFill>
                </a14:hiddenFill>
              </a:ext>
            </a:extLst>
          </p:spPr>
        </p:pic>
        <p:sp>
          <p:nvSpPr>
            <p:cNvPr id="1030" name="Cruz 1029">
              <a:extLst>
                <a:ext uri="{FF2B5EF4-FFF2-40B4-BE49-F238E27FC236}">
                  <a16:creationId xmlns:a16="http://schemas.microsoft.com/office/drawing/2014/main" id="{5F6865F8-D17B-F36C-F481-FE8B3E2EFEC4}"/>
                </a:ext>
              </a:extLst>
            </p:cNvPr>
            <p:cNvSpPr/>
            <p:nvPr/>
          </p:nvSpPr>
          <p:spPr>
            <a:xfrm rot="18906580">
              <a:off x="2204290" y="5219374"/>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1" name="Cruz 1030">
              <a:extLst>
                <a:ext uri="{FF2B5EF4-FFF2-40B4-BE49-F238E27FC236}">
                  <a16:creationId xmlns:a16="http://schemas.microsoft.com/office/drawing/2014/main" id="{802D6553-ADCD-8D47-D937-64A0E7AD2E10}"/>
                </a:ext>
              </a:extLst>
            </p:cNvPr>
            <p:cNvSpPr/>
            <p:nvPr/>
          </p:nvSpPr>
          <p:spPr>
            <a:xfrm rot="18906580">
              <a:off x="3417724" y="3184096"/>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2" name="Cruz 1031">
              <a:extLst>
                <a:ext uri="{FF2B5EF4-FFF2-40B4-BE49-F238E27FC236}">
                  <a16:creationId xmlns:a16="http://schemas.microsoft.com/office/drawing/2014/main" id="{54C21BBB-0872-EF94-6936-6E395149468D}"/>
                </a:ext>
              </a:extLst>
            </p:cNvPr>
            <p:cNvSpPr/>
            <p:nvPr/>
          </p:nvSpPr>
          <p:spPr>
            <a:xfrm rot="18906580">
              <a:off x="1582801" y="4197436"/>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3" name="Cruz 1032">
              <a:extLst>
                <a:ext uri="{FF2B5EF4-FFF2-40B4-BE49-F238E27FC236}">
                  <a16:creationId xmlns:a16="http://schemas.microsoft.com/office/drawing/2014/main" id="{46DB7572-CAE7-2C99-7969-AF96BF7728CB}"/>
                </a:ext>
              </a:extLst>
            </p:cNvPr>
            <p:cNvSpPr/>
            <p:nvPr/>
          </p:nvSpPr>
          <p:spPr>
            <a:xfrm rot="18906580">
              <a:off x="3416986" y="5219374"/>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4" name="Cruz 1033">
              <a:extLst>
                <a:ext uri="{FF2B5EF4-FFF2-40B4-BE49-F238E27FC236}">
                  <a16:creationId xmlns:a16="http://schemas.microsoft.com/office/drawing/2014/main" id="{F15E6F46-D25D-860B-34C3-8D28C5F1142D}"/>
                </a:ext>
              </a:extLst>
            </p:cNvPr>
            <p:cNvSpPr/>
            <p:nvPr/>
          </p:nvSpPr>
          <p:spPr>
            <a:xfrm rot="18906580">
              <a:off x="4666955" y="4173864"/>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5" name="Cruz 1034">
              <a:extLst>
                <a:ext uri="{FF2B5EF4-FFF2-40B4-BE49-F238E27FC236}">
                  <a16:creationId xmlns:a16="http://schemas.microsoft.com/office/drawing/2014/main" id="{CEF1103B-C726-DB6C-D23D-6EB3888BD4FE}"/>
                </a:ext>
              </a:extLst>
            </p:cNvPr>
            <p:cNvSpPr/>
            <p:nvPr/>
          </p:nvSpPr>
          <p:spPr>
            <a:xfrm rot="18906580">
              <a:off x="4645077" y="524317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6" name="Cruz 1035">
              <a:extLst>
                <a:ext uri="{FF2B5EF4-FFF2-40B4-BE49-F238E27FC236}">
                  <a16:creationId xmlns:a16="http://schemas.microsoft.com/office/drawing/2014/main" id="{CFF323F4-4BD1-D29A-86A6-69BFAB723CF2}"/>
                </a:ext>
              </a:extLst>
            </p:cNvPr>
            <p:cNvSpPr/>
            <p:nvPr/>
          </p:nvSpPr>
          <p:spPr>
            <a:xfrm rot="18906580">
              <a:off x="356192" y="416270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7" name="Cruz 1036">
              <a:extLst>
                <a:ext uri="{FF2B5EF4-FFF2-40B4-BE49-F238E27FC236}">
                  <a16:creationId xmlns:a16="http://schemas.microsoft.com/office/drawing/2014/main" id="{2B6F1410-5492-9D6B-2FED-60C27F7039DD}"/>
                </a:ext>
              </a:extLst>
            </p:cNvPr>
            <p:cNvSpPr/>
            <p:nvPr/>
          </p:nvSpPr>
          <p:spPr>
            <a:xfrm rot="18906580">
              <a:off x="1590613" y="523282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8" name="Cruz 1037">
              <a:extLst>
                <a:ext uri="{FF2B5EF4-FFF2-40B4-BE49-F238E27FC236}">
                  <a16:creationId xmlns:a16="http://schemas.microsoft.com/office/drawing/2014/main" id="{7ACB82C0-5E76-43DD-1BDA-0A84BEE147EF}"/>
                </a:ext>
              </a:extLst>
            </p:cNvPr>
            <p:cNvSpPr/>
            <p:nvPr/>
          </p:nvSpPr>
          <p:spPr>
            <a:xfrm rot="18906580">
              <a:off x="352814" y="5225333"/>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9" name="Cruz 1038">
              <a:extLst>
                <a:ext uri="{FF2B5EF4-FFF2-40B4-BE49-F238E27FC236}">
                  <a16:creationId xmlns:a16="http://schemas.microsoft.com/office/drawing/2014/main" id="{A3E1E151-A20C-0BDE-6926-ED7BB1798253}"/>
                </a:ext>
              </a:extLst>
            </p:cNvPr>
            <p:cNvSpPr/>
            <p:nvPr/>
          </p:nvSpPr>
          <p:spPr>
            <a:xfrm rot="18906580">
              <a:off x="1582799" y="3115416"/>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40" name="Cruz 1039">
              <a:extLst>
                <a:ext uri="{FF2B5EF4-FFF2-40B4-BE49-F238E27FC236}">
                  <a16:creationId xmlns:a16="http://schemas.microsoft.com/office/drawing/2014/main" id="{30C17519-D529-C070-A2EF-813885CB749F}"/>
                </a:ext>
              </a:extLst>
            </p:cNvPr>
            <p:cNvSpPr/>
            <p:nvPr/>
          </p:nvSpPr>
          <p:spPr>
            <a:xfrm rot="18906580">
              <a:off x="4058784" y="4159177"/>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41" name="Cruz 1040">
              <a:extLst>
                <a:ext uri="{FF2B5EF4-FFF2-40B4-BE49-F238E27FC236}">
                  <a16:creationId xmlns:a16="http://schemas.microsoft.com/office/drawing/2014/main" id="{904D6F5B-246D-3CFE-669D-F2F0EE555004}"/>
                </a:ext>
              </a:extLst>
            </p:cNvPr>
            <p:cNvSpPr/>
            <p:nvPr/>
          </p:nvSpPr>
          <p:spPr>
            <a:xfrm rot="18906580">
              <a:off x="4014213" y="521341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1042" name="Flecha: hacia la izquierda 1041">
            <a:extLst>
              <a:ext uri="{FF2B5EF4-FFF2-40B4-BE49-F238E27FC236}">
                <a16:creationId xmlns:a16="http://schemas.microsoft.com/office/drawing/2014/main" id="{429F1B31-C374-D7C9-C4F0-DC227E17ECC7}"/>
              </a:ext>
            </a:extLst>
          </p:cNvPr>
          <p:cNvSpPr/>
          <p:nvPr/>
        </p:nvSpPr>
        <p:spPr>
          <a:xfrm rot="19041284">
            <a:off x="4531902" y="6308334"/>
            <a:ext cx="559767" cy="25685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58" name="Cruz 1057">
            <a:extLst>
              <a:ext uri="{FF2B5EF4-FFF2-40B4-BE49-F238E27FC236}">
                <a16:creationId xmlns:a16="http://schemas.microsoft.com/office/drawing/2014/main" id="{2158A5D6-12BB-2E6A-2CA4-37F0FE809A8F}"/>
              </a:ext>
            </a:extLst>
          </p:cNvPr>
          <p:cNvSpPr/>
          <p:nvPr/>
        </p:nvSpPr>
        <p:spPr>
          <a:xfrm rot="18906580">
            <a:off x="8101852" y="3517512"/>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62" name="Cruz 1061">
            <a:extLst>
              <a:ext uri="{FF2B5EF4-FFF2-40B4-BE49-F238E27FC236}">
                <a16:creationId xmlns:a16="http://schemas.microsoft.com/office/drawing/2014/main" id="{22AD727D-43D2-1A11-0ACB-C377006409AE}"/>
              </a:ext>
            </a:extLst>
          </p:cNvPr>
          <p:cNvSpPr/>
          <p:nvPr/>
        </p:nvSpPr>
        <p:spPr>
          <a:xfrm rot="18906580">
            <a:off x="6747660" y="3598403"/>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70" name="Imagen 1069" descr="Imagen que contiene flor&#10;&#10;Descripción generada automáticamente">
            <a:extLst>
              <a:ext uri="{FF2B5EF4-FFF2-40B4-BE49-F238E27FC236}">
                <a16:creationId xmlns:a16="http://schemas.microsoft.com/office/drawing/2014/main" id="{D9D0F652-5FAF-6C6F-58DE-78557541B9A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34282" y="2000287"/>
            <a:ext cx="776775" cy="889013"/>
          </a:xfrm>
          <a:prstGeom prst="rect">
            <a:avLst/>
          </a:prstGeom>
        </p:spPr>
      </p:pic>
      <p:sp>
        <p:nvSpPr>
          <p:cNvPr id="65" name="CuadroTexto 64">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66" name="CuadroTexto 65">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64" name="Cruz 63">
            <a:extLst>
              <a:ext uri="{FF2B5EF4-FFF2-40B4-BE49-F238E27FC236}">
                <a16:creationId xmlns:a16="http://schemas.microsoft.com/office/drawing/2014/main" id="{2158A5D6-12BB-2E6A-2CA4-37F0FE809A8F}"/>
              </a:ext>
            </a:extLst>
          </p:cNvPr>
          <p:cNvSpPr/>
          <p:nvPr/>
        </p:nvSpPr>
        <p:spPr>
          <a:xfrm rot="18906580">
            <a:off x="10050691" y="3525186"/>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7" name="Cruz 66">
            <a:extLst>
              <a:ext uri="{FF2B5EF4-FFF2-40B4-BE49-F238E27FC236}">
                <a16:creationId xmlns:a16="http://schemas.microsoft.com/office/drawing/2014/main" id="{2158A5D6-12BB-2E6A-2CA4-37F0FE809A8F}"/>
              </a:ext>
            </a:extLst>
          </p:cNvPr>
          <p:cNvSpPr/>
          <p:nvPr/>
        </p:nvSpPr>
        <p:spPr>
          <a:xfrm rot="18906580">
            <a:off x="6756021" y="4677904"/>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8" name="Cruz 67">
            <a:extLst>
              <a:ext uri="{FF2B5EF4-FFF2-40B4-BE49-F238E27FC236}">
                <a16:creationId xmlns:a16="http://schemas.microsoft.com/office/drawing/2014/main" id="{2158A5D6-12BB-2E6A-2CA4-37F0FE809A8F}"/>
              </a:ext>
            </a:extLst>
          </p:cNvPr>
          <p:cNvSpPr/>
          <p:nvPr/>
        </p:nvSpPr>
        <p:spPr>
          <a:xfrm rot="18906580">
            <a:off x="8070833" y="4658492"/>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9" name="Cruz 68">
            <a:extLst>
              <a:ext uri="{FF2B5EF4-FFF2-40B4-BE49-F238E27FC236}">
                <a16:creationId xmlns:a16="http://schemas.microsoft.com/office/drawing/2014/main" id="{2158A5D6-12BB-2E6A-2CA4-37F0FE809A8F}"/>
              </a:ext>
            </a:extLst>
          </p:cNvPr>
          <p:cNvSpPr/>
          <p:nvPr/>
        </p:nvSpPr>
        <p:spPr>
          <a:xfrm rot="18906580">
            <a:off x="10738329" y="4710022"/>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0" name="Cruz 69">
            <a:extLst>
              <a:ext uri="{FF2B5EF4-FFF2-40B4-BE49-F238E27FC236}">
                <a16:creationId xmlns:a16="http://schemas.microsoft.com/office/drawing/2014/main" id="{2158A5D6-12BB-2E6A-2CA4-37F0FE809A8F}"/>
              </a:ext>
            </a:extLst>
          </p:cNvPr>
          <p:cNvSpPr/>
          <p:nvPr/>
        </p:nvSpPr>
        <p:spPr>
          <a:xfrm rot="18906580">
            <a:off x="11402508" y="4722945"/>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1" name="Cruz 70">
            <a:extLst>
              <a:ext uri="{FF2B5EF4-FFF2-40B4-BE49-F238E27FC236}">
                <a16:creationId xmlns:a16="http://schemas.microsoft.com/office/drawing/2014/main" id="{2158A5D6-12BB-2E6A-2CA4-37F0FE809A8F}"/>
              </a:ext>
            </a:extLst>
          </p:cNvPr>
          <p:cNvSpPr/>
          <p:nvPr/>
        </p:nvSpPr>
        <p:spPr>
          <a:xfrm rot="18906580">
            <a:off x="11402508" y="5838657"/>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2" name="Cruz 71">
            <a:extLst>
              <a:ext uri="{FF2B5EF4-FFF2-40B4-BE49-F238E27FC236}">
                <a16:creationId xmlns:a16="http://schemas.microsoft.com/office/drawing/2014/main" id="{2158A5D6-12BB-2E6A-2CA4-37F0FE809A8F}"/>
              </a:ext>
            </a:extLst>
          </p:cNvPr>
          <p:cNvSpPr/>
          <p:nvPr/>
        </p:nvSpPr>
        <p:spPr>
          <a:xfrm rot="18906580">
            <a:off x="10738329" y="5838657"/>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3" name="Cruz 72">
            <a:extLst>
              <a:ext uri="{FF2B5EF4-FFF2-40B4-BE49-F238E27FC236}">
                <a16:creationId xmlns:a16="http://schemas.microsoft.com/office/drawing/2014/main" id="{2158A5D6-12BB-2E6A-2CA4-37F0FE809A8F}"/>
              </a:ext>
            </a:extLst>
          </p:cNvPr>
          <p:cNvSpPr/>
          <p:nvPr/>
        </p:nvSpPr>
        <p:spPr>
          <a:xfrm rot="18906580">
            <a:off x="10074150" y="5848031"/>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4" name="Cruz 73">
            <a:extLst>
              <a:ext uri="{FF2B5EF4-FFF2-40B4-BE49-F238E27FC236}">
                <a16:creationId xmlns:a16="http://schemas.microsoft.com/office/drawing/2014/main" id="{2158A5D6-12BB-2E6A-2CA4-37F0FE809A8F}"/>
              </a:ext>
            </a:extLst>
          </p:cNvPr>
          <p:cNvSpPr/>
          <p:nvPr/>
        </p:nvSpPr>
        <p:spPr>
          <a:xfrm rot="18906580">
            <a:off x="8745793" y="5825845"/>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5" name="Cruz 74">
            <a:extLst>
              <a:ext uri="{FF2B5EF4-FFF2-40B4-BE49-F238E27FC236}">
                <a16:creationId xmlns:a16="http://schemas.microsoft.com/office/drawing/2014/main" id="{2158A5D6-12BB-2E6A-2CA4-37F0FE809A8F}"/>
              </a:ext>
            </a:extLst>
          </p:cNvPr>
          <p:cNvSpPr/>
          <p:nvPr/>
        </p:nvSpPr>
        <p:spPr>
          <a:xfrm rot="18906580">
            <a:off x="8101852" y="5807943"/>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6" name="Cruz 75">
            <a:extLst>
              <a:ext uri="{FF2B5EF4-FFF2-40B4-BE49-F238E27FC236}">
                <a16:creationId xmlns:a16="http://schemas.microsoft.com/office/drawing/2014/main" id="{2158A5D6-12BB-2E6A-2CA4-37F0FE809A8F}"/>
              </a:ext>
            </a:extLst>
          </p:cNvPr>
          <p:cNvSpPr/>
          <p:nvPr/>
        </p:nvSpPr>
        <p:spPr>
          <a:xfrm rot="18906580">
            <a:off x="6741343" y="5822265"/>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77" name="Picture 2" descr="https://sciencemagician.wordpress.com/wp-content/uploads/2014/10/guesswho2.jpg">
            <a:extLst>
              <a:ext uri="{FF2B5EF4-FFF2-40B4-BE49-F238E27FC236}">
                <a16:creationId xmlns:a16="http://schemas.microsoft.com/office/drawing/2014/main" id="{CDC1D74A-7A73-6C74-A445-A6319F0A5B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728" y="3265351"/>
            <a:ext cx="5410161" cy="3420000"/>
          </a:xfrm>
          <a:prstGeom prst="rect">
            <a:avLst/>
          </a:prstGeom>
          <a:noFill/>
          <a:extLst>
            <a:ext uri="{909E8E84-426E-40DD-AFC4-6F175D3DCCD1}">
              <a14:hiddenFill xmlns:a14="http://schemas.microsoft.com/office/drawing/2010/main">
                <a:solidFill>
                  <a:srgbClr val="FFFFFF"/>
                </a:solidFill>
              </a14:hiddenFill>
            </a:ext>
          </a:extLst>
        </p:spPr>
      </p:pic>
      <p:sp>
        <p:nvSpPr>
          <p:cNvPr id="78" name="Flecha: hacia la izquierda 6">
            <a:extLst>
              <a:ext uri="{FF2B5EF4-FFF2-40B4-BE49-F238E27FC236}">
                <a16:creationId xmlns:a16="http://schemas.microsoft.com/office/drawing/2014/main" id="{EEFE3D7F-4C9D-1AD9-E508-F3E0E1AC1F4B}"/>
              </a:ext>
            </a:extLst>
          </p:cNvPr>
          <p:cNvSpPr/>
          <p:nvPr/>
        </p:nvSpPr>
        <p:spPr>
          <a:xfrm rot="19218625">
            <a:off x="4162448" y="2955909"/>
            <a:ext cx="559767" cy="25685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9" name="CuadroTexto 78">
            <a:extLst>
              <a:ext uri="{FF2B5EF4-FFF2-40B4-BE49-F238E27FC236}">
                <a16:creationId xmlns:a16="http://schemas.microsoft.com/office/drawing/2014/main" id="{4011E7FD-12F1-5EFD-6D20-BDB4A8649B07}"/>
              </a:ext>
            </a:extLst>
          </p:cNvPr>
          <p:cNvSpPr txBox="1"/>
          <p:nvPr/>
        </p:nvSpPr>
        <p:spPr>
          <a:xfrm>
            <a:off x="3749326" y="2616612"/>
            <a:ext cx="367408" cy="400110"/>
          </a:xfrm>
          <a:prstGeom prst="rect">
            <a:avLst/>
          </a:prstGeom>
          <a:noFill/>
        </p:spPr>
        <p:txBody>
          <a:bodyPr wrap="none" rtlCol="0">
            <a:spAutoFit/>
          </a:bodyPr>
          <a:lstStyle/>
          <a:p>
            <a:r>
              <a:rPr lang="es-ES" sz="2000" dirty="0" smtClean="0">
                <a:solidFill>
                  <a:srgbClr val="A0453E"/>
                </a:solidFill>
                <a:latin typeface="Amasis MT Pro Black" panose="020F0502020204030204" pitchFamily="18" charset="0"/>
              </a:rPr>
              <a:t>SI</a:t>
            </a:r>
            <a:endParaRPr lang="es-ES" sz="2000" dirty="0">
              <a:solidFill>
                <a:srgbClr val="A0453E"/>
              </a:solidFill>
              <a:latin typeface="Amasis MT Pro Black" panose="020F0502020204030204" pitchFamily="18" charset="0"/>
            </a:endParaRPr>
          </a:p>
        </p:txBody>
      </p:sp>
      <p:sp>
        <p:nvSpPr>
          <p:cNvPr id="80" name="Cruz 79">
            <a:extLst>
              <a:ext uri="{FF2B5EF4-FFF2-40B4-BE49-F238E27FC236}">
                <a16:creationId xmlns:a16="http://schemas.microsoft.com/office/drawing/2014/main" id="{2158A5D6-12BB-2E6A-2CA4-37F0FE809A8F}"/>
              </a:ext>
            </a:extLst>
          </p:cNvPr>
          <p:cNvSpPr/>
          <p:nvPr/>
        </p:nvSpPr>
        <p:spPr>
          <a:xfrm rot="18906580">
            <a:off x="1579396" y="3512840"/>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1" name="Cruz 80">
            <a:extLst>
              <a:ext uri="{FF2B5EF4-FFF2-40B4-BE49-F238E27FC236}">
                <a16:creationId xmlns:a16="http://schemas.microsoft.com/office/drawing/2014/main" id="{22AD727D-43D2-1A11-0ACB-C377006409AE}"/>
              </a:ext>
            </a:extLst>
          </p:cNvPr>
          <p:cNvSpPr/>
          <p:nvPr/>
        </p:nvSpPr>
        <p:spPr>
          <a:xfrm rot="18906580">
            <a:off x="891476" y="4653384"/>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2" name="Cruz 81">
            <a:extLst>
              <a:ext uri="{FF2B5EF4-FFF2-40B4-BE49-F238E27FC236}">
                <a16:creationId xmlns:a16="http://schemas.microsoft.com/office/drawing/2014/main" id="{2158A5D6-12BB-2E6A-2CA4-37F0FE809A8F}"/>
              </a:ext>
            </a:extLst>
          </p:cNvPr>
          <p:cNvSpPr/>
          <p:nvPr/>
        </p:nvSpPr>
        <p:spPr>
          <a:xfrm rot="18906580">
            <a:off x="3528235" y="3520514"/>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3" name="Cruz 82">
            <a:extLst>
              <a:ext uri="{FF2B5EF4-FFF2-40B4-BE49-F238E27FC236}">
                <a16:creationId xmlns:a16="http://schemas.microsoft.com/office/drawing/2014/main" id="{2158A5D6-12BB-2E6A-2CA4-37F0FE809A8F}"/>
              </a:ext>
            </a:extLst>
          </p:cNvPr>
          <p:cNvSpPr/>
          <p:nvPr/>
        </p:nvSpPr>
        <p:spPr>
          <a:xfrm rot="18906580">
            <a:off x="233565" y="4673232"/>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4" name="Cruz 83">
            <a:extLst>
              <a:ext uri="{FF2B5EF4-FFF2-40B4-BE49-F238E27FC236}">
                <a16:creationId xmlns:a16="http://schemas.microsoft.com/office/drawing/2014/main" id="{2158A5D6-12BB-2E6A-2CA4-37F0FE809A8F}"/>
              </a:ext>
            </a:extLst>
          </p:cNvPr>
          <p:cNvSpPr/>
          <p:nvPr/>
        </p:nvSpPr>
        <p:spPr>
          <a:xfrm rot="18906580">
            <a:off x="1548377" y="4653820"/>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5" name="Cruz 84">
            <a:extLst>
              <a:ext uri="{FF2B5EF4-FFF2-40B4-BE49-F238E27FC236}">
                <a16:creationId xmlns:a16="http://schemas.microsoft.com/office/drawing/2014/main" id="{2158A5D6-12BB-2E6A-2CA4-37F0FE809A8F}"/>
              </a:ext>
            </a:extLst>
          </p:cNvPr>
          <p:cNvSpPr/>
          <p:nvPr/>
        </p:nvSpPr>
        <p:spPr>
          <a:xfrm rot="18906580">
            <a:off x="4215873" y="4705350"/>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6" name="Cruz 85">
            <a:extLst>
              <a:ext uri="{FF2B5EF4-FFF2-40B4-BE49-F238E27FC236}">
                <a16:creationId xmlns:a16="http://schemas.microsoft.com/office/drawing/2014/main" id="{2158A5D6-12BB-2E6A-2CA4-37F0FE809A8F}"/>
              </a:ext>
            </a:extLst>
          </p:cNvPr>
          <p:cNvSpPr/>
          <p:nvPr/>
        </p:nvSpPr>
        <p:spPr>
          <a:xfrm rot="18906580">
            <a:off x="4880052" y="4718273"/>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7" name="Cruz 86">
            <a:extLst>
              <a:ext uri="{FF2B5EF4-FFF2-40B4-BE49-F238E27FC236}">
                <a16:creationId xmlns:a16="http://schemas.microsoft.com/office/drawing/2014/main" id="{2158A5D6-12BB-2E6A-2CA4-37F0FE809A8F}"/>
              </a:ext>
            </a:extLst>
          </p:cNvPr>
          <p:cNvSpPr/>
          <p:nvPr/>
        </p:nvSpPr>
        <p:spPr>
          <a:xfrm rot="18906580">
            <a:off x="4880052" y="5833985"/>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8" name="Cruz 87">
            <a:extLst>
              <a:ext uri="{FF2B5EF4-FFF2-40B4-BE49-F238E27FC236}">
                <a16:creationId xmlns:a16="http://schemas.microsoft.com/office/drawing/2014/main" id="{2158A5D6-12BB-2E6A-2CA4-37F0FE809A8F}"/>
              </a:ext>
            </a:extLst>
          </p:cNvPr>
          <p:cNvSpPr/>
          <p:nvPr/>
        </p:nvSpPr>
        <p:spPr>
          <a:xfrm rot="18906580">
            <a:off x="4215873" y="5833985"/>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9" name="Cruz 88">
            <a:extLst>
              <a:ext uri="{FF2B5EF4-FFF2-40B4-BE49-F238E27FC236}">
                <a16:creationId xmlns:a16="http://schemas.microsoft.com/office/drawing/2014/main" id="{2158A5D6-12BB-2E6A-2CA4-37F0FE809A8F}"/>
              </a:ext>
            </a:extLst>
          </p:cNvPr>
          <p:cNvSpPr/>
          <p:nvPr/>
        </p:nvSpPr>
        <p:spPr>
          <a:xfrm rot="18906580">
            <a:off x="3551694" y="5843359"/>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0" name="Cruz 89">
            <a:extLst>
              <a:ext uri="{FF2B5EF4-FFF2-40B4-BE49-F238E27FC236}">
                <a16:creationId xmlns:a16="http://schemas.microsoft.com/office/drawing/2014/main" id="{2158A5D6-12BB-2E6A-2CA4-37F0FE809A8F}"/>
              </a:ext>
            </a:extLst>
          </p:cNvPr>
          <p:cNvSpPr/>
          <p:nvPr/>
        </p:nvSpPr>
        <p:spPr>
          <a:xfrm rot="18906580">
            <a:off x="2223337" y="5821173"/>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1" name="Cruz 90">
            <a:extLst>
              <a:ext uri="{FF2B5EF4-FFF2-40B4-BE49-F238E27FC236}">
                <a16:creationId xmlns:a16="http://schemas.microsoft.com/office/drawing/2014/main" id="{2158A5D6-12BB-2E6A-2CA4-37F0FE809A8F}"/>
              </a:ext>
            </a:extLst>
          </p:cNvPr>
          <p:cNvSpPr/>
          <p:nvPr/>
        </p:nvSpPr>
        <p:spPr>
          <a:xfrm rot="18906580">
            <a:off x="1579396" y="5803271"/>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2" name="Cruz 91">
            <a:extLst>
              <a:ext uri="{FF2B5EF4-FFF2-40B4-BE49-F238E27FC236}">
                <a16:creationId xmlns:a16="http://schemas.microsoft.com/office/drawing/2014/main" id="{2158A5D6-12BB-2E6A-2CA4-37F0FE809A8F}"/>
              </a:ext>
            </a:extLst>
          </p:cNvPr>
          <p:cNvSpPr/>
          <p:nvPr/>
        </p:nvSpPr>
        <p:spPr>
          <a:xfrm rot="18906580">
            <a:off x="218887" y="5817593"/>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3" name="Cruz 92">
            <a:extLst>
              <a:ext uri="{FF2B5EF4-FFF2-40B4-BE49-F238E27FC236}">
                <a16:creationId xmlns:a16="http://schemas.microsoft.com/office/drawing/2014/main" id="{22AD727D-43D2-1A11-0ACB-C377006409AE}"/>
              </a:ext>
            </a:extLst>
          </p:cNvPr>
          <p:cNvSpPr/>
          <p:nvPr/>
        </p:nvSpPr>
        <p:spPr>
          <a:xfrm rot="18906580">
            <a:off x="7428036" y="3569509"/>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4" name="Cruz 93">
            <a:extLst>
              <a:ext uri="{FF2B5EF4-FFF2-40B4-BE49-F238E27FC236}">
                <a16:creationId xmlns:a16="http://schemas.microsoft.com/office/drawing/2014/main" id="{22AD727D-43D2-1A11-0ACB-C377006409AE}"/>
              </a:ext>
            </a:extLst>
          </p:cNvPr>
          <p:cNvSpPr/>
          <p:nvPr/>
        </p:nvSpPr>
        <p:spPr>
          <a:xfrm rot="18906580">
            <a:off x="8767622" y="3512841"/>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5" name="Cruz 94">
            <a:extLst>
              <a:ext uri="{FF2B5EF4-FFF2-40B4-BE49-F238E27FC236}">
                <a16:creationId xmlns:a16="http://schemas.microsoft.com/office/drawing/2014/main" id="{22AD727D-43D2-1A11-0ACB-C377006409AE}"/>
              </a:ext>
            </a:extLst>
          </p:cNvPr>
          <p:cNvSpPr/>
          <p:nvPr/>
        </p:nvSpPr>
        <p:spPr>
          <a:xfrm rot="18906580">
            <a:off x="9409158" y="3540836"/>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6" name="Cruz 95">
            <a:extLst>
              <a:ext uri="{FF2B5EF4-FFF2-40B4-BE49-F238E27FC236}">
                <a16:creationId xmlns:a16="http://schemas.microsoft.com/office/drawing/2014/main" id="{22AD727D-43D2-1A11-0ACB-C377006409AE}"/>
              </a:ext>
            </a:extLst>
          </p:cNvPr>
          <p:cNvSpPr/>
          <p:nvPr/>
        </p:nvSpPr>
        <p:spPr>
          <a:xfrm rot="18906580">
            <a:off x="10738329" y="3540837"/>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7" name="Cruz 96">
            <a:extLst>
              <a:ext uri="{FF2B5EF4-FFF2-40B4-BE49-F238E27FC236}">
                <a16:creationId xmlns:a16="http://schemas.microsoft.com/office/drawing/2014/main" id="{22AD727D-43D2-1A11-0ACB-C377006409AE}"/>
              </a:ext>
            </a:extLst>
          </p:cNvPr>
          <p:cNvSpPr/>
          <p:nvPr/>
        </p:nvSpPr>
        <p:spPr>
          <a:xfrm rot="18906580">
            <a:off x="11427543" y="3527914"/>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8" name="Cruz 97">
            <a:extLst>
              <a:ext uri="{FF2B5EF4-FFF2-40B4-BE49-F238E27FC236}">
                <a16:creationId xmlns:a16="http://schemas.microsoft.com/office/drawing/2014/main" id="{22AD727D-43D2-1A11-0ACB-C377006409AE}"/>
              </a:ext>
            </a:extLst>
          </p:cNvPr>
          <p:cNvSpPr/>
          <p:nvPr/>
        </p:nvSpPr>
        <p:spPr>
          <a:xfrm rot="18906580">
            <a:off x="9436389" y="4654480"/>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9" name="Cruz 98">
            <a:extLst>
              <a:ext uri="{FF2B5EF4-FFF2-40B4-BE49-F238E27FC236}">
                <a16:creationId xmlns:a16="http://schemas.microsoft.com/office/drawing/2014/main" id="{22AD727D-43D2-1A11-0ACB-C377006409AE}"/>
              </a:ext>
            </a:extLst>
          </p:cNvPr>
          <p:cNvSpPr/>
          <p:nvPr/>
        </p:nvSpPr>
        <p:spPr>
          <a:xfrm rot="18906580">
            <a:off x="2205335" y="4679560"/>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0" name="Cruz 99">
            <a:extLst>
              <a:ext uri="{FF2B5EF4-FFF2-40B4-BE49-F238E27FC236}">
                <a16:creationId xmlns:a16="http://schemas.microsoft.com/office/drawing/2014/main" id="{22AD727D-43D2-1A11-0ACB-C377006409AE}"/>
              </a:ext>
            </a:extLst>
          </p:cNvPr>
          <p:cNvSpPr/>
          <p:nvPr/>
        </p:nvSpPr>
        <p:spPr>
          <a:xfrm rot="18906580">
            <a:off x="3587927" y="4687886"/>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1" name="Cruz 100">
            <a:extLst>
              <a:ext uri="{FF2B5EF4-FFF2-40B4-BE49-F238E27FC236}">
                <a16:creationId xmlns:a16="http://schemas.microsoft.com/office/drawing/2014/main" id="{22AD727D-43D2-1A11-0ACB-C377006409AE}"/>
              </a:ext>
            </a:extLst>
          </p:cNvPr>
          <p:cNvSpPr/>
          <p:nvPr/>
        </p:nvSpPr>
        <p:spPr>
          <a:xfrm rot="18906580">
            <a:off x="2896052" y="5809921"/>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2" name="Cruz 101">
            <a:extLst>
              <a:ext uri="{FF2B5EF4-FFF2-40B4-BE49-F238E27FC236}">
                <a16:creationId xmlns:a16="http://schemas.microsoft.com/office/drawing/2014/main" id="{22AD727D-43D2-1A11-0ACB-C377006409AE}"/>
              </a:ext>
            </a:extLst>
          </p:cNvPr>
          <p:cNvSpPr/>
          <p:nvPr/>
        </p:nvSpPr>
        <p:spPr>
          <a:xfrm rot="18906580">
            <a:off x="883066" y="5802835"/>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265374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8" name="Picture 2" descr="https://sciencemagician.wordpress.com/wp-content/uploads/2014/10/guesswho2.jpg">
            <a:extLst>
              <a:ext uri="{FF2B5EF4-FFF2-40B4-BE49-F238E27FC236}">
                <a16:creationId xmlns:a16="http://schemas.microsoft.com/office/drawing/2014/main" id="{CDC1D74A-7A73-6C74-A445-A6319F0A5B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4184" y="3270023"/>
            <a:ext cx="5410161" cy="3420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esquinas redondeadas 3">
            <a:extLst>
              <a:ext uri="{FF2B5EF4-FFF2-40B4-BE49-F238E27FC236}">
                <a16:creationId xmlns:a16="http://schemas.microsoft.com/office/drawing/2014/main" id="{3E398B49-9D14-75E3-DC47-DE02AEC0D35F}"/>
              </a:ext>
            </a:extLst>
          </p:cNvPr>
          <p:cNvSpPr/>
          <p:nvPr/>
        </p:nvSpPr>
        <p:spPr>
          <a:xfrm>
            <a:off x="4667692" y="2253051"/>
            <a:ext cx="2854325" cy="664934"/>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F39CD4ED-6A9E-802E-FD6F-E66FFD38F1FF}"/>
              </a:ext>
            </a:extLst>
          </p:cNvPr>
          <p:cNvSpPr txBox="1"/>
          <p:nvPr/>
        </p:nvSpPr>
        <p:spPr>
          <a:xfrm>
            <a:off x="4524511" y="2333760"/>
            <a:ext cx="3134460" cy="400110"/>
          </a:xfrm>
          <a:prstGeom prst="rect">
            <a:avLst/>
          </a:prstGeom>
          <a:noFill/>
        </p:spPr>
        <p:txBody>
          <a:bodyPr wrap="square" rtlCol="0">
            <a:spAutoFit/>
          </a:bodyPr>
          <a:lstStyle/>
          <a:p>
            <a:pPr algn="ctr"/>
            <a:r>
              <a:rPr lang="es-ES" sz="2000" dirty="0" smtClean="0">
                <a:solidFill>
                  <a:schemeClr val="tx2"/>
                </a:solidFill>
                <a:latin typeface="Amasis MT Pro Black" panose="020F0502020204030204" pitchFamily="18" charset="0"/>
              </a:rPr>
              <a:t>¿Tiene sombrero?</a:t>
            </a:r>
          </a:p>
        </p:txBody>
      </p:sp>
      <p:sp>
        <p:nvSpPr>
          <p:cNvPr id="7" name="Flecha: hacia la izquierda 6">
            <a:extLst>
              <a:ext uri="{FF2B5EF4-FFF2-40B4-BE49-F238E27FC236}">
                <a16:creationId xmlns:a16="http://schemas.microsoft.com/office/drawing/2014/main" id="{EEFE3D7F-4C9D-1AD9-E508-F3E0E1AC1F4B}"/>
              </a:ext>
            </a:extLst>
          </p:cNvPr>
          <p:cNvSpPr/>
          <p:nvPr/>
        </p:nvSpPr>
        <p:spPr>
          <a:xfrm rot="13704597">
            <a:off x="7437665" y="2997333"/>
            <a:ext cx="559767" cy="25685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4011E7FD-12F1-5EFD-6D20-BDB4A8649B07}"/>
              </a:ext>
            </a:extLst>
          </p:cNvPr>
          <p:cNvSpPr txBox="1"/>
          <p:nvPr/>
        </p:nvSpPr>
        <p:spPr>
          <a:xfrm>
            <a:off x="7758846" y="2669533"/>
            <a:ext cx="587020" cy="400110"/>
          </a:xfrm>
          <a:prstGeom prst="rect">
            <a:avLst/>
          </a:prstGeom>
          <a:noFill/>
        </p:spPr>
        <p:txBody>
          <a:bodyPr wrap="none" rtlCol="0">
            <a:spAutoFit/>
          </a:bodyPr>
          <a:lstStyle/>
          <a:p>
            <a:r>
              <a:rPr lang="es-ES" sz="2000" dirty="0">
                <a:solidFill>
                  <a:srgbClr val="A0453E"/>
                </a:solidFill>
                <a:latin typeface="Amasis MT Pro Black" panose="020F0502020204030204" pitchFamily="18" charset="0"/>
              </a:rPr>
              <a:t>NO</a:t>
            </a:r>
          </a:p>
        </p:txBody>
      </p:sp>
      <p:pic>
        <p:nvPicPr>
          <p:cNvPr id="1029" name="Picture 2" descr="https://sciencemagician.wordpress.com/wp-content/uploads/2014/10/guesswho2.jpg">
            <a:extLst>
              <a:ext uri="{FF2B5EF4-FFF2-40B4-BE49-F238E27FC236}">
                <a16:creationId xmlns:a16="http://schemas.microsoft.com/office/drawing/2014/main" id="{39B5938A-0730-A245-E59C-0D2CFFC92AA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70143" y="51261"/>
            <a:ext cx="3452064" cy="2160000"/>
          </a:xfrm>
          <a:prstGeom prst="rect">
            <a:avLst/>
          </a:prstGeom>
          <a:noFill/>
          <a:extLst>
            <a:ext uri="{909E8E84-426E-40DD-AFC4-6F175D3DCCD1}">
              <a14:hiddenFill xmlns:a14="http://schemas.microsoft.com/office/drawing/2010/main">
                <a:solidFill>
                  <a:srgbClr val="FFFFFF"/>
                </a:solidFill>
              </a14:hiddenFill>
            </a:ext>
          </a:extLst>
        </p:spPr>
      </p:pic>
      <p:sp>
        <p:nvSpPr>
          <p:cNvPr id="1030" name="Cruz 1029">
            <a:extLst>
              <a:ext uri="{FF2B5EF4-FFF2-40B4-BE49-F238E27FC236}">
                <a16:creationId xmlns:a16="http://schemas.microsoft.com/office/drawing/2014/main" id="{5F6865F8-D17B-F36C-F481-FE8B3E2EFEC4}"/>
              </a:ext>
            </a:extLst>
          </p:cNvPr>
          <p:cNvSpPr/>
          <p:nvPr/>
        </p:nvSpPr>
        <p:spPr>
          <a:xfrm rot="18906580">
            <a:off x="5725030" y="1674207"/>
            <a:ext cx="330796" cy="332807"/>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1" name="Cruz 1030">
            <a:extLst>
              <a:ext uri="{FF2B5EF4-FFF2-40B4-BE49-F238E27FC236}">
                <a16:creationId xmlns:a16="http://schemas.microsoft.com/office/drawing/2014/main" id="{802D6553-ADCD-8D47-D937-64A0E7AD2E10}"/>
              </a:ext>
            </a:extLst>
          </p:cNvPr>
          <p:cNvSpPr/>
          <p:nvPr/>
        </p:nvSpPr>
        <p:spPr>
          <a:xfrm rot="18906580">
            <a:off x="6567499" y="291308"/>
            <a:ext cx="330796" cy="332807"/>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2" name="Cruz 1031">
            <a:extLst>
              <a:ext uri="{FF2B5EF4-FFF2-40B4-BE49-F238E27FC236}">
                <a16:creationId xmlns:a16="http://schemas.microsoft.com/office/drawing/2014/main" id="{54C21BBB-0872-EF94-6936-6E395149468D}"/>
              </a:ext>
            </a:extLst>
          </p:cNvPr>
          <p:cNvSpPr/>
          <p:nvPr/>
        </p:nvSpPr>
        <p:spPr>
          <a:xfrm rot="18906580">
            <a:off x="5293539" y="979836"/>
            <a:ext cx="330796" cy="332807"/>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3" name="Cruz 1032">
            <a:extLst>
              <a:ext uri="{FF2B5EF4-FFF2-40B4-BE49-F238E27FC236}">
                <a16:creationId xmlns:a16="http://schemas.microsoft.com/office/drawing/2014/main" id="{46DB7572-CAE7-2C99-7969-AF96BF7728CB}"/>
              </a:ext>
            </a:extLst>
          </p:cNvPr>
          <p:cNvSpPr/>
          <p:nvPr/>
        </p:nvSpPr>
        <p:spPr>
          <a:xfrm rot="18906580">
            <a:off x="6566986" y="1674207"/>
            <a:ext cx="330796" cy="332807"/>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4" name="Cruz 1033">
            <a:extLst>
              <a:ext uri="{FF2B5EF4-FFF2-40B4-BE49-F238E27FC236}">
                <a16:creationId xmlns:a16="http://schemas.microsoft.com/office/drawing/2014/main" id="{F15E6F46-D25D-860B-34C3-8D28C5F1142D}"/>
              </a:ext>
            </a:extLst>
          </p:cNvPr>
          <p:cNvSpPr/>
          <p:nvPr/>
        </p:nvSpPr>
        <p:spPr>
          <a:xfrm rot="18906580">
            <a:off x="7434821" y="963820"/>
            <a:ext cx="330796" cy="332807"/>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5" name="Cruz 1034">
            <a:extLst>
              <a:ext uri="{FF2B5EF4-FFF2-40B4-BE49-F238E27FC236}">
                <a16:creationId xmlns:a16="http://schemas.microsoft.com/office/drawing/2014/main" id="{CEF1103B-C726-DB6C-D23D-6EB3888BD4FE}"/>
              </a:ext>
            </a:extLst>
          </p:cNvPr>
          <p:cNvSpPr/>
          <p:nvPr/>
        </p:nvSpPr>
        <p:spPr>
          <a:xfrm rot="18906580">
            <a:off x="7419631" y="1690379"/>
            <a:ext cx="330796" cy="332807"/>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6" name="Cruz 1035">
            <a:extLst>
              <a:ext uri="{FF2B5EF4-FFF2-40B4-BE49-F238E27FC236}">
                <a16:creationId xmlns:a16="http://schemas.microsoft.com/office/drawing/2014/main" id="{CFF323F4-4BD1-D29A-86A6-69BFAB723CF2}"/>
              </a:ext>
            </a:extLst>
          </p:cNvPr>
          <p:cNvSpPr/>
          <p:nvPr/>
        </p:nvSpPr>
        <p:spPr>
          <a:xfrm rot="18906580">
            <a:off x="4441923" y="956238"/>
            <a:ext cx="330796" cy="332807"/>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7" name="Cruz 1036">
            <a:extLst>
              <a:ext uri="{FF2B5EF4-FFF2-40B4-BE49-F238E27FC236}">
                <a16:creationId xmlns:a16="http://schemas.microsoft.com/office/drawing/2014/main" id="{2B6F1410-5492-9D6B-2FED-60C27F7039DD}"/>
              </a:ext>
            </a:extLst>
          </p:cNvPr>
          <p:cNvSpPr/>
          <p:nvPr/>
        </p:nvSpPr>
        <p:spPr>
          <a:xfrm rot="18906580">
            <a:off x="5298963" y="1683346"/>
            <a:ext cx="330796" cy="332807"/>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8" name="Cruz 1037">
            <a:extLst>
              <a:ext uri="{FF2B5EF4-FFF2-40B4-BE49-F238E27FC236}">
                <a16:creationId xmlns:a16="http://schemas.microsoft.com/office/drawing/2014/main" id="{7ACB82C0-5E76-43DD-1BDA-0A84BEE147EF}"/>
              </a:ext>
            </a:extLst>
          </p:cNvPr>
          <p:cNvSpPr/>
          <p:nvPr/>
        </p:nvSpPr>
        <p:spPr>
          <a:xfrm rot="18906580">
            <a:off x="4439578" y="1678256"/>
            <a:ext cx="330796" cy="332807"/>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9" name="Cruz 1038">
            <a:extLst>
              <a:ext uri="{FF2B5EF4-FFF2-40B4-BE49-F238E27FC236}">
                <a16:creationId xmlns:a16="http://schemas.microsoft.com/office/drawing/2014/main" id="{A3E1E151-A20C-0BDE-6926-ED7BB1798253}"/>
              </a:ext>
            </a:extLst>
          </p:cNvPr>
          <p:cNvSpPr/>
          <p:nvPr/>
        </p:nvSpPr>
        <p:spPr>
          <a:xfrm rot="18906580">
            <a:off x="5293538" y="244642"/>
            <a:ext cx="330796" cy="332807"/>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40" name="Cruz 1039">
            <a:extLst>
              <a:ext uri="{FF2B5EF4-FFF2-40B4-BE49-F238E27FC236}">
                <a16:creationId xmlns:a16="http://schemas.microsoft.com/office/drawing/2014/main" id="{30C17519-D529-C070-A2EF-813885CB749F}"/>
              </a:ext>
            </a:extLst>
          </p:cNvPr>
          <p:cNvSpPr/>
          <p:nvPr/>
        </p:nvSpPr>
        <p:spPr>
          <a:xfrm rot="18906580">
            <a:off x="7012577" y="953841"/>
            <a:ext cx="330796" cy="332807"/>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41" name="Cruz 1040">
            <a:extLst>
              <a:ext uri="{FF2B5EF4-FFF2-40B4-BE49-F238E27FC236}">
                <a16:creationId xmlns:a16="http://schemas.microsoft.com/office/drawing/2014/main" id="{904D6F5B-246D-3CFE-669D-F2F0EE555004}"/>
              </a:ext>
            </a:extLst>
          </p:cNvPr>
          <p:cNvSpPr/>
          <p:nvPr/>
        </p:nvSpPr>
        <p:spPr>
          <a:xfrm rot="18906580">
            <a:off x="6981632" y="1670158"/>
            <a:ext cx="330796" cy="332807"/>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58" name="Cruz 1057">
            <a:extLst>
              <a:ext uri="{FF2B5EF4-FFF2-40B4-BE49-F238E27FC236}">
                <a16:creationId xmlns:a16="http://schemas.microsoft.com/office/drawing/2014/main" id="{2158A5D6-12BB-2E6A-2CA4-37F0FE809A8F}"/>
              </a:ext>
            </a:extLst>
          </p:cNvPr>
          <p:cNvSpPr/>
          <p:nvPr/>
        </p:nvSpPr>
        <p:spPr>
          <a:xfrm rot="18906580">
            <a:off x="8101852" y="3517512"/>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62" name="Cruz 1061">
            <a:extLst>
              <a:ext uri="{FF2B5EF4-FFF2-40B4-BE49-F238E27FC236}">
                <a16:creationId xmlns:a16="http://schemas.microsoft.com/office/drawing/2014/main" id="{22AD727D-43D2-1A11-0ACB-C377006409AE}"/>
              </a:ext>
            </a:extLst>
          </p:cNvPr>
          <p:cNvSpPr/>
          <p:nvPr/>
        </p:nvSpPr>
        <p:spPr>
          <a:xfrm rot="18906580">
            <a:off x="6747660" y="3598403"/>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70" name="Imagen 1069" descr="Imagen que contiene flor&#10;&#10;Descripción generada automáticamente">
            <a:extLst>
              <a:ext uri="{FF2B5EF4-FFF2-40B4-BE49-F238E27FC236}">
                <a16:creationId xmlns:a16="http://schemas.microsoft.com/office/drawing/2014/main" id="{D9D0F652-5FAF-6C6F-58DE-78557541B9A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34282" y="2000287"/>
            <a:ext cx="776775" cy="889013"/>
          </a:xfrm>
          <a:prstGeom prst="rect">
            <a:avLst/>
          </a:prstGeom>
        </p:spPr>
      </p:pic>
      <p:sp>
        <p:nvSpPr>
          <p:cNvPr id="65" name="CuadroTexto 64">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66" name="CuadroTexto 65">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64" name="Cruz 63">
            <a:extLst>
              <a:ext uri="{FF2B5EF4-FFF2-40B4-BE49-F238E27FC236}">
                <a16:creationId xmlns:a16="http://schemas.microsoft.com/office/drawing/2014/main" id="{2158A5D6-12BB-2E6A-2CA4-37F0FE809A8F}"/>
              </a:ext>
            </a:extLst>
          </p:cNvPr>
          <p:cNvSpPr/>
          <p:nvPr/>
        </p:nvSpPr>
        <p:spPr>
          <a:xfrm rot="18906580">
            <a:off x="10050691" y="3525186"/>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7" name="Cruz 66">
            <a:extLst>
              <a:ext uri="{FF2B5EF4-FFF2-40B4-BE49-F238E27FC236}">
                <a16:creationId xmlns:a16="http://schemas.microsoft.com/office/drawing/2014/main" id="{2158A5D6-12BB-2E6A-2CA4-37F0FE809A8F}"/>
              </a:ext>
            </a:extLst>
          </p:cNvPr>
          <p:cNvSpPr/>
          <p:nvPr/>
        </p:nvSpPr>
        <p:spPr>
          <a:xfrm rot="18906580">
            <a:off x="6756021" y="4677904"/>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8" name="Cruz 67">
            <a:extLst>
              <a:ext uri="{FF2B5EF4-FFF2-40B4-BE49-F238E27FC236}">
                <a16:creationId xmlns:a16="http://schemas.microsoft.com/office/drawing/2014/main" id="{2158A5D6-12BB-2E6A-2CA4-37F0FE809A8F}"/>
              </a:ext>
            </a:extLst>
          </p:cNvPr>
          <p:cNvSpPr/>
          <p:nvPr/>
        </p:nvSpPr>
        <p:spPr>
          <a:xfrm rot="18906580">
            <a:off x="8070833" y="4658492"/>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9" name="Cruz 68">
            <a:extLst>
              <a:ext uri="{FF2B5EF4-FFF2-40B4-BE49-F238E27FC236}">
                <a16:creationId xmlns:a16="http://schemas.microsoft.com/office/drawing/2014/main" id="{2158A5D6-12BB-2E6A-2CA4-37F0FE809A8F}"/>
              </a:ext>
            </a:extLst>
          </p:cNvPr>
          <p:cNvSpPr/>
          <p:nvPr/>
        </p:nvSpPr>
        <p:spPr>
          <a:xfrm rot="18906580">
            <a:off x="10738329" y="4710022"/>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0" name="Cruz 69">
            <a:extLst>
              <a:ext uri="{FF2B5EF4-FFF2-40B4-BE49-F238E27FC236}">
                <a16:creationId xmlns:a16="http://schemas.microsoft.com/office/drawing/2014/main" id="{2158A5D6-12BB-2E6A-2CA4-37F0FE809A8F}"/>
              </a:ext>
            </a:extLst>
          </p:cNvPr>
          <p:cNvSpPr/>
          <p:nvPr/>
        </p:nvSpPr>
        <p:spPr>
          <a:xfrm rot="18906580">
            <a:off x="11402508" y="4722945"/>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1" name="Cruz 70">
            <a:extLst>
              <a:ext uri="{FF2B5EF4-FFF2-40B4-BE49-F238E27FC236}">
                <a16:creationId xmlns:a16="http://schemas.microsoft.com/office/drawing/2014/main" id="{2158A5D6-12BB-2E6A-2CA4-37F0FE809A8F}"/>
              </a:ext>
            </a:extLst>
          </p:cNvPr>
          <p:cNvSpPr/>
          <p:nvPr/>
        </p:nvSpPr>
        <p:spPr>
          <a:xfrm rot="18906580">
            <a:off x="11402508" y="5838657"/>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2" name="Cruz 71">
            <a:extLst>
              <a:ext uri="{FF2B5EF4-FFF2-40B4-BE49-F238E27FC236}">
                <a16:creationId xmlns:a16="http://schemas.microsoft.com/office/drawing/2014/main" id="{2158A5D6-12BB-2E6A-2CA4-37F0FE809A8F}"/>
              </a:ext>
            </a:extLst>
          </p:cNvPr>
          <p:cNvSpPr/>
          <p:nvPr/>
        </p:nvSpPr>
        <p:spPr>
          <a:xfrm rot="18906580">
            <a:off x="10738329" y="5838657"/>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3" name="Cruz 72">
            <a:extLst>
              <a:ext uri="{FF2B5EF4-FFF2-40B4-BE49-F238E27FC236}">
                <a16:creationId xmlns:a16="http://schemas.microsoft.com/office/drawing/2014/main" id="{2158A5D6-12BB-2E6A-2CA4-37F0FE809A8F}"/>
              </a:ext>
            </a:extLst>
          </p:cNvPr>
          <p:cNvSpPr/>
          <p:nvPr/>
        </p:nvSpPr>
        <p:spPr>
          <a:xfrm rot="18906580">
            <a:off x="10074150" y="5848031"/>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4" name="Cruz 73">
            <a:extLst>
              <a:ext uri="{FF2B5EF4-FFF2-40B4-BE49-F238E27FC236}">
                <a16:creationId xmlns:a16="http://schemas.microsoft.com/office/drawing/2014/main" id="{2158A5D6-12BB-2E6A-2CA4-37F0FE809A8F}"/>
              </a:ext>
            </a:extLst>
          </p:cNvPr>
          <p:cNvSpPr/>
          <p:nvPr/>
        </p:nvSpPr>
        <p:spPr>
          <a:xfrm rot="18906580">
            <a:off x="8745793" y="5825845"/>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5" name="Cruz 74">
            <a:extLst>
              <a:ext uri="{FF2B5EF4-FFF2-40B4-BE49-F238E27FC236}">
                <a16:creationId xmlns:a16="http://schemas.microsoft.com/office/drawing/2014/main" id="{2158A5D6-12BB-2E6A-2CA4-37F0FE809A8F}"/>
              </a:ext>
            </a:extLst>
          </p:cNvPr>
          <p:cNvSpPr/>
          <p:nvPr/>
        </p:nvSpPr>
        <p:spPr>
          <a:xfrm rot="18906580">
            <a:off x="8101852" y="5807943"/>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6" name="Cruz 75">
            <a:extLst>
              <a:ext uri="{FF2B5EF4-FFF2-40B4-BE49-F238E27FC236}">
                <a16:creationId xmlns:a16="http://schemas.microsoft.com/office/drawing/2014/main" id="{2158A5D6-12BB-2E6A-2CA4-37F0FE809A8F}"/>
              </a:ext>
            </a:extLst>
          </p:cNvPr>
          <p:cNvSpPr/>
          <p:nvPr/>
        </p:nvSpPr>
        <p:spPr>
          <a:xfrm rot="18906580">
            <a:off x="6741343" y="5822265"/>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9" name="CuadroTexto 78">
            <a:extLst>
              <a:ext uri="{FF2B5EF4-FFF2-40B4-BE49-F238E27FC236}">
                <a16:creationId xmlns:a16="http://schemas.microsoft.com/office/drawing/2014/main" id="{4011E7FD-12F1-5EFD-6D20-BDB4A8649B07}"/>
              </a:ext>
            </a:extLst>
          </p:cNvPr>
          <p:cNvSpPr txBox="1"/>
          <p:nvPr/>
        </p:nvSpPr>
        <p:spPr>
          <a:xfrm>
            <a:off x="3749326" y="2616612"/>
            <a:ext cx="367408" cy="400110"/>
          </a:xfrm>
          <a:prstGeom prst="rect">
            <a:avLst/>
          </a:prstGeom>
          <a:noFill/>
        </p:spPr>
        <p:txBody>
          <a:bodyPr wrap="none" rtlCol="0">
            <a:spAutoFit/>
          </a:bodyPr>
          <a:lstStyle/>
          <a:p>
            <a:r>
              <a:rPr lang="es-ES" sz="2000" dirty="0" smtClean="0">
                <a:solidFill>
                  <a:srgbClr val="A0453E"/>
                </a:solidFill>
                <a:latin typeface="Amasis MT Pro Black" panose="020F0502020204030204" pitchFamily="18" charset="0"/>
              </a:rPr>
              <a:t>SI</a:t>
            </a:r>
            <a:endParaRPr lang="es-ES" sz="2000" dirty="0">
              <a:solidFill>
                <a:srgbClr val="A0453E"/>
              </a:solidFill>
              <a:latin typeface="Amasis MT Pro Black" panose="020F0502020204030204" pitchFamily="18" charset="0"/>
            </a:endParaRPr>
          </a:p>
        </p:txBody>
      </p:sp>
      <p:sp>
        <p:nvSpPr>
          <p:cNvPr id="93" name="Cruz 92">
            <a:extLst>
              <a:ext uri="{FF2B5EF4-FFF2-40B4-BE49-F238E27FC236}">
                <a16:creationId xmlns:a16="http://schemas.microsoft.com/office/drawing/2014/main" id="{22AD727D-43D2-1A11-0ACB-C377006409AE}"/>
              </a:ext>
            </a:extLst>
          </p:cNvPr>
          <p:cNvSpPr/>
          <p:nvPr/>
        </p:nvSpPr>
        <p:spPr>
          <a:xfrm rot="18906580">
            <a:off x="7428036" y="3569509"/>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4" name="Cruz 93">
            <a:extLst>
              <a:ext uri="{FF2B5EF4-FFF2-40B4-BE49-F238E27FC236}">
                <a16:creationId xmlns:a16="http://schemas.microsoft.com/office/drawing/2014/main" id="{22AD727D-43D2-1A11-0ACB-C377006409AE}"/>
              </a:ext>
            </a:extLst>
          </p:cNvPr>
          <p:cNvSpPr/>
          <p:nvPr/>
        </p:nvSpPr>
        <p:spPr>
          <a:xfrm rot="18906580">
            <a:off x="8767622" y="3512841"/>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5" name="Cruz 94">
            <a:extLst>
              <a:ext uri="{FF2B5EF4-FFF2-40B4-BE49-F238E27FC236}">
                <a16:creationId xmlns:a16="http://schemas.microsoft.com/office/drawing/2014/main" id="{22AD727D-43D2-1A11-0ACB-C377006409AE}"/>
              </a:ext>
            </a:extLst>
          </p:cNvPr>
          <p:cNvSpPr/>
          <p:nvPr/>
        </p:nvSpPr>
        <p:spPr>
          <a:xfrm rot="18906580">
            <a:off x="9409158" y="3540836"/>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6" name="Cruz 95">
            <a:extLst>
              <a:ext uri="{FF2B5EF4-FFF2-40B4-BE49-F238E27FC236}">
                <a16:creationId xmlns:a16="http://schemas.microsoft.com/office/drawing/2014/main" id="{22AD727D-43D2-1A11-0ACB-C377006409AE}"/>
              </a:ext>
            </a:extLst>
          </p:cNvPr>
          <p:cNvSpPr/>
          <p:nvPr/>
        </p:nvSpPr>
        <p:spPr>
          <a:xfrm rot="18906580">
            <a:off x="10738329" y="3540837"/>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7" name="Cruz 96">
            <a:extLst>
              <a:ext uri="{FF2B5EF4-FFF2-40B4-BE49-F238E27FC236}">
                <a16:creationId xmlns:a16="http://schemas.microsoft.com/office/drawing/2014/main" id="{22AD727D-43D2-1A11-0ACB-C377006409AE}"/>
              </a:ext>
            </a:extLst>
          </p:cNvPr>
          <p:cNvSpPr/>
          <p:nvPr/>
        </p:nvSpPr>
        <p:spPr>
          <a:xfrm rot="18906580">
            <a:off x="11427543" y="3527914"/>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8" name="Cruz 97">
            <a:extLst>
              <a:ext uri="{FF2B5EF4-FFF2-40B4-BE49-F238E27FC236}">
                <a16:creationId xmlns:a16="http://schemas.microsoft.com/office/drawing/2014/main" id="{22AD727D-43D2-1A11-0ACB-C377006409AE}"/>
              </a:ext>
            </a:extLst>
          </p:cNvPr>
          <p:cNvSpPr/>
          <p:nvPr/>
        </p:nvSpPr>
        <p:spPr>
          <a:xfrm rot="18906580">
            <a:off x="9436389" y="4654480"/>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 name="Cruz 102">
            <a:extLst>
              <a:ext uri="{FF2B5EF4-FFF2-40B4-BE49-F238E27FC236}">
                <a16:creationId xmlns:a16="http://schemas.microsoft.com/office/drawing/2014/main" id="{CFF323F4-4BD1-D29A-86A6-69BFAB723CF2}"/>
              </a:ext>
            </a:extLst>
          </p:cNvPr>
          <p:cNvSpPr/>
          <p:nvPr/>
        </p:nvSpPr>
        <p:spPr>
          <a:xfrm rot="18906580">
            <a:off x="4465843" y="244642"/>
            <a:ext cx="330796" cy="332807"/>
          </a:xfrm>
          <a:prstGeom prst="plus">
            <a:avLst>
              <a:gd name="adj" fmla="val 40556"/>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4" name="Cruz 103">
            <a:extLst>
              <a:ext uri="{FF2B5EF4-FFF2-40B4-BE49-F238E27FC236}">
                <a16:creationId xmlns:a16="http://schemas.microsoft.com/office/drawing/2014/main" id="{CFF323F4-4BD1-D29A-86A6-69BFAB723CF2}"/>
              </a:ext>
            </a:extLst>
          </p:cNvPr>
          <p:cNvSpPr/>
          <p:nvPr/>
        </p:nvSpPr>
        <p:spPr>
          <a:xfrm rot="18906580">
            <a:off x="4845255" y="244641"/>
            <a:ext cx="330796" cy="332807"/>
          </a:xfrm>
          <a:prstGeom prst="plus">
            <a:avLst>
              <a:gd name="adj" fmla="val 40556"/>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5" name="Cruz 104">
            <a:extLst>
              <a:ext uri="{FF2B5EF4-FFF2-40B4-BE49-F238E27FC236}">
                <a16:creationId xmlns:a16="http://schemas.microsoft.com/office/drawing/2014/main" id="{CFF323F4-4BD1-D29A-86A6-69BFAB723CF2}"/>
              </a:ext>
            </a:extLst>
          </p:cNvPr>
          <p:cNvSpPr/>
          <p:nvPr/>
        </p:nvSpPr>
        <p:spPr>
          <a:xfrm rot="18906580">
            <a:off x="5700669" y="253781"/>
            <a:ext cx="330796" cy="332807"/>
          </a:xfrm>
          <a:prstGeom prst="plus">
            <a:avLst>
              <a:gd name="adj" fmla="val 40556"/>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6" name="Cruz 105">
            <a:extLst>
              <a:ext uri="{FF2B5EF4-FFF2-40B4-BE49-F238E27FC236}">
                <a16:creationId xmlns:a16="http://schemas.microsoft.com/office/drawing/2014/main" id="{CFF323F4-4BD1-D29A-86A6-69BFAB723CF2}"/>
              </a:ext>
            </a:extLst>
          </p:cNvPr>
          <p:cNvSpPr/>
          <p:nvPr/>
        </p:nvSpPr>
        <p:spPr>
          <a:xfrm rot="18906580">
            <a:off x="6134084" y="244642"/>
            <a:ext cx="330796" cy="332807"/>
          </a:xfrm>
          <a:prstGeom prst="plus">
            <a:avLst>
              <a:gd name="adj" fmla="val 40556"/>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7" name="Cruz 106">
            <a:extLst>
              <a:ext uri="{FF2B5EF4-FFF2-40B4-BE49-F238E27FC236}">
                <a16:creationId xmlns:a16="http://schemas.microsoft.com/office/drawing/2014/main" id="{CFF323F4-4BD1-D29A-86A6-69BFAB723CF2}"/>
              </a:ext>
            </a:extLst>
          </p:cNvPr>
          <p:cNvSpPr/>
          <p:nvPr/>
        </p:nvSpPr>
        <p:spPr>
          <a:xfrm rot="18906580">
            <a:off x="6973392" y="274005"/>
            <a:ext cx="330796" cy="332807"/>
          </a:xfrm>
          <a:prstGeom prst="plus">
            <a:avLst>
              <a:gd name="adj" fmla="val 40556"/>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8" name="Cruz 107">
            <a:extLst>
              <a:ext uri="{FF2B5EF4-FFF2-40B4-BE49-F238E27FC236}">
                <a16:creationId xmlns:a16="http://schemas.microsoft.com/office/drawing/2014/main" id="{CFF323F4-4BD1-D29A-86A6-69BFAB723CF2}"/>
              </a:ext>
            </a:extLst>
          </p:cNvPr>
          <p:cNvSpPr/>
          <p:nvPr/>
        </p:nvSpPr>
        <p:spPr>
          <a:xfrm rot="18906580">
            <a:off x="7411717" y="264025"/>
            <a:ext cx="330796" cy="332807"/>
          </a:xfrm>
          <a:prstGeom prst="plus">
            <a:avLst>
              <a:gd name="adj" fmla="val 40556"/>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9" name="Cruz 108">
            <a:extLst>
              <a:ext uri="{FF2B5EF4-FFF2-40B4-BE49-F238E27FC236}">
                <a16:creationId xmlns:a16="http://schemas.microsoft.com/office/drawing/2014/main" id="{CFF323F4-4BD1-D29A-86A6-69BFAB723CF2}"/>
              </a:ext>
            </a:extLst>
          </p:cNvPr>
          <p:cNvSpPr/>
          <p:nvPr/>
        </p:nvSpPr>
        <p:spPr>
          <a:xfrm rot="18906580">
            <a:off x="6160961" y="949452"/>
            <a:ext cx="330796" cy="332807"/>
          </a:xfrm>
          <a:prstGeom prst="plus">
            <a:avLst>
              <a:gd name="adj" fmla="val 40556"/>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1" name="Cruz 110">
            <a:extLst>
              <a:ext uri="{FF2B5EF4-FFF2-40B4-BE49-F238E27FC236}">
                <a16:creationId xmlns:a16="http://schemas.microsoft.com/office/drawing/2014/main" id="{22AD727D-43D2-1A11-0ACB-C377006409AE}"/>
              </a:ext>
            </a:extLst>
          </p:cNvPr>
          <p:cNvSpPr/>
          <p:nvPr/>
        </p:nvSpPr>
        <p:spPr>
          <a:xfrm rot="18906580">
            <a:off x="7418878" y="4666963"/>
            <a:ext cx="540000" cy="540000"/>
          </a:xfrm>
          <a:prstGeom prst="plus">
            <a:avLst>
              <a:gd name="adj" fmla="val 40556"/>
            </a:avLst>
          </a:prstGeom>
          <a:solidFill>
            <a:srgbClr val="7030A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2" name="Cruz 111">
            <a:extLst>
              <a:ext uri="{FF2B5EF4-FFF2-40B4-BE49-F238E27FC236}">
                <a16:creationId xmlns:a16="http://schemas.microsoft.com/office/drawing/2014/main" id="{22AD727D-43D2-1A11-0ACB-C377006409AE}"/>
              </a:ext>
            </a:extLst>
          </p:cNvPr>
          <p:cNvSpPr/>
          <p:nvPr/>
        </p:nvSpPr>
        <p:spPr>
          <a:xfrm rot="18906580">
            <a:off x="8767243" y="4666962"/>
            <a:ext cx="540000" cy="540000"/>
          </a:xfrm>
          <a:prstGeom prst="plus">
            <a:avLst>
              <a:gd name="adj" fmla="val 40556"/>
            </a:avLst>
          </a:prstGeom>
          <a:solidFill>
            <a:srgbClr val="7030A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14" name="Picture 2" descr="https://sciencemagician.wordpress.com/wp-content/uploads/2014/10/guesswho2.jpg">
            <a:extLst>
              <a:ext uri="{FF2B5EF4-FFF2-40B4-BE49-F238E27FC236}">
                <a16:creationId xmlns:a16="http://schemas.microsoft.com/office/drawing/2014/main" id="{CDC1D74A-7A73-6C74-A445-A6319F0A5B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60" y="3270023"/>
            <a:ext cx="5410161" cy="3420000"/>
          </a:xfrm>
          <a:prstGeom prst="rect">
            <a:avLst/>
          </a:prstGeom>
          <a:noFill/>
          <a:extLst>
            <a:ext uri="{909E8E84-426E-40DD-AFC4-6F175D3DCCD1}">
              <a14:hiddenFill xmlns:a14="http://schemas.microsoft.com/office/drawing/2010/main">
                <a:solidFill>
                  <a:srgbClr val="FFFFFF"/>
                </a:solidFill>
              </a14:hiddenFill>
            </a:ext>
          </a:extLst>
        </p:spPr>
      </p:pic>
      <p:sp>
        <p:nvSpPr>
          <p:cNvPr id="115" name="Cruz 114">
            <a:extLst>
              <a:ext uri="{FF2B5EF4-FFF2-40B4-BE49-F238E27FC236}">
                <a16:creationId xmlns:a16="http://schemas.microsoft.com/office/drawing/2014/main" id="{2158A5D6-12BB-2E6A-2CA4-37F0FE809A8F}"/>
              </a:ext>
            </a:extLst>
          </p:cNvPr>
          <p:cNvSpPr/>
          <p:nvPr/>
        </p:nvSpPr>
        <p:spPr>
          <a:xfrm rot="18906580">
            <a:off x="1538928" y="3517512"/>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6" name="Cruz 115">
            <a:extLst>
              <a:ext uri="{FF2B5EF4-FFF2-40B4-BE49-F238E27FC236}">
                <a16:creationId xmlns:a16="http://schemas.microsoft.com/office/drawing/2014/main" id="{22AD727D-43D2-1A11-0ACB-C377006409AE}"/>
              </a:ext>
            </a:extLst>
          </p:cNvPr>
          <p:cNvSpPr/>
          <p:nvPr/>
        </p:nvSpPr>
        <p:spPr>
          <a:xfrm rot="18906580">
            <a:off x="184736" y="3598403"/>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7" name="Cruz 116">
            <a:extLst>
              <a:ext uri="{FF2B5EF4-FFF2-40B4-BE49-F238E27FC236}">
                <a16:creationId xmlns:a16="http://schemas.microsoft.com/office/drawing/2014/main" id="{2158A5D6-12BB-2E6A-2CA4-37F0FE809A8F}"/>
              </a:ext>
            </a:extLst>
          </p:cNvPr>
          <p:cNvSpPr/>
          <p:nvPr/>
        </p:nvSpPr>
        <p:spPr>
          <a:xfrm rot="18906580">
            <a:off x="3487767" y="3525186"/>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8" name="Cruz 117">
            <a:extLst>
              <a:ext uri="{FF2B5EF4-FFF2-40B4-BE49-F238E27FC236}">
                <a16:creationId xmlns:a16="http://schemas.microsoft.com/office/drawing/2014/main" id="{2158A5D6-12BB-2E6A-2CA4-37F0FE809A8F}"/>
              </a:ext>
            </a:extLst>
          </p:cNvPr>
          <p:cNvSpPr/>
          <p:nvPr/>
        </p:nvSpPr>
        <p:spPr>
          <a:xfrm rot="18906580">
            <a:off x="193097" y="4677904"/>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9" name="Cruz 118">
            <a:extLst>
              <a:ext uri="{FF2B5EF4-FFF2-40B4-BE49-F238E27FC236}">
                <a16:creationId xmlns:a16="http://schemas.microsoft.com/office/drawing/2014/main" id="{2158A5D6-12BB-2E6A-2CA4-37F0FE809A8F}"/>
              </a:ext>
            </a:extLst>
          </p:cNvPr>
          <p:cNvSpPr/>
          <p:nvPr/>
        </p:nvSpPr>
        <p:spPr>
          <a:xfrm rot="18906580">
            <a:off x="1507909" y="4658492"/>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0" name="Cruz 119">
            <a:extLst>
              <a:ext uri="{FF2B5EF4-FFF2-40B4-BE49-F238E27FC236}">
                <a16:creationId xmlns:a16="http://schemas.microsoft.com/office/drawing/2014/main" id="{2158A5D6-12BB-2E6A-2CA4-37F0FE809A8F}"/>
              </a:ext>
            </a:extLst>
          </p:cNvPr>
          <p:cNvSpPr/>
          <p:nvPr/>
        </p:nvSpPr>
        <p:spPr>
          <a:xfrm rot="18906580">
            <a:off x="4175405" y="4710022"/>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1" name="Cruz 120">
            <a:extLst>
              <a:ext uri="{FF2B5EF4-FFF2-40B4-BE49-F238E27FC236}">
                <a16:creationId xmlns:a16="http://schemas.microsoft.com/office/drawing/2014/main" id="{2158A5D6-12BB-2E6A-2CA4-37F0FE809A8F}"/>
              </a:ext>
            </a:extLst>
          </p:cNvPr>
          <p:cNvSpPr/>
          <p:nvPr/>
        </p:nvSpPr>
        <p:spPr>
          <a:xfrm rot="18906580">
            <a:off x="4839584" y="4722945"/>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2" name="Cruz 121">
            <a:extLst>
              <a:ext uri="{FF2B5EF4-FFF2-40B4-BE49-F238E27FC236}">
                <a16:creationId xmlns:a16="http://schemas.microsoft.com/office/drawing/2014/main" id="{2158A5D6-12BB-2E6A-2CA4-37F0FE809A8F}"/>
              </a:ext>
            </a:extLst>
          </p:cNvPr>
          <p:cNvSpPr/>
          <p:nvPr/>
        </p:nvSpPr>
        <p:spPr>
          <a:xfrm rot="18906580">
            <a:off x="4839584" y="5838657"/>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3" name="Cruz 122">
            <a:extLst>
              <a:ext uri="{FF2B5EF4-FFF2-40B4-BE49-F238E27FC236}">
                <a16:creationId xmlns:a16="http://schemas.microsoft.com/office/drawing/2014/main" id="{2158A5D6-12BB-2E6A-2CA4-37F0FE809A8F}"/>
              </a:ext>
            </a:extLst>
          </p:cNvPr>
          <p:cNvSpPr/>
          <p:nvPr/>
        </p:nvSpPr>
        <p:spPr>
          <a:xfrm rot="18906580">
            <a:off x="4175405" y="5838657"/>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4" name="Cruz 123">
            <a:extLst>
              <a:ext uri="{FF2B5EF4-FFF2-40B4-BE49-F238E27FC236}">
                <a16:creationId xmlns:a16="http://schemas.microsoft.com/office/drawing/2014/main" id="{2158A5D6-12BB-2E6A-2CA4-37F0FE809A8F}"/>
              </a:ext>
            </a:extLst>
          </p:cNvPr>
          <p:cNvSpPr/>
          <p:nvPr/>
        </p:nvSpPr>
        <p:spPr>
          <a:xfrm rot="18906580">
            <a:off x="3511226" y="5848031"/>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5" name="Cruz 124">
            <a:extLst>
              <a:ext uri="{FF2B5EF4-FFF2-40B4-BE49-F238E27FC236}">
                <a16:creationId xmlns:a16="http://schemas.microsoft.com/office/drawing/2014/main" id="{2158A5D6-12BB-2E6A-2CA4-37F0FE809A8F}"/>
              </a:ext>
            </a:extLst>
          </p:cNvPr>
          <p:cNvSpPr/>
          <p:nvPr/>
        </p:nvSpPr>
        <p:spPr>
          <a:xfrm rot="18906580">
            <a:off x="2182869" y="5825845"/>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6" name="Cruz 125">
            <a:extLst>
              <a:ext uri="{FF2B5EF4-FFF2-40B4-BE49-F238E27FC236}">
                <a16:creationId xmlns:a16="http://schemas.microsoft.com/office/drawing/2014/main" id="{2158A5D6-12BB-2E6A-2CA4-37F0FE809A8F}"/>
              </a:ext>
            </a:extLst>
          </p:cNvPr>
          <p:cNvSpPr/>
          <p:nvPr/>
        </p:nvSpPr>
        <p:spPr>
          <a:xfrm rot="18906580">
            <a:off x="1538928" y="5807943"/>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7" name="Cruz 126">
            <a:extLst>
              <a:ext uri="{FF2B5EF4-FFF2-40B4-BE49-F238E27FC236}">
                <a16:creationId xmlns:a16="http://schemas.microsoft.com/office/drawing/2014/main" id="{2158A5D6-12BB-2E6A-2CA4-37F0FE809A8F}"/>
              </a:ext>
            </a:extLst>
          </p:cNvPr>
          <p:cNvSpPr/>
          <p:nvPr/>
        </p:nvSpPr>
        <p:spPr>
          <a:xfrm rot="18906580">
            <a:off x="178419" y="5822265"/>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8" name="Cruz 127">
            <a:extLst>
              <a:ext uri="{FF2B5EF4-FFF2-40B4-BE49-F238E27FC236}">
                <a16:creationId xmlns:a16="http://schemas.microsoft.com/office/drawing/2014/main" id="{22AD727D-43D2-1A11-0ACB-C377006409AE}"/>
              </a:ext>
            </a:extLst>
          </p:cNvPr>
          <p:cNvSpPr/>
          <p:nvPr/>
        </p:nvSpPr>
        <p:spPr>
          <a:xfrm rot="18906580">
            <a:off x="865112" y="3569509"/>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9" name="Cruz 128">
            <a:extLst>
              <a:ext uri="{FF2B5EF4-FFF2-40B4-BE49-F238E27FC236}">
                <a16:creationId xmlns:a16="http://schemas.microsoft.com/office/drawing/2014/main" id="{22AD727D-43D2-1A11-0ACB-C377006409AE}"/>
              </a:ext>
            </a:extLst>
          </p:cNvPr>
          <p:cNvSpPr/>
          <p:nvPr/>
        </p:nvSpPr>
        <p:spPr>
          <a:xfrm rot="18906580">
            <a:off x="2204698" y="3512841"/>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0" name="Cruz 129">
            <a:extLst>
              <a:ext uri="{FF2B5EF4-FFF2-40B4-BE49-F238E27FC236}">
                <a16:creationId xmlns:a16="http://schemas.microsoft.com/office/drawing/2014/main" id="{22AD727D-43D2-1A11-0ACB-C377006409AE}"/>
              </a:ext>
            </a:extLst>
          </p:cNvPr>
          <p:cNvSpPr/>
          <p:nvPr/>
        </p:nvSpPr>
        <p:spPr>
          <a:xfrm rot="18906580">
            <a:off x="2846234" y="3540836"/>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1" name="Cruz 130">
            <a:extLst>
              <a:ext uri="{FF2B5EF4-FFF2-40B4-BE49-F238E27FC236}">
                <a16:creationId xmlns:a16="http://schemas.microsoft.com/office/drawing/2014/main" id="{22AD727D-43D2-1A11-0ACB-C377006409AE}"/>
              </a:ext>
            </a:extLst>
          </p:cNvPr>
          <p:cNvSpPr/>
          <p:nvPr/>
        </p:nvSpPr>
        <p:spPr>
          <a:xfrm rot="18906580">
            <a:off x="4175405" y="3540837"/>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2" name="Cruz 131">
            <a:extLst>
              <a:ext uri="{FF2B5EF4-FFF2-40B4-BE49-F238E27FC236}">
                <a16:creationId xmlns:a16="http://schemas.microsoft.com/office/drawing/2014/main" id="{22AD727D-43D2-1A11-0ACB-C377006409AE}"/>
              </a:ext>
            </a:extLst>
          </p:cNvPr>
          <p:cNvSpPr/>
          <p:nvPr/>
        </p:nvSpPr>
        <p:spPr>
          <a:xfrm rot="18906580">
            <a:off x="4864619" y="3527914"/>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3" name="Cruz 132">
            <a:extLst>
              <a:ext uri="{FF2B5EF4-FFF2-40B4-BE49-F238E27FC236}">
                <a16:creationId xmlns:a16="http://schemas.microsoft.com/office/drawing/2014/main" id="{22AD727D-43D2-1A11-0ACB-C377006409AE}"/>
              </a:ext>
            </a:extLst>
          </p:cNvPr>
          <p:cNvSpPr/>
          <p:nvPr/>
        </p:nvSpPr>
        <p:spPr>
          <a:xfrm rot="18906580">
            <a:off x="2873465" y="4654480"/>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4" name="Cruz 133">
            <a:extLst>
              <a:ext uri="{FF2B5EF4-FFF2-40B4-BE49-F238E27FC236}">
                <a16:creationId xmlns:a16="http://schemas.microsoft.com/office/drawing/2014/main" id="{22AD727D-43D2-1A11-0ACB-C377006409AE}"/>
              </a:ext>
            </a:extLst>
          </p:cNvPr>
          <p:cNvSpPr/>
          <p:nvPr/>
        </p:nvSpPr>
        <p:spPr>
          <a:xfrm rot="18906580">
            <a:off x="855531" y="5802853"/>
            <a:ext cx="540000" cy="540000"/>
          </a:xfrm>
          <a:prstGeom prst="plus">
            <a:avLst>
              <a:gd name="adj" fmla="val 40556"/>
            </a:avLst>
          </a:prstGeom>
          <a:solidFill>
            <a:srgbClr val="7030A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5" name="Cruz 134">
            <a:extLst>
              <a:ext uri="{FF2B5EF4-FFF2-40B4-BE49-F238E27FC236}">
                <a16:creationId xmlns:a16="http://schemas.microsoft.com/office/drawing/2014/main" id="{22AD727D-43D2-1A11-0ACB-C377006409AE}"/>
              </a:ext>
            </a:extLst>
          </p:cNvPr>
          <p:cNvSpPr/>
          <p:nvPr/>
        </p:nvSpPr>
        <p:spPr>
          <a:xfrm rot="18906580">
            <a:off x="3515838" y="4658493"/>
            <a:ext cx="540000" cy="540000"/>
          </a:xfrm>
          <a:prstGeom prst="plus">
            <a:avLst>
              <a:gd name="adj" fmla="val 40556"/>
            </a:avLst>
          </a:prstGeom>
          <a:solidFill>
            <a:srgbClr val="7030A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8" name="Flecha: hacia la izquierda 6">
            <a:extLst>
              <a:ext uri="{FF2B5EF4-FFF2-40B4-BE49-F238E27FC236}">
                <a16:creationId xmlns:a16="http://schemas.microsoft.com/office/drawing/2014/main" id="{EEFE3D7F-4C9D-1AD9-E508-F3E0E1AC1F4B}"/>
              </a:ext>
            </a:extLst>
          </p:cNvPr>
          <p:cNvSpPr/>
          <p:nvPr/>
        </p:nvSpPr>
        <p:spPr>
          <a:xfrm rot="19218625">
            <a:off x="4162448" y="2955909"/>
            <a:ext cx="559767" cy="25685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6" name="Cruz 135">
            <a:extLst>
              <a:ext uri="{FF2B5EF4-FFF2-40B4-BE49-F238E27FC236}">
                <a16:creationId xmlns:a16="http://schemas.microsoft.com/office/drawing/2014/main" id="{22AD727D-43D2-1A11-0ACB-C377006409AE}"/>
              </a:ext>
            </a:extLst>
          </p:cNvPr>
          <p:cNvSpPr/>
          <p:nvPr/>
        </p:nvSpPr>
        <p:spPr>
          <a:xfrm rot="18906580">
            <a:off x="2846235" y="5822265"/>
            <a:ext cx="540000" cy="540000"/>
          </a:xfrm>
          <a:prstGeom prst="plus">
            <a:avLst>
              <a:gd name="adj" fmla="val 40556"/>
            </a:avLst>
          </a:prstGeom>
          <a:solidFill>
            <a:srgbClr val="7030A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27275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8" name="Picture 2" descr="https://sciencemagician.wordpress.com/wp-content/uploads/2014/10/guesswho2.jpg">
            <a:extLst>
              <a:ext uri="{FF2B5EF4-FFF2-40B4-BE49-F238E27FC236}">
                <a16:creationId xmlns:a16="http://schemas.microsoft.com/office/drawing/2014/main" id="{CDC1D74A-7A73-6C74-A445-A6319F0A5B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4184" y="3270023"/>
            <a:ext cx="5410161" cy="3420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esquinas redondeadas 3">
            <a:extLst>
              <a:ext uri="{FF2B5EF4-FFF2-40B4-BE49-F238E27FC236}">
                <a16:creationId xmlns:a16="http://schemas.microsoft.com/office/drawing/2014/main" id="{3E398B49-9D14-75E3-DC47-DE02AEC0D35F}"/>
              </a:ext>
            </a:extLst>
          </p:cNvPr>
          <p:cNvSpPr/>
          <p:nvPr/>
        </p:nvSpPr>
        <p:spPr>
          <a:xfrm>
            <a:off x="4667692" y="2253051"/>
            <a:ext cx="2854325" cy="664934"/>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F39CD4ED-6A9E-802E-FD6F-E66FFD38F1FF}"/>
              </a:ext>
            </a:extLst>
          </p:cNvPr>
          <p:cNvSpPr txBox="1"/>
          <p:nvPr/>
        </p:nvSpPr>
        <p:spPr>
          <a:xfrm>
            <a:off x="4524511" y="2333760"/>
            <a:ext cx="3134460" cy="400110"/>
          </a:xfrm>
          <a:prstGeom prst="rect">
            <a:avLst/>
          </a:prstGeom>
          <a:noFill/>
        </p:spPr>
        <p:txBody>
          <a:bodyPr wrap="square" rtlCol="0">
            <a:spAutoFit/>
          </a:bodyPr>
          <a:lstStyle/>
          <a:p>
            <a:pPr algn="ctr"/>
            <a:r>
              <a:rPr lang="es-ES" sz="2000" dirty="0" smtClean="0">
                <a:solidFill>
                  <a:schemeClr val="tx2"/>
                </a:solidFill>
                <a:latin typeface="Amasis MT Pro Black" panose="020F0502020204030204" pitchFamily="18" charset="0"/>
              </a:rPr>
              <a:t>¿Tiene gafas?</a:t>
            </a:r>
          </a:p>
        </p:txBody>
      </p:sp>
      <p:sp>
        <p:nvSpPr>
          <p:cNvPr id="7" name="Flecha: hacia la izquierda 6">
            <a:extLst>
              <a:ext uri="{FF2B5EF4-FFF2-40B4-BE49-F238E27FC236}">
                <a16:creationId xmlns:a16="http://schemas.microsoft.com/office/drawing/2014/main" id="{EEFE3D7F-4C9D-1AD9-E508-F3E0E1AC1F4B}"/>
              </a:ext>
            </a:extLst>
          </p:cNvPr>
          <p:cNvSpPr/>
          <p:nvPr/>
        </p:nvSpPr>
        <p:spPr>
          <a:xfrm rot="13704597">
            <a:off x="7437665" y="2997333"/>
            <a:ext cx="559767" cy="25685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4011E7FD-12F1-5EFD-6D20-BDB4A8649B07}"/>
              </a:ext>
            </a:extLst>
          </p:cNvPr>
          <p:cNvSpPr txBox="1"/>
          <p:nvPr/>
        </p:nvSpPr>
        <p:spPr>
          <a:xfrm>
            <a:off x="7758846" y="2669533"/>
            <a:ext cx="587020" cy="400110"/>
          </a:xfrm>
          <a:prstGeom prst="rect">
            <a:avLst/>
          </a:prstGeom>
          <a:noFill/>
        </p:spPr>
        <p:txBody>
          <a:bodyPr wrap="none" rtlCol="0">
            <a:spAutoFit/>
          </a:bodyPr>
          <a:lstStyle/>
          <a:p>
            <a:r>
              <a:rPr lang="es-ES" sz="2000" dirty="0">
                <a:solidFill>
                  <a:srgbClr val="A0453E"/>
                </a:solidFill>
                <a:latin typeface="Amasis MT Pro Black" panose="020F0502020204030204" pitchFamily="18" charset="0"/>
              </a:rPr>
              <a:t>NO</a:t>
            </a:r>
          </a:p>
        </p:txBody>
      </p:sp>
      <p:pic>
        <p:nvPicPr>
          <p:cNvPr id="1029" name="Picture 2" descr="https://sciencemagician.wordpress.com/wp-content/uploads/2014/10/guesswho2.jpg">
            <a:extLst>
              <a:ext uri="{FF2B5EF4-FFF2-40B4-BE49-F238E27FC236}">
                <a16:creationId xmlns:a16="http://schemas.microsoft.com/office/drawing/2014/main" id="{39B5938A-0730-A245-E59C-0D2CFFC92AA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70143" y="51261"/>
            <a:ext cx="3452064" cy="2160000"/>
          </a:xfrm>
          <a:prstGeom prst="rect">
            <a:avLst/>
          </a:prstGeom>
          <a:noFill/>
          <a:extLst>
            <a:ext uri="{909E8E84-426E-40DD-AFC4-6F175D3DCCD1}">
              <a14:hiddenFill xmlns:a14="http://schemas.microsoft.com/office/drawing/2010/main">
                <a:solidFill>
                  <a:srgbClr val="FFFFFF"/>
                </a:solidFill>
              </a14:hiddenFill>
            </a:ext>
          </a:extLst>
        </p:spPr>
      </p:pic>
      <p:sp>
        <p:nvSpPr>
          <p:cNvPr id="1030" name="Cruz 1029">
            <a:extLst>
              <a:ext uri="{FF2B5EF4-FFF2-40B4-BE49-F238E27FC236}">
                <a16:creationId xmlns:a16="http://schemas.microsoft.com/office/drawing/2014/main" id="{5F6865F8-D17B-F36C-F481-FE8B3E2EFEC4}"/>
              </a:ext>
            </a:extLst>
          </p:cNvPr>
          <p:cNvSpPr/>
          <p:nvPr/>
        </p:nvSpPr>
        <p:spPr>
          <a:xfrm rot="18906580">
            <a:off x="5725030" y="1674207"/>
            <a:ext cx="330796" cy="332807"/>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1" name="Cruz 1030">
            <a:extLst>
              <a:ext uri="{FF2B5EF4-FFF2-40B4-BE49-F238E27FC236}">
                <a16:creationId xmlns:a16="http://schemas.microsoft.com/office/drawing/2014/main" id="{802D6553-ADCD-8D47-D937-64A0E7AD2E10}"/>
              </a:ext>
            </a:extLst>
          </p:cNvPr>
          <p:cNvSpPr/>
          <p:nvPr/>
        </p:nvSpPr>
        <p:spPr>
          <a:xfrm rot="18906580">
            <a:off x="6567499" y="291308"/>
            <a:ext cx="330796" cy="332807"/>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2" name="Cruz 1031">
            <a:extLst>
              <a:ext uri="{FF2B5EF4-FFF2-40B4-BE49-F238E27FC236}">
                <a16:creationId xmlns:a16="http://schemas.microsoft.com/office/drawing/2014/main" id="{54C21BBB-0872-EF94-6936-6E395149468D}"/>
              </a:ext>
            </a:extLst>
          </p:cNvPr>
          <p:cNvSpPr/>
          <p:nvPr/>
        </p:nvSpPr>
        <p:spPr>
          <a:xfrm rot="18906580">
            <a:off x="5293539" y="979836"/>
            <a:ext cx="330796" cy="332807"/>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3" name="Cruz 1032">
            <a:extLst>
              <a:ext uri="{FF2B5EF4-FFF2-40B4-BE49-F238E27FC236}">
                <a16:creationId xmlns:a16="http://schemas.microsoft.com/office/drawing/2014/main" id="{46DB7572-CAE7-2C99-7969-AF96BF7728CB}"/>
              </a:ext>
            </a:extLst>
          </p:cNvPr>
          <p:cNvSpPr/>
          <p:nvPr/>
        </p:nvSpPr>
        <p:spPr>
          <a:xfrm rot="18906580">
            <a:off x="6566986" y="1674207"/>
            <a:ext cx="330796" cy="332807"/>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4" name="Cruz 1033">
            <a:extLst>
              <a:ext uri="{FF2B5EF4-FFF2-40B4-BE49-F238E27FC236}">
                <a16:creationId xmlns:a16="http://schemas.microsoft.com/office/drawing/2014/main" id="{F15E6F46-D25D-860B-34C3-8D28C5F1142D}"/>
              </a:ext>
            </a:extLst>
          </p:cNvPr>
          <p:cNvSpPr/>
          <p:nvPr/>
        </p:nvSpPr>
        <p:spPr>
          <a:xfrm rot="18906580">
            <a:off x="7434821" y="963820"/>
            <a:ext cx="330796" cy="332807"/>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5" name="Cruz 1034">
            <a:extLst>
              <a:ext uri="{FF2B5EF4-FFF2-40B4-BE49-F238E27FC236}">
                <a16:creationId xmlns:a16="http://schemas.microsoft.com/office/drawing/2014/main" id="{CEF1103B-C726-DB6C-D23D-6EB3888BD4FE}"/>
              </a:ext>
            </a:extLst>
          </p:cNvPr>
          <p:cNvSpPr/>
          <p:nvPr/>
        </p:nvSpPr>
        <p:spPr>
          <a:xfrm rot="18906580">
            <a:off x="7419631" y="1690379"/>
            <a:ext cx="330796" cy="332807"/>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6" name="Cruz 1035">
            <a:extLst>
              <a:ext uri="{FF2B5EF4-FFF2-40B4-BE49-F238E27FC236}">
                <a16:creationId xmlns:a16="http://schemas.microsoft.com/office/drawing/2014/main" id="{CFF323F4-4BD1-D29A-86A6-69BFAB723CF2}"/>
              </a:ext>
            </a:extLst>
          </p:cNvPr>
          <p:cNvSpPr/>
          <p:nvPr/>
        </p:nvSpPr>
        <p:spPr>
          <a:xfrm rot="18906580">
            <a:off x="4441923" y="956238"/>
            <a:ext cx="330796" cy="332807"/>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7" name="Cruz 1036">
            <a:extLst>
              <a:ext uri="{FF2B5EF4-FFF2-40B4-BE49-F238E27FC236}">
                <a16:creationId xmlns:a16="http://schemas.microsoft.com/office/drawing/2014/main" id="{2B6F1410-5492-9D6B-2FED-60C27F7039DD}"/>
              </a:ext>
            </a:extLst>
          </p:cNvPr>
          <p:cNvSpPr/>
          <p:nvPr/>
        </p:nvSpPr>
        <p:spPr>
          <a:xfrm rot="18906580">
            <a:off x="5298963" y="1683346"/>
            <a:ext cx="330796" cy="332807"/>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8" name="Cruz 1037">
            <a:extLst>
              <a:ext uri="{FF2B5EF4-FFF2-40B4-BE49-F238E27FC236}">
                <a16:creationId xmlns:a16="http://schemas.microsoft.com/office/drawing/2014/main" id="{7ACB82C0-5E76-43DD-1BDA-0A84BEE147EF}"/>
              </a:ext>
            </a:extLst>
          </p:cNvPr>
          <p:cNvSpPr/>
          <p:nvPr/>
        </p:nvSpPr>
        <p:spPr>
          <a:xfrm rot="18906580">
            <a:off x="4439578" y="1678256"/>
            <a:ext cx="330796" cy="332807"/>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9" name="Cruz 1038">
            <a:extLst>
              <a:ext uri="{FF2B5EF4-FFF2-40B4-BE49-F238E27FC236}">
                <a16:creationId xmlns:a16="http://schemas.microsoft.com/office/drawing/2014/main" id="{A3E1E151-A20C-0BDE-6926-ED7BB1798253}"/>
              </a:ext>
            </a:extLst>
          </p:cNvPr>
          <p:cNvSpPr/>
          <p:nvPr/>
        </p:nvSpPr>
        <p:spPr>
          <a:xfrm rot="18906580">
            <a:off x="5293538" y="244642"/>
            <a:ext cx="330796" cy="332807"/>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40" name="Cruz 1039">
            <a:extLst>
              <a:ext uri="{FF2B5EF4-FFF2-40B4-BE49-F238E27FC236}">
                <a16:creationId xmlns:a16="http://schemas.microsoft.com/office/drawing/2014/main" id="{30C17519-D529-C070-A2EF-813885CB749F}"/>
              </a:ext>
            </a:extLst>
          </p:cNvPr>
          <p:cNvSpPr/>
          <p:nvPr/>
        </p:nvSpPr>
        <p:spPr>
          <a:xfrm rot="18906580">
            <a:off x="7012577" y="953841"/>
            <a:ext cx="330796" cy="332807"/>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41" name="Cruz 1040">
            <a:extLst>
              <a:ext uri="{FF2B5EF4-FFF2-40B4-BE49-F238E27FC236}">
                <a16:creationId xmlns:a16="http://schemas.microsoft.com/office/drawing/2014/main" id="{904D6F5B-246D-3CFE-669D-F2F0EE555004}"/>
              </a:ext>
            </a:extLst>
          </p:cNvPr>
          <p:cNvSpPr/>
          <p:nvPr/>
        </p:nvSpPr>
        <p:spPr>
          <a:xfrm rot="18906580">
            <a:off x="6981632" y="1670158"/>
            <a:ext cx="330796" cy="332807"/>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58" name="Cruz 1057">
            <a:extLst>
              <a:ext uri="{FF2B5EF4-FFF2-40B4-BE49-F238E27FC236}">
                <a16:creationId xmlns:a16="http://schemas.microsoft.com/office/drawing/2014/main" id="{2158A5D6-12BB-2E6A-2CA4-37F0FE809A8F}"/>
              </a:ext>
            </a:extLst>
          </p:cNvPr>
          <p:cNvSpPr/>
          <p:nvPr/>
        </p:nvSpPr>
        <p:spPr>
          <a:xfrm rot="18906580">
            <a:off x="8101852" y="3517512"/>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62" name="Cruz 1061">
            <a:extLst>
              <a:ext uri="{FF2B5EF4-FFF2-40B4-BE49-F238E27FC236}">
                <a16:creationId xmlns:a16="http://schemas.microsoft.com/office/drawing/2014/main" id="{22AD727D-43D2-1A11-0ACB-C377006409AE}"/>
              </a:ext>
            </a:extLst>
          </p:cNvPr>
          <p:cNvSpPr/>
          <p:nvPr/>
        </p:nvSpPr>
        <p:spPr>
          <a:xfrm rot="18906580">
            <a:off x="6747660" y="3598403"/>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70" name="Imagen 1069" descr="Imagen que contiene flor&#10;&#10;Descripción generada automáticamente">
            <a:extLst>
              <a:ext uri="{FF2B5EF4-FFF2-40B4-BE49-F238E27FC236}">
                <a16:creationId xmlns:a16="http://schemas.microsoft.com/office/drawing/2014/main" id="{D9D0F652-5FAF-6C6F-58DE-78557541B9A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40934" y="2084370"/>
            <a:ext cx="776775" cy="889013"/>
          </a:xfrm>
          <a:prstGeom prst="rect">
            <a:avLst/>
          </a:prstGeom>
        </p:spPr>
      </p:pic>
      <p:sp>
        <p:nvSpPr>
          <p:cNvPr id="65" name="CuadroTexto 64">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66" name="CuadroTexto 65">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64" name="Cruz 63">
            <a:extLst>
              <a:ext uri="{FF2B5EF4-FFF2-40B4-BE49-F238E27FC236}">
                <a16:creationId xmlns:a16="http://schemas.microsoft.com/office/drawing/2014/main" id="{2158A5D6-12BB-2E6A-2CA4-37F0FE809A8F}"/>
              </a:ext>
            </a:extLst>
          </p:cNvPr>
          <p:cNvSpPr/>
          <p:nvPr/>
        </p:nvSpPr>
        <p:spPr>
          <a:xfrm rot="18906580">
            <a:off x="10050691" y="3525186"/>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7" name="Cruz 66">
            <a:extLst>
              <a:ext uri="{FF2B5EF4-FFF2-40B4-BE49-F238E27FC236}">
                <a16:creationId xmlns:a16="http://schemas.microsoft.com/office/drawing/2014/main" id="{2158A5D6-12BB-2E6A-2CA4-37F0FE809A8F}"/>
              </a:ext>
            </a:extLst>
          </p:cNvPr>
          <p:cNvSpPr/>
          <p:nvPr/>
        </p:nvSpPr>
        <p:spPr>
          <a:xfrm rot="18906580">
            <a:off x="6756021" y="4677904"/>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8" name="Cruz 67">
            <a:extLst>
              <a:ext uri="{FF2B5EF4-FFF2-40B4-BE49-F238E27FC236}">
                <a16:creationId xmlns:a16="http://schemas.microsoft.com/office/drawing/2014/main" id="{2158A5D6-12BB-2E6A-2CA4-37F0FE809A8F}"/>
              </a:ext>
            </a:extLst>
          </p:cNvPr>
          <p:cNvSpPr/>
          <p:nvPr/>
        </p:nvSpPr>
        <p:spPr>
          <a:xfrm rot="18906580">
            <a:off x="8070833" y="4658492"/>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9" name="Cruz 68">
            <a:extLst>
              <a:ext uri="{FF2B5EF4-FFF2-40B4-BE49-F238E27FC236}">
                <a16:creationId xmlns:a16="http://schemas.microsoft.com/office/drawing/2014/main" id="{2158A5D6-12BB-2E6A-2CA4-37F0FE809A8F}"/>
              </a:ext>
            </a:extLst>
          </p:cNvPr>
          <p:cNvSpPr/>
          <p:nvPr/>
        </p:nvSpPr>
        <p:spPr>
          <a:xfrm rot="18906580">
            <a:off x="10738329" y="4710022"/>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0" name="Cruz 69">
            <a:extLst>
              <a:ext uri="{FF2B5EF4-FFF2-40B4-BE49-F238E27FC236}">
                <a16:creationId xmlns:a16="http://schemas.microsoft.com/office/drawing/2014/main" id="{2158A5D6-12BB-2E6A-2CA4-37F0FE809A8F}"/>
              </a:ext>
            </a:extLst>
          </p:cNvPr>
          <p:cNvSpPr/>
          <p:nvPr/>
        </p:nvSpPr>
        <p:spPr>
          <a:xfrm rot="18906580">
            <a:off x="11402508" y="4722945"/>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1" name="Cruz 70">
            <a:extLst>
              <a:ext uri="{FF2B5EF4-FFF2-40B4-BE49-F238E27FC236}">
                <a16:creationId xmlns:a16="http://schemas.microsoft.com/office/drawing/2014/main" id="{2158A5D6-12BB-2E6A-2CA4-37F0FE809A8F}"/>
              </a:ext>
            </a:extLst>
          </p:cNvPr>
          <p:cNvSpPr/>
          <p:nvPr/>
        </p:nvSpPr>
        <p:spPr>
          <a:xfrm rot="18906580">
            <a:off x="11402508" y="5838657"/>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2" name="Cruz 71">
            <a:extLst>
              <a:ext uri="{FF2B5EF4-FFF2-40B4-BE49-F238E27FC236}">
                <a16:creationId xmlns:a16="http://schemas.microsoft.com/office/drawing/2014/main" id="{2158A5D6-12BB-2E6A-2CA4-37F0FE809A8F}"/>
              </a:ext>
            </a:extLst>
          </p:cNvPr>
          <p:cNvSpPr/>
          <p:nvPr/>
        </p:nvSpPr>
        <p:spPr>
          <a:xfrm rot="18906580">
            <a:off x="10738329" y="5838657"/>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3" name="Cruz 72">
            <a:extLst>
              <a:ext uri="{FF2B5EF4-FFF2-40B4-BE49-F238E27FC236}">
                <a16:creationId xmlns:a16="http://schemas.microsoft.com/office/drawing/2014/main" id="{2158A5D6-12BB-2E6A-2CA4-37F0FE809A8F}"/>
              </a:ext>
            </a:extLst>
          </p:cNvPr>
          <p:cNvSpPr/>
          <p:nvPr/>
        </p:nvSpPr>
        <p:spPr>
          <a:xfrm rot="18906580">
            <a:off x="10074150" y="5848031"/>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4" name="Cruz 73">
            <a:extLst>
              <a:ext uri="{FF2B5EF4-FFF2-40B4-BE49-F238E27FC236}">
                <a16:creationId xmlns:a16="http://schemas.microsoft.com/office/drawing/2014/main" id="{2158A5D6-12BB-2E6A-2CA4-37F0FE809A8F}"/>
              </a:ext>
            </a:extLst>
          </p:cNvPr>
          <p:cNvSpPr/>
          <p:nvPr/>
        </p:nvSpPr>
        <p:spPr>
          <a:xfrm rot="18906580">
            <a:off x="8745793" y="5825845"/>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5" name="Cruz 74">
            <a:extLst>
              <a:ext uri="{FF2B5EF4-FFF2-40B4-BE49-F238E27FC236}">
                <a16:creationId xmlns:a16="http://schemas.microsoft.com/office/drawing/2014/main" id="{2158A5D6-12BB-2E6A-2CA4-37F0FE809A8F}"/>
              </a:ext>
            </a:extLst>
          </p:cNvPr>
          <p:cNvSpPr/>
          <p:nvPr/>
        </p:nvSpPr>
        <p:spPr>
          <a:xfrm rot="18906580">
            <a:off x="8101852" y="5807943"/>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6" name="Cruz 75">
            <a:extLst>
              <a:ext uri="{FF2B5EF4-FFF2-40B4-BE49-F238E27FC236}">
                <a16:creationId xmlns:a16="http://schemas.microsoft.com/office/drawing/2014/main" id="{2158A5D6-12BB-2E6A-2CA4-37F0FE809A8F}"/>
              </a:ext>
            </a:extLst>
          </p:cNvPr>
          <p:cNvSpPr/>
          <p:nvPr/>
        </p:nvSpPr>
        <p:spPr>
          <a:xfrm rot="18906580">
            <a:off x="6741343" y="5822265"/>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9" name="CuadroTexto 78">
            <a:extLst>
              <a:ext uri="{FF2B5EF4-FFF2-40B4-BE49-F238E27FC236}">
                <a16:creationId xmlns:a16="http://schemas.microsoft.com/office/drawing/2014/main" id="{4011E7FD-12F1-5EFD-6D20-BDB4A8649B07}"/>
              </a:ext>
            </a:extLst>
          </p:cNvPr>
          <p:cNvSpPr txBox="1"/>
          <p:nvPr/>
        </p:nvSpPr>
        <p:spPr>
          <a:xfrm>
            <a:off x="3749326" y="2616612"/>
            <a:ext cx="367408" cy="400110"/>
          </a:xfrm>
          <a:prstGeom prst="rect">
            <a:avLst/>
          </a:prstGeom>
          <a:noFill/>
        </p:spPr>
        <p:txBody>
          <a:bodyPr wrap="none" rtlCol="0">
            <a:spAutoFit/>
          </a:bodyPr>
          <a:lstStyle/>
          <a:p>
            <a:r>
              <a:rPr lang="es-ES" sz="2000" dirty="0" smtClean="0">
                <a:solidFill>
                  <a:srgbClr val="A0453E"/>
                </a:solidFill>
                <a:latin typeface="Amasis MT Pro Black" panose="020F0502020204030204" pitchFamily="18" charset="0"/>
              </a:rPr>
              <a:t>SI</a:t>
            </a:r>
            <a:endParaRPr lang="es-ES" sz="2000" dirty="0">
              <a:solidFill>
                <a:srgbClr val="A0453E"/>
              </a:solidFill>
              <a:latin typeface="Amasis MT Pro Black" panose="020F0502020204030204" pitchFamily="18" charset="0"/>
            </a:endParaRPr>
          </a:p>
        </p:txBody>
      </p:sp>
      <p:sp>
        <p:nvSpPr>
          <p:cNvPr id="93" name="Cruz 92">
            <a:extLst>
              <a:ext uri="{FF2B5EF4-FFF2-40B4-BE49-F238E27FC236}">
                <a16:creationId xmlns:a16="http://schemas.microsoft.com/office/drawing/2014/main" id="{22AD727D-43D2-1A11-0ACB-C377006409AE}"/>
              </a:ext>
            </a:extLst>
          </p:cNvPr>
          <p:cNvSpPr/>
          <p:nvPr/>
        </p:nvSpPr>
        <p:spPr>
          <a:xfrm rot="18906580">
            <a:off x="7428036" y="3569509"/>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4" name="Cruz 93">
            <a:extLst>
              <a:ext uri="{FF2B5EF4-FFF2-40B4-BE49-F238E27FC236}">
                <a16:creationId xmlns:a16="http://schemas.microsoft.com/office/drawing/2014/main" id="{22AD727D-43D2-1A11-0ACB-C377006409AE}"/>
              </a:ext>
            </a:extLst>
          </p:cNvPr>
          <p:cNvSpPr/>
          <p:nvPr/>
        </p:nvSpPr>
        <p:spPr>
          <a:xfrm rot="18906580">
            <a:off x="8767622" y="3512841"/>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5" name="Cruz 94">
            <a:extLst>
              <a:ext uri="{FF2B5EF4-FFF2-40B4-BE49-F238E27FC236}">
                <a16:creationId xmlns:a16="http://schemas.microsoft.com/office/drawing/2014/main" id="{22AD727D-43D2-1A11-0ACB-C377006409AE}"/>
              </a:ext>
            </a:extLst>
          </p:cNvPr>
          <p:cNvSpPr/>
          <p:nvPr/>
        </p:nvSpPr>
        <p:spPr>
          <a:xfrm rot="18906580">
            <a:off x="9409158" y="3540836"/>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6" name="Cruz 95">
            <a:extLst>
              <a:ext uri="{FF2B5EF4-FFF2-40B4-BE49-F238E27FC236}">
                <a16:creationId xmlns:a16="http://schemas.microsoft.com/office/drawing/2014/main" id="{22AD727D-43D2-1A11-0ACB-C377006409AE}"/>
              </a:ext>
            </a:extLst>
          </p:cNvPr>
          <p:cNvSpPr/>
          <p:nvPr/>
        </p:nvSpPr>
        <p:spPr>
          <a:xfrm rot="18906580">
            <a:off x="10738329" y="3540837"/>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7" name="Cruz 96">
            <a:extLst>
              <a:ext uri="{FF2B5EF4-FFF2-40B4-BE49-F238E27FC236}">
                <a16:creationId xmlns:a16="http://schemas.microsoft.com/office/drawing/2014/main" id="{22AD727D-43D2-1A11-0ACB-C377006409AE}"/>
              </a:ext>
            </a:extLst>
          </p:cNvPr>
          <p:cNvSpPr/>
          <p:nvPr/>
        </p:nvSpPr>
        <p:spPr>
          <a:xfrm rot="18906580">
            <a:off x="11427543" y="3527914"/>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8" name="Cruz 97">
            <a:extLst>
              <a:ext uri="{FF2B5EF4-FFF2-40B4-BE49-F238E27FC236}">
                <a16:creationId xmlns:a16="http://schemas.microsoft.com/office/drawing/2014/main" id="{22AD727D-43D2-1A11-0ACB-C377006409AE}"/>
              </a:ext>
            </a:extLst>
          </p:cNvPr>
          <p:cNvSpPr/>
          <p:nvPr/>
        </p:nvSpPr>
        <p:spPr>
          <a:xfrm rot="18906580">
            <a:off x="9436389" y="4654480"/>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 name="Cruz 102">
            <a:extLst>
              <a:ext uri="{FF2B5EF4-FFF2-40B4-BE49-F238E27FC236}">
                <a16:creationId xmlns:a16="http://schemas.microsoft.com/office/drawing/2014/main" id="{CFF323F4-4BD1-D29A-86A6-69BFAB723CF2}"/>
              </a:ext>
            </a:extLst>
          </p:cNvPr>
          <p:cNvSpPr/>
          <p:nvPr/>
        </p:nvSpPr>
        <p:spPr>
          <a:xfrm rot="18906580">
            <a:off x="4465843" y="244642"/>
            <a:ext cx="330796" cy="332807"/>
          </a:xfrm>
          <a:prstGeom prst="plus">
            <a:avLst>
              <a:gd name="adj" fmla="val 40556"/>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4" name="Cruz 103">
            <a:extLst>
              <a:ext uri="{FF2B5EF4-FFF2-40B4-BE49-F238E27FC236}">
                <a16:creationId xmlns:a16="http://schemas.microsoft.com/office/drawing/2014/main" id="{CFF323F4-4BD1-D29A-86A6-69BFAB723CF2}"/>
              </a:ext>
            </a:extLst>
          </p:cNvPr>
          <p:cNvSpPr/>
          <p:nvPr/>
        </p:nvSpPr>
        <p:spPr>
          <a:xfrm rot="18906580">
            <a:off x="4845255" y="244641"/>
            <a:ext cx="330796" cy="332807"/>
          </a:xfrm>
          <a:prstGeom prst="plus">
            <a:avLst>
              <a:gd name="adj" fmla="val 40556"/>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5" name="Cruz 104">
            <a:extLst>
              <a:ext uri="{FF2B5EF4-FFF2-40B4-BE49-F238E27FC236}">
                <a16:creationId xmlns:a16="http://schemas.microsoft.com/office/drawing/2014/main" id="{CFF323F4-4BD1-D29A-86A6-69BFAB723CF2}"/>
              </a:ext>
            </a:extLst>
          </p:cNvPr>
          <p:cNvSpPr/>
          <p:nvPr/>
        </p:nvSpPr>
        <p:spPr>
          <a:xfrm rot="18906580">
            <a:off x="5700669" y="253781"/>
            <a:ext cx="330796" cy="332807"/>
          </a:xfrm>
          <a:prstGeom prst="plus">
            <a:avLst>
              <a:gd name="adj" fmla="val 40556"/>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6" name="Cruz 105">
            <a:extLst>
              <a:ext uri="{FF2B5EF4-FFF2-40B4-BE49-F238E27FC236}">
                <a16:creationId xmlns:a16="http://schemas.microsoft.com/office/drawing/2014/main" id="{CFF323F4-4BD1-D29A-86A6-69BFAB723CF2}"/>
              </a:ext>
            </a:extLst>
          </p:cNvPr>
          <p:cNvSpPr/>
          <p:nvPr/>
        </p:nvSpPr>
        <p:spPr>
          <a:xfrm rot="18906580">
            <a:off x="6134084" y="244642"/>
            <a:ext cx="330796" cy="332807"/>
          </a:xfrm>
          <a:prstGeom prst="plus">
            <a:avLst>
              <a:gd name="adj" fmla="val 40556"/>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7" name="Cruz 106">
            <a:extLst>
              <a:ext uri="{FF2B5EF4-FFF2-40B4-BE49-F238E27FC236}">
                <a16:creationId xmlns:a16="http://schemas.microsoft.com/office/drawing/2014/main" id="{CFF323F4-4BD1-D29A-86A6-69BFAB723CF2}"/>
              </a:ext>
            </a:extLst>
          </p:cNvPr>
          <p:cNvSpPr/>
          <p:nvPr/>
        </p:nvSpPr>
        <p:spPr>
          <a:xfrm rot="18906580">
            <a:off x="6973392" y="274005"/>
            <a:ext cx="330796" cy="332807"/>
          </a:xfrm>
          <a:prstGeom prst="plus">
            <a:avLst>
              <a:gd name="adj" fmla="val 40556"/>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8" name="Cruz 107">
            <a:extLst>
              <a:ext uri="{FF2B5EF4-FFF2-40B4-BE49-F238E27FC236}">
                <a16:creationId xmlns:a16="http://schemas.microsoft.com/office/drawing/2014/main" id="{CFF323F4-4BD1-D29A-86A6-69BFAB723CF2}"/>
              </a:ext>
            </a:extLst>
          </p:cNvPr>
          <p:cNvSpPr/>
          <p:nvPr/>
        </p:nvSpPr>
        <p:spPr>
          <a:xfrm rot="18906580">
            <a:off x="7411717" y="264025"/>
            <a:ext cx="330796" cy="332807"/>
          </a:xfrm>
          <a:prstGeom prst="plus">
            <a:avLst>
              <a:gd name="adj" fmla="val 40556"/>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9" name="Cruz 108">
            <a:extLst>
              <a:ext uri="{FF2B5EF4-FFF2-40B4-BE49-F238E27FC236}">
                <a16:creationId xmlns:a16="http://schemas.microsoft.com/office/drawing/2014/main" id="{CFF323F4-4BD1-D29A-86A6-69BFAB723CF2}"/>
              </a:ext>
            </a:extLst>
          </p:cNvPr>
          <p:cNvSpPr/>
          <p:nvPr/>
        </p:nvSpPr>
        <p:spPr>
          <a:xfrm rot="18906580">
            <a:off x="6160961" y="949452"/>
            <a:ext cx="330796" cy="332807"/>
          </a:xfrm>
          <a:prstGeom prst="plus">
            <a:avLst>
              <a:gd name="adj" fmla="val 40556"/>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1" name="Cruz 110">
            <a:extLst>
              <a:ext uri="{FF2B5EF4-FFF2-40B4-BE49-F238E27FC236}">
                <a16:creationId xmlns:a16="http://schemas.microsoft.com/office/drawing/2014/main" id="{22AD727D-43D2-1A11-0ACB-C377006409AE}"/>
              </a:ext>
            </a:extLst>
          </p:cNvPr>
          <p:cNvSpPr/>
          <p:nvPr/>
        </p:nvSpPr>
        <p:spPr>
          <a:xfrm rot="18906580">
            <a:off x="7418878" y="4666963"/>
            <a:ext cx="540000" cy="540000"/>
          </a:xfrm>
          <a:prstGeom prst="plus">
            <a:avLst>
              <a:gd name="adj" fmla="val 40556"/>
            </a:avLst>
          </a:prstGeom>
          <a:solidFill>
            <a:srgbClr val="7030A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2" name="Cruz 111">
            <a:extLst>
              <a:ext uri="{FF2B5EF4-FFF2-40B4-BE49-F238E27FC236}">
                <a16:creationId xmlns:a16="http://schemas.microsoft.com/office/drawing/2014/main" id="{22AD727D-43D2-1A11-0ACB-C377006409AE}"/>
              </a:ext>
            </a:extLst>
          </p:cNvPr>
          <p:cNvSpPr/>
          <p:nvPr/>
        </p:nvSpPr>
        <p:spPr>
          <a:xfrm rot="18906580">
            <a:off x="8767243" y="4666962"/>
            <a:ext cx="540000" cy="540000"/>
          </a:xfrm>
          <a:prstGeom prst="plus">
            <a:avLst>
              <a:gd name="adj" fmla="val 40556"/>
            </a:avLst>
          </a:prstGeom>
          <a:solidFill>
            <a:srgbClr val="7030A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14" name="Picture 2" descr="https://sciencemagician.wordpress.com/wp-content/uploads/2014/10/guesswho2.jpg">
            <a:extLst>
              <a:ext uri="{FF2B5EF4-FFF2-40B4-BE49-F238E27FC236}">
                <a16:creationId xmlns:a16="http://schemas.microsoft.com/office/drawing/2014/main" id="{CDC1D74A-7A73-6C74-A445-A6319F0A5B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60" y="3270023"/>
            <a:ext cx="5410161" cy="3420000"/>
          </a:xfrm>
          <a:prstGeom prst="rect">
            <a:avLst/>
          </a:prstGeom>
          <a:noFill/>
          <a:extLst>
            <a:ext uri="{909E8E84-426E-40DD-AFC4-6F175D3DCCD1}">
              <a14:hiddenFill xmlns:a14="http://schemas.microsoft.com/office/drawing/2010/main">
                <a:solidFill>
                  <a:srgbClr val="FFFFFF"/>
                </a:solidFill>
              </a14:hiddenFill>
            </a:ext>
          </a:extLst>
        </p:spPr>
      </p:pic>
      <p:sp>
        <p:nvSpPr>
          <p:cNvPr id="115" name="Cruz 114">
            <a:extLst>
              <a:ext uri="{FF2B5EF4-FFF2-40B4-BE49-F238E27FC236}">
                <a16:creationId xmlns:a16="http://schemas.microsoft.com/office/drawing/2014/main" id="{2158A5D6-12BB-2E6A-2CA4-37F0FE809A8F}"/>
              </a:ext>
            </a:extLst>
          </p:cNvPr>
          <p:cNvSpPr/>
          <p:nvPr/>
        </p:nvSpPr>
        <p:spPr>
          <a:xfrm rot="18906580">
            <a:off x="1538928" y="3517512"/>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6" name="Cruz 115">
            <a:extLst>
              <a:ext uri="{FF2B5EF4-FFF2-40B4-BE49-F238E27FC236}">
                <a16:creationId xmlns:a16="http://schemas.microsoft.com/office/drawing/2014/main" id="{22AD727D-43D2-1A11-0ACB-C377006409AE}"/>
              </a:ext>
            </a:extLst>
          </p:cNvPr>
          <p:cNvSpPr/>
          <p:nvPr/>
        </p:nvSpPr>
        <p:spPr>
          <a:xfrm rot="18906580">
            <a:off x="184736" y="3598403"/>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7" name="Cruz 116">
            <a:extLst>
              <a:ext uri="{FF2B5EF4-FFF2-40B4-BE49-F238E27FC236}">
                <a16:creationId xmlns:a16="http://schemas.microsoft.com/office/drawing/2014/main" id="{2158A5D6-12BB-2E6A-2CA4-37F0FE809A8F}"/>
              </a:ext>
            </a:extLst>
          </p:cNvPr>
          <p:cNvSpPr/>
          <p:nvPr/>
        </p:nvSpPr>
        <p:spPr>
          <a:xfrm rot="18906580">
            <a:off x="3487767" y="3525186"/>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8" name="Cruz 117">
            <a:extLst>
              <a:ext uri="{FF2B5EF4-FFF2-40B4-BE49-F238E27FC236}">
                <a16:creationId xmlns:a16="http://schemas.microsoft.com/office/drawing/2014/main" id="{2158A5D6-12BB-2E6A-2CA4-37F0FE809A8F}"/>
              </a:ext>
            </a:extLst>
          </p:cNvPr>
          <p:cNvSpPr/>
          <p:nvPr/>
        </p:nvSpPr>
        <p:spPr>
          <a:xfrm rot="18906580">
            <a:off x="193097" y="4677904"/>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9" name="Cruz 118">
            <a:extLst>
              <a:ext uri="{FF2B5EF4-FFF2-40B4-BE49-F238E27FC236}">
                <a16:creationId xmlns:a16="http://schemas.microsoft.com/office/drawing/2014/main" id="{2158A5D6-12BB-2E6A-2CA4-37F0FE809A8F}"/>
              </a:ext>
            </a:extLst>
          </p:cNvPr>
          <p:cNvSpPr/>
          <p:nvPr/>
        </p:nvSpPr>
        <p:spPr>
          <a:xfrm rot="18906580">
            <a:off x="1507909" y="4658492"/>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0" name="Cruz 119">
            <a:extLst>
              <a:ext uri="{FF2B5EF4-FFF2-40B4-BE49-F238E27FC236}">
                <a16:creationId xmlns:a16="http://schemas.microsoft.com/office/drawing/2014/main" id="{2158A5D6-12BB-2E6A-2CA4-37F0FE809A8F}"/>
              </a:ext>
            </a:extLst>
          </p:cNvPr>
          <p:cNvSpPr/>
          <p:nvPr/>
        </p:nvSpPr>
        <p:spPr>
          <a:xfrm rot="18906580">
            <a:off x="4175405" y="4710022"/>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1" name="Cruz 120">
            <a:extLst>
              <a:ext uri="{FF2B5EF4-FFF2-40B4-BE49-F238E27FC236}">
                <a16:creationId xmlns:a16="http://schemas.microsoft.com/office/drawing/2014/main" id="{2158A5D6-12BB-2E6A-2CA4-37F0FE809A8F}"/>
              </a:ext>
            </a:extLst>
          </p:cNvPr>
          <p:cNvSpPr/>
          <p:nvPr/>
        </p:nvSpPr>
        <p:spPr>
          <a:xfrm rot="18906580">
            <a:off x="4839584" y="4722945"/>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2" name="Cruz 121">
            <a:extLst>
              <a:ext uri="{FF2B5EF4-FFF2-40B4-BE49-F238E27FC236}">
                <a16:creationId xmlns:a16="http://schemas.microsoft.com/office/drawing/2014/main" id="{2158A5D6-12BB-2E6A-2CA4-37F0FE809A8F}"/>
              </a:ext>
            </a:extLst>
          </p:cNvPr>
          <p:cNvSpPr/>
          <p:nvPr/>
        </p:nvSpPr>
        <p:spPr>
          <a:xfrm rot="18906580">
            <a:off x="4839584" y="5838657"/>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3" name="Cruz 122">
            <a:extLst>
              <a:ext uri="{FF2B5EF4-FFF2-40B4-BE49-F238E27FC236}">
                <a16:creationId xmlns:a16="http://schemas.microsoft.com/office/drawing/2014/main" id="{2158A5D6-12BB-2E6A-2CA4-37F0FE809A8F}"/>
              </a:ext>
            </a:extLst>
          </p:cNvPr>
          <p:cNvSpPr/>
          <p:nvPr/>
        </p:nvSpPr>
        <p:spPr>
          <a:xfrm rot="18906580">
            <a:off x="4175405" y="5838657"/>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4" name="Cruz 123">
            <a:extLst>
              <a:ext uri="{FF2B5EF4-FFF2-40B4-BE49-F238E27FC236}">
                <a16:creationId xmlns:a16="http://schemas.microsoft.com/office/drawing/2014/main" id="{2158A5D6-12BB-2E6A-2CA4-37F0FE809A8F}"/>
              </a:ext>
            </a:extLst>
          </p:cNvPr>
          <p:cNvSpPr/>
          <p:nvPr/>
        </p:nvSpPr>
        <p:spPr>
          <a:xfrm rot="18906580">
            <a:off x="3511226" y="5848031"/>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5" name="Cruz 124">
            <a:extLst>
              <a:ext uri="{FF2B5EF4-FFF2-40B4-BE49-F238E27FC236}">
                <a16:creationId xmlns:a16="http://schemas.microsoft.com/office/drawing/2014/main" id="{2158A5D6-12BB-2E6A-2CA4-37F0FE809A8F}"/>
              </a:ext>
            </a:extLst>
          </p:cNvPr>
          <p:cNvSpPr/>
          <p:nvPr/>
        </p:nvSpPr>
        <p:spPr>
          <a:xfrm rot="18906580">
            <a:off x="2182869" y="5825845"/>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6" name="Cruz 125">
            <a:extLst>
              <a:ext uri="{FF2B5EF4-FFF2-40B4-BE49-F238E27FC236}">
                <a16:creationId xmlns:a16="http://schemas.microsoft.com/office/drawing/2014/main" id="{2158A5D6-12BB-2E6A-2CA4-37F0FE809A8F}"/>
              </a:ext>
            </a:extLst>
          </p:cNvPr>
          <p:cNvSpPr/>
          <p:nvPr/>
        </p:nvSpPr>
        <p:spPr>
          <a:xfrm rot="18906580">
            <a:off x="1538928" y="5807943"/>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7" name="Cruz 126">
            <a:extLst>
              <a:ext uri="{FF2B5EF4-FFF2-40B4-BE49-F238E27FC236}">
                <a16:creationId xmlns:a16="http://schemas.microsoft.com/office/drawing/2014/main" id="{2158A5D6-12BB-2E6A-2CA4-37F0FE809A8F}"/>
              </a:ext>
            </a:extLst>
          </p:cNvPr>
          <p:cNvSpPr/>
          <p:nvPr/>
        </p:nvSpPr>
        <p:spPr>
          <a:xfrm rot="18906580">
            <a:off x="178419" y="5822265"/>
            <a:ext cx="540000" cy="540000"/>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8" name="Cruz 127">
            <a:extLst>
              <a:ext uri="{FF2B5EF4-FFF2-40B4-BE49-F238E27FC236}">
                <a16:creationId xmlns:a16="http://schemas.microsoft.com/office/drawing/2014/main" id="{22AD727D-43D2-1A11-0ACB-C377006409AE}"/>
              </a:ext>
            </a:extLst>
          </p:cNvPr>
          <p:cNvSpPr/>
          <p:nvPr/>
        </p:nvSpPr>
        <p:spPr>
          <a:xfrm rot="18906580">
            <a:off x="865112" y="3569509"/>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9" name="Cruz 128">
            <a:extLst>
              <a:ext uri="{FF2B5EF4-FFF2-40B4-BE49-F238E27FC236}">
                <a16:creationId xmlns:a16="http://schemas.microsoft.com/office/drawing/2014/main" id="{22AD727D-43D2-1A11-0ACB-C377006409AE}"/>
              </a:ext>
            </a:extLst>
          </p:cNvPr>
          <p:cNvSpPr/>
          <p:nvPr/>
        </p:nvSpPr>
        <p:spPr>
          <a:xfrm rot="18906580">
            <a:off x="2204698" y="3512841"/>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0" name="Cruz 129">
            <a:extLst>
              <a:ext uri="{FF2B5EF4-FFF2-40B4-BE49-F238E27FC236}">
                <a16:creationId xmlns:a16="http://schemas.microsoft.com/office/drawing/2014/main" id="{22AD727D-43D2-1A11-0ACB-C377006409AE}"/>
              </a:ext>
            </a:extLst>
          </p:cNvPr>
          <p:cNvSpPr/>
          <p:nvPr/>
        </p:nvSpPr>
        <p:spPr>
          <a:xfrm rot="18906580">
            <a:off x="2846234" y="3540836"/>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1" name="Cruz 130">
            <a:extLst>
              <a:ext uri="{FF2B5EF4-FFF2-40B4-BE49-F238E27FC236}">
                <a16:creationId xmlns:a16="http://schemas.microsoft.com/office/drawing/2014/main" id="{22AD727D-43D2-1A11-0ACB-C377006409AE}"/>
              </a:ext>
            </a:extLst>
          </p:cNvPr>
          <p:cNvSpPr/>
          <p:nvPr/>
        </p:nvSpPr>
        <p:spPr>
          <a:xfrm rot="18906580">
            <a:off x="4175405" y="3540837"/>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2" name="Cruz 131">
            <a:extLst>
              <a:ext uri="{FF2B5EF4-FFF2-40B4-BE49-F238E27FC236}">
                <a16:creationId xmlns:a16="http://schemas.microsoft.com/office/drawing/2014/main" id="{22AD727D-43D2-1A11-0ACB-C377006409AE}"/>
              </a:ext>
            </a:extLst>
          </p:cNvPr>
          <p:cNvSpPr/>
          <p:nvPr/>
        </p:nvSpPr>
        <p:spPr>
          <a:xfrm rot="18906580">
            <a:off x="4864619" y="3527914"/>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3" name="Cruz 132">
            <a:extLst>
              <a:ext uri="{FF2B5EF4-FFF2-40B4-BE49-F238E27FC236}">
                <a16:creationId xmlns:a16="http://schemas.microsoft.com/office/drawing/2014/main" id="{22AD727D-43D2-1A11-0ACB-C377006409AE}"/>
              </a:ext>
            </a:extLst>
          </p:cNvPr>
          <p:cNvSpPr/>
          <p:nvPr/>
        </p:nvSpPr>
        <p:spPr>
          <a:xfrm rot="18906580">
            <a:off x="2873465" y="4654480"/>
            <a:ext cx="540000" cy="540000"/>
          </a:xfrm>
          <a:prstGeom prst="plus">
            <a:avLst>
              <a:gd name="adj" fmla="val 40556"/>
            </a:avLst>
          </a:prstGeom>
          <a:solidFill>
            <a:srgbClr val="C0000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5" name="Cruz 134">
            <a:extLst>
              <a:ext uri="{FF2B5EF4-FFF2-40B4-BE49-F238E27FC236}">
                <a16:creationId xmlns:a16="http://schemas.microsoft.com/office/drawing/2014/main" id="{22AD727D-43D2-1A11-0ACB-C377006409AE}"/>
              </a:ext>
            </a:extLst>
          </p:cNvPr>
          <p:cNvSpPr/>
          <p:nvPr/>
        </p:nvSpPr>
        <p:spPr>
          <a:xfrm rot="18906580">
            <a:off x="2199664" y="4666962"/>
            <a:ext cx="540000" cy="540000"/>
          </a:xfrm>
          <a:prstGeom prst="plus">
            <a:avLst>
              <a:gd name="adj" fmla="val 40556"/>
            </a:avLst>
          </a:prstGeom>
          <a:solidFill>
            <a:srgbClr val="7030A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8" name="Flecha: hacia la izquierda 6">
            <a:extLst>
              <a:ext uri="{FF2B5EF4-FFF2-40B4-BE49-F238E27FC236}">
                <a16:creationId xmlns:a16="http://schemas.microsoft.com/office/drawing/2014/main" id="{EEFE3D7F-4C9D-1AD9-E508-F3E0E1AC1F4B}"/>
              </a:ext>
            </a:extLst>
          </p:cNvPr>
          <p:cNvSpPr/>
          <p:nvPr/>
        </p:nvSpPr>
        <p:spPr>
          <a:xfrm rot="19218625">
            <a:off x="4162448" y="2955909"/>
            <a:ext cx="559767" cy="25685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6" name="Cruz 135">
            <a:extLst>
              <a:ext uri="{FF2B5EF4-FFF2-40B4-BE49-F238E27FC236}">
                <a16:creationId xmlns:a16="http://schemas.microsoft.com/office/drawing/2014/main" id="{22AD727D-43D2-1A11-0ACB-C377006409AE}"/>
              </a:ext>
            </a:extLst>
          </p:cNvPr>
          <p:cNvSpPr/>
          <p:nvPr/>
        </p:nvSpPr>
        <p:spPr>
          <a:xfrm rot="18906580">
            <a:off x="855532" y="4649010"/>
            <a:ext cx="540000" cy="540000"/>
          </a:xfrm>
          <a:prstGeom prst="plus">
            <a:avLst>
              <a:gd name="adj" fmla="val 40556"/>
            </a:avLst>
          </a:prstGeom>
          <a:solidFill>
            <a:srgbClr val="7030A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7" name="Cruz 76">
            <a:extLst>
              <a:ext uri="{FF2B5EF4-FFF2-40B4-BE49-F238E27FC236}">
                <a16:creationId xmlns:a16="http://schemas.microsoft.com/office/drawing/2014/main" id="{CFF323F4-4BD1-D29A-86A6-69BFAB723CF2}"/>
              </a:ext>
            </a:extLst>
          </p:cNvPr>
          <p:cNvSpPr/>
          <p:nvPr/>
        </p:nvSpPr>
        <p:spPr>
          <a:xfrm rot="18906580">
            <a:off x="5707319" y="970347"/>
            <a:ext cx="330796" cy="332807"/>
          </a:xfrm>
          <a:prstGeom prst="plus">
            <a:avLst>
              <a:gd name="adj" fmla="val 40556"/>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1" name="Cruz 80">
            <a:extLst>
              <a:ext uri="{FF2B5EF4-FFF2-40B4-BE49-F238E27FC236}">
                <a16:creationId xmlns:a16="http://schemas.microsoft.com/office/drawing/2014/main" id="{CFF323F4-4BD1-D29A-86A6-69BFAB723CF2}"/>
              </a:ext>
            </a:extLst>
          </p:cNvPr>
          <p:cNvSpPr/>
          <p:nvPr/>
        </p:nvSpPr>
        <p:spPr>
          <a:xfrm rot="18906580">
            <a:off x="4887674" y="950317"/>
            <a:ext cx="330796" cy="332807"/>
          </a:xfrm>
          <a:prstGeom prst="plus">
            <a:avLst>
              <a:gd name="adj" fmla="val 40556"/>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2" name="Cruz 81">
            <a:extLst>
              <a:ext uri="{FF2B5EF4-FFF2-40B4-BE49-F238E27FC236}">
                <a16:creationId xmlns:a16="http://schemas.microsoft.com/office/drawing/2014/main" id="{22AD727D-43D2-1A11-0ACB-C377006409AE}"/>
              </a:ext>
            </a:extLst>
          </p:cNvPr>
          <p:cNvSpPr/>
          <p:nvPr/>
        </p:nvSpPr>
        <p:spPr>
          <a:xfrm rot="18906580">
            <a:off x="854557" y="5807943"/>
            <a:ext cx="540000" cy="540000"/>
          </a:xfrm>
          <a:prstGeom prst="plus">
            <a:avLst>
              <a:gd name="adj" fmla="val 40556"/>
            </a:avLst>
          </a:prstGeom>
          <a:solidFill>
            <a:srgbClr val="00B05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4" name="Cruz 83">
            <a:extLst>
              <a:ext uri="{FF2B5EF4-FFF2-40B4-BE49-F238E27FC236}">
                <a16:creationId xmlns:a16="http://schemas.microsoft.com/office/drawing/2014/main" id="{22AD727D-43D2-1A11-0ACB-C377006409AE}"/>
              </a:ext>
            </a:extLst>
          </p:cNvPr>
          <p:cNvSpPr/>
          <p:nvPr/>
        </p:nvSpPr>
        <p:spPr>
          <a:xfrm rot="18906580">
            <a:off x="2826810" y="5820034"/>
            <a:ext cx="540000" cy="540000"/>
          </a:xfrm>
          <a:prstGeom prst="plus">
            <a:avLst>
              <a:gd name="adj" fmla="val 40556"/>
            </a:avLst>
          </a:prstGeom>
          <a:solidFill>
            <a:srgbClr val="00B05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5" name="Cruz 84">
            <a:extLst>
              <a:ext uri="{FF2B5EF4-FFF2-40B4-BE49-F238E27FC236}">
                <a16:creationId xmlns:a16="http://schemas.microsoft.com/office/drawing/2014/main" id="{22AD727D-43D2-1A11-0ACB-C377006409AE}"/>
              </a:ext>
            </a:extLst>
          </p:cNvPr>
          <p:cNvSpPr/>
          <p:nvPr/>
        </p:nvSpPr>
        <p:spPr>
          <a:xfrm rot="18906580">
            <a:off x="10082501" y="4677235"/>
            <a:ext cx="540000" cy="540000"/>
          </a:xfrm>
          <a:prstGeom prst="plus">
            <a:avLst>
              <a:gd name="adj" fmla="val 40556"/>
            </a:avLst>
          </a:prstGeom>
          <a:solidFill>
            <a:srgbClr val="00B050"/>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Rectángulo redondeado 4"/>
          <p:cNvSpPr/>
          <p:nvPr/>
        </p:nvSpPr>
        <p:spPr>
          <a:xfrm>
            <a:off x="3453383" y="4448175"/>
            <a:ext cx="663351" cy="1009650"/>
          </a:xfrm>
          <a:prstGeom prst="roundRect">
            <a:avLst/>
          </a:prstGeom>
          <a:noFill/>
          <a:ln w="952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730343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609485" y="6499784"/>
            <a:ext cx="2057400" cy="365125"/>
          </a:xfrm>
        </p:spPr>
        <p:txBody>
          <a:bodyPr/>
          <a:lstStyle/>
          <a:p>
            <a:fld id="{5104FCC0-1602-4E53-A4A9-B84AD752D31B}" type="slidenum">
              <a:rPr lang="es-ES" smtClean="0">
                <a:solidFill>
                  <a:prstClr val="black">
                    <a:tint val="75000"/>
                  </a:prstClr>
                </a:solidFill>
              </a:rPr>
              <a:pPr/>
              <a:t>9</a:t>
            </a:fld>
            <a:endParaRPr lang="es-ES" dirty="0">
              <a:solidFill>
                <a:prstClr val="black">
                  <a:tint val="75000"/>
                </a:prstClr>
              </a:solidFill>
            </a:endParaRPr>
          </a:p>
        </p:txBody>
      </p:sp>
      <p:pic>
        <p:nvPicPr>
          <p:cNvPr id="1026" name="Picture 2" descr="https://sciencemagician.wordpress.com/wp-content/uploads/2014/10/guesswho2.jpg"/>
          <p:cNvPicPr preferRelativeResize="0">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40003" y="5598000"/>
            <a:ext cx="2160000" cy="1260000"/>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upo 1">
            <a:extLst>
              <a:ext uri="{FF2B5EF4-FFF2-40B4-BE49-F238E27FC236}">
                <a16:creationId xmlns:a16="http://schemas.microsoft.com/office/drawing/2014/main" id="{3C188E66-B166-715E-A446-85FA269C8373}"/>
              </a:ext>
            </a:extLst>
          </p:cNvPr>
          <p:cNvGrpSpPr>
            <a:grpSpLocks/>
          </p:cNvGrpSpPr>
          <p:nvPr/>
        </p:nvGrpSpPr>
        <p:grpSpPr>
          <a:xfrm>
            <a:off x="2975189" y="4106575"/>
            <a:ext cx="2160000" cy="1260000"/>
            <a:chOff x="252805" y="2830808"/>
            <a:chExt cx="4972114" cy="3178974"/>
          </a:xfrm>
        </p:grpSpPr>
        <p:pic>
          <p:nvPicPr>
            <p:cNvPr id="3" name="Picture 2" descr="https://sciencemagician.wordpress.com/wp-content/uploads/2014/10/guesswho2.jpg">
              <a:extLst>
                <a:ext uri="{FF2B5EF4-FFF2-40B4-BE49-F238E27FC236}">
                  <a16:creationId xmlns:a16="http://schemas.microsoft.com/office/drawing/2014/main" id="{20FC45B4-B99D-352A-1F13-FEA6C5BA2A2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2805" y="2830808"/>
              <a:ext cx="4972114" cy="3178974"/>
            </a:xfrm>
            <a:prstGeom prst="rect">
              <a:avLst/>
            </a:prstGeom>
            <a:noFill/>
            <a:extLst>
              <a:ext uri="{909E8E84-426E-40DD-AFC4-6F175D3DCCD1}">
                <a14:hiddenFill xmlns:a14="http://schemas.microsoft.com/office/drawing/2010/main">
                  <a:solidFill>
                    <a:srgbClr val="FFFFFF"/>
                  </a:solidFill>
                </a14:hiddenFill>
              </a:ext>
            </a:extLst>
          </p:spPr>
        </p:pic>
        <p:sp>
          <p:nvSpPr>
            <p:cNvPr id="4" name="Cruz 3">
              <a:extLst>
                <a:ext uri="{FF2B5EF4-FFF2-40B4-BE49-F238E27FC236}">
                  <a16:creationId xmlns:a16="http://schemas.microsoft.com/office/drawing/2014/main" id="{ED69280C-35F1-F375-45E1-C175462A950E}"/>
                </a:ext>
              </a:extLst>
            </p:cNvPr>
            <p:cNvSpPr/>
            <p:nvPr/>
          </p:nvSpPr>
          <p:spPr>
            <a:xfrm rot="18906580">
              <a:off x="2204290" y="5219374"/>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ruz 5">
              <a:extLst>
                <a:ext uri="{FF2B5EF4-FFF2-40B4-BE49-F238E27FC236}">
                  <a16:creationId xmlns:a16="http://schemas.microsoft.com/office/drawing/2014/main" id="{1066A5FE-97B9-2995-D397-BFDF11E41318}"/>
                </a:ext>
              </a:extLst>
            </p:cNvPr>
            <p:cNvSpPr/>
            <p:nvPr/>
          </p:nvSpPr>
          <p:spPr>
            <a:xfrm rot="18906580">
              <a:off x="3417724" y="3184096"/>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Cruz 6">
              <a:extLst>
                <a:ext uri="{FF2B5EF4-FFF2-40B4-BE49-F238E27FC236}">
                  <a16:creationId xmlns:a16="http://schemas.microsoft.com/office/drawing/2014/main" id="{DB327AE8-5BA3-8E34-9D3B-6572D8DEB5E2}"/>
                </a:ext>
              </a:extLst>
            </p:cNvPr>
            <p:cNvSpPr/>
            <p:nvPr/>
          </p:nvSpPr>
          <p:spPr>
            <a:xfrm rot="18906580">
              <a:off x="1582801" y="4197436"/>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ruz 7">
              <a:extLst>
                <a:ext uri="{FF2B5EF4-FFF2-40B4-BE49-F238E27FC236}">
                  <a16:creationId xmlns:a16="http://schemas.microsoft.com/office/drawing/2014/main" id="{BC3484DF-396E-E5AE-5B96-786E4E2AE8F0}"/>
                </a:ext>
              </a:extLst>
            </p:cNvPr>
            <p:cNvSpPr/>
            <p:nvPr/>
          </p:nvSpPr>
          <p:spPr>
            <a:xfrm rot="18906580">
              <a:off x="3416986" y="5219374"/>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ruz 8">
              <a:extLst>
                <a:ext uri="{FF2B5EF4-FFF2-40B4-BE49-F238E27FC236}">
                  <a16:creationId xmlns:a16="http://schemas.microsoft.com/office/drawing/2014/main" id="{B3E836F7-E2E8-15A4-07E4-24BF3E57240B}"/>
                </a:ext>
              </a:extLst>
            </p:cNvPr>
            <p:cNvSpPr/>
            <p:nvPr/>
          </p:nvSpPr>
          <p:spPr>
            <a:xfrm rot="18906580">
              <a:off x="4666955" y="4173864"/>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ruz 9">
              <a:extLst>
                <a:ext uri="{FF2B5EF4-FFF2-40B4-BE49-F238E27FC236}">
                  <a16:creationId xmlns:a16="http://schemas.microsoft.com/office/drawing/2014/main" id="{00C4F09E-66B3-1B69-0D27-947FDE353E10}"/>
                </a:ext>
              </a:extLst>
            </p:cNvPr>
            <p:cNvSpPr/>
            <p:nvPr/>
          </p:nvSpPr>
          <p:spPr>
            <a:xfrm rot="18906580">
              <a:off x="4645077" y="524317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Cruz 10">
              <a:extLst>
                <a:ext uri="{FF2B5EF4-FFF2-40B4-BE49-F238E27FC236}">
                  <a16:creationId xmlns:a16="http://schemas.microsoft.com/office/drawing/2014/main" id="{8415D393-8489-938A-60E8-56D15CD6460F}"/>
                </a:ext>
              </a:extLst>
            </p:cNvPr>
            <p:cNvSpPr/>
            <p:nvPr/>
          </p:nvSpPr>
          <p:spPr>
            <a:xfrm rot="18906580">
              <a:off x="356192" y="416270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ruz 11">
              <a:extLst>
                <a:ext uri="{FF2B5EF4-FFF2-40B4-BE49-F238E27FC236}">
                  <a16:creationId xmlns:a16="http://schemas.microsoft.com/office/drawing/2014/main" id="{9B5D84B2-A73C-F10C-46CC-32C7E75E593D}"/>
                </a:ext>
              </a:extLst>
            </p:cNvPr>
            <p:cNvSpPr/>
            <p:nvPr/>
          </p:nvSpPr>
          <p:spPr>
            <a:xfrm rot="18906580">
              <a:off x="1590613" y="523282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Cruz 12">
              <a:extLst>
                <a:ext uri="{FF2B5EF4-FFF2-40B4-BE49-F238E27FC236}">
                  <a16:creationId xmlns:a16="http://schemas.microsoft.com/office/drawing/2014/main" id="{9EE06A79-B703-204C-D0B9-B754F699C4E7}"/>
                </a:ext>
              </a:extLst>
            </p:cNvPr>
            <p:cNvSpPr/>
            <p:nvPr/>
          </p:nvSpPr>
          <p:spPr>
            <a:xfrm rot="18906580">
              <a:off x="352814" y="5225333"/>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ruz 13">
              <a:extLst>
                <a:ext uri="{FF2B5EF4-FFF2-40B4-BE49-F238E27FC236}">
                  <a16:creationId xmlns:a16="http://schemas.microsoft.com/office/drawing/2014/main" id="{F586736B-437B-3058-DF92-F69C31302D3E}"/>
                </a:ext>
              </a:extLst>
            </p:cNvPr>
            <p:cNvSpPr/>
            <p:nvPr/>
          </p:nvSpPr>
          <p:spPr>
            <a:xfrm rot="18906580">
              <a:off x="1582799" y="3115416"/>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Cruz 14">
              <a:extLst>
                <a:ext uri="{FF2B5EF4-FFF2-40B4-BE49-F238E27FC236}">
                  <a16:creationId xmlns:a16="http://schemas.microsoft.com/office/drawing/2014/main" id="{72B67E93-4F0D-FC76-EFC3-13BF28F372D2}"/>
                </a:ext>
              </a:extLst>
            </p:cNvPr>
            <p:cNvSpPr/>
            <p:nvPr/>
          </p:nvSpPr>
          <p:spPr>
            <a:xfrm rot="18906580">
              <a:off x="4058784" y="4159177"/>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ruz 15">
              <a:extLst>
                <a:ext uri="{FF2B5EF4-FFF2-40B4-BE49-F238E27FC236}">
                  <a16:creationId xmlns:a16="http://schemas.microsoft.com/office/drawing/2014/main" id="{FB013767-3BA2-655A-C125-27F849BB8F94}"/>
                </a:ext>
              </a:extLst>
            </p:cNvPr>
            <p:cNvSpPr/>
            <p:nvPr/>
          </p:nvSpPr>
          <p:spPr>
            <a:xfrm rot="18906580">
              <a:off x="4014213" y="5213415"/>
              <a:ext cx="476455" cy="489808"/>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17" name="Grupo 16">
            <a:extLst>
              <a:ext uri="{FF2B5EF4-FFF2-40B4-BE49-F238E27FC236}">
                <a16:creationId xmlns:a16="http://schemas.microsoft.com/office/drawing/2014/main" id="{1281734F-DD27-910E-0F46-46D662CB075D}"/>
              </a:ext>
            </a:extLst>
          </p:cNvPr>
          <p:cNvGrpSpPr>
            <a:grpSpLocks/>
          </p:cNvGrpSpPr>
          <p:nvPr/>
        </p:nvGrpSpPr>
        <p:grpSpPr>
          <a:xfrm>
            <a:off x="1574751" y="2598111"/>
            <a:ext cx="2160000" cy="1260000"/>
            <a:chOff x="7816194" y="4092631"/>
            <a:chExt cx="4311960" cy="2725778"/>
          </a:xfrm>
        </p:grpSpPr>
        <p:pic>
          <p:nvPicPr>
            <p:cNvPr id="18" name="Picture 2" descr="https://sciencemagician.wordpress.com/wp-content/uploads/2014/10/guesswho2.jpg">
              <a:extLst>
                <a:ext uri="{FF2B5EF4-FFF2-40B4-BE49-F238E27FC236}">
                  <a16:creationId xmlns:a16="http://schemas.microsoft.com/office/drawing/2014/main" id="{6A6B49B3-BA4E-C750-ACA7-C40E38A1B66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16194" y="4092631"/>
              <a:ext cx="4311960" cy="2725778"/>
            </a:xfrm>
            <a:prstGeom prst="rect">
              <a:avLst/>
            </a:prstGeom>
            <a:noFill/>
            <a:extLst>
              <a:ext uri="{909E8E84-426E-40DD-AFC4-6F175D3DCCD1}">
                <a14:hiddenFill xmlns:a14="http://schemas.microsoft.com/office/drawing/2010/main">
                  <a:solidFill>
                    <a:srgbClr val="FFFFFF"/>
                  </a:solidFill>
                </a14:hiddenFill>
              </a:ext>
            </a:extLst>
          </p:spPr>
        </p:pic>
        <p:sp>
          <p:nvSpPr>
            <p:cNvPr id="19" name="Cruz 18">
              <a:extLst>
                <a:ext uri="{FF2B5EF4-FFF2-40B4-BE49-F238E27FC236}">
                  <a16:creationId xmlns:a16="http://schemas.microsoft.com/office/drawing/2014/main" id="{5CC9883D-6FAF-9182-6607-7DA34D288D0B}"/>
                </a:ext>
              </a:extLst>
            </p:cNvPr>
            <p:cNvSpPr/>
            <p:nvPr/>
          </p:nvSpPr>
          <p:spPr>
            <a:xfrm rot="18906580">
              <a:off x="9508578" y="6140682"/>
              <a:ext cx="413195" cy="419981"/>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Cruz 19">
              <a:extLst>
                <a:ext uri="{FF2B5EF4-FFF2-40B4-BE49-F238E27FC236}">
                  <a16:creationId xmlns:a16="http://schemas.microsoft.com/office/drawing/2014/main" id="{D9A3F3B6-8838-083F-0424-ECF342697DF9}"/>
                </a:ext>
              </a:extLst>
            </p:cNvPr>
            <p:cNvSpPr/>
            <p:nvPr/>
          </p:nvSpPr>
          <p:spPr>
            <a:xfrm rot="18906580">
              <a:off x="10560903" y="4395554"/>
              <a:ext cx="413195" cy="419981"/>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Cruz 20">
              <a:extLst>
                <a:ext uri="{FF2B5EF4-FFF2-40B4-BE49-F238E27FC236}">
                  <a16:creationId xmlns:a16="http://schemas.microsoft.com/office/drawing/2014/main" id="{8A05C4E2-262C-60D6-E6BB-B97697BAC100}"/>
                </a:ext>
              </a:extLst>
            </p:cNvPr>
            <p:cNvSpPr/>
            <p:nvPr/>
          </p:nvSpPr>
          <p:spPr>
            <a:xfrm rot="18906580">
              <a:off x="8969605" y="5264432"/>
              <a:ext cx="413195" cy="419981"/>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Cruz 21">
              <a:extLst>
                <a:ext uri="{FF2B5EF4-FFF2-40B4-BE49-F238E27FC236}">
                  <a16:creationId xmlns:a16="http://schemas.microsoft.com/office/drawing/2014/main" id="{49A77BB7-AD4A-75FE-93E4-AF1E04E08CEE}"/>
                </a:ext>
              </a:extLst>
            </p:cNvPr>
            <p:cNvSpPr/>
            <p:nvPr/>
          </p:nvSpPr>
          <p:spPr>
            <a:xfrm rot="18906580">
              <a:off x="10560263" y="6140682"/>
              <a:ext cx="413195" cy="419981"/>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Cruz 22">
              <a:extLst>
                <a:ext uri="{FF2B5EF4-FFF2-40B4-BE49-F238E27FC236}">
                  <a16:creationId xmlns:a16="http://schemas.microsoft.com/office/drawing/2014/main" id="{B1E5F97D-A41F-9039-2E16-4BEDB40E4DE3}"/>
                </a:ext>
              </a:extLst>
            </p:cNvPr>
            <p:cNvSpPr/>
            <p:nvPr/>
          </p:nvSpPr>
          <p:spPr>
            <a:xfrm rot="18906580">
              <a:off x="11644272" y="5244220"/>
              <a:ext cx="413195" cy="419981"/>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Cruz 23">
              <a:extLst>
                <a:ext uri="{FF2B5EF4-FFF2-40B4-BE49-F238E27FC236}">
                  <a16:creationId xmlns:a16="http://schemas.microsoft.com/office/drawing/2014/main" id="{F752C6C5-7A0D-D8B2-B1A8-B8EB34EDFF80}"/>
                </a:ext>
              </a:extLst>
            </p:cNvPr>
            <p:cNvSpPr/>
            <p:nvPr/>
          </p:nvSpPr>
          <p:spPr>
            <a:xfrm rot="18906580">
              <a:off x="11625298" y="6161090"/>
              <a:ext cx="413195" cy="419981"/>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Cruz 24">
              <a:extLst>
                <a:ext uri="{FF2B5EF4-FFF2-40B4-BE49-F238E27FC236}">
                  <a16:creationId xmlns:a16="http://schemas.microsoft.com/office/drawing/2014/main" id="{1001CE32-DE37-B4DA-1E10-EE029BD2DFFC}"/>
                </a:ext>
              </a:extLst>
            </p:cNvPr>
            <p:cNvSpPr/>
            <p:nvPr/>
          </p:nvSpPr>
          <p:spPr>
            <a:xfrm rot="18906580">
              <a:off x="7905854" y="5234652"/>
              <a:ext cx="413195" cy="419981"/>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Cruz 25">
              <a:extLst>
                <a:ext uri="{FF2B5EF4-FFF2-40B4-BE49-F238E27FC236}">
                  <a16:creationId xmlns:a16="http://schemas.microsoft.com/office/drawing/2014/main" id="{DC65A1C2-8ACA-F3FE-7573-3395B76F06E5}"/>
                </a:ext>
              </a:extLst>
            </p:cNvPr>
            <p:cNvSpPr/>
            <p:nvPr/>
          </p:nvSpPr>
          <p:spPr>
            <a:xfrm rot="18906580">
              <a:off x="8976380" y="6152215"/>
              <a:ext cx="413195" cy="419981"/>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Cruz 26">
              <a:extLst>
                <a:ext uri="{FF2B5EF4-FFF2-40B4-BE49-F238E27FC236}">
                  <a16:creationId xmlns:a16="http://schemas.microsoft.com/office/drawing/2014/main" id="{1CA776EF-D23A-A8B6-0863-2916ECAD6FB6}"/>
                </a:ext>
              </a:extLst>
            </p:cNvPr>
            <p:cNvSpPr/>
            <p:nvPr/>
          </p:nvSpPr>
          <p:spPr>
            <a:xfrm rot="18906580">
              <a:off x="7902925" y="6145791"/>
              <a:ext cx="413195" cy="419981"/>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Cruz 27">
              <a:extLst>
                <a:ext uri="{FF2B5EF4-FFF2-40B4-BE49-F238E27FC236}">
                  <a16:creationId xmlns:a16="http://schemas.microsoft.com/office/drawing/2014/main" id="{3630038D-FF75-4AC7-EC26-F4AEBE23CDAA}"/>
                </a:ext>
              </a:extLst>
            </p:cNvPr>
            <p:cNvSpPr/>
            <p:nvPr/>
          </p:nvSpPr>
          <p:spPr>
            <a:xfrm rot="18906580">
              <a:off x="8969603" y="4336665"/>
              <a:ext cx="413195" cy="419981"/>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Cruz 28">
              <a:extLst>
                <a:ext uri="{FF2B5EF4-FFF2-40B4-BE49-F238E27FC236}">
                  <a16:creationId xmlns:a16="http://schemas.microsoft.com/office/drawing/2014/main" id="{728967F4-AE81-984B-63ED-5E8D14E98F8E}"/>
                </a:ext>
              </a:extLst>
            </p:cNvPr>
            <p:cNvSpPr/>
            <p:nvPr/>
          </p:nvSpPr>
          <p:spPr>
            <a:xfrm rot="18906580">
              <a:off x="11116848" y="5231627"/>
              <a:ext cx="413195" cy="419981"/>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Cruz 29">
              <a:extLst>
                <a:ext uri="{FF2B5EF4-FFF2-40B4-BE49-F238E27FC236}">
                  <a16:creationId xmlns:a16="http://schemas.microsoft.com/office/drawing/2014/main" id="{DF0121E8-5FDF-F775-8BD6-205889921019}"/>
                </a:ext>
              </a:extLst>
            </p:cNvPr>
            <p:cNvSpPr/>
            <p:nvPr/>
          </p:nvSpPr>
          <p:spPr>
            <a:xfrm rot="18906580">
              <a:off x="11078195" y="6135572"/>
              <a:ext cx="413195" cy="419981"/>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Cruz 30">
              <a:extLst>
                <a:ext uri="{FF2B5EF4-FFF2-40B4-BE49-F238E27FC236}">
                  <a16:creationId xmlns:a16="http://schemas.microsoft.com/office/drawing/2014/main" id="{75CB761D-3945-6C02-0D32-EC85B57EF0B0}"/>
                </a:ext>
              </a:extLst>
            </p:cNvPr>
            <p:cNvSpPr/>
            <p:nvPr/>
          </p:nvSpPr>
          <p:spPr>
            <a:xfrm rot="18906580">
              <a:off x="8449569" y="4363273"/>
              <a:ext cx="413195" cy="419981"/>
            </a:xfrm>
            <a:prstGeom prst="plus">
              <a:avLst>
                <a:gd name="adj" fmla="val 40556"/>
              </a:avLst>
            </a:prstGeom>
            <a:solidFill>
              <a:schemeClr val="bg2">
                <a:lumMod val="7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Cruz 31">
              <a:extLst>
                <a:ext uri="{FF2B5EF4-FFF2-40B4-BE49-F238E27FC236}">
                  <a16:creationId xmlns:a16="http://schemas.microsoft.com/office/drawing/2014/main" id="{3071693D-2787-2EED-A42D-0EB335CDA48F}"/>
                </a:ext>
              </a:extLst>
            </p:cNvPr>
            <p:cNvSpPr/>
            <p:nvPr/>
          </p:nvSpPr>
          <p:spPr>
            <a:xfrm rot="18906580">
              <a:off x="7929531" y="4351563"/>
              <a:ext cx="413195" cy="419981"/>
            </a:xfrm>
            <a:prstGeom prst="plus">
              <a:avLst>
                <a:gd name="adj" fmla="val 40556"/>
              </a:avLst>
            </a:prstGeom>
            <a:solidFill>
              <a:schemeClr val="bg2">
                <a:lumMod val="7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3" name="Cruz 32">
              <a:extLst>
                <a:ext uri="{FF2B5EF4-FFF2-40B4-BE49-F238E27FC236}">
                  <a16:creationId xmlns:a16="http://schemas.microsoft.com/office/drawing/2014/main" id="{8118C473-DCDC-6724-7FF8-C7CC8ACCBC83}"/>
                </a:ext>
              </a:extLst>
            </p:cNvPr>
            <p:cNvSpPr/>
            <p:nvPr/>
          </p:nvSpPr>
          <p:spPr>
            <a:xfrm rot="18906580">
              <a:off x="9515008" y="4362424"/>
              <a:ext cx="413195" cy="419981"/>
            </a:xfrm>
            <a:prstGeom prst="plus">
              <a:avLst>
                <a:gd name="adj" fmla="val 40556"/>
              </a:avLst>
            </a:prstGeom>
            <a:solidFill>
              <a:schemeClr val="bg2">
                <a:lumMod val="7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Cruz 33">
              <a:extLst>
                <a:ext uri="{FF2B5EF4-FFF2-40B4-BE49-F238E27FC236}">
                  <a16:creationId xmlns:a16="http://schemas.microsoft.com/office/drawing/2014/main" id="{A9AD1832-6C1E-2B51-D07F-C7998186DDB1}"/>
                </a:ext>
              </a:extLst>
            </p:cNvPr>
            <p:cNvSpPr/>
            <p:nvPr/>
          </p:nvSpPr>
          <p:spPr>
            <a:xfrm rot="18906580">
              <a:off x="11085701" y="4370035"/>
              <a:ext cx="413195" cy="419981"/>
            </a:xfrm>
            <a:prstGeom prst="plus">
              <a:avLst>
                <a:gd name="adj" fmla="val 40556"/>
              </a:avLst>
            </a:prstGeom>
            <a:solidFill>
              <a:schemeClr val="bg2">
                <a:lumMod val="7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Cruz 34">
              <a:extLst>
                <a:ext uri="{FF2B5EF4-FFF2-40B4-BE49-F238E27FC236}">
                  <a16:creationId xmlns:a16="http://schemas.microsoft.com/office/drawing/2014/main" id="{89D4CC4C-9C08-036E-EA01-DD525788E6E4}"/>
                </a:ext>
              </a:extLst>
            </p:cNvPr>
            <p:cNvSpPr/>
            <p:nvPr/>
          </p:nvSpPr>
          <p:spPr>
            <a:xfrm rot="18906580">
              <a:off x="10048050" y="4362424"/>
              <a:ext cx="413195" cy="419981"/>
            </a:xfrm>
            <a:prstGeom prst="plus">
              <a:avLst>
                <a:gd name="adj" fmla="val 40556"/>
              </a:avLst>
            </a:prstGeom>
            <a:solidFill>
              <a:schemeClr val="bg2">
                <a:lumMod val="7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Cruz 35">
              <a:extLst>
                <a:ext uri="{FF2B5EF4-FFF2-40B4-BE49-F238E27FC236}">
                  <a16:creationId xmlns:a16="http://schemas.microsoft.com/office/drawing/2014/main" id="{DDB5B011-F851-5F79-F727-1233CAF45298}"/>
                </a:ext>
              </a:extLst>
            </p:cNvPr>
            <p:cNvSpPr/>
            <p:nvPr/>
          </p:nvSpPr>
          <p:spPr>
            <a:xfrm rot="18906580">
              <a:off x="10033356" y="5275965"/>
              <a:ext cx="413195" cy="419981"/>
            </a:xfrm>
            <a:prstGeom prst="plus">
              <a:avLst>
                <a:gd name="adj" fmla="val 40556"/>
              </a:avLst>
            </a:prstGeom>
            <a:solidFill>
              <a:schemeClr val="bg2">
                <a:lumMod val="7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Cruz 36">
              <a:extLst>
                <a:ext uri="{FF2B5EF4-FFF2-40B4-BE49-F238E27FC236}">
                  <a16:creationId xmlns:a16="http://schemas.microsoft.com/office/drawing/2014/main" id="{EC5E9D48-CC81-EA01-24B8-B007CAA4E503}"/>
                </a:ext>
              </a:extLst>
            </p:cNvPr>
            <p:cNvSpPr/>
            <p:nvPr/>
          </p:nvSpPr>
          <p:spPr>
            <a:xfrm rot="18906580">
              <a:off x="11606796" y="4370035"/>
              <a:ext cx="413195" cy="419981"/>
            </a:xfrm>
            <a:prstGeom prst="plus">
              <a:avLst>
                <a:gd name="adj" fmla="val 40556"/>
              </a:avLst>
            </a:prstGeom>
            <a:solidFill>
              <a:schemeClr val="bg2">
                <a:lumMod val="7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38" name="Grupo 37">
            <a:extLst>
              <a:ext uri="{FF2B5EF4-FFF2-40B4-BE49-F238E27FC236}">
                <a16:creationId xmlns:a16="http://schemas.microsoft.com/office/drawing/2014/main" id="{CC4D9036-1ECC-F3A8-8059-F7EA93ED05B6}"/>
              </a:ext>
            </a:extLst>
          </p:cNvPr>
          <p:cNvGrpSpPr>
            <a:grpSpLocks/>
          </p:cNvGrpSpPr>
          <p:nvPr/>
        </p:nvGrpSpPr>
        <p:grpSpPr>
          <a:xfrm>
            <a:off x="121831" y="1039541"/>
            <a:ext cx="2160000" cy="1260000"/>
            <a:chOff x="7795990" y="4097399"/>
            <a:chExt cx="4311960" cy="2725778"/>
          </a:xfrm>
        </p:grpSpPr>
        <p:grpSp>
          <p:nvGrpSpPr>
            <p:cNvPr id="39" name="Grupo 38">
              <a:extLst>
                <a:ext uri="{FF2B5EF4-FFF2-40B4-BE49-F238E27FC236}">
                  <a16:creationId xmlns:a16="http://schemas.microsoft.com/office/drawing/2014/main" id="{4376962D-8BAB-40A1-DD05-B347A25BF385}"/>
                </a:ext>
              </a:extLst>
            </p:cNvPr>
            <p:cNvGrpSpPr/>
            <p:nvPr/>
          </p:nvGrpSpPr>
          <p:grpSpPr>
            <a:xfrm>
              <a:off x="7795990" y="4097399"/>
              <a:ext cx="4311960" cy="2725778"/>
              <a:chOff x="7816194" y="4092631"/>
              <a:chExt cx="4311960" cy="2725778"/>
            </a:xfrm>
          </p:grpSpPr>
          <p:pic>
            <p:nvPicPr>
              <p:cNvPr id="42" name="Picture 2" descr="https://sciencemagician.wordpress.com/wp-content/uploads/2014/10/guesswho2.jpg">
                <a:extLst>
                  <a:ext uri="{FF2B5EF4-FFF2-40B4-BE49-F238E27FC236}">
                    <a16:creationId xmlns:a16="http://schemas.microsoft.com/office/drawing/2014/main" id="{CF6E7E11-F2BA-F80A-376A-45713C9B868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16194" y="4092631"/>
                <a:ext cx="4311960" cy="2725778"/>
              </a:xfrm>
              <a:prstGeom prst="rect">
                <a:avLst/>
              </a:prstGeom>
              <a:noFill/>
              <a:extLst>
                <a:ext uri="{909E8E84-426E-40DD-AFC4-6F175D3DCCD1}">
                  <a14:hiddenFill xmlns:a14="http://schemas.microsoft.com/office/drawing/2010/main">
                    <a:solidFill>
                      <a:srgbClr val="FFFFFF"/>
                    </a:solidFill>
                  </a14:hiddenFill>
                </a:ext>
              </a:extLst>
            </p:spPr>
          </p:pic>
          <p:sp>
            <p:nvSpPr>
              <p:cNvPr id="43" name="Cruz 42">
                <a:extLst>
                  <a:ext uri="{FF2B5EF4-FFF2-40B4-BE49-F238E27FC236}">
                    <a16:creationId xmlns:a16="http://schemas.microsoft.com/office/drawing/2014/main" id="{08D257A0-AAD0-063C-E403-C8EEA0322075}"/>
                  </a:ext>
                </a:extLst>
              </p:cNvPr>
              <p:cNvSpPr/>
              <p:nvPr/>
            </p:nvSpPr>
            <p:spPr>
              <a:xfrm rot="18906580">
                <a:off x="9508578" y="6140682"/>
                <a:ext cx="413195" cy="419981"/>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4" name="Cruz 43">
                <a:extLst>
                  <a:ext uri="{FF2B5EF4-FFF2-40B4-BE49-F238E27FC236}">
                    <a16:creationId xmlns:a16="http://schemas.microsoft.com/office/drawing/2014/main" id="{BB694B6D-681F-FFC7-7FAF-E17C99CD1532}"/>
                  </a:ext>
                </a:extLst>
              </p:cNvPr>
              <p:cNvSpPr/>
              <p:nvPr/>
            </p:nvSpPr>
            <p:spPr>
              <a:xfrm rot="18906580">
                <a:off x="10560903" y="4395554"/>
                <a:ext cx="413195" cy="419981"/>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5" name="Cruz 44">
                <a:extLst>
                  <a:ext uri="{FF2B5EF4-FFF2-40B4-BE49-F238E27FC236}">
                    <a16:creationId xmlns:a16="http://schemas.microsoft.com/office/drawing/2014/main" id="{91CA3157-8F02-458B-4995-72C89130A5F0}"/>
                  </a:ext>
                </a:extLst>
              </p:cNvPr>
              <p:cNvSpPr/>
              <p:nvPr/>
            </p:nvSpPr>
            <p:spPr>
              <a:xfrm rot="18906580">
                <a:off x="8969605" y="5264432"/>
                <a:ext cx="413195" cy="419981"/>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6" name="Cruz 45">
                <a:extLst>
                  <a:ext uri="{FF2B5EF4-FFF2-40B4-BE49-F238E27FC236}">
                    <a16:creationId xmlns:a16="http://schemas.microsoft.com/office/drawing/2014/main" id="{65D874E7-D8D7-1C3F-1129-7C52DB94213E}"/>
                  </a:ext>
                </a:extLst>
              </p:cNvPr>
              <p:cNvSpPr/>
              <p:nvPr/>
            </p:nvSpPr>
            <p:spPr>
              <a:xfrm rot="18906580">
                <a:off x="10560263" y="6140682"/>
                <a:ext cx="413195" cy="419981"/>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7" name="Cruz 46">
                <a:extLst>
                  <a:ext uri="{FF2B5EF4-FFF2-40B4-BE49-F238E27FC236}">
                    <a16:creationId xmlns:a16="http://schemas.microsoft.com/office/drawing/2014/main" id="{88B46FB9-9852-E50D-DDA1-60F2F03DCBAB}"/>
                  </a:ext>
                </a:extLst>
              </p:cNvPr>
              <p:cNvSpPr/>
              <p:nvPr/>
            </p:nvSpPr>
            <p:spPr>
              <a:xfrm rot="18906580">
                <a:off x="11644272" y="5244220"/>
                <a:ext cx="413195" cy="419981"/>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8" name="Cruz 47">
                <a:extLst>
                  <a:ext uri="{FF2B5EF4-FFF2-40B4-BE49-F238E27FC236}">
                    <a16:creationId xmlns:a16="http://schemas.microsoft.com/office/drawing/2014/main" id="{E2152C1D-99FF-73DA-9AF4-81CE44DE1C0C}"/>
                  </a:ext>
                </a:extLst>
              </p:cNvPr>
              <p:cNvSpPr/>
              <p:nvPr/>
            </p:nvSpPr>
            <p:spPr>
              <a:xfrm rot="18906580">
                <a:off x="11625298" y="6161090"/>
                <a:ext cx="413195" cy="419981"/>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9" name="Cruz 48">
                <a:extLst>
                  <a:ext uri="{FF2B5EF4-FFF2-40B4-BE49-F238E27FC236}">
                    <a16:creationId xmlns:a16="http://schemas.microsoft.com/office/drawing/2014/main" id="{06F7FDA8-02F5-B3E7-633F-19B528D65B49}"/>
                  </a:ext>
                </a:extLst>
              </p:cNvPr>
              <p:cNvSpPr/>
              <p:nvPr/>
            </p:nvSpPr>
            <p:spPr>
              <a:xfrm rot="18906580">
                <a:off x="7905854" y="5234652"/>
                <a:ext cx="413195" cy="419981"/>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0" name="Cruz 49">
                <a:extLst>
                  <a:ext uri="{FF2B5EF4-FFF2-40B4-BE49-F238E27FC236}">
                    <a16:creationId xmlns:a16="http://schemas.microsoft.com/office/drawing/2014/main" id="{4F1C223A-056B-B1D2-3742-9DBC60BD3606}"/>
                  </a:ext>
                </a:extLst>
              </p:cNvPr>
              <p:cNvSpPr/>
              <p:nvPr/>
            </p:nvSpPr>
            <p:spPr>
              <a:xfrm rot="18906580">
                <a:off x="8976380" y="6152215"/>
                <a:ext cx="413195" cy="419981"/>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1" name="Cruz 50">
                <a:extLst>
                  <a:ext uri="{FF2B5EF4-FFF2-40B4-BE49-F238E27FC236}">
                    <a16:creationId xmlns:a16="http://schemas.microsoft.com/office/drawing/2014/main" id="{D0520ABE-E4CB-2727-7581-00B94D1CB28C}"/>
                  </a:ext>
                </a:extLst>
              </p:cNvPr>
              <p:cNvSpPr/>
              <p:nvPr/>
            </p:nvSpPr>
            <p:spPr>
              <a:xfrm rot="18906580">
                <a:off x="7902925" y="6145791"/>
                <a:ext cx="413195" cy="419981"/>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2" name="Cruz 51">
                <a:extLst>
                  <a:ext uri="{FF2B5EF4-FFF2-40B4-BE49-F238E27FC236}">
                    <a16:creationId xmlns:a16="http://schemas.microsoft.com/office/drawing/2014/main" id="{E290CEDA-9B2A-9065-409E-90939388523C}"/>
                  </a:ext>
                </a:extLst>
              </p:cNvPr>
              <p:cNvSpPr/>
              <p:nvPr/>
            </p:nvSpPr>
            <p:spPr>
              <a:xfrm rot="18906580">
                <a:off x="8969603" y="4336665"/>
                <a:ext cx="413195" cy="419981"/>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3" name="Cruz 52">
                <a:extLst>
                  <a:ext uri="{FF2B5EF4-FFF2-40B4-BE49-F238E27FC236}">
                    <a16:creationId xmlns:a16="http://schemas.microsoft.com/office/drawing/2014/main" id="{5AD99373-F057-D840-CF6C-808B34C0871F}"/>
                  </a:ext>
                </a:extLst>
              </p:cNvPr>
              <p:cNvSpPr/>
              <p:nvPr/>
            </p:nvSpPr>
            <p:spPr>
              <a:xfrm rot="18906580">
                <a:off x="11116848" y="5231627"/>
                <a:ext cx="413195" cy="419981"/>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4" name="Cruz 53">
                <a:extLst>
                  <a:ext uri="{FF2B5EF4-FFF2-40B4-BE49-F238E27FC236}">
                    <a16:creationId xmlns:a16="http://schemas.microsoft.com/office/drawing/2014/main" id="{7913A8E4-9B84-5753-61BA-D91E9C98F197}"/>
                  </a:ext>
                </a:extLst>
              </p:cNvPr>
              <p:cNvSpPr/>
              <p:nvPr/>
            </p:nvSpPr>
            <p:spPr>
              <a:xfrm rot="18906580">
                <a:off x="11078195" y="6135572"/>
                <a:ext cx="413195" cy="419981"/>
              </a:xfrm>
              <a:prstGeom prst="plus">
                <a:avLst>
                  <a:gd name="adj" fmla="val 4055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5" name="Cruz 54">
                <a:extLst>
                  <a:ext uri="{FF2B5EF4-FFF2-40B4-BE49-F238E27FC236}">
                    <a16:creationId xmlns:a16="http://schemas.microsoft.com/office/drawing/2014/main" id="{3F2B172E-F9EC-7F92-D0D4-B0400DA5E6B0}"/>
                  </a:ext>
                </a:extLst>
              </p:cNvPr>
              <p:cNvSpPr/>
              <p:nvPr/>
            </p:nvSpPr>
            <p:spPr>
              <a:xfrm rot="18906580">
                <a:off x="8449569" y="4363273"/>
                <a:ext cx="413195" cy="419981"/>
              </a:xfrm>
              <a:prstGeom prst="plus">
                <a:avLst>
                  <a:gd name="adj" fmla="val 40556"/>
                </a:avLst>
              </a:prstGeom>
              <a:solidFill>
                <a:schemeClr val="bg2">
                  <a:lumMod val="7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6" name="Cruz 55">
                <a:extLst>
                  <a:ext uri="{FF2B5EF4-FFF2-40B4-BE49-F238E27FC236}">
                    <a16:creationId xmlns:a16="http://schemas.microsoft.com/office/drawing/2014/main" id="{4DCD9B3A-74EA-7983-79A0-A8687E8E0850}"/>
                  </a:ext>
                </a:extLst>
              </p:cNvPr>
              <p:cNvSpPr/>
              <p:nvPr/>
            </p:nvSpPr>
            <p:spPr>
              <a:xfrm rot="18906580">
                <a:off x="7929531" y="4351563"/>
                <a:ext cx="413195" cy="419981"/>
              </a:xfrm>
              <a:prstGeom prst="plus">
                <a:avLst>
                  <a:gd name="adj" fmla="val 40556"/>
                </a:avLst>
              </a:prstGeom>
              <a:solidFill>
                <a:schemeClr val="bg2">
                  <a:lumMod val="7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7" name="Cruz 56">
                <a:extLst>
                  <a:ext uri="{FF2B5EF4-FFF2-40B4-BE49-F238E27FC236}">
                    <a16:creationId xmlns:a16="http://schemas.microsoft.com/office/drawing/2014/main" id="{09AC1BB1-E55F-E261-A5BD-22E4EE469E6D}"/>
                  </a:ext>
                </a:extLst>
              </p:cNvPr>
              <p:cNvSpPr/>
              <p:nvPr/>
            </p:nvSpPr>
            <p:spPr>
              <a:xfrm rot="18906580">
                <a:off x="9515008" y="4362424"/>
                <a:ext cx="413195" cy="419981"/>
              </a:xfrm>
              <a:prstGeom prst="plus">
                <a:avLst>
                  <a:gd name="adj" fmla="val 40556"/>
                </a:avLst>
              </a:prstGeom>
              <a:solidFill>
                <a:schemeClr val="bg2">
                  <a:lumMod val="7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8" name="Cruz 57">
                <a:extLst>
                  <a:ext uri="{FF2B5EF4-FFF2-40B4-BE49-F238E27FC236}">
                    <a16:creationId xmlns:a16="http://schemas.microsoft.com/office/drawing/2014/main" id="{650E9673-DC9F-48D8-3703-FCF08C16F271}"/>
                  </a:ext>
                </a:extLst>
              </p:cNvPr>
              <p:cNvSpPr/>
              <p:nvPr/>
            </p:nvSpPr>
            <p:spPr>
              <a:xfrm rot="18906580">
                <a:off x="11085701" y="4370035"/>
                <a:ext cx="413195" cy="419981"/>
              </a:xfrm>
              <a:prstGeom prst="plus">
                <a:avLst>
                  <a:gd name="adj" fmla="val 40556"/>
                </a:avLst>
              </a:prstGeom>
              <a:solidFill>
                <a:schemeClr val="bg2">
                  <a:lumMod val="7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9" name="Cruz 58">
                <a:extLst>
                  <a:ext uri="{FF2B5EF4-FFF2-40B4-BE49-F238E27FC236}">
                    <a16:creationId xmlns:a16="http://schemas.microsoft.com/office/drawing/2014/main" id="{87B18448-71A9-4635-580C-13D8D57C1B04}"/>
                  </a:ext>
                </a:extLst>
              </p:cNvPr>
              <p:cNvSpPr/>
              <p:nvPr/>
            </p:nvSpPr>
            <p:spPr>
              <a:xfrm rot="18906580">
                <a:off x="10048050" y="4362424"/>
                <a:ext cx="413195" cy="419981"/>
              </a:xfrm>
              <a:prstGeom prst="plus">
                <a:avLst>
                  <a:gd name="adj" fmla="val 40556"/>
                </a:avLst>
              </a:prstGeom>
              <a:solidFill>
                <a:schemeClr val="bg2">
                  <a:lumMod val="7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0" name="Cruz 59">
                <a:extLst>
                  <a:ext uri="{FF2B5EF4-FFF2-40B4-BE49-F238E27FC236}">
                    <a16:creationId xmlns:a16="http://schemas.microsoft.com/office/drawing/2014/main" id="{2D25A5CA-416A-CEC9-9264-1B0DE161E126}"/>
                  </a:ext>
                </a:extLst>
              </p:cNvPr>
              <p:cNvSpPr/>
              <p:nvPr/>
            </p:nvSpPr>
            <p:spPr>
              <a:xfrm rot="18906580">
                <a:off x="10033356" y="5275965"/>
                <a:ext cx="413195" cy="419981"/>
              </a:xfrm>
              <a:prstGeom prst="plus">
                <a:avLst>
                  <a:gd name="adj" fmla="val 40556"/>
                </a:avLst>
              </a:prstGeom>
              <a:solidFill>
                <a:schemeClr val="bg2">
                  <a:lumMod val="7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1" name="Cruz 60">
                <a:extLst>
                  <a:ext uri="{FF2B5EF4-FFF2-40B4-BE49-F238E27FC236}">
                    <a16:creationId xmlns:a16="http://schemas.microsoft.com/office/drawing/2014/main" id="{00BE27C0-1E0E-C1AB-CD7E-2A6FCCDEF63F}"/>
                  </a:ext>
                </a:extLst>
              </p:cNvPr>
              <p:cNvSpPr/>
              <p:nvPr/>
            </p:nvSpPr>
            <p:spPr>
              <a:xfrm rot="18906580">
                <a:off x="11606796" y="4370035"/>
                <a:ext cx="413195" cy="419981"/>
              </a:xfrm>
              <a:prstGeom prst="plus">
                <a:avLst>
                  <a:gd name="adj" fmla="val 40556"/>
                </a:avLst>
              </a:prstGeom>
              <a:solidFill>
                <a:schemeClr val="bg2">
                  <a:lumMod val="7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40" name="Cruz 39">
              <a:extLst>
                <a:ext uri="{FF2B5EF4-FFF2-40B4-BE49-F238E27FC236}">
                  <a16:creationId xmlns:a16="http://schemas.microsoft.com/office/drawing/2014/main" id="{A69DF324-C7F1-CF83-8EC3-E86A5B57D7CF}"/>
                </a:ext>
              </a:extLst>
            </p:cNvPr>
            <p:cNvSpPr/>
            <p:nvPr/>
          </p:nvSpPr>
          <p:spPr>
            <a:xfrm rot="18906580">
              <a:off x="8413074" y="5224522"/>
              <a:ext cx="413195" cy="419981"/>
            </a:xfrm>
            <a:prstGeom prst="plus">
              <a:avLst>
                <a:gd name="adj" fmla="val 40556"/>
              </a:avLst>
            </a:prstGeom>
            <a:solidFill>
              <a:schemeClr val="accent2">
                <a:lumMod val="75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1" name="Cruz 40">
              <a:extLst>
                <a:ext uri="{FF2B5EF4-FFF2-40B4-BE49-F238E27FC236}">
                  <a16:creationId xmlns:a16="http://schemas.microsoft.com/office/drawing/2014/main" id="{73886D6E-1104-B9D2-9FC9-9A383D6F2A3C}"/>
                </a:ext>
              </a:extLst>
            </p:cNvPr>
            <p:cNvSpPr/>
            <p:nvPr/>
          </p:nvSpPr>
          <p:spPr>
            <a:xfrm rot="18906580">
              <a:off x="9481276" y="5269199"/>
              <a:ext cx="413195" cy="419981"/>
            </a:xfrm>
            <a:prstGeom prst="plus">
              <a:avLst>
                <a:gd name="adj" fmla="val 40556"/>
              </a:avLst>
            </a:prstGeom>
            <a:solidFill>
              <a:schemeClr val="accent2">
                <a:lumMod val="75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1082" name="Flecha: hacia la izquierda 1081">
            <a:extLst>
              <a:ext uri="{FF2B5EF4-FFF2-40B4-BE49-F238E27FC236}">
                <a16:creationId xmlns:a16="http://schemas.microsoft.com/office/drawing/2014/main" id="{DB4D49A2-41E2-71CE-64BC-C28F31DFBDC1}"/>
              </a:ext>
            </a:extLst>
          </p:cNvPr>
          <p:cNvSpPr>
            <a:spLocks noChangeAspect="1"/>
          </p:cNvSpPr>
          <p:nvPr/>
        </p:nvSpPr>
        <p:spPr>
          <a:xfrm rot="7947509">
            <a:off x="3701714" y="5430191"/>
            <a:ext cx="252000" cy="115630"/>
          </a:xfrm>
          <a:prstGeom prst="left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83" name="Flecha: hacia la izquierda 1082">
            <a:extLst>
              <a:ext uri="{FF2B5EF4-FFF2-40B4-BE49-F238E27FC236}">
                <a16:creationId xmlns:a16="http://schemas.microsoft.com/office/drawing/2014/main" id="{6D938AB8-FB0B-57BF-86B7-E4BDF954B737}"/>
              </a:ext>
            </a:extLst>
          </p:cNvPr>
          <p:cNvSpPr>
            <a:spLocks noChangeAspect="1"/>
          </p:cNvSpPr>
          <p:nvPr/>
        </p:nvSpPr>
        <p:spPr>
          <a:xfrm rot="2520000">
            <a:off x="2721978" y="3944610"/>
            <a:ext cx="252000" cy="115630"/>
          </a:xfrm>
          <a:prstGeom prst="left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84" name="Flecha: hacia la izquierda 1083">
            <a:extLst>
              <a:ext uri="{FF2B5EF4-FFF2-40B4-BE49-F238E27FC236}">
                <a16:creationId xmlns:a16="http://schemas.microsoft.com/office/drawing/2014/main" id="{B657ED3A-DD25-1F8D-9CC0-C9331112834B}"/>
              </a:ext>
            </a:extLst>
          </p:cNvPr>
          <p:cNvSpPr>
            <a:spLocks noChangeAspect="1"/>
          </p:cNvSpPr>
          <p:nvPr/>
        </p:nvSpPr>
        <p:spPr>
          <a:xfrm rot="2520000">
            <a:off x="1326160" y="2404670"/>
            <a:ext cx="252000" cy="115630"/>
          </a:xfrm>
          <a:prstGeom prst="left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86" name="Picture 2" descr="https://sciencemagician.wordpress.com/wp-content/uploads/2014/10/guesswho2.jpg">
            <a:extLst>
              <a:ext uri="{FF2B5EF4-FFF2-40B4-BE49-F238E27FC236}">
                <a16:creationId xmlns:a16="http://schemas.microsoft.com/office/drawing/2014/main" id="{3186A100-4E95-E72A-AB93-3AD0B0BBA9E7}"/>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62017" t="33733" r="25433" b="33641"/>
          <a:stretch/>
        </p:blipFill>
        <p:spPr bwMode="auto">
          <a:xfrm>
            <a:off x="2553215" y="108663"/>
            <a:ext cx="428553" cy="712322"/>
          </a:xfrm>
          <a:prstGeom prst="rect">
            <a:avLst/>
          </a:prstGeom>
          <a:noFill/>
          <a:extLst>
            <a:ext uri="{909E8E84-426E-40DD-AFC4-6F175D3DCCD1}">
              <a14:hiddenFill xmlns:a14="http://schemas.microsoft.com/office/drawing/2010/main">
                <a:solidFill>
                  <a:srgbClr val="FFFFFF"/>
                </a:solidFill>
              </a14:hiddenFill>
            </a:ext>
          </a:extLst>
        </p:spPr>
      </p:pic>
      <p:sp>
        <p:nvSpPr>
          <p:cNvPr id="1087" name="Flecha: hacia la izquierda 1086">
            <a:extLst>
              <a:ext uri="{FF2B5EF4-FFF2-40B4-BE49-F238E27FC236}">
                <a16:creationId xmlns:a16="http://schemas.microsoft.com/office/drawing/2014/main" id="{C3BB7FEF-162B-704B-8E3F-EDD0931E5573}"/>
              </a:ext>
            </a:extLst>
          </p:cNvPr>
          <p:cNvSpPr>
            <a:spLocks noChangeAspect="1"/>
          </p:cNvSpPr>
          <p:nvPr/>
        </p:nvSpPr>
        <p:spPr>
          <a:xfrm rot="7947509">
            <a:off x="5143002" y="3922999"/>
            <a:ext cx="252000" cy="115630"/>
          </a:xfrm>
          <a:prstGeom prst="lef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88" name="Flecha: hacia la izquierda 1087">
            <a:extLst>
              <a:ext uri="{FF2B5EF4-FFF2-40B4-BE49-F238E27FC236}">
                <a16:creationId xmlns:a16="http://schemas.microsoft.com/office/drawing/2014/main" id="{C1716AE3-D09D-4921-1996-2DE8A0BC88A0}"/>
              </a:ext>
            </a:extLst>
          </p:cNvPr>
          <p:cNvSpPr>
            <a:spLocks noChangeAspect="1"/>
          </p:cNvSpPr>
          <p:nvPr/>
        </p:nvSpPr>
        <p:spPr>
          <a:xfrm rot="7947509">
            <a:off x="3737717" y="2397273"/>
            <a:ext cx="252000" cy="115630"/>
          </a:xfrm>
          <a:prstGeom prst="lef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89" name="Flecha: hacia la izquierda 1088">
            <a:extLst>
              <a:ext uri="{FF2B5EF4-FFF2-40B4-BE49-F238E27FC236}">
                <a16:creationId xmlns:a16="http://schemas.microsoft.com/office/drawing/2014/main" id="{39E01120-6B7D-F81C-32E8-78C2D3CF0F66}"/>
              </a:ext>
            </a:extLst>
          </p:cNvPr>
          <p:cNvSpPr>
            <a:spLocks noChangeAspect="1"/>
          </p:cNvSpPr>
          <p:nvPr/>
        </p:nvSpPr>
        <p:spPr>
          <a:xfrm rot="7947509">
            <a:off x="2278379" y="873621"/>
            <a:ext cx="252000" cy="115630"/>
          </a:xfrm>
          <a:prstGeom prst="left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90" name="Flecha: hacia la izquierda 1089">
            <a:extLst>
              <a:ext uri="{FF2B5EF4-FFF2-40B4-BE49-F238E27FC236}">
                <a16:creationId xmlns:a16="http://schemas.microsoft.com/office/drawing/2014/main" id="{2DEC23D8-DF2B-3100-126F-328054F475C8}"/>
              </a:ext>
            </a:extLst>
          </p:cNvPr>
          <p:cNvSpPr>
            <a:spLocks noChangeAspect="1"/>
          </p:cNvSpPr>
          <p:nvPr/>
        </p:nvSpPr>
        <p:spPr>
          <a:xfrm rot="2520000">
            <a:off x="1267349" y="5415380"/>
            <a:ext cx="252000" cy="115630"/>
          </a:xfrm>
          <a:prstGeom prst="lef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91" name="Imagen 1090">
            <a:extLst>
              <a:ext uri="{FF2B5EF4-FFF2-40B4-BE49-F238E27FC236}">
                <a16:creationId xmlns:a16="http://schemas.microsoft.com/office/drawing/2014/main" id="{11D0E84A-5838-BD50-FAFB-F6BC9C40FA05}"/>
              </a:ext>
            </a:extLst>
          </p:cNvPr>
          <p:cNvPicPr>
            <a:picLocks noChangeAspect="1"/>
          </p:cNvPicPr>
          <p:nvPr/>
        </p:nvPicPr>
        <p:blipFill rotWithShape="1">
          <a:blip r:embed="rId5">
            <a:clrChange>
              <a:clrFrom>
                <a:srgbClr val="FFFFFF"/>
              </a:clrFrom>
              <a:clrTo>
                <a:srgbClr val="FFFFFF">
                  <a:alpha val="0"/>
                </a:srgbClr>
              </a:clrTo>
            </a:clrChange>
          </a:blip>
          <a:srcRect t="12210" r="53238"/>
          <a:stretch/>
        </p:blipFill>
        <p:spPr>
          <a:xfrm>
            <a:off x="7956272" y="464824"/>
            <a:ext cx="4235728" cy="5942470"/>
          </a:xfrm>
          <a:prstGeom prst="rect">
            <a:avLst/>
          </a:prstGeom>
        </p:spPr>
      </p:pic>
      <p:sp>
        <p:nvSpPr>
          <p:cNvPr id="1094" name="Flecha: hacia la izquierda 1093">
            <a:extLst>
              <a:ext uri="{FF2B5EF4-FFF2-40B4-BE49-F238E27FC236}">
                <a16:creationId xmlns:a16="http://schemas.microsoft.com/office/drawing/2014/main" id="{246A1C2D-E6AC-D9C6-6D10-4B009CCC4E9F}"/>
              </a:ext>
            </a:extLst>
          </p:cNvPr>
          <p:cNvSpPr/>
          <p:nvPr/>
        </p:nvSpPr>
        <p:spPr>
          <a:xfrm rot="10800000">
            <a:off x="3852818" y="6166890"/>
            <a:ext cx="2159999" cy="283621"/>
          </a:xfrm>
          <a:prstGeom prst="lef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95" name="Rectángulo: esquinas redondeadas 1094">
            <a:extLst>
              <a:ext uri="{FF2B5EF4-FFF2-40B4-BE49-F238E27FC236}">
                <a16:creationId xmlns:a16="http://schemas.microsoft.com/office/drawing/2014/main" id="{AF3653DE-4954-F266-764C-D79C3D787609}"/>
              </a:ext>
            </a:extLst>
          </p:cNvPr>
          <p:cNvSpPr/>
          <p:nvPr/>
        </p:nvSpPr>
        <p:spPr>
          <a:xfrm>
            <a:off x="6095999" y="5804502"/>
            <a:ext cx="1798989" cy="891961"/>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2"/>
                </a:solidFill>
              </a:rPr>
              <a:t>Nodo raíz</a:t>
            </a:r>
          </a:p>
        </p:txBody>
      </p:sp>
      <p:sp>
        <p:nvSpPr>
          <p:cNvPr id="1097" name="Rectángulo: esquinas redondeadas 1096">
            <a:extLst>
              <a:ext uri="{FF2B5EF4-FFF2-40B4-BE49-F238E27FC236}">
                <a16:creationId xmlns:a16="http://schemas.microsoft.com/office/drawing/2014/main" id="{45840113-1AD7-9F56-1EA0-7E3D35B8CFB4}"/>
              </a:ext>
            </a:extLst>
          </p:cNvPr>
          <p:cNvSpPr/>
          <p:nvPr/>
        </p:nvSpPr>
        <p:spPr>
          <a:xfrm>
            <a:off x="6109021" y="175654"/>
            <a:ext cx="1798989" cy="891961"/>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2"/>
                </a:solidFill>
              </a:rPr>
              <a:t>Nodo terminal u hoja</a:t>
            </a:r>
          </a:p>
        </p:txBody>
      </p:sp>
      <p:sp>
        <p:nvSpPr>
          <p:cNvPr id="1098" name="Rectángulo: esquinas redondeadas 1097">
            <a:extLst>
              <a:ext uri="{FF2B5EF4-FFF2-40B4-BE49-F238E27FC236}">
                <a16:creationId xmlns:a16="http://schemas.microsoft.com/office/drawing/2014/main" id="{35ABD70D-1C86-65E8-1506-6FAB8E170A20}"/>
              </a:ext>
            </a:extLst>
          </p:cNvPr>
          <p:cNvSpPr/>
          <p:nvPr/>
        </p:nvSpPr>
        <p:spPr>
          <a:xfrm>
            <a:off x="6096000" y="2813970"/>
            <a:ext cx="1798989" cy="891961"/>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2"/>
                </a:solidFill>
              </a:rPr>
              <a:t>Nodos internos o de decisión</a:t>
            </a:r>
          </a:p>
        </p:txBody>
      </p:sp>
      <p:sp>
        <p:nvSpPr>
          <p:cNvPr id="1099" name="Flecha: doblada hacia arriba 1098">
            <a:extLst>
              <a:ext uri="{FF2B5EF4-FFF2-40B4-BE49-F238E27FC236}">
                <a16:creationId xmlns:a16="http://schemas.microsoft.com/office/drawing/2014/main" id="{D586DE91-1067-007E-5BE7-DF9EB26AB051}"/>
              </a:ext>
            </a:extLst>
          </p:cNvPr>
          <p:cNvSpPr/>
          <p:nvPr/>
        </p:nvSpPr>
        <p:spPr>
          <a:xfrm>
            <a:off x="5237243" y="3429000"/>
            <a:ext cx="510203" cy="1399758"/>
          </a:xfrm>
          <a:prstGeom prst="bentUpArrow">
            <a:avLst>
              <a:gd name="adj1" fmla="val 26328"/>
              <a:gd name="adj2" fmla="val 21999"/>
              <a:gd name="adj3" fmla="val 990"/>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00" name="Flecha: hacia la izquierda 1099">
            <a:extLst>
              <a:ext uri="{FF2B5EF4-FFF2-40B4-BE49-F238E27FC236}">
                <a16:creationId xmlns:a16="http://schemas.microsoft.com/office/drawing/2014/main" id="{CDBF49CA-4CB8-57D0-76E5-6AEC826C2C84}"/>
              </a:ext>
            </a:extLst>
          </p:cNvPr>
          <p:cNvSpPr/>
          <p:nvPr/>
        </p:nvSpPr>
        <p:spPr>
          <a:xfrm rot="10800000">
            <a:off x="3852819" y="3109265"/>
            <a:ext cx="2160000" cy="283620"/>
          </a:xfrm>
          <a:prstGeom prst="lef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01" name="Flecha: doblada hacia arriba 1100">
            <a:extLst>
              <a:ext uri="{FF2B5EF4-FFF2-40B4-BE49-F238E27FC236}">
                <a16:creationId xmlns:a16="http://schemas.microsoft.com/office/drawing/2014/main" id="{B890A643-E7A2-A16D-8A10-AE0EE1178B7F}"/>
              </a:ext>
            </a:extLst>
          </p:cNvPr>
          <p:cNvSpPr/>
          <p:nvPr/>
        </p:nvSpPr>
        <p:spPr>
          <a:xfrm flipV="1">
            <a:off x="2479128" y="1584135"/>
            <a:ext cx="3621606" cy="2223854"/>
          </a:xfrm>
          <a:prstGeom prst="bentUpArrow">
            <a:avLst>
              <a:gd name="adj1" fmla="val 5923"/>
              <a:gd name="adj2" fmla="val 20803"/>
              <a:gd name="adj3" fmla="val 0"/>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02" name="Flecha: hacia la izquierda 1101">
            <a:extLst>
              <a:ext uri="{FF2B5EF4-FFF2-40B4-BE49-F238E27FC236}">
                <a16:creationId xmlns:a16="http://schemas.microsoft.com/office/drawing/2014/main" id="{DB5BC828-D599-2934-D76C-DEB9A4FF22FA}"/>
              </a:ext>
            </a:extLst>
          </p:cNvPr>
          <p:cNvSpPr/>
          <p:nvPr/>
        </p:nvSpPr>
        <p:spPr>
          <a:xfrm rot="10800000">
            <a:off x="3200223" y="391361"/>
            <a:ext cx="2812595" cy="283620"/>
          </a:xfrm>
          <a:prstGeom prst="lef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1" name="CuadroTexto 80">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82" name="CuadroTexto 81">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Tree>
    <p:extLst>
      <p:ext uri="{BB962C8B-B14F-4D97-AF65-F5344CB8AC3E}">
        <p14:creationId xmlns:p14="http://schemas.microsoft.com/office/powerpoint/2010/main" val="2574854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 name="Rectángulo: esquinas redondeadas 1053">
            <a:extLst>
              <a:ext uri="{FF2B5EF4-FFF2-40B4-BE49-F238E27FC236}">
                <a16:creationId xmlns:a16="http://schemas.microsoft.com/office/drawing/2014/main" id="{D109B395-F1FE-DF37-129C-1BA1BED18975}"/>
              </a:ext>
            </a:extLst>
          </p:cNvPr>
          <p:cNvSpPr/>
          <p:nvPr/>
        </p:nvSpPr>
        <p:spPr>
          <a:xfrm>
            <a:off x="10634343" y="2988176"/>
            <a:ext cx="540000" cy="540000"/>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b="1" dirty="0">
              <a:solidFill>
                <a:schemeClr val="tx2"/>
              </a:solidFill>
            </a:endParaRPr>
          </a:p>
        </p:txBody>
      </p:sp>
      <p:sp>
        <p:nvSpPr>
          <p:cNvPr id="1051" name="Rectángulo: esquinas redondeadas 1050">
            <a:extLst>
              <a:ext uri="{FF2B5EF4-FFF2-40B4-BE49-F238E27FC236}">
                <a16:creationId xmlns:a16="http://schemas.microsoft.com/office/drawing/2014/main" id="{1EAD2233-96DE-E161-30A3-70B438785DD0}"/>
              </a:ext>
            </a:extLst>
          </p:cNvPr>
          <p:cNvSpPr/>
          <p:nvPr/>
        </p:nvSpPr>
        <p:spPr>
          <a:xfrm>
            <a:off x="8955031" y="3004692"/>
            <a:ext cx="540000" cy="540000"/>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2400" b="1" dirty="0">
              <a:solidFill>
                <a:schemeClr val="tx2"/>
              </a:solidFill>
            </a:endParaRPr>
          </a:p>
        </p:txBody>
      </p:sp>
      <p:pic>
        <p:nvPicPr>
          <p:cNvPr id="1025" name="Imagen 1024">
            <a:extLst>
              <a:ext uri="{FF2B5EF4-FFF2-40B4-BE49-F238E27FC236}">
                <a16:creationId xmlns:a16="http://schemas.microsoft.com/office/drawing/2014/main" id="{C255B507-56EC-A9AF-F635-AFC45ADFE81C}"/>
              </a:ext>
            </a:extLst>
          </p:cNvPr>
          <p:cNvPicPr>
            <a:picLocks noChangeAspect="1"/>
          </p:cNvPicPr>
          <p:nvPr/>
        </p:nvPicPr>
        <p:blipFill rotWithShape="1">
          <a:blip r:embed="rId3"/>
          <a:srcRect l="3369"/>
          <a:stretch/>
        </p:blipFill>
        <p:spPr>
          <a:xfrm>
            <a:off x="71020" y="1731146"/>
            <a:ext cx="4456591" cy="3636832"/>
          </a:xfrm>
          <a:prstGeom prst="rect">
            <a:avLst/>
          </a:prstGeom>
        </p:spPr>
      </p:pic>
      <p:sp>
        <p:nvSpPr>
          <p:cNvPr id="1027" name="CuadroTexto 1026">
            <a:extLst>
              <a:ext uri="{FF2B5EF4-FFF2-40B4-BE49-F238E27FC236}">
                <a16:creationId xmlns:a16="http://schemas.microsoft.com/office/drawing/2014/main" id="{E242EC67-BE62-6AF4-5464-40614E3AE395}"/>
              </a:ext>
            </a:extLst>
          </p:cNvPr>
          <p:cNvSpPr txBox="1"/>
          <p:nvPr/>
        </p:nvSpPr>
        <p:spPr>
          <a:xfrm>
            <a:off x="382548" y="5476043"/>
            <a:ext cx="4484433" cy="338554"/>
          </a:xfrm>
          <a:prstGeom prst="rect">
            <a:avLst/>
          </a:prstGeom>
          <a:noFill/>
        </p:spPr>
        <p:txBody>
          <a:bodyPr wrap="none" rtlCol="0">
            <a:spAutoFit/>
          </a:bodyPr>
          <a:lstStyle/>
          <a:p>
            <a:r>
              <a:rPr lang="es-ES" sz="1600" dirty="0">
                <a:solidFill>
                  <a:schemeClr val="accent1">
                    <a:lumMod val="50000"/>
                  </a:schemeClr>
                </a:solidFill>
              </a:rPr>
              <a:t>Imagen: TFG Miguel Sánchez Domínguez Julio 2022 </a:t>
            </a:r>
          </a:p>
        </p:txBody>
      </p:sp>
      <mc:AlternateContent xmlns:mc="http://schemas.openxmlformats.org/markup-compatibility/2006" xmlns:a14="http://schemas.microsoft.com/office/drawing/2010/main">
        <mc:Choice Requires="a14">
          <p:graphicFrame>
            <p:nvGraphicFramePr>
              <p:cNvPr id="1028" name="Tabla 1027">
                <a:extLst>
                  <a:ext uri="{FF2B5EF4-FFF2-40B4-BE49-F238E27FC236}">
                    <a16:creationId xmlns:a16="http://schemas.microsoft.com/office/drawing/2014/main" id="{C3D022C1-97CD-000D-E952-6FF015C2AB76}"/>
                  </a:ext>
                </a:extLst>
              </p:cNvPr>
              <p:cNvGraphicFramePr>
                <a:graphicFrameLocks noGrp="1"/>
              </p:cNvGraphicFramePr>
              <p:nvPr>
                <p:extLst>
                  <p:ext uri="{D42A27DB-BD31-4B8C-83A1-F6EECF244321}">
                    <p14:modId xmlns:p14="http://schemas.microsoft.com/office/powerpoint/2010/main" val="909537064"/>
                  </p:ext>
                </p:extLst>
              </p:nvPr>
            </p:nvGraphicFramePr>
            <p:xfrm>
              <a:off x="5056092" y="1895805"/>
              <a:ext cx="3351051" cy="3061535"/>
            </p:xfrm>
            <a:graphic>
              <a:graphicData uri="http://schemas.openxmlformats.org/drawingml/2006/table">
                <a:tbl>
                  <a:tblPr firstRow="1" bandRow="1">
                    <a:tableStyleId>{5C22544A-7EE6-4342-B048-85BDC9FD1C3A}</a:tableStyleId>
                  </a:tblPr>
                  <a:tblGrid>
                    <a:gridCol w="1117017">
                      <a:extLst>
                        <a:ext uri="{9D8B030D-6E8A-4147-A177-3AD203B41FA5}">
                          <a16:colId xmlns:a16="http://schemas.microsoft.com/office/drawing/2014/main" val="1072464333"/>
                        </a:ext>
                      </a:extLst>
                    </a:gridCol>
                    <a:gridCol w="1117017">
                      <a:extLst>
                        <a:ext uri="{9D8B030D-6E8A-4147-A177-3AD203B41FA5}">
                          <a16:colId xmlns:a16="http://schemas.microsoft.com/office/drawing/2014/main" val="2272965001"/>
                        </a:ext>
                      </a:extLst>
                    </a:gridCol>
                    <a:gridCol w="1117017">
                      <a:extLst>
                        <a:ext uri="{9D8B030D-6E8A-4147-A177-3AD203B41FA5}">
                          <a16:colId xmlns:a16="http://schemas.microsoft.com/office/drawing/2014/main" val="3650411845"/>
                        </a:ext>
                      </a:extLst>
                    </a:gridCol>
                  </a:tblGrid>
                  <a:tr h="465655">
                    <a:tc>
                      <a:txBody>
                        <a:bodyPr/>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smtClean="0">
                                        <a:solidFill>
                                          <a:schemeClr val="tx1"/>
                                        </a:solidFill>
                                        <a:latin typeface="Cambria Math" panose="02040503050406030204" pitchFamily="18" charset="0"/>
                                      </a:rPr>
                                      <m:t>𝒙</m:t>
                                    </m:r>
                                  </m:e>
                                  <m:sub>
                                    <m:r>
                                      <a:rPr lang="es-ES" b="1" i="1" smtClean="0">
                                        <a:solidFill>
                                          <a:schemeClr val="tx1"/>
                                        </a:solidFill>
                                        <a:latin typeface="Cambria Math" panose="02040503050406030204" pitchFamily="18" charset="0"/>
                                      </a:rPr>
                                      <m:t>𝟏</m:t>
                                    </m:r>
                                  </m:sub>
                                </m:sSub>
                              </m:oMath>
                            </m:oMathPara>
                          </a14:m>
                          <a:endParaRPr lang="es-ES" b="1"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smtClean="0">
                                        <a:solidFill>
                                          <a:schemeClr val="tx1"/>
                                        </a:solidFill>
                                        <a:latin typeface="Cambria Math" panose="02040503050406030204" pitchFamily="18" charset="0"/>
                                      </a:rPr>
                                      <m:t>𝒙</m:t>
                                    </m:r>
                                  </m:e>
                                  <m:sub>
                                    <m:r>
                                      <a:rPr lang="es-ES" b="1" i="1" smtClean="0">
                                        <a:solidFill>
                                          <a:schemeClr val="tx1"/>
                                        </a:solidFill>
                                        <a:latin typeface="Cambria Math" panose="02040503050406030204" pitchFamily="18" charset="0"/>
                                      </a:rPr>
                                      <m:t>𝟐</m:t>
                                    </m:r>
                                  </m:sub>
                                </m:sSub>
                              </m:oMath>
                            </m:oMathPara>
                          </a14:m>
                          <a:endParaRPr lang="es-E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b="1" dirty="0">
                              <a:solidFill>
                                <a:schemeClr val="tx1"/>
                              </a:solidFill>
                            </a:rPr>
                            <a:t>Etiqueta</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5896172"/>
                      </a:ext>
                    </a:extLst>
                  </a:tr>
                  <a:tr h="370840">
                    <a:tc>
                      <a:txBody>
                        <a:bodyPr/>
                        <a:lstStyle/>
                        <a:p>
                          <a:pPr algn="ctr"/>
                          <a:r>
                            <a:rPr lang="es-ES" dirty="0"/>
                            <a:t>-0.02</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dirty="0"/>
                            <a:t>-0.98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s-ES"/>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79806686"/>
                      </a:ext>
                    </a:extLst>
                  </a:tr>
                  <a:tr h="370840">
                    <a:tc>
                      <a:txBody>
                        <a:bodyPr/>
                        <a:lstStyle/>
                        <a:p>
                          <a:pPr algn="ctr"/>
                          <a:r>
                            <a:rPr lang="es-ES" dirty="0"/>
                            <a:t>-0.04</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dirty="0"/>
                            <a:t>-0.45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s-ES"/>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962192"/>
                      </a:ext>
                    </a:extLst>
                  </a:tr>
                  <a:tr h="370840">
                    <a:tc>
                      <a:txBody>
                        <a:bodyPr/>
                        <a:lstStyle/>
                        <a:p>
                          <a:pPr algn="ctr"/>
                          <a:r>
                            <a:rPr lang="es-ES" dirty="0"/>
                            <a:t>-0.9</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dirty="0"/>
                            <a:t>-0.25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s-ES"/>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6494446"/>
                      </a:ext>
                    </a:extLst>
                  </a:tr>
                  <a:tr h="370840">
                    <a:tc>
                      <a:txBody>
                        <a:bodyPr/>
                        <a:lstStyle/>
                        <a:p>
                          <a:pPr algn="ctr"/>
                          <a:r>
                            <a:rPr lang="es-ES" dirty="0"/>
                            <a:t>…</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dirty="0"/>
                            <a:t>…</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98321217"/>
                      </a:ext>
                    </a:extLst>
                  </a:tr>
                  <a:tr h="370840">
                    <a:tc>
                      <a:txBody>
                        <a:bodyPr/>
                        <a:lstStyle/>
                        <a:p>
                          <a:pPr algn="ctr"/>
                          <a:r>
                            <a:rPr lang="es-ES" dirty="0"/>
                            <a:t>0.0</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s-ES"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5789263"/>
                      </a:ext>
                    </a:extLst>
                  </a:tr>
                  <a:tr h="370840">
                    <a:tc>
                      <a:txBody>
                        <a:bodyPr/>
                        <a:lstStyle/>
                        <a:p>
                          <a:pPr algn="ctr"/>
                          <a:r>
                            <a:rPr lang="es-ES" dirty="0"/>
                            <a:t>0.55</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dirty="0"/>
                            <a:t>-0.02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s-ES"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01227231"/>
                      </a:ext>
                    </a:extLst>
                  </a:tr>
                  <a:tr h="370840">
                    <a:tc>
                      <a:txBody>
                        <a:bodyPr/>
                        <a:lstStyle/>
                        <a:p>
                          <a:pPr algn="ctr"/>
                          <a:r>
                            <a:rPr lang="es-ES" dirty="0"/>
                            <a:t>0.6</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s-ES" dirty="0"/>
                            <a:t>0.21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endParaRPr lang="es-ES"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97557307"/>
                      </a:ext>
                    </a:extLst>
                  </a:tr>
                </a:tbl>
              </a:graphicData>
            </a:graphic>
          </p:graphicFrame>
        </mc:Choice>
        <mc:Fallback xmlns="">
          <p:graphicFrame>
            <p:nvGraphicFramePr>
              <p:cNvPr id="1028" name="Tabla 1027">
                <a:extLst>
                  <a:ext uri="{FF2B5EF4-FFF2-40B4-BE49-F238E27FC236}">
                    <a16:creationId xmlns:a16="http://schemas.microsoft.com/office/drawing/2014/main" id="{C3D022C1-97CD-000D-E952-6FF015C2AB76}"/>
                  </a:ext>
                </a:extLst>
              </p:cNvPr>
              <p:cNvGraphicFramePr>
                <a:graphicFrameLocks noGrp="1"/>
              </p:cNvGraphicFramePr>
              <p:nvPr>
                <p:extLst>
                  <p:ext uri="{D42A27DB-BD31-4B8C-83A1-F6EECF244321}">
                    <p14:modId xmlns:p14="http://schemas.microsoft.com/office/powerpoint/2010/main" val="909537064"/>
                  </p:ext>
                </p:extLst>
              </p:nvPr>
            </p:nvGraphicFramePr>
            <p:xfrm>
              <a:off x="5056092" y="1895805"/>
              <a:ext cx="3351051" cy="3061535"/>
            </p:xfrm>
            <a:graphic>
              <a:graphicData uri="http://schemas.openxmlformats.org/drawingml/2006/table">
                <a:tbl>
                  <a:tblPr firstRow="1" bandRow="1">
                    <a:tableStyleId>{5C22544A-7EE6-4342-B048-85BDC9FD1C3A}</a:tableStyleId>
                  </a:tblPr>
                  <a:tblGrid>
                    <a:gridCol w="1117017">
                      <a:extLst>
                        <a:ext uri="{9D8B030D-6E8A-4147-A177-3AD203B41FA5}">
                          <a16:colId xmlns:a16="http://schemas.microsoft.com/office/drawing/2014/main" val="1072464333"/>
                        </a:ext>
                      </a:extLst>
                    </a:gridCol>
                    <a:gridCol w="1117017">
                      <a:extLst>
                        <a:ext uri="{9D8B030D-6E8A-4147-A177-3AD203B41FA5}">
                          <a16:colId xmlns:a16="http://schemas.microsoft.com/office/drawing/2014/main" val="2272965001"/>
                        </a:ext>
                      </a:extLst>
                    </a:gridCol>
                    <a:gridCol w="1117017">
                      <a:extLst>
                        <a:ext uri="{9D8B030D-6E8A-4147-A177-3AD203B41FA5}">
                          <a16:colId xmlns:a16="http://schemas.microsoft.com/office/drawing/2014/main" val="3650411845"/>
                        </a:ext>
                      </a:extLst>
                    </a:gridCol>
                  </a:tblGrid>
                  <a:tr h="465655">
                    <a:tc>
                      <a:txBody>
                        <a:bodyPr/>
                        <a:lstStyle/>
                        <a:p>
                          <a:endParaRPr lang="es-ES"/>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t="-6494" r="-200000" b="-572727"/>
                          </a:stretch>
                        </a:blipFill>
                      </a:tcPr>
                    </a:tc>
                    <a:tc>
                      <a:txBody>
                        <a:bodyPr/>
                        <a:lstStyle/>
                        <a:p>
                          <a:endParaRPr lang="es-E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00546" t="-6494" r="-101093" b="-572727"/>
                          </a:stretch>
                        </a:blipFill>
                      </a:tcPr>
                    </a:tc>
                    <a:tc>
                      <a:txBody>
                        <a:bodyPr/>
                        <a:lstStyle/>
                        <a:p>
                          <a:pPr algn="ctr"/>
                          <a:r>
                            <a:rPr lang="es-ES" b="1" dirty="0">
                              <a:solidFill>
                                <a:schemeClr val="tx1"/>
                              </a:solidFill>
                            </a:rPr>
                            <a:t>Etiqueta</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5896172"/>
                      </a:ext>
                    </a:extLst>
                  </a:tr>
                  <a:tr h="370840">
                    <a:tc>
                      <a:txBody>
                        <a:bodyPr/>
                        <a:lstStyle/>
                        <a:p>
                          <a:pPr algn="ctr"/>
                          <a:r>
                            <a:rPr lang="es-ES" dirty="0"/>
                            <a:t>-0.02</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dirty="0"/>
                            <a:t>-0.98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s-ES"/>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79806686"/>
                      </a:ext>
                    </a:extLst>
                  </a:tr>
                  <a:tr h="370840">
                    <a:tc>
                      <a:txBody>
                        <a:bodyPr/>
                        <a:lstStyle/>
                        <a:p>
                          <a:pPr algn="ctr"/>
                          <a:r>
                            <a:rPr lang="es-ES" dirty="0"/>
                            <a:t>-0.04</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dirty="0"/>
                            <a:t>-0.45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s-ES"/>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962192"/>
                      </a:ext>
                    </a:extLst>
                  </a:tr>
                  <a:tr h="370840">
                    <a:tc>
                      <a:txBody>
                        <a:bodyPr/>
                        <a:lstStyle/>
                        <a:p>
                          <a:pPr algn="ctr"/>
                          <a:r>
                            <a:rPr lang="es-ES" dirty="0"/>
                            <a:t>-0.9</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dirty="0"/>
                            <a:t>-0.25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s-ES"/>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6494446"/>
                      </a:ext>
                    </a:extLst>
                  </a:tr>
                  <a:tr h="370840">
                    <a:tc>
                      <a:txBody>
                        <a:bodyPr/>
                        <a:lstStyle/>
                        <a:p>
                          <a:pPr algn="ctr"/>
                          <a:r>
                            <a:rPr lang="es-ES" dirty="0"/>
                            <a:t>…</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dirty="0"/>
                            <a:t>…</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98321217"/>
                      </a:ext>
                    </a:extLst>
                  </a:tr>
                  <a:tr h="370840">
                    <a:tc>
                      <a:txBody>
                        <a:bodyPr/>
                        <a:lstStyle/>
                        <a:p>
                          <a:pPr algn="ctr"/>
                          <a:r>
                            <a:rPr lang="es-ES" dirty="0"/>
                            <a:t>0.0</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s-ES"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5789263"/>
                      </a:ext>
                    </a:extLst>
                  </a:tr>
                  <a:tr h="370840">
                    <a:tc>
                      <a:txBody>
                        <a:bodyPr/>
                        <a:lstStyle/>
                        <a:p>
                          <a:pPr algn="ctr"/>
                          <a:r>
                            <a:rPr lang="es-ES" dirty="0"/>
                            <a:t>0.55</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dirty="0"/>
                            <a:t>-0.02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s-ES"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01227231"/>
                      </a:ext>
                    </a:extLst>
                  </a:tr>
                  <a:tr h="370840">
                    <a:tc>
                      <a:txBody>
                        <a:bodyPr/>
                        <a:lstStyle/>
                        <a:p>
                          <a:pPr algn="ctr"/>
                          <a:r>
                            <a:rPr lang="es-ES" dirty="0"/>
                            <a:t>0.6</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r>
                            <a:rPr lang="es-ES" dirty="0"/>
                            <a:t>0.21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ctr"/>
                          <a:endParaRPr lang="es-ES"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97557307"/>
                      </a:ext>
                    </a:extLst>
                  </a:tr>
                </a:tbl>
              </a:graphicData>
            </a:graphic>
          </p:graphicFrame>
        </mc:Fallback>
      </mc:AlternateContent>
      <p:sp>
        <p:nvSpPr>
          <p:cNvPr id="1029" name="Signo menos 1028">
            <a:extLst>
              <a:ext uri="{FF2B5EF4-FFF2-40B4-BE49-F238E27FC236}">
                <a16:creationId xmlns:a16="http://schemas.microsoft.com/office/drawing/2014/main" id="{25824C44-15B7-83B4-6AA8-3FAF2512FE55}"/>
              </a:ext>
            </a:extLst>
          </p:cNvPr>
          <p:cNvSpPr/>
          <p:nvPr/>
        </p:nvSpPr>
        <p:spPr>
          <a:xfrm>
            <a:off x="7635351" y="2414723"/>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0" name="Signo más 1029">
            <a:extLst>
              <a:ext uri="{FF2B5EF4-FFF2-40B4-BE49-F238E27FC236}">
                <a16:creationId xmlns:a16="http://schemas.microsoft.com/office/drawing/2014/main" id="{A30EA64F-50A8-5D90-B9F9-6DA99795FD0C}"/>
              </a:ext>
            </a:extLst>
          </p:cNvPr>
          <p:cNvSpPr/>
          <p:nvPr/>
        </p:nvSpPr>
        <p:spPr>
          <a:xfrm>
            <a:off x="7644229" y="2738306"/>
            <a:ext cx="360000" cy="360000"/>
          </a:xfrm>
          <a:prstGeom prst="mathPlus">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1" name="Signo menos 1030">
            <a:extLst>
              <a:ext uri="{FF2B5EF4-FFF2-40B4-BE49-F238E27FC236}">
                <a16:creationId xmlns:a16="http://schemas.microsoft.com/office/drawing/2014/main" id="{8C5B9E95-B34B-3F14-A3D9-8CCE81DA57FB}"/>
              </a:ext>
            </a:extLst>
          </p:cNvPr>
          <p:cNvSpPr/>
          <p:nvPr/>
        </p:nvSpPr>
        <p:spPr>
          <a:xfrm>
            <a:off x="7649122" y="3142986"/>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2" name="Signo menos 1031">
            <a:extLst>
              <a:ext uri="{FF2B5EF4-FFF2-40B4-BE49-F238E27FC236}">
                <a16:creationId xmlns:a16="http://schemas.microsoft.com/office/drawing/2014/main" id="{71BCF8DD-7556-A175-2423-CA95C7B63B1F}"/>
              </a:ext>
            </a:extLst>
          </p:cNvPr>
          <p:cNvSpPr/>
          <p:nvPr/>
        </p:nvSpPr>
        <p:spPr>
          <a:xfrm>
            <a:off x="7654016" y="3881341"/>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3" name="Signo más 1032">
            <a:extLst>
              <a:ext uri="{FF2B5EF4-FFF2-40B4-BE49-F238E27FC236}">
                <a16:creationId xmlns:a16="http://schemas.microsoft.com/office/drawing/2014/main" id="{F8871761-2946-2461-D96C-DE3D42F9AE60}"/>
              </a:ext>
            </a:extLst>
          </p:cNvPr>
          <p:cNvSpPr/>
          <p:nvPr/>
        </p:nvSpPr>
        <p:spPr>
          <a:xfrm>
            <a:off x="7630458" y="4222921"/>
            <a:ext cx="360000" cy="360000"/>
          </a:xfrm>
          <a:prstGeom prst="mathPlus">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34" name="Signo más 1033">
            <a:extLst>
              <a:ext uri="{FF2B5EF4-FFF2-40B4-BE49-F238E27FC236}">
                <a16:creationId xmlns:a16="http://schemas.microsoft.com/office/drawing/2014/main" id="{849949E3-89A7-FA0B-2B75-0E202339FCA3}"/>
              </a:ext>
            </a:extLst>
          </p:cNvPr>
          <p:cNvSpPr/>
          <p:nvPr/>
        </p:nvSpPr>
        <p:spPr>
          <a:xfrm>
            <a:off x="7630458" y="4625189"/>
            <a:ext cx="360000" cy="360000"/>
          </a:xfrm>
          <a:prstGeom prst="mathPlus">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036" name="Rectángulo: esquinas redondeadas 1035">
                <a:extLst>
                  <a:ext uri="{FF2B5EF4-FFF2-40B4-BE49-F238E27FC236}">
                    <a16:creationId xmlns:a16="http://schemas.microsoft.com/office/drawing/2014/main" id="{375D67B4-6486-A516-ABC0-99742C8DE42C}"/>
                  </a:ext>
                </a:extLst>
              </p:cNvPr>
              <p:cNvSpPr/>
              <p:nvPr/>
            </p:nvSpPr>
            <p:spPr>
              <a:xfrm>
                <a:off x="10291905" y="4511200"/>
                <a:ext cx="540000" cy="540000"/>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s-ES" b="1" i="1" smtClean="0">
                          <a:solidFill>
                            <a:schemeClr val="tx1"/>
                          </a:solidFill>
                          <a:latin typeface="Cambria Math" panose="02040503050406030204" pitchFamily="18" charset="0"/>
                        </a:rPr>
                        <m:t>𝑵</m:t>
                      </m:r>
                    </m:oMath>
                  </m:oMathPara>
                </a14:m>
                <a:endParaRPr lang="es-ES" b="1" dirty="0">
                  <a:solidFill>
                    <a:schemeClr val="tx2"/>
                  </a:solidFill>
                </a:endParaRPr>
              </a:p>
            </p:txBody>
          </p:sp>
        </mc:Choice>
        <mc:Fallback xmlns="">
          <p:sp>
            <p:nvSpPr>
              <p:cNvPr id="1036" name="Rectángulo: esquinas redondeadas 1035">
                <a:extLst>
                  <a:ext uri="{FF2B5EF4-FFF2-40B4-BE49-F238E27FC236}">
                    <a16:creationId xmlns:a16="http://schemas.microsoft.com/office/drawing/2014/main" id="{375D67B4-6486-A516-ABC0-99742C8DE42C}"/>
                  </a:ext>
                </a:extLst>
              </p:cNvPr>
              <p:cNvSpPr>
                <a:spLocks noRot="1" noChangeAspect="1" noMove="1" noResize="1" noEditPoints="1" noAdjustHandles="1" noChangeArrowheads="1" noChangeShapeType="1" noTextEdit="1"/>
              </p:cNvSpPr>
              <p:nvPr/>
            </p:nvSpPr>
            <p:spPr>
              <a:xfrm>
                <a:off x="10291905" y="4511200"/>
                <a:ext cx="540000" cy="540000"/>
              </a:xfrm>
              <a:prstGeom prst="roundRect">
                <a:avLst/>
              </a:prstGeom>
              <a:blipFill>
                <a:blip r:embed="rId5"/>
                <a:stretch>
                  <a:fillRect/>
                </a:stretch>
              </a:blipFill>
            </p:spPr>
            <p:txBody>
              <a:bodyPr/>
              <a:lstStyle/>
              <a:p>
                <a:r>
                  <a:rPr lang="es-ES">
                    <a:noFill/>
                  </a:rPr>
                  <a:t> </a:t>
                </a:r>
              </a:p>
            </p:txBody>
          </p:sp>
        </mc:Fallback>
      </mc:AlternateContent>
      <p:sp>
        <p:nvSpPr>
          <p:cNvPr id="1037" name="Flecha: hacia la izquierda 1036">
            <a:extLst>
              <a:ext uri="{FF2B5EF4-FFF2-40B4-BE49-F238E27FC236}">
                <a16:creationId xmlns:a16="http://schemas.microsoft.com/office/drawing/2014/main" id="{8730A142-CB06-BA3D-3A79-1DD5FB1FCBB0}"/>
              </a:ext>
            </a:extLst>
          </p:cNvPr>
          <p:cNvSpPr>
            <a:spLocks noChangeAspect="1"/>
          </p:cNvSpPr>
          <p:nvPr/>
        </p:nvSpPr>
        <p:spPr>
          <a:xfrm rot="7947509">
            <a:off x="10785047" y="4369022"/>
            <a:ext cx="252000" cy="115630"/>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038" name="Flecha: hacia la izquierda 1037">
            <a:extLst>
              <a:ext uri="{FF2B5EF4-FFF2-40B4-BE49-F238E27FC236}">
                <a16:creationId xmlns:a16="http://schemas.microsoft.com/office/drawing/2014/main" id="{23B9579B-95D7-FFB1-F441-40CB3B7A4802}"/>
              </a:ext>
            </a:extLst>
          </p:cNvPr>
          <p:cNvSpPr>
            <a:spLocks noChangeAspect="1"/>
          </p:cNvSpPr>
          <p:nvPr/>
        </p:nvSpPr>
        <p:spPr>
          <a:xfrm rot="2573124">
            <a:off x="10051147" y="4375199"/>
            <a:ext cx="252000" cy="115630"/>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1040" name="Rectángulo: esquinas redondeadas 1039">
                <a:extLst>
                  <a:ext uri="{FF2B5EF4-FFF2-40B4-BE49-F238E27FC236}">
                    <a16:creationId xmlns:a16="http://schemas.microsoft.com/office/drawing/2014/main" id="{C5658A18-80A3-E36E-4EDC-7100AF024952}"/>
                  </a:ext>
                </a:extLst>
              </p:cNvPr>
              <p:cNvSpPr/>
              <p:nvPr/>
            </p:nvSpPr>
            <p:spPr>
              <a:xfrm>
                <a:off x="11038759" y="3820633"/>
                <a:ext cx="540000" cy="540000"/>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smtClean="0">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𝟏</m:t>
                          </m:r>
                          <m:r>
                            <a:rPr lang="es-ES" b="1" i="1" smtClean="0">
                              <a:solidFill>
                                <a:schemeClr val="tx1"/>
                              </a:solidFill>
                              <a:latin typeface="Cambria Math" panose="02040503050406030204" pitchFamily="18" charset="0"/>
                            </a:rPr>
                            <m:t>𝑹</m:t>
                          </m:r>
                        </m:sub>
                      </m:sSub>
                    </m:oMath>
                  </m:oMathPara>
                </a14:m>
                <a:endParaRPr lang="es-ES" b="1" dirty="0">
                  <a:solidFill>
                    <a:schemeClr val="tx2"/>
                  </a:solidFill>
                </a:endParaRPr>
              </a:p>
            </p:txBody>
          </p:sp>
        </mc:Choice>
        <mc:Fallback xmlns="">
          <p:sp>
            <p:nvSpPr>
              <p:cNvPr id="1040" name="Rectángulo: esquinas redondeadas 1039">
                <a:extLst>
                  <a:ext uri="{FF2B5EF4-FFF2-40B4-BE49-F238E27FC236}">
                    <a16:creationId xmlns:a16="http://schemas.microsoft.com/office/drawing/2014/main" id="{C5658A18-80A3-E36E-4EDC-7100AF024952}"/>
                  </a:ext>
                </a:extLst>
              </p:cNvPr>
              <p:cNvSpPr>
                <a:spLocks noRot="1" noChangeAspect="1" noMove="1" noResize="1" noEditPoints="1" noAdjustHandles="1" noChangeArrowheads="1" noChangeShapeType="1" noTextEdit="1"/>
              </p:cNvSpPr>
              <p:nvPr/>
            </p:nvSpPr>
            <p:spPr>
              <a:xfrm>
                <a:off x="11038759" y="3820633"/>
                <a:ext cx="540000" cy="540000"/>
              </a:xfrm>
              <a:prstGeom prst="roundRect">
                <a:avLst/>
              </a:prstGeom>
              <a:blipFill>
                <a:blip r:embed="rId6"/>
                <a:stretch>
                  <a:fillRect l="-5556"/>
                </a:stretch>
              </a:blipFill>
            </p:spPr>
            <p:txBody>
              <a:bodyPr/>
              <a:lstStyle/>
              <a:p>
                <a:r>
                  <a:rPr lang="es-ES">
                    <a:noFill/>
                  </a:rPr>
                  <a:t> </a:t>
                </a:r>
              </a:p>
            </p:txBody>
          </p:sp>
        </mc:Fallback>
      </mc:AlternateContent>
      <p:sp>
        <p:nvSpPr>
          <p:cNvPr id="1041" name="Flecha: hacia la izquierda 1040">
            <a:extLst>
              <a:ext uri="{FF2B5EF4-FFF2-40B4-BE49-F238E27FC236}">
                <a16:creationId xmlns:a16="http://schemas.microsoft.com/office/drawing/2014/main" id="{14D7AA61-6CBB-3DBA-9C9E-4676AD36D49B}"/>
              </a:ext>
            </a:extLst>
          </p:cNvPr>
          <p:cNvSpPr>
            <a:spLocks noChangeAspect="1"/>
          </p:cNvSpPr>
          <p:nvPr/>
        </p:nvSpPr>
        <p:spPr>
          <a:xfrm rot="7947509">
            <a:off x="10245068" y="2788919"/>
            <a:ext cx="252000" cy="115630"/>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042" name="Flecha: hacia la izquierda 1041">
            <a:extLst>
              <a:ext uri="{FF2B5EF4-FFF2-40B4-BE49-F238E27FC236}">
                <a16:creationId xmlns:a16="http://schemas.microsoft.com/office/drawing/2014/main" id="{369ACEFF-F18B-3A35-E24B-2CD00D7828A4}"/>
              </a:ext>
            </a:extLst>
          </p:cNvPr>
          <p:cNvSpPr>
            <a:spLocks noChangeAspect="1"/>
          </p:cNvSpPr>
          <p:nvPr/>
        </p:nvSpPr>
        <p:spPr>
          <a:xfrm rot="7947509">
            <a:off x="9850085" y="3630884"/>
            <a:ext cx="252000" cy="115630"/>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043" name="Flecha: hacia la izquierda 1042">
            <a:extLst>
              <a:ext uri="{FF2B5EF4-FFF2-40B4-BE49-F238E27FC236}">
                <a16:creationId xmlns:a16="http://schemas.microsoft.com/office/drawing/2014/main" id="{CF2612E4-5B66-1EC8-1D5F-0468DAD9EB42}"/>
              </a:ext>
            </a:extLst>
          </p:cNvPr>
          <p:cNvSpPr>
            <a:spLocks noChangeAspect="1"/>
          </p:cNvSpPr>
          <p:nvPr/>
        </p:nvSpPr>
        <p:spPr>
          <a:xfrm rot="2573124">
            <a:off x="9873110" y="2792796"/>
            <a:ext cx="252000" cy="115630"/>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044" name="Flecha: hacia la izquierda 1043">
            <a:extLst>
              <a:ext uri="{FF2B5EF4-FFF2-40B4-BE49-F238E27FC236}">
                <a16:creationId xmlns:a16="http://schemas.microsoft.com/office/drawing/2014/main" id="{565AF692-BA70-05B6-0E30-218F57226F42}"/>
              </a:ext>
            </a:extLst>
          </p:cNvPr>
          <p:cNvSpPr>
            <a:spLocks noChangeAspect="1"/>
          </p:cNvSpPr>
          <p:nvPr/>
        </p:nvSpPr>
        <p:spPr>
          <a:xfrm rot="2573124">
            <a:off x="9358719" y="3610892"/>
            <a:ext cx="252000" cy="115630"/>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045" name="Signo más 1044">
            <a:extLst>
              <a:ext uri="{FF2B5EF4-FFF2-40B4-BE49-F238E27FC236}">
                <a16:creationId xmlns:a16="http://schemas.microsoft.com/office/drawing/2014/main" id="{B984B500-73BB-F4D3-4C80-FFBAC68BBE59}"/>
              </a:ext>
            </a:extLst>
          </p:cNvPr>
          <p:cNvSpPr/>
          <p:nvPr/>
        </p:nvSpPr>
        <p:spPr>
          <a:xfrm>
            <a:off x="10724343" y="3081861"/>
            <a:ext cx="360000" cy="360000"/>
          </a:xfrm>
          <a:prstGeom prst="mathPlus">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46" name="Signo menos 1045">
            <a:extLst>
              <a:ext uri="{FF2B5EF4-FFF2-40B4-BE49-F238E27FC236}">
                <a16:creationId xmlns:a16="http://schemas.microsoft.com/office/drawing/2014/main" id="{1F2CF05B-9C8A-3094-5790-DBB839CF2AC0}"/>
              </a:ext>
            </a:extLst>
          </p:cNvPr>
          <p:cNvSpPr/>
          <p:nvPr/>
        </p:nvSpPr>
        <p:spPr>
          <a:xfrm>
            <a:off x="9047477" y="3142424"/>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050" name="Rectángulo: esquinas redondeadas 1049">
                <a:extLst>
                  <a:ext uri="{FF2B5EF4-FFF2-40B4-BE49-F238E27FC236}">
                    <a16:creationId xmlns:a16="http://schemas.microsoft.com/office/drawing/2014/main" id="{21B1A9D0-7F3F-DEF1-E6F8-311327CBAA14}"/>
                  </a:ext>
                </a:extLst>
              </p:cNvPr>
              <p:cNvSpPr/>
              <p:nvPr/>
            </p:nvSpPr>
            <p:spPr>
              <a:xfrm>
                <a:off x="9505479" y="3814828"/>
                <a:ext cx="540000" cy="540000"/>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smtClean="0">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𝟏</m:t>
                          </m:r>
                          <m:r>
                            <a:rPr lang="es-ES" b="1" i="1" smtClean="0">
                              <a:solidFill>
                                <a:schemeClr val="tx1"/>
                              </a:solidFill>
                              <a:latin typeface="Cambria Math" panose="02040503050406030204" pitchFamily="18" charset="0"/>
                            </a:rPr>
                            <m:t>𝑳</m:t>
                          </m:r>
                        </m:sub>
                      </m:sSub>
                    </m:oMath>
                  </m:oMathPara>
                </a14:m>
                <a:endParaRPr lang="es-ES" b="1" dirty="0">
                  <a:solidFill>
                    <a:schemeClr val="tx2"/>
                  </a:solidFill>
                </a:endParaRPr>
              </a:p>
            </p:txBody>
          </p:sp>
        </mc:Choice>
        <mc:Fallback xmlns="">
          <p:sp>
            <p:nvSpPr>
              <p:cNvPr id="1050" name="Rectángulo: esquinas redondeadas 1049">
                <a:extLst>
                  <a:ext uri="{FF2B5EF4-FFF2-40B4-BE49-F238E27FC236}">
                    <a16:creationId xmlns:a16="http://schemas.microsoft.com/office/drawing/2014/main" id="{21B1A9D0-7F3F-DEF1-E6F8-311327CBAA14}"/>
                  </a:ext>
                </a:extLst>
              </p:cNvPr>
              <p:cNvSpPr>
                <a:spLocks noRot="1" noChangeAspect="1" noMove="1" noResize="1" noEditPoints="1" noAdjustHandles="1" noChangeArrowheads="1" noChangeShapeType="1" noTextEdit="1"/>
              </p:cNvSpPr>
              <p:nvPr/>
            </p:nvSpPr>
            <p:spPr>
              <a:xfrm>
                <a:off x="9505479" y="3814828"/>
                <a:ext cx="540000" cy="540000"/>
              </a:xfrm>
              <a:prstGeom prst="roundRect">
                <a:avLst/>
              </a:prstGeom>
              <a:blipFill>
                <a:blip r:embed="rId7"/>
                <a:stretch>
                  <a:fillRect l="-329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52" name="Rectángulo: esquinas redondeadas 1051">
                <a:extLst>
                  <a:ext uri="{FF2B5EF4-FFF2-40B4-BE49-F238E27FC236}">
                    <a16:creationId xmlns:a16="http://schemas.microsoft.com/office/drawing/2014/main" id="{FE51A356-E9E2-6E96-2242-A6D2B7C85C80}"/>
                  </a:ext>
                </a:extLst>
              </p:cNvPr>
              <p:cNvSpPr/>
              <p:nvPr/>
            </p:nvSpPr>
            <p:spPr>
              <a:xfrm>
                <a:off x="9913998" y="3011650"/>
                <a:ext cx="540000" cy="540000"/>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smtClean="0">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𝟐</m:t>
                          </m:r>
                          <m:r>
                            <a:rPr lang="es-ES" b="1" i="1" smtClean="0">
                              <a:solidFill>
                                <a:schemeClr val="tx1"/>
                              </a:solidFill>
                              <a:latin typeface="Cambria Math" panose="02040503050406030204" pitchFamily="18" charset="0"/>
                            </a:rPr>
                            <m:t>𝑹</m:t>
                          </m:r>
                        </m:sub>
                      </m:sSub>
                    </m:oMath>
                  </m:oMathPara>
                </a14:m>
                <a:endParaRPr lang="es-ES" b="1" dirty="0">
                  <a:solidFill>
                    <a:schemeClr val="tx2"/>
                  </a:solidFill>
                </a:endParaRPr>
              </a:p>
            </p:txBody>
          </p:sp>
        </mc:Choice>
        <mc:Fallback xmlns="">
          <p:sp>
            <p:nvSpPr>
              <p:cNvPr id="1052" name="Rectángulo: esquinas redondeadas 1051">
                <a:extLst>
                  <a:ext uri="{FF2B5EF4-FFF2-40B4-BE49-F238E27FC236}">
                    <a16:creationId xmlns:a16="http://schemas.microsoft.com/office/drawing/2014/main" id="{FE51A356-E9E2-6E96-2242-A6D2B7C85C80}"/>
                  </a:ext>
                </a:extLst>
              </p:cNvPr>
              <p:cNvSpPr>
                <a:spLocks noRot="1" noChangeAspect="1" noMove="1" noResize="1" noEditPoints="1" noAdjustHandles="1" noChangeArrowheads="1" noChangeShapeType="1" noTextEdit="1"/>
              </p:cNvSpPr>
              <p:nvPr/>
            </p:nvSpPr>
            <p:spPr>
              <a:xfrm>
                <a:off x="9913998" y="3011650"/>
                <a:ext cx="540000" cy="540000"/>
              </a:xfrm>
              <a:prstGeom prst="roundRect">
                <a:avLst/>
              </a:prstGeom>
              <a:blipFill>
                <a:blip r:embed="rId8"/>
                <a:stretch>
                  <a:fillRect l="-5495"/>
                </a:stretch>
              </a:blipFill>
            </p:spPr>
            <p:txBody>
              <a:bodyPr/>
              <a:lstStyle/>
              <a:p>
                <a:r>
                  <a:rPr lang="es-ES">
                    <a:noFill/>
                  </a:rPr>
                  <a:t> </a:t>
                </a:r>
              </a:p>
            </p:txBody>
          </p:sp>
        </mc:Fallback>
      </mc:AlternateContent>
      <p:sp>
        <p:nvSpPr>
          <p:cNvPr id="1053" name="Flecha: hacia la izquierda 1052">
            <a:extLst>
              <a:ext uri="{FF2B5EF4-FFF2-40B4-BE49-F238E27FC236}">
                <a16:creationId xmlns:a16="http://schemas.microsoft.com/office/drawing/2014/main" id="{0339CB59-F0FD-C065-8052-091D31445C82}"/>
              </a:ext>
            </a:extLst>
          </p:cNvPr>
          <p:cNvSpPr>
            <a:spLocks noChangeAspect="1"/>
          </p:cNvSpPr>
          <p:nvPr/>
        </p:nvSpPr>
        <p:spPr>
          <a:xfrm rot="2573124">
            <a:off x="10968021" y="3621943"/>
            <a:ext cx="252000" cy="115630"/>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055" name="Rectángulo: esquinas redondeadas 1054">
            <a:extLst>
              <a:ext uri="{FF2B5EF4-FFF2-40B4-BE49-F238E27FC236}">
                <a16:creationId xmlns:a16="http://schemas.microsoft.com/office/drawing/2014/main" id="{A470C1B3-D11B-2854-F049-59B42D87256D}"/>
              </a:ext>
            </a:extLst>
          </p:cNvPr>
          <p:cNvSpPr/>
          <p:nvPr/>
        </p:nvSpPr>
        <p:spPr>
          <a:xfrm>
            <a:off x="10412217" y="2140080"/>
            <a:ext cx="540000" cy="540000"/>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2400" b="1" dirty="0">
              <a:solidFill>
                <a:schemeClr val="tx2"/>
              </a:solidFill>
            </a:endParaRPr>
          </a:p>
        </p:txBody>
      </p:sp>
      <p:sp>
        <p:nvSpPr>
          <p:cNvPr id="1056" name="Signo menos 1055">
            <a:extLst>
              <a:ext uri="{FF2B5EF4-FFF2-40B4-BE49-F238E27FC236}">
                <a16:creationId xmlns:a16="http://schemas.microsoft.com/office/drawing/2014/main" id="{6251DA37-47FA-A497-60BA-143F55F9BACF}"/>
              </a:ext>
            </a:extLst>
          </p:cNvPr>
          <p:cNvSpPr/>
          <p:nvPr/>
        </p:nvSpPr>
        <p:spPr>
          <a:xfrm>
            <a:off x="10500327" y="2269415"/>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57" name="Rectángulo: esquinas redondeadas 1056">
            <a:extLst>
              <a:ext uri="{FF2B5EF4-FFF2-40B4-BE49-F238E27FC236}">
                <a16:creationId xmlns:a16="http://schemas.microsoft.com/office/drawing/2014/main" id="{35852B37-B9CD-915E-4AC3-2774E4CADA9F}"/>
              </a:ext>
            </a:extLst>
          </p:cNvPr>
          <p:cNvSpPr/>
          <p:nvPr/>
        </p:nvSpPr>
        <p:spPr>
          <a:xfrm>
            <a:off x="9442298" y="2140080"/>
            <a:ext cx="540000" cy="540000"/>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b="1" dirty="0">
              <a:solidFill>
                <a:schemeClr val="tx2"/>
              </a:solidFill>
            </a:endParaRPr>
          </a:p>
        </p:txBody>
      </p:sp>
      <p:sp>
        <p:nvSpPr>
          <p:cNvPr id="1058" name="Signo más 1057">
            <a:extLst>
              <a:ext uri="{FF2B5EF4-FFF2-40B4-BE49-F238E27FC236}">
                <a16:creationId xmlns:a16="http://schemas.microsoft.com/office/drawing/2014/main" id="{FE689F64-A860-F2FB-9E2B-907629CD7FAE}"/>
              </a:ext>
            </a:extLst>
          </p:cNvPr>
          <p:cNvSpPr/>
          <p:nvPr/>
        </p:nvSpPr>
        <p:spPr>
          <a:xfrm>
            <a:off x="9532298" y="2220260"/>
            <a:ext cx="360000" cy="360000"/>
          </a:xfrm>
          <a:prstGeom prst="mathPlus">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59" name="Flecha: hacia la izquierda 1058">
            <a:extLst>
              <a:ext uri="{FF2B5EF4-FFF2-40B4-BE49-F238E27FC236}">
                <a16:creationId xmlns:a16="http://schemas.microsoft.com/office/drawing/2014/main" id="{68ABBB5E-DBBA-7B3B-D3B8-DF77AAA40A5F}"/>
              </a:ext>
            </a:extLst>
          </p:cNvPr>
          <p:cNvSpPr>
            <a:spLocks noChangeAspect="1"/>
          </p:cNvSpPr>
          <p:nvPr/>
        </p:nvSpPr>
        <p:spPr>
          <a:xfrm rot="7947509">
            <a:off x="11356399" y="3593606"/>
            <a:ext cx="252000" cy="115630"/>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060" name="Rectángulo: esquinas redondeadas 1059">
            <a:extLst>
              <a:ext uri="{FF2B5EF4-FFF2-40B4-BE49-F238E27FC236}">
                <a16:creationId xmlns:a16="http://schemas.microsoft.com/office/drawing/2014/main" id="{E6B43495-BD06-EA68-DC47-12E83D21DEEC}"/>
              </a:ext>
            </a:extLst>
          </p:cNvPr>
          <p:cNvSpPr/>
          <p:nvPr/>
        </p:nvSpPr>
        <p:spPr>
          <a:xfrm>
            <a:off x="11432793" y="2942209"/>
            <a:ext cx="540000" cy="540000"/>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2400" b="1" dirty="0">
              <a:solidFill>
                <a:schemeClr val="tx2"/>
              </a:solidFill>
            </a:endParaRPr>
          </a:p>
        </p:txBody>
      </p:sp>
      <p:sp>
        <p:nvSpPr>
          <p:cNvPr id="1061" name="Signo menos 1060">
            <a:extLst>
              <a:ext uri="{FF2B5EF4-FFF2-40B4-BE49-F238E27FC236}">
                <a16:creationId xmlns:a16="http://schemas.microsoft.com/office/drawing/2014/main" id="{7502382C-B2FB-C5FB-9143-AA031B408B06}"/>
              </a:ext>
            </a:extLst>
          </p:cNvPr>
          <p:cNvSpPr/>
          <p:nvPr/>
        </p:nvSpPr>
        <p:spPr>
          <a:xfrm>
            <a:off x="11520903" y="3071544"/>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CuadroTexto 33">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35" name="CuadroTexto 34">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E242EC67-BE62-6AF4-5464-40614E3AE395}"/>
                  </a:ext>
                </a:extLst>
              </p:cNvPr>
              <p:cNvSpPr txBox="1"/>
              <p:nvPr/>
            </p:nvSpPr>
            <p:spPr>
              <a:xfrm>
                <a:off x="1050132" y="840312"/>
                <a:ext cx="10034212" cy="783869"/>
              </a:xfrm>
              <a:prstGeom prst="rect">
                <a:avLst/>
              </a:prstGeom>
              <a:noFill/>
            </p:spPr>
            <p:txBody>
              <a:bodyPr wrap="square" rtlCol="0">
                <a:spAutoFit/>
              </a:bodyPr>
              <a:lstStyle/>
              <a:p>
                <a:r>
                  <a:rPr lang="es-ES" dirty="0">
                    <a:solidFill>
                      <a:schemeClr val="accent1">
                        <a:lumMod val="50000"/>
                      </a:schemeClr>
                    </a:solidFill>
                  </a:rPr>
                  <a:t>Ejemplo: Problema de clasificación binaria. Conjunto de datos formado por muestras con dos variables de entrada y una etiqueta de salida </a:t>
                </a:r>
                <a14:m>
                  <m:oMath xmlns:m="http://schemas.openxmlformats.org/officeDocument/2006/math">
                    <m:d>
                      <m:dPr>
                        <m:begChr m:val="{"/>
                        <m:endChr m:val="}"/>
                        <m:ctrlPr>
                          <a:rPr lang="es-ES" i="1">
                            <a:solidFill>
                              <a:schemeClr val="accent1">
                                <a:lumMod val="50000"/>
                              </a:schemeClr>
                            </a:solidFill>
                            <a:latin typeface="Cambria Math" panose="02040503050406030204" pitchFamily="18" charset="0"/>
                          </a:rPr>
                        </m:ctrlPr>
                      </m:dPr>
                      <m:e>
                        <m:d>
                          <m:dPr>
                            <m:ctrlPr>
                              <a:rPr lang="es-ES" i="1">
                                <a:solidFill>
                                  <a:schemeClr val="accent1">
                                    <a:lumMod val="50000"/>
                                  </a:schemeClr>
                                </a:solidFill>
                                <a:latin typeface="Cambria Math" panose="02040503050406030204" pitchFamily="18" charset="0"/>
                              </a:rPr>
                            </m:ctrlPr>
                          </m:dPr>
                          <m:e>
                            <m:sSubSup>
                              <m:sSubSupPr>
                                <m:ctrlPr>
                                  <a:rPr lang="es-ES" i="1">
                                    <a:solidFill>
                                      <a:schemeClr val="accent1">
                                        <a:lumMod val="50000"/>
                                      </a:schemeClr>
                                    </a:solidFill>
                                    <a:latin typeface="Cambria Math" panose="02040503050406030204" pitchFamily="18" charset="0"/>
                                  </a:rPr>
                                </m:ctrlPr>
                              </m:sSubSupPr>
                              <m:e>
                                <m:r>
                                  <a:rPr lang="es-ES" b="0" i="1">
                                    <a:solidFill>
                                      <a:schemeClr val="accent1">
                                        <a:lumMod val="50000"/>
                                      </a:schemeClr>
                                    </a:solidFill>
                                    <a:latin typeface="Cambria Math" panose="02040503050406030204" pitchFamily="18" charset="0"/>
                                  </a:rPr>
                                  <m:t>𝑥</m:t>
                                </m:r>
                              </m:e>
                              <m:sub>
                                <m:r>
                                  <a:rPr lang="es-ES" b="0" i="1">
                                    <a:solidFill>
                                      <a:schemeClr val="accent1">
                                        <a:lumMod val="50000"/>
                                      </a:schemeClr>
                                    </a:solidFill>
                                    <a:latin typeface="Cambria Math" panose="02040503050406030204" pitchFamily="18" charset="0"/>
                                  </a:rPr>
                                  <m:t>1</m:t>
                                </m:r>
                              </m:sub>
                              <m:sup>
                                <m:r>
                                  <a:rPr lang="es-ES" b="0" i="1">
                                    <a:solidFill>
                                      <a:schemeClr val="accent1">
                                        <a:lumMod val="50000"/>
                                      </a:schemeClr>
                                    </a:solidFill>
                                    <a:latin typeface="Cambria Math" panose="02040503050406030204" pitchFamily="18" charset="0"/>
                                  </a:rPr>
                                  <m:t>𝑗</m:t>
                                </m:r>
                              </m:sup>
                            </m:sSubSup>
                            <m:r>
                              <a:rPr lang="es-ES" b="0">
                                <a:solidFill>
                                  <a:schemeClr val="accent1">
                                    <a:lumMod val="50000"/>
                                  </a:schemeClr>
                                </a:solidFill>
                                <a:latin typeface="Cambria Math" panose="02040503050406030204" pitchFamily="18" charset="0"/>
                              </a:rPr>
                              <m:t>,</m:t>
                            </m:r>
                            <m:sSubSup>
                              <m:sSubSupPr>
                                <m:ctrlPr>
                                  <a:rPr lang="es-ES" i="1">
                                    <a:solidFill>
                                      <a:schemeClr val="accent1">
                                        <a:lumMod val="50000"/>
                                      </a:schemeClr>
                                    </a:solidFill>
                                    <a:latin typeface="Cambria Math" panose="02040503050406030204" pitchFamily="18" charset="0"/>
                                  </a:rPr>
                                </m:ctrlPr>
                              </m:sSubSupPr>
                              <m:e>
                                <m:r>
                                  <a:rPr lang="es-ES" b="0" i="1">
                                    <a:solidFill>
                                      <a:schemeClr val="accent1">
                                        <a:lumMod val="50000"/>
                                      </a:schemeClr>
                                    </a:solidFill>
                                    <a:latin typeface="Cambria Math" panose="02040503050406030204" pitchFamily="18" charset="0"/>
                                  </a:rPr>
                                  <m:t>𝑥</m:t>
                                </m:r>
                              </m:e>
                              <m:sub>
                                <m:r>
                                  <a:rPr lang="es-ES" b="0" i="1">
                                    <a:solidFill>
                                      <a:schemeClr val="accent1">
                                        <a:lumMod val="50000"/>
                                      </a:schemeClr>
                                    </a:solidFill>
                                    <a:latin typeface="Cambria Math" panose="02040503050406030204" pitchFamily="18" charset="0"/>
                                  </a:rPr>
                                  <m:t>2</m:t>
                                </m:r>
                              </m:sub>
                              <m:sup>
                                <m:r>
                                  <a:rPr lang="es-ES" b="0" i="1">
                                    <a:solidFill>
                                      <a:schemeClr val="accent1">
                                        <a:lumMod val="50000"/>
                                      </a:schemeClr>
                                    </a:solidFill>
                                    <a:latin typeface="Cambria Math" panose="02040503050406030204" pitchFamily="18" charset="0"/>
                                  </a:rPr>
                                  <m:t>𝑗</m:t>
                                </m:r>
                              </m:sup>
                            </m:sSubSup>
                          </m:e>
                        </m:d>
                        <m:r>
                          <a:rPr lang="es-ES">
                            <a:solidFill>
                              <a:schemeClr val="accent1">
                                <a:lumMod val="50000"/>
                              </a:schemeClr>
                            </a:solidFill>
                            <a:latin typeface="Cambria Math" panose="02040503050406030204" pitchFamily="18" charset="0"/>
                          </a:rPr>
                          <m:t>,</m:t>
                        </m:r>
                        <m:sSup>
                          <m:sSupPr>
                            <m:ctrlPr>
                              <a:rPr lang="es-ES" i="1" smtClean="0">
                                <a:solidFill>
                                  <a:schemeClr val="accent1">
                                    <a:lumMod val="50000"/>
                                  </a:schemeClr>
                                </a:solidFill>
                                <a:latin typeface="Cambria Math" panose="02040503050406030204" pitchFamily="18" charset="0"/>
                              </a:rPr>
                            </m:ctrlPr>
                          </m:sSupPr>
                          <m:e>
                            <m:acc>
                              <m:accPr>
                                <m:chr m:val="̅"/>
                                <m:ctrlPr>
                                  <a:rPr lang="es-ES" i="1" smtClean="0">
                                    <a:solidFill>
                                      <a:schemeClr val="accent1">
                                        <a:lumMod val="50000"/>
                                      </a:schemeClr>
                                    </a:solidFill>
                                    <a:latin typeface="Cambria Math" panose="02040503050406030204" pitchFamily="18" charset="0"/>
                                  </a:rPr>
                                </m:ctrlPr>
                              </m:accPr>
                              <m:e>
                                <m:r>
                                  <a:rPr lang="es-ES" b="0" i="1" smtClean="0">
                                    <a:solidFill>
                                      <a:schemeClr val="accent1">
                                        <a:lumMod val="50000"/>
                                      </a:schemeClr>
                                    </a:solidFill>
                                    <a:latin typeface="Cambria Math" panose="02040503050406030204" pitchFamily="18" charset="0"/>
                                  </a:rPr>
                                  <m:t>𝑦</m:t>
                                </m:r>
                              </m:e>
                            </m:acc>
                          </m:e>
                          <m:sup>
                            <m:r>
                              <a:rPr lang="es-ES" b="0" i="1" smtClean="0">
                                <a:solidFill>
                                  <a:schemeClr val="accent1">
                                    <a:lumMod val="50000"/>
                                  </a:schemeClr>
                                </a:solidFill>
                                <a:latin typeface="Cambria Math" panose="02040503050406030204" pitchFamily="18" charset="0"/>
                              </a:rPr>
                              <m:t>𝑗</m:t>
                            </m:r>
                          </m:sup>
                        </m:sSup>
                      </m:e>
                    </m:d>
                  </m:oMath>
                </a14:m>
                <a:r>
                  <a:rPr lang="es-ES" dirty="0">
                    <a:solidFill>
                      <a:schemeClr val="accent1">
                        <a:lumMod val="50000"/>
                      </a:schemeClr>
                    </a:solidFill>
                  </a:rPr>
                  <a:t>. </a:t>
                </a:r>
              </a:p>
            </p:txBody>
          </p:sp>
        </mc:Choice>
        <mc:Fallback xmlns="">
          <p:sp>
            <p:nvSpPr>
              <p:cNvPr id="36" name="CuadroTexto 35">
                <a:extLst>
                  <a:ext uri="{FF2B5EF4-FFF2-40B4-BE49-F238E27FC236}">
                    <a16:creationId xmlns:a16="http://schemas.microsoft.com/office/drawing/2014/main" id="{E242EC67-BE62-6AF4-5464-40614E3AE395}"/>
                  </a:ext>
                </a:extLst>
              </p:cNvPr>
              <p:cNvSpPr txBox="1">
                <a:spLocks noRot="1" noChangeAspect="1" noMove="1" noResize="1" noEditPoints="1" noAdjustHandles="1" noChangeArrowheads="1" noChangeShapeType="1" noTextEdit="1"/>
              </p:cNvSpPr>
              <p:nvPr/>
            </p:nvSpPr>
            <p:spPr>
              <a:xfrm>
                <a:off x="1050132" y="840312"/>
                <a:ext cx="10034212" cy="783869"/>
              </a:xfrm>
              <a:prstGeom prst="rect">
                <a:avLst/>
              </a:prstGeom>
              <a:blipFill>
                <a:blip r:embed="rId9"/>
                <a:stretch>
                  <a:fillRect l="-486" t="-4688" r="-547" b="-3906"/>
                </a:stretch>
              </a:blipFill>
            </p:spPr>
            <p:txBody>
              <a:bodyPr/>
              <a:lstStyle/>
              <a:p>
                <a:r>
                  <a:rPr lang="es-ES">
                    <a:noFill/>
                  </a:rPr>
                  <a:t> </a:t>
                </a:r>
              </a:p>
            </p:txBody>
          </p:sp>
        </mc:Fallback>
      </mc:AlternateContent>
    </p:spTree>
    <p:extLst>
      <p:ext uri="{BB962C8B-B14F-4D97-AF65-F5344CB8AC3E}">
        <p14:creationId xmlns:p14="http://schemas.microsoft.com/office/powerpoint/2010/main" val="13393961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5" name="Imagen 1024">
            <a:extLst>
              <a:ext uri="{FF2B5EF4-FFF2-40B4-BE49-F238E27FC236}">
                <a16:creationId xmlns:a16="http://schemas.microsoft.com/office/drawing/2014/main" id="{C255B507-56EC-A9AF-F635-AFC45ADFE81C}"/>
              </a:ext>
            </a:extLst>
          </p:cNvPr>
          <p:cNvPicPr>
            <a:picLocks noChangeAspect="1"/>
          </p:cNvPicPr>
          <p:nvPr/>
        </p:nvPicPr>
        <p:blipFill rotWithShape="1">
          <a:blip r:embed="rId3"/>
          <a:srcRect l="3369"/>
          <a:stretch/>
        </p:blipFill>
        <p:spPr>
          <a:xfrm>
            <a:off x="71019" y="670891"/>
            <a:ext cx="5755833" cy="4697087"/>
          </a:xfrm>
          <a:prstGeom prst="rect">
            <a:avLst/>
          </a:prstGeom>
        </p:spPr>
      </p:pic>
      <mc:AlternateContent xmlns:mc="http://schemas.openxmlformats.org/markup-compatibility/2006" xmlns:a14="http://schemas.microsoft.com/office/drawing/2010/main">
        <mc:Choice Requires="a14">
          <p:sp>
            <p:nvSpPr>
              <p:cNvPr id="13" name="Rectángulo: esquinas redondeadas 12">
                <a:extLst>
                  <a:ext uri="{FF2B5EF4-FFF2-40B4-BE49-F238E27FC236}">
                    <a16:creationId xmlns:a16="http://schemas.microsoft.com/office/drawing/2014/main" id="{155EF5F4-657C-A0AD-987B-D8227C22CF2A}"/>
                  </a:ext>
                </a:extLst>
              </p:cNvPr>
              <p:cNvSpPr/>
              <p:nvPr/>
            </p:nvSpPr>
            <p:spPr>
              <a:xfrm>
                <a:off x="7949364" y="5793964"/>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r>
                        <a:rPr lang="es-ES" b="1" i="1" smtClean="0">
                          <a:solidFill>
                            <a:schemeClr val="tx1"/>
                          </a:solidFill>
                          <a:latin typeface="Cambria Math" panose="02040503050406030204" pitchFamily="18" charset="0"/>
                        </a:rPr>
                        <m:t>𝑵</m:t>
                      </m:r>
                    </m:oMath>
                  </m:oMathPara>
                </a14:m>
                <a:endParaRPr lang="es-ES" b="1" dirty="0">
                  <a:solidFill>
                    <a:schemeClr val="tx2"/>
                  </a:solidFill>
                </a:endParaRPr>
              </a:p>
            </p:txBody>
          </p:sp>
        </mc:Choice>
        <mc:Fallback xmlns="">
          <p:sp>
            <p:nvSpPr>
              <p:cNvPr id="13" name="Rectángulo: esquinas redondeadas 12">
                <a:extLst>
                  <a:ext uri="{FF2B5EF4-FFF2-40B4-BE49-F238E27FC236}">
                    <a16:creationId xmlns:a16="http://schemas.microsoft.com/office/drawing/2014/main" id="{155EF5F4-657C-A0AD-987B-D8227C22CF2A}"/>
                  </a:ext>
                </a:extLst>
              </p:cNvPr>
              <p:cNvSpPr>
                <a:spLocks noRot="1" noChangeAspect="1" noMove="1" noResize="1" noEditPoints="1" noAdjustHandles="1" noChangeArrowheads="1" noChangeShapeType="1" noTextEdit="1"/>
              </p:cNvSpPr>
              <p:nvPr/>
            </p:nvSpPr>
            <p:spPr>
              <a:xfrm>
                <a:off x="7949364" y="5793964"/>
                <a:ext cx="1274100" cy="982609"/>
              </a:xfrm>
              <a:prstGeom prst="roundRect">
                <a:avLst/>
              </a:prstGeom>
              <a:blipFill>
                <a:blip r:embed="rId4"/>
                <a:stretch>
                  <a:fillRect/>
                </a:stretch>
              </a:blipFill>
              <a:ln w="28575">
                <a:solidFill>
                  <a:schemeClr val="tx2"/>
                </a:solidFill>
              </a:ln>
            </p:spPr>
            <p:txBody>
              <a:bodyPr/>
              <a:lstStyle/>
              <a:p>
                <a:r>
                  <a:rPr lang="es-ES">
                    <a:noFill/>
                  </a:rPr>
                  <a:t> </a:t>
                </a:r>
              </a:p>
            </p:txBody>
          </p:sp>
        </mc:Fallback>
      </mc:AlternateContent>
      <p:sp>
        <p:nvSpPr>
          <p:cNvPr id="5" name="CuadroTexto 4">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6" name="CuadroTexto 5">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8" name="Rectángulo 7"/>
          <p:cNvSpPr/>
          <p:nvPr/>
        </p:nvSpPr>
        <p:spPr>
          <a:xfrm>
            <a:off x="5826852" y="518957"/>
            <a:ext cx="6306108" cy="1323439"/>
          </a:xfrm>
          <a:prstGeom prst="rect">
            <a:avLst/>
          </a:prstGeom>
        </p:spPr>
        <p:txBody>
          <a:bodyPr wrap="square">
            <a:spAutoFit/>
          </a:bodyPr>
          <a:lstStyle/>
          <a:p>
            <a:pPr marL="285750" indent="-285750" algn="just">
              <a:buFont typeface="Arial" panose="020B0604020202020204" pitchFamily="34" charset="0"/>
              <a:buChar char="•"/>
            </a:pPr>
            <a:r>
              <a:rPr lang="es-ES" sz="1600" b="1" dirty="0">
                <a:solidFill>
                  <a:schemeClr val="accent1">
                    <a:lumMod val="50000"/>
                  </a:schemeClr>
                </a:solidFill>
              </a:rPr>
              <a:t>El árbol de decisión no es más que un conjunto de preguntas, cada una de ellas sobre una categoría (</a:t>
            </a:r>
            <a:r>
              <a:rPr lang="es-ES" sz="1600" b="1" dirty="0" err="1">
                <a:solidFill>
                  <a:schemeClr val="accent1">
                    <a:lumMod val="50000"/>
                  </a:schemeClr>
                </a:solidFill>
              </a:rPr>
              <a:t>feature</a:t>
            </a:r>
            <a:r>
              <a:rPr lang="es-ES" sz="1600" b="1" dirty="0">
                <a:solidFill>
                  <a:schemeClr val="accent1">
                    <a:lumMod val="50000"/>
                  </a:schemeClr>
                </a:solidFill>
              </a:rPr>
              <a:t>) de los datos que divide nuestro conjunto en dos subconjuntos</a:t>
            </a:r>
            <a:r>
              <a:rPr lang="es-ES" sz="1600" dirty="0">
                <a:solidFill>
                  <a:schemeClr val="accent1">
                    <a:lumMod val="50000"/>
                  </a:schemeClr>
                </a:solidFill>
              </a:rPr>
              <a:t>.</a:t>
            </a:r>
          </a:p>
          <a:p>
            <a:endParaRPr lang="es-ES" sz="1600" dirty="0">
              <a:solidFill>
                <a:schemeClr val="accent1">
                  <a:lumMod val="50000"/>
                </a:schemeClr>
              </a:solidFill>
            </a:endParaRPr>
          </a:p>
          <a:p>
            <a:endParaRPr lang="es-ES" sz="1600" dirty="0">
              <a:solidFill>
                <a:schemeClr val="accent1">
                  <a:lumMod val="50000"/>
                </a:schemeClr>
              </a:solidFill>
            </a:endParaRPr>
          </a:p>
        </p:txBody>
      </p:sp>
    </p:spTree>
    <p:extLst>
      <p:ext uri="{BB962C8B-B14F-4D97-AF65-F5344CB8AC3E}">
        <p14:creationId xmlns:p14="http://schemas.microsoft.com/office/powerpoint/2010/main" val="12163766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8" name="Rectángulo 17"/>
              <p:cNvSpPr/>
              <p:nvPr/>
            </p:nvSpPr>
            <p:spPr>
              <a:xfrm>
                <a:off x="5826852" y="518957"/>
                <a:ext cx="6306108" cy="2308324"/>
              </a:xfrm>
              <a:prstGeom prst="rect">
                <a:avLst/>
              </a:prstGeom>
            </p:spPr>
            <p:txBody>
              <a:bodyPr wrap="square">
                <a:spAutoFit/>
              </a:bodyPr>
              <a:lstStyle/>
              <a:p>
                <a:pPr marL="285750" indent="-285750" algn="just">
                  <a:buFont typeface="Arial" panose="020B0604020202020204" pitchFamily="34" charset="0"/>
                  <a:buChar char="•"/>
                </a:pPr>
                <a:r>
                  <a:rPr lang="es-ES" sz="1600" b="1" dirty="0">
                    <a:solidFill>
                      <a:schemeClr val="accent1">
                        <a:lumMod val="50000"/>
                      </a:schemeClr>
                    </a:solidFill>
                  </a:rPr>
                  <a:t>El árbol de decisión no es más que un conjunto de preguntas, cada una de ellas sobre una categoría (</a:t>
                </a:r>
                <a:r>
                  <a:rPr lang="es-ES" sz="1600" b="1" dirty="0" err="1">
                    <a:solidFill>
                      <a:schemeClr val="accent1">
                        <a:lumMod val="50000"/>
                      </a:schemeClr>
                    </a:solidFill>
                  </a:rPr>
                  <a:t>feature</a:t>
                </a:r>
                <a:r>
                  <a:rPr lang="es-ES" sz="1600" b="1" dirty="0">
                    <a:solidFill>
                      <a:schemeClr val="accent1">
                        <a:lumMod val="50000"/>
                      </a:schemeClr>
                    </a:solidFill>
                  </a:rPr>
                  <a:t>) de los datos que divide nuestro conjunto en dos subconjuntos</a:t>
                </a:r>
                <a:r>
                  <a:rPr lang="es-ES" sz="1600" dirty="0" smtClean="0">
                    <a:solidFill>
                      <a:schemeClr val="accent1">
                        <a:lumMod val="50000"/>
                      </a:schemeClr>
                    </a:solidFill>
                  </a:rPr>
                  <a:t>.</a:t>
                </a:r>
              </a:p>
              <a:p>
                <a:pPr marL="285750" indent="-285750" algn="just">
                  <a:buFont typeface="Arial" panose="020B0604020202020204" pitchFamily="34" charset="0"/>
                  <a:buChar char="•"/>
                </a:pPr>
                <a:endParaRPr lang="es-ES" sz="1600" dirty="0">
                  <a:solidFill>
                    <a:schemeClr val="accent1">
                      <a:lumMod val="50000"/>
                    </a:schemeClr>
                  </a:solidFill>
                </a:endParaRPr>
              </a:p>
              <a:p>
                <a:pPr marL="285750" indent="-285750" algn="just">
                  <a:buFont typeface="Arial" panose="020B0604020202020204" pitchFamily="34" charset="0"/>
                  <a:buChar char="•"/>
                </a:pPr>
                <a:r>
                  <a:rPr lang="es-ES" sz="1600" dirty="0">
                    <a:solidFill>
                      <a:schemeClr val="accent1">
                        <a:lumMod val="50000"/>
                      </a:schemeClr>
                    </a:solidFill>
                  </a:rPr>
                  <a:t>La pregunta queda determinada por el par característica-valor límite. </a:t>
                </a:r>
                <a14:m>
                  <m:oMath xmlns:m="http://schemas.openxmlformats.org/officeDocument/2006/math">
                    <m:d>
                      <m:dPr>
                        <m:ctrlPr>
                          <a:rPr lang="es-ES" sz="1600" i="1">
                            <a:solidFill>
                              <a:schemeClr val="tx2"/>
                            </a:solidFill>
                            <a:latin typeface="Cambria Math" panose="02040503050406030204" pitchFamily="18" charset="0"/>
                          </a:rPr>
                        </m:ctrlPr>
                      </m:dPr>
                      <m:e>
                        <m:sSub>
                          <m:sSubPr>
                            <m:ctrlPr>
                              <a:rPr lang="es-ES" sz="1600" i="1">
                                <a:solidFill>
                                  <a:schemeClr val="tx2"/>
                                </a:solidFill>
                                <a:latin typeface="Cambria Math" panose="02040503050406030204" pitchFamily="18" charset="0"/>
                              </a:rPr>
                            </m:ctrlPr>
                          </m:sSubPr>
                          <m:e>
                            <m:r>
                              <a:rPr lang="es-ES" sz="1600" i="1">
                                <a:solidFill>
                                  <a:schemeClr val="tx2"/>
                                </a:solidFill>
                                <a:latin typeface="Cambria Math" panose="02040503050406030204" pitchFamily="18" charset="0"/>
                              </a:rPr>
                              <m:t>𝑥</m:t>
                            </m:r>
                          </m:e>
                          <m:sub>
                            <m:r>
                              <a:rPr lang="es-ES" sz="1600" i="1">
                                <a:solidFill>
                                  <a:schemeClr val="tx2"/>
                                </a:solidFill>
                                <a:latin typeface="Cambria Math" panose="02040503050406030204" pitchFamily="18" charset="0"/>
                              </a:rPr>
                              <m:t>1</m:t>
                            </m:r>
                          </m:sub>
                        </m:sSub>
                        <m:r>
                          <a:rPr lang="es-ES" sz="1600" i="1">
                            <a:solidFill>
                              <a:schemeClr val="tx2"/>
                            </a:solidFill>
                            <a:latin typeface="Cambria Math" panose="02040503050406030204" pitchFamily="18" charset="0"/>
                          </a:rPr>
                          <m:t>&lt;</m:t>
                        </m:r>
                        <m:sSub>
                          <m:sSubPr>
                            <m:ctrlPr>
                              <a:rPr lang="es-ES" sz="1600" i="1">
                                <a:solidFill>
                                  <a:schemeClr val="tx2"/>
                                </a:solidFill>
                                <a:latin typeface="Cambria Math" panose="02040503050406030204" pitchFamily="18" charset="0"/>
                              </a:rPr>
                            </m:ctrlPr>
                          </m:sSubPr>
                          <m:e>
                            <m:r>
                              <a:rPr lang="es-ES" sz="1600" i="1">
                                <a:solidFill>
                                  <a:schemeClr val="tx2"/>
                                </a:solidFill>
                                <a:latin typeface="Cambria Math" panose="02040503050406030204" pitchFamily="18" charset="0"/>
                              </a:rPr>
                              <m:t>𝑎</m:t>
                            </m:r>
                          </m:e>
                          <m:sub>
                            <m:r>
                              <a:rPr lang="es-ES" sz="1600" i="1">
                                <a:solidFill>
                                  <a:schemeClr val="tx2"/>
                                </a:solidFill>
                                <a:latin typeface="Cambria Math" panose="02040503050406030204" pitchFamily="18" charset="0"/>
                              </a:rPr>
                              <m:t>1</m:t>
                            </m:r>
                          </m:sub>
                        </m:sSub>
                      </m:e>
                    </m:d>
                  </m:oMath>
                </a14:m>
                <a:r>
                  <a:rPr lang="es-ES" sz="1600" dirty="0">
                    <a:solidFill>
                      <a:schemeClr val="accent1">
                        <a:lumMod val="50000"/>
                      </a:schemeClr>
                    </a:solidFill>
                  </a:rPr>
                  <a:t>.</a:t>
                </a:r>
              </a:p>
              <a:p>
                <a:pPr marL="285750" indent="-285750" algn="just">
                  <a:buFont typeface="Arial" panose="020B0604020202020204" pitchFamily="34" charset="0"/>
                  <a:buChar char="•"/>
                </a:pPr>
                <a:endParaRPr lang="es-ES" sz="1600" dirty="0">
                  <a:solidFill>
                    <a:schemeClr val="accent1">
                      <a:lumMod val="50000"/>
                    </a:schemeClr>
                  </a:solidFill>
                </a:endParaRPr>
              </a:p>
              <a:p>
                <a:endParaRPr lang="es-ES" sz="1600" dirty="0">
                  <a:solidFill>
                    <a:schemeClr val="accent1">
                      <a:lumMod val="50000"/>
                    </a:schemeClr>
                  </a:solidFill>
                </a:endParaRPr>
              </a:p>
              <a:p>
                <a:endParaRPr lang="es-ES" sz="1600" dirty="0">
                  <a:solidFill>
                    <a:schemeClr val="accent1">
                      <a:lumMod val="50000"/>
                    </a:schemeClr>
                  </a:solidFill>
                </a:endParaRPr>
              </a:p>
            </p:txBody>
          </p:sp>
        </mc:Choice>
        <mc:Fallback xmlns="">
          <p:sp>
            <p:nvSpPr>
              <p:cNvPr id="18" name="Rectángulo 17"/>
              <p:cNvSpPr>
                <a:spLocks noRot="1" noChangeAspect="1" noMove="1" noResize="1" noEditPoints="1" noAdjustHandles="1" noChangeArrowheads="1" noChangeShapeType="1" noTextEdit="1"/>
              </p:cNvSpPr>
              <p:nvPr/>
            </p:nvSpPr>
            <p:spPr>
              <a:xfrm>
                <a:off x="5826852" y="518957"/>
                <a:ext cx="6306108" cy="2308324"/>
              </a:xfrm>
              <a:prstGeom prst="rect">
                <a:avLst/>
              </a:prstGeom>
              <a:blipFill>
                <a:blip r:embed="rId3"/>
                <a:stretch>
                  <a:fillRect l="-387" t="-792" r="-484"/>
                </a:stretch>
              </a:blipFill>
            </p:spPr>
            <p:txBody>
              <a:bodyPr/>
              <a:lstStyle/>
              <a:p>
                <a:r>
                  <a:rPr lang="es-ES">
                    <a:noFill/>
                  </a:rPr>
                  <a:t> </a:t>
                </a:r>
              </a:p>
            </p:txBody>
          </p:sp>
        </mc:Fallback>
      </mc:AlternateContent>
      <p:pic>
        <p:nvPicPr>
          <p:cNvPr id="1025" name="Imagen 1024">
            <a:extLst>
              <a:ext uri="{FF2B5EF4-FFF2-40B4-BE49-F238E27FC236}">
                <a16:creationId xmlns:a16="http://schemas.microsoft.com/office/drawing/2014/main" id="{C255B507-56EC-A9AF-F635-AFC45ADFE81C}"/>
              </a:ext>
            </a:extLst>
          </p:cNvPr>
          <p:cNvPicPr>
            <a:picLocks noChangeAspect="1"/>
          </p:cNvPicPr>
          <p:nvPr/>
        </p:nvPicPr>
        <p:blipFill rotWithShape="1">
          <a:blip r:embed="rId4"/>
          <a:srcRect l="3369"/>
          <a:stretch/>
        </p:blipFill>
        <p:spPr>
          <a:xfrm>
            <a:off x="71019" y="670891"/>
            <a:ext cx="5755833" cy="4697087"/>
          </a:xfrm>
          <a:prstGeom prst="rect">
            <a:avLst/>
          </a:prstGeom>
        </p:spPr>
      </p:pic>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5F343C86-BBD4-A380-146F-A43021E20CB5}"/>
                  </a:ext>
                </a:extLst>
              </p:cNvPr>
              <p:cNvSpPr txBox="1"/>
              <p:nvPr/>
            </p:nvSpPr>
            <p:spPr>
              <a:xfrm>
                <a:off x="1948463" y="4615990"/>
                <a:ext cx="30190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accent5">
                                  <a:lumMod val="50000"/>
                                </a:schemeClr>
                              </a:solidFill>
                              <a:latin typeface="Cambria Math" panose="02040503050406030204" pitchFamily="18" charset="0"/>
                            </a:rPr>
                          </m:ctrlPr>
                        </m:sSubPr>
                        <m:e>
                          <m:r>
                            <a:rPr lang="es-ES" b="1" i="1" smtClean="0">
                              <a:solidFill>
                                <a:schemeClr val="accent5">
                                  <a:lumMod val="50000"/>
                                </a:schemeClr>
                              </a:solidFill>
                              <a:latin typeface="Cambria Math" panose="02040503050406030204" pitchFamily="18" charset="0"/>
                            </a:rPr>
                            <m:t>𝒂</m:t>
                          </m:r>
                        </m:e>
                        <m:sub>
                          <m:r>
                            <a:rPr lang="es-ES" b="1" i="1" smtClean="0">
                              <a:solidFill>
                                <a:schemeClr val="accent5">
                                  <a:lumMod val="50000"/>
                                </a:schemeClr>
                              </a:solidFill>
                              <a:latin typeface="Cambria Math" panose="02040503050406030204" pitchFamily="18" charset="0"/>
                            </a:rPr>
                            <m:t>𝟏</m:t>
                          </m:r>
                        </m:sub>
                      </m:sSub>
                    </m:oMath>
                  </m:oMathPara>
                </a14:m>
                <a:endParaRPr lang="es-ES" dirty="0"/>
              </a:p>
            </p:txBody>
          </p:sp>
        </mc:Choice>
        <mc:Fallback xmlns="">
          <p:sp>
            <p:nvSpPr>
              <p:cNvPr id="3" name="CuadroTexto 2">
                <a:extLst>
                  <a:ext uri="{FF2B5EF4-FFF2-40B4-BE49-F238E27FC236}">
                    <a16:creationId xmlns:a16="http://schemas.microsoft.com/office/drawing/2014/main" id="{5F343C86-BBD4-A380-146F-A43021E20CB5}"/>
                  </a:ext>
                </a:extLst>
              </p:cNvPr>
              <p:cNvSpPr txBox="1">
                <a:spLocks noRot="1" noChangeAspect="1" noMove="1" noResize="1" noEditPoints="1" noAdjustHandles="1" noChangeArrowheads="1" noChangeShapeType="1" noTextEdit="1"/>
              </p:cNvSpPr>
              <p:nvPr/>
            </p:nvSpPr>
            <p:spPr>
              <a:xfrm>
                <a:off x="1948463" y="4615990"/>
                <a:ext cx="301901" cy="369332"/>
              </a:xfrm>
              <a:prstGeom prst="rect">
                <a:avLst/>
              </a:prstGeom>
              <a:blipFill>
                <a:blip r:embed="rId5"/>
                <a:stretch>
                  <a:fillRect r="-34694"/>
                </a:stretch>
              </a:blipFill>
            </p:spPr>
            <p:txBody>
              <a:bodyPr/>
              <a:lstStyle/>
              <a:p>
                <a:r>
                  <a:rPr lang="es-ES">
                    <a:noFill/>
                  </a:rPr>
                  <a:t> </a:t>
                </a:r>
              </a:p>
            </p:txBody>
          </p:sp>
        </mc:Fallback>
      </mc:AlternateContent>
      <p:sp>
        <p:nvSpPr>
          <p:cNvPr id="6" name="Rectángulo 5">
            <a:extLst>
              <a:ext uri="{FF2B5EF4-FFF2-40B4-BE49-F238E27FC236}">
                <a16:creationId xmlns:a16="http://schemas.microsoft.com/office/drawing/2014/main" id="{AE6562E2-DAD4-E88D-1C0C-CABD7CE48733}"/>
              </a:ext>
            </a:extLst>
          </p:cNvPr>
          <p:cNvSpPr/>
          <p:nvPr/>
        </p:nvSpPr>
        <p:spPr>
          <a:xfrm>
            <a:off x="1062926" y="755375"/>
            <a:ext cx="1152000" cy="3924000"/>
          </a:xfrm>
          <a:prstGeom prst="rect">
            <a:avLst/>
          </a:pr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43646AE4-D8AB-7591-761C-AFDB7ECE8F68}"/>
                  </a:ext>
                </a:extLst>
              </p:cNvPr>
              <p:cNvSpPr txBox="1"/>
              <p:nvPr/>
            </p:nvSpPr>
            <p:spPr>
              <a:xfrm>
                <a:off x="1146940" y="891945"/>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smtClean="0">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𝟏</m:t>
                          </m:r>
                          <m:r>
                            <a:rPr lang="es-ES" b="1" i="1" smtClean="0">
                              <a:solidFill>
                                <a:schemeClr val="tx1"/>
                              </a:solidFill>
                              <a:latin typeface="Cambria Math" panose="02040503050406030204" pitchFamily="18" charset="0"/>
                            </a:rPr>
                            <m:t>𝑳</m:t>
                          </m:r>
                        </m:sub>
                      </m:sSub>
                    </m:oMath>
                  </m:oMathPara>
                </a14:m>
                <a:endParaRPr lang="es-ES" dirty="0"/>
              </a:p>
            </p:txBody>
          </p:sp>
        </mc:Choice>
        <mc:Fallback xmlns="">
          <p:sp>
            <p:nvSpPr>
              <p:cNvPr id="12" name="CuadroTexto 11">
                <a:extLst>
                  <a:ext uri="{FF2B5EF4-FFF2-40B4-BE49-F238E27FC236}">
                    <a16:creationId xmlns:a16="http://schemas.microsoft.com/office/drawing/2014/main" id="{43646AE4-D8AB-7591-761C-AFDB7ECE8F68}"/>
                  </a:ext>
                </a:extLst>
              </p:cNvPr>
              <p:cNvSpPr txBox="1">
                <a:spLocks noRot="1" noChangeAspect="1" noMove="1" noResize="1" noEditPoints="1" noAdjustHandles="1" noChangeArrowheads="1" noChangeShapeType="1" noTextEdit="1"/>
              </p:cNvSpPr>
              <p:nvPr/>
            </p:nvSpPr>
            <p:spPr>
              <a:xfrm>
                <a:off x="1146940" y="891945"/>
                <a:ext cx="491986" cy="369332"/>
              </a:xfrm>
              <a:prstGeom prst="rect">
                <a:avLst/>
              </a:prstGeom>
              <a:blipFill>
                <a:blip r:embed="rId6"/>
                <a:stretch>
                  <a:fillRect r="-6173"/>
                </a:stretch>
              </a:blipFill>
            </p:spPr>
            <p:txBody>
              <a:bodyPr/>
              <a:lstStyle/>
              <a:p>
                <a:r>
                  <a:rPr lang="es-ES">
                    <a:noFill/>
                  </a:rPr>
                  <a:t> </a:t>
                </a:r>
              </a:p>
            </p:txBody>
          </p:sp>
        </mc:Fallback>
      </mc:AlternateContent>
      <p:cxnSp>
        <p:nvCxnSpPr>
          <p:cNvPr id="15" name="Conector recto 14">
            <a:extLst>
              <a:ext uri="{FF2B5EF4-FFF2-40B4-BE49-F238E27FC236}">
                <a16:creationId xmlns:a16="http://schemas.microsoft.com/office/drawing/2014/main" id="{F5891F5B-0D0D-2BD9-EBD7-7ACF26931949}"/>
              </a:ext>
            </a:extLst>
          </p:cNvPr>
          <p:cNvCxnSpPr>
            <a:cxnSpLocks/>
          </p:cNvCxnSpPr>
          <p:nvPr/>
        </p:nvCxnSpPr>
        <p:spPr>
          <a:xfrm>
            <a:off x="2214926" y="755375"/>
            <a:ext cx="0" cy="39240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Rectángulo: esquinas redondeadas 22">
                <a:extLst>
                  <a:ext uri="{FF2B5EF4-FFF2-40B4-BE49-F238E27FC236}">
                    <a16:creationId xmlns:a16="http://schemas.microsoft.com/office/drawing/2014/main" id="{9C8DDEDF-6BA9-99D6-1183-03B60EB17F83}"/>
                  </a:ext>
                </a:extLst>
              </p:cNvPr>
              <p:cNvSpPr/>
              <p:nvPr/>
            </p:nvSpPr>
            <p:spPr>
              <a:xfrm>
                <a:off x="7949364" y="5793964"/>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r>
                        <a:rPr lang="es-ES" b="1" i="1" smtClean="0">
                          <a:solidFill>
                            <a:schemeClr val="tx1"/>
                          </a:solidFill>
                          <a:latin typeface="Cambria Math" panose="02040503050406030204" pitchFamily="18" charset="0"/>
                        </a:rPr>
                        <m:t>𝑵</m:t>
                      </m:r>
                    </m:oMath>
                  </m:oMathPara>
                </a14:m>
                <a:endParaRPr lang="es-ES" b="1"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𝒙</m:t>
                          </m:r>
                        </m:e>
                        <m:sub>
                          <m:r>
                            <a:rPr lang="es-ES" b="1" i="1" smtClean="0">
                              <a:solidFill>
                                <a:schemeClr val="tx2"/>
                              </a:solidFill>
                              <a:latin typeface="Cambria Math" panose="02040503050406030204" pitchFamily="18" charset="0"/>
                            </a:rPr>
                            <m:t>𝟏</m:t>
                          </m:r>
                        </m:sub>
                      </m:sSub>
                      <m:r>
                        <a:rPr lang="es-ES" b="1" i="1" smtClean="0">
                          <a:solidFill>
                            <a:schemeClr val="tx2"/>
                          </a:solidFill>
                          <a:latin typeface="Cambria Math" panose="02040503050406030204" pitchFamily="18" charset="0"/>
                        </a:rPr>
                        <m:t>&lt;</m:t>
                      </m:r>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𝒂</m:t>
                          </m:r>
                        </m:e>
                        <m:sub>
                          <m:r>
                            <a:rPr lang="es-ES" b="1" i="1" smtClean="0">
                              <a:solidFill>
                                <a:schemeClr val="tx2"/>
                              </a:solidFill>
                              <a:latin typeface="Cambria Math" panose="02040503050406030204" pitchFamily="18" charset="0"/>
                            </a:rPr>
                            <m:t>𝟏</m:t>
                          </m:r>
                        </m:sub>
                      </m:sSub>
                    </m:oMath>
                  </m:oMathPara>
                </a14:m>
                <a:endParaRPr lang="es-ES" b="1" dirty="0">
                  <a:solidFill>
                    <a:schemeClr val="tx2"/>
                  </a:solidFill>
                </a:endParaRPr>
              </a:p>
            </p:txBody>
          </p:sp>
        </mc:Choice>
        <mc:Fallback xmlns="">
          <p:sp>
            <p:nvSpPr>
              <p:cNvPr id="23" name="Rectángulo: esquinas redondeadas 22">
                <a:extLst>
                  <a:ext uri="{FF2B5EF4-FFF2-40B4-BE49-F238E27FC236}">
                    <a16:creationId xmlns:a16="http://schemas.microsoft.com/office/drawing/2014/main" id="{9C8DDEDF-6BA9-99D6-1183-03B60EB17F83}"/>
                  </a:ext>
                </a:extLst>
              </p:cNvPr>
              <p:cNvSpPr>
                <a:spLocks noRot="1" noChangeAspect="1" noMove="1" noResize="1" noEditPoints="1" noAdjustHandles="1" noChangeArrowheads="1" noChangeShapeType="1" noTextEdit="1"/>
              </p:cNvSpPr>
              <p:nvPr/>
            </p:nvSpPr>
            <p:spPr>
              <a:xfrm>
                <a:off x="7949364" y="5793964"/>
                <a:ext cx="1274100" cy="982609"/>
              </a:xfrm>
              <a:prstGeom prst="roundRect">
                <a:avLst/>
              </a:prstGeom>
              <a:blipFill>
                <a:blip r:embed="rId7"/>
                <a:stretch>
                  <a:fillRect/>
                </a:stretch>
              </a:blipFill>
              <a:ln w="28575">
                <a:solidFill>
                  <a:schemeClr val="tx2"/>
                </a:solidFill>
              </a:ln>
            </p:spPr>
            <p:txBody>
              <a:bodyPr/>
              <a:lstStyle/>
              <a:p>
                <a:r>
                  <a:rPr lang="es-ES">
                    <a:noFill/>
                  </a:rPr>
                  <a:t> </a:t>
                </a:r>
              </a:p>
            </p:txBody>
          </p:sp>
        </mc:Fallback>
      </mc:AlternateContent>
      <p:sp>
        <p:nvSpPr>
          <p:cNvPr id="24" name="Flecha: hacia la izquierda 23">
            <a:extLst>
              <a:ext uri="{FF2B5EF4-FFF2-40B4-BE49-F238E27FC236}">
                <a16:creationId xmlns:a16="http://schemas.microsoft.com/office/drawing/2014/main" id="{C23926DB-88F6-5AD4-CC48-0F080BBF4875}"/>
              </a:ext>
            </a:extLst>
          </p:cNvPr>
          <p:cNvSpPr>
            <a:spLocks noChangeAspect="1"/>
          </p:cNvSpPr>
          <p:nvPr/>
        </p:nvSpPr>
        <p:spPr>
          <a:xfrm rot="2573124">
            <a:off x="7930932" y="5478405"/>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25" name="Rectángulo: esquinas redondeadas 24">
                <a:extLst>
                  <a:ext uri="{FF2B5EF4-FFF2-40B4-BE49-F238E27FC236}">
                    <a16:creationId xmlns:a16="http://schemas.microsoft.com/office/drawing/2014/main" id="{386316E7-3A69-CB9A-D13F-17452FD2F477}"/>
                  </a:ext>
                </a:extLst>
              </p:cNvPr>
              <p:cNvSpPr/>
              <p:nvPr/>
            </p:nvSpPr>
            <p:spPr>
              <a:xfrm>
                <a:off x="7204846" y="4335891"/>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smtClean="0">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𝟏</m:t>
                          </m:r>
                          <m:r>
                            <a:rPr lang="es-ES" b="1" i="1" smtClean="0">
                              <a:solidFill>
                                <a:schemeClr val="tx1"/>
                              </a:solidFill>
                              <a:latin typeface="Cambria Math" panose="02040503050406030204" pitchFamily="18" charset="0"/>
                            </a:rPr>
                            <m:t>𝑳</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25" name="Rectángulo: esquinas redondeadas 24">
                <a:extLst>
                  <a:ext uri="{FF2B5EF4-FFF2-40B4-BE49-F238E27FC236}">
                    <a16:creationId xmlns:a16="http://schemas.microsoft.com/office/drawing/2014/main" id="{386316E7-3A69-CB9A-D13F-17452FD2F477}"/>
                  </a:ext>
                </a:extLst>
              </p:cNvPr>
              <p:cNvSpPr>
                <a:spLocks noRot="1" noChangeAspect="1" noMove="1" noResize="1" noEditPoints="1" noAdjustHandles="1" noChangeArrowheads="1" noChangeShapeType="1" noTextEdit="1"/>
              </p:cNvSpPr>
              <p:nvPr/>
            </p:nvSpPr>
            <p:spPr>
              <a:xfrm>
                <a:off x="7204846" y="4335891"/>
                <a:ext cx="1274100" cy="982609"/>
              </a:xfrm>
              <a:prstGeom prst="roundRect">
                <a:avLst/>
              </a:prstGeom>
              <a:blipFill>
                <a:blip r:embed="rId8"/>
                <a:stretch>
                  <a:fillRect/>
                </a:stretch>
              </a:blipFill>
              <a:ln w="28575">
                <a:solidFill>
                  <a:schemeClr val="tx2"/>
                </a:solidFill>
              </a:ln>
            </p:spPr>
            <p:txBody>
              <a:bodyPr/>
              <a:lstStyle/>
              <a:p>
                <a:r>
                  <a:rPr lang="es-ES">
                    <a:noFill/>
                  </a:rPr>
                  <a:t> </a:t>
                </a:r>
              </a:p>
            </p:txBody>
          </p:sp>
        </mc:Fallback>
      </mc:AlternateContent>
      <p:sp>
        <p:nvSpPr>
          <p:cNvPr id="26" name="Signo menos 25">
            <a:extLst>
              <a:ext uri="{FF2B5EF4-FFF2-40B4-BE49-F238E27FC236}">
                <a16:creationId xmlns:a16="http://schemas.microsoft.com/office/drawing/2014/main" id="{D98553C8-F142-B8ED-07A4-8D17DC493B63}"/>
              </a:ext>
            </a:extLst>
          </p:cNvPr>
          <p:cNvSpPr/>
          <p:nvPr/>
        </p:nvSpPr>
        <p:spPr>
          <a:xfrm>
            <a:off x="7652246" y="4705878"/>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Flecha: hacia la izquierda 26">
            <a:extLst>
              <a:ext uri="{FF2B5EF4-FFF2-40B4-BE49-F238E27FC236}">
                <a16:creationId xmlns:a16="http://schemas.microsoft.com/office/drawing/2014/main" id="{DD20D175-3142-4559-3190-18F5225F1558}"/>
              </a:ext>
            </a:extLst>
          </p:cNvPr>
          <p:cNvSpPr>
            <a:spLocks noChangeAspect="1"/>
          </p:cNvSpPr>
          <p:nvPr/>
        </p:nvSpPr>
        <p:spPr>
          <a:xfrm rot="7980000">
            <a:off x="8941742" y="5473698"/>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28" name="Rectángulo: esquinas redondeadas 27">
                <a:extLst>
                  <a:ext uri="{FF2B5EF4-FFF2-40B4-BE49-F238E27FC236}">
                    <a16:creationId xmlns:a16="http://schemas.microsoft.com/office/drawing/2014/main" id="{FF2987D9-008C-96B4-BA43-2948FD0DECCC}"/>
                  </a:ext>
                </a:extLst>
              </p:cNvPr>
              <p:cNvSpPr/>
              <p:nvPr/>
            </p:nvSpPr>
            <p:spPr>
              <a:xfrm>
                <a:off x="8851723" y="4359349"/>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smtClean="0">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𝟏</m:t>
                          </m:r>
                          <m:r>
                            <a:rPr lang="es-ES" b="1" i="1" smtClean="0">
                              <a:solidFill>
                                <a:schemeClr val="tx1"/>
                              </a:solidFill>
                              <a:latin typeface="Cambria Math" panose="02040503050406030204" pitchFamily="18" charset="0"/>
                            </a:rPr>
                            <m:t>𝑹</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28" name="Rectángulo: esquinas redondeadas 27">
                <a:extLst>
                  <a:ext uri="{FF2B5EF4-FFF2-40B4-BE49-F238E27FC236}">
                    <a16:creationId xmlns:a16="http://schemas.microsoft.com/office/drawing/2014/main" id="{FF2987D9-008C-96B4-BA43-2948FD0DECCC}"/>
                  </a:ext>
                </a:extLst>
              </p:cNvPr>
              <p:cNvSpPr>
                <a:spLocks noRot="1" noChangeAspect="1" noMove="1" noResize="1" noEditPoints="1" noAdjustHandles="1" noChangeArrowheads="1" noChangeShapeType="1" noTextEdit="1"/>
              </p:cNvSpPr>
              <p:nvPr/>
            </p:nvSpPr>
            <p:spPr>
              <a:xfrm>
                <a:off x="8851723" y="4359349"/>
                <a:ext cx="1274100" cy="982609"/>
              </a:xfrm>
              <a:prstGeom prst="roundRect">
                <a:avLst/>
              </a:prstGeom>
              <a:blipFill>
                <a:blip r:embed="rId9"/>
                <a:stretch>
                  <a:fillRect/>
                </a:stretch>
              </a:blipFill>
              <a:ln w="28575">
                <a:solidFill>
                  <a:schemeClr val="tx2"/>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0121F2C8-41E4-1520-FA30-EDBDCD16A66E}"/>
                  </a:ext>
                </a:extLst>
              </p:cNvPr>
              <p:cNvSpPr txBox="1"/>
              <p:nvPr/>
            </p:nvSpPr>
            <p:spPr>
              <a:xfrm>
                <a:off x="5074231" y="808176"/>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smtClean="0">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𝟏</m:t>
                          </m:r>
                          <m:r>
                            <a:rPr lang="es-ES" b="1" i="1" smtClean="0">
                              <a:solidFill>
                                <a:schemeClr val="tx1"/>
                              </a:solidFill>
                              <a:latin typeface="Cambria Math" panose="02040503050406030204" pitchFamily="18" charset="0"/>
                            </a:rPr>
                            <m:t>𝑹</m:t>
                          </m:r>
                        </m:sub>
                      </m:sSub>
                    </m:oMath>
                  </m:oMathPara>
                </a14:m>
                <a:endParaRPr lang="es-ES" dirty="0"/>
              </a:p>
            </p:txBody>
          </p:sp>
        </mc:Choice>
        <mc:Fallback xmlns="">
          <p:sp>
            <p:nvSpPr>
              <p:cNvPr id="29" name="CuadroTexto 28">
                <a:extLst>
                  <a:ext uri="{FF2B5EF4-FFF2-40B4-BE49-F238E27FC236}">
                    <a16:creationId xmlns:a16="http://schemas.microsoft.com/office/drawing/2014/main" id="{0121F2C8-41E4-1520-FA30-EDBDCD16A66E}"/>
                  </a:ext>
                </a:extLst>
              </p:cNvPr>
              <p:cNvSpPr txBox="1">
                <a:spLocks noRot="1" noChangeAspect="1" noMove="1" noResize="1" noEditPoints="1" noAdjustHandles="1" noChangeArrowheads="1" noChangeShapeType="1" noTextEdit="1"/>
              </p:cNvSpPr>
              <p:nvPr/>
            </p:nvSpPr>
            <p:spPr>
              <a:xfrm>
                <a:off x="5074231" y="808176"/>
                <a:ext cx="491986" cy="369332"/>
              </a:xfrm>
              <a:prstGeom prst="rect">
                <a:avLst/>
              </a:prstGeom>
              <a:blipFill>
                <a:blip r:embed="rId10"/>
                <a:stretch>
                  <a:fillRect r="-11111"/>
                </a:stretch>
              </a:blipFill>
            </p:spPr>
            <p:txBody>
              <a:bodyPr/>
              <a:lstStyle/>
              <a:p>
                <a:r>
                  <a:rPr lang="es-ES">
                    <a:noFill/>
                  </a:rPr>
                  <a:t> </a:t>
                </a:r>
              </a:p>
            </p:txBody>
          </p:sp>
        </mc:Fallback>
      </mc:AlternateContent>
      <p:sp>
        <p:nvSpPr>
          <p:cNvPr id="16" name="CuadroTexto 15">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17" name="CuadroTexto 16">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Tree>
    <p:extLst>
      <p:ext uri="{BB962C8B-B14F-4D97-AF65-F5344CB8AC3E}">
        <p14:creationId xmlns:p14="http://schemas.microsoft.com/office/powerpoint/2010/main" val="282123473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5" name="Rectángulo 34"/>
              <p:cNvSpPr/>
              <p:nvPr/>
            </p:nvSpPr>
            <p:spPr>
              <a:xfrm>
                <a:off x="5826852" y="518957"/>
                <a:ext cx="6306108" cy="3293209"/>
              </a:xfrm>
              <a:prstGeom prst="rect">
                <a:avLst/>
              </a:prstGeom>
            </p:spPr>
            <p:txBody>
              <a:bodyPr wrap="square">
                <a:spAutoFit/>
              </a:bodyPr>
              <a:lstStyle/>
              <a:p>
                <a:pPr marL="285750" indent="-285750" algn="just">
                  <a:buFont typeface="Arial" panose="020B0604020202020204" pitchFamily="34" charset="0"/>
                  <a:buChar char="•"/>
                </a:pPr>
                <a:r>
                  <a:rPr lang="es-ES" sz="1600" b="1" dirty="0">
                    <a:solidFill>
                      <a:schemeClr val="accent1">
                        <a:lumMod val="50000"/>
                      </a:schemeClr>
                    </a:solidFill>
                  </a:rPr>
                  <a:t>El árbol de decisión no es más que un conjunto de preguntas, cada una de ellas sobre una categoría (</a:t>
                </a:r>
                <a:r>
                  <a:rPr lang="es-ES" sz="1600" b="1" dirty="0" err="1">
                    <a:solidFill>
                      <a:schemeClr val="accent1">
                        <a:lumMod val="50000"/>
                      </a:schemeClr>
                    </a:solidFill>
                  </a:rPr>
                  <a:t>feature</a:t>
                </a:r>
                <a:r>
                  <a:rPr lang="es-ES" sz="1600" b="1" dirty="0">
                    <a:solidFill>
                      <a:schemeClr val="accent1">
                        <a:lumMod val="50000"/>
                      </a:schemeClr>
                    </a:solidFill>
                  </a:rPr>
                  <a:t>) de los datos que divide nuestro conjunto en dos subconjuntos</a:t>
                </a:r>
                <a:r>
                  <a:rPr lang="es-ES" sz="1600" dirty="0" smtClean="0">
                    <a:solidFill>
                      <a:schemeClr val="accent1">
                        <a:lumMod val="50000"/>
                      </a:schemeClr>
                    </a:solidFill>
                  </a:rPr>
                  <a:t>.</a:t>
                </a:r>
              </a:p>
              <a:p>
                <a:pPr marL="285750" indent="-285750" algn="just">
                  <a:buFont typeface="Arial" panose="020B0604020202020204" pitchFamily="34" charset="0"/>
                  <a:buChar char="•"/>
                </a:pPr>
                <a:endParaRPr lang="es-ES" sz="1600" dirty="0">
                  <a:solidFill>
                    <a:schemeClr val="accent1">
                      <a:lumMod val="50000"/>
                    </a:schemeClr>
                  </a:solidFill>
                </a:endParaRPr>
              </a:p>
              <a:p>
                <a:pPr marL="285750" indent="-285750" algn="just">
                  <a:buFont typeface="Arial" panose="020B0604020202020204" pitchFamily="34" charset="0"/>
                  <a:buChar char="•"/>
                </a:pPr>
                <a:r>
                  <a:rPr lang="es-ES" sz="1600" dirty="0">
                    <a:solidFill>
                      <a:schemeClr val="accent1">
                        <a:lumMod val="50000"/>
                      </a:schemeClr>
                    </a:solidFill>
                  </a:rPr>
                  <a:t>La pregunta queda determinada por el par característica-valor límite. </a:t>
                </a:r>
                <a14:m>
                  <m:oMath xmlns:m="http://schemas.openxmlformats.org/officeDocument/2006/math">
                    <m:d>
                      <m:dPr>
                        <m:ctrlPr>
                          <a:rPr lang="es-ES" sz="1600" i="1">
                            <a:solidFill>
                              <a:schemeClr val="tx2"/>
                            </a:solidFill>
                            <a:latin typeface="Cambria Math" panose="02040503050406030204" pitchFamily="18" charset="0"/>
                          </a:rPr>
                        </m:ctrlPr>
                      </m:dPr>
                      <m:e>
                        <m:sSub>
                          <m:sSubPr>
                            <m:ctrlPr>
                              <a:rPr lang="es-ES" sz="1600" i="1">
                                <a:solidFill>
                                  <a:schemeClr val="tx2"/>
                                </a:solidFill>
                                <a:latin typeface="Cambria Math" panose="02040503050406030204" pitchFamily="18" charset="0"/>
                              </a:rPr>
                            </m:ctrlPr>
                          </m:sSubPr>
                          <m:e>
                            <m:r>
                              <a:rPr lang="es-ES" sz="1600" i="1">
                                <a:solidFill>
                                  <a:schemeClr val="tx2"/>
                                </a:solidFill>
                                <a:latin typeface="Cambria Math" panose="02040503050406030204" pitchFamily="18" charset="0"/>
                              </a:rPr>
                              <m:t>𝑥</m:t>
                            </m:r>
                          </m:e>
                          <m:sub>
                            <m:r>
                              <a:rPr lang="es-ES" sz="1600" i="1">
                                <a:solidFill>
                                  <a:schemeClr val="tx2"/>
                                </a:solidFill>
                                <a:latin typeface="Cambria Math" panose="02040503050406030204" pitchFamily="18" charset="0"/>
                              </a:rPr>
                              <m:t>1</m:t>
                            </m:r>
                          </m:sub>
                        </m:sSub>
                        <m:r>
                          <a:rPr lang="es-ES" sz="1600" i="1">
                            <a:solidFill>
                              <a:schemeClr val="tx2"/>
                            </a:solidFill>
                            <a:latin typeface="Cambria Math" panose="02040503050406030204" pitchFamily="18" charset="0"/>
                          </a:rPr>
                          <m:t>&lt;</m:t>
                        </m:r>
                        <m:sSub>
                          <m:sSubPr>
                            <m:ctrlPr>
                              <a:rPr lang="es-ES" sz="1600" i="1">
                                <a:solidFill>
                                  <a:schemeClr val="tx2"/>
                                </a:solidFill>
                                <a:latin typeface="Cambria Math" panose="02040503050406030204" pitchFamily="18" charset="0"/>
                              </a:rPr>
                            </m:ctrlPr>
                          </m:sSubPr>
                          <m:e>
                            <m:r>
                              <a:rPr lang="es-ES" sz="1600" i="1">
                                <a:solidFill>
                                  <a:schemeClr val="tx2"/>
                                </a:solidFill>
                                <a:latin typeface="Cambria Math" panose="02040503050406030204" pitchFamily="18" charset="0"/>
                              </a:rPr>
                              <m:t>𝑎</m:t>
                            </m:r>
                          </m:e>
                          <m:sub>
                            <m:r>
                              <a:rPr lang="es-ES" sz="1600" i="1">
                                <a:solidFill>
                                  <a:schemeClr val="tx2"/>
                                </a:solidFill>
                                <a:latin typeface="Cambria Math" panose="02040503050406030204" pitchFamily="18" charset="0"/>
                              </a:rPr>
                              <m:t>1</m:t>
                            </m:r>
                          </m:sub>
                        </m:sSub>
                      </m:e>
                    </m:d>
                  </m:oMath>
                </a14:m>
                <a:r>
                  <a:rPr lang="es-ES" sz="1600" dirty="0" smtClean="0">
                    <a:solidFill>
                      <a:schemeClr val="accent1">
                        <a:lumMod val="50000"/>
                      </a:schemeClr>
                    </a:solidFill>
                  </a:rPr>
                  <a:t>.</a:t>
                </a:r>
              </a:p>
              <a:p>
                <a:pPr marL="285750" indent="-285750">
                  <a:buFont typeface="Arial" panose="020B0604020202020204" pitchFamily="34" charset="0"/>
                  <a:buChar char="•"/>
                </a:pPr>
                <a:endParaRPr lang="es-ES" sz="1600" dirty="0">
                  <a:solidFill>
                    <a:schemeClr val="accent1">
                      <a:lumMod val="50000"/>
                    </a:schemeClr>
                  </a:solidFill>
                </a:endParaRPr>
              </a:p>
              <a:p>
                <a:pPr marL="285750" indent="-285750">
                  <a:buFont typeface="Arial" panose="020B0604020202020204" pitchFamily="34" charset="0"/>
                  <a:buChar char="•"/>
                </a:pPr>
                <a:r>
                  <a:rPr lang="es-ES" sz="1600" dirty="0">
                    <a:solidFill>
                      <a:schemeClr val="accent1">
                        <a:lumMod val="50000"/>
                      </a:schemeClr>
                    </a:solidFill>
                  </a:rPr>
                  <a:t>De esta forma iremos dividiendo nuestro conjunto de datos hasta alcanzar un criterio de parada.</a:t>
                </a:r>
              </a:p>
              <a:p>
                <a:pPr marL="285750" indent="-285750" algn="just">
                  <a:buFont typeface="Arial" panose="020B0604020202020204" pitchFamily="34" charset="0"/>
                  <a:buChar char="•"/>
                </a:pPr>
                <a:endParaRPr lang="es-ES" sz="1600" dirty="0">
                  <a:solidFill>
                    <a:schemeClr val="accent1">
                      <a:lumMod val="50000"/>
                    </a:schemeClr>
                  </a:solidFill>
                </a:endParaRPr>
              </a:p>
              <a:p>
                <a:pPr marL="285750" indent="-285750" algn="just">
                  <a:buFont typeface="Arial" panose="020B0604020202020204" pitchFamily="34" charset="0"/>
                  <a:buChar char="•"/>
                </a:pPr>
                <a:endParaRPr lang="es-ES" sz="1600" dirty="0">
                  <a:solidFill>
                    <a:schemeClr val="accent1">
                      <a:lumMod val="50000"/>
                    </a:schemeClr>
                  </a:solidFill>
                </a:endParaRPr>
              </a:p>
              <a:p>
                <a:endParaRPr lang="es-ES" sz="1600" dirty="0">
                  <a:solidFill>
                    <a:schemeClr val="accent1">
                      <a:lumMod val="50000"/>
                    </a:schemeClr>
                  </a:solidFill>
                </a:endParaRPr>
              </a:p>
              <a:p>
                <a:endParaRPr lang="es-ES" sz="1600" dirty="0">
                  <a:solidFill>
                    <a:schemeClr val="accent1">
                      <a:lumMod val="50000"/>
                    </a:schemeClr>
                  </a:solidFill>
                </a:endParaRPr>
              </a:p>
            </p:txBody>
          </p:sp>
        </mc:Choice>
        <mc:Fallback xmlns="">
          <p:sp>
            <p:nvSpPr>
              <p:cNvPr id="35" name="Rectángulo 34"/>
              <p:cNvSpPr>
                <a:spLocks noRot="1" noChangeAspect="1" noMove="1" noResize="1" noEditPoints="1" noAdjustHandles="1" noChangeArrowheads="1" noChangeShapeType="1" noTextEdit="1"/>
              </p:cNvSpPr>
              <p:nvPr/>
            </p:nvSpPr>
            <p:spPr>
              <a:xfrm>
                <a:off x="5826852" y="518957"/>
                <a:ext cx="6306108" cy="3293209"/>
              </a:xfrm>
              <a:prstGeom prst="rect">
                <a:avLst/>
              </a:prstGeom>
              <a:blipFill>
                <a:blip r:embed="rId3"/>
                <a:stretch>
                  <a:fillRect l="-387" t="-556" r="-484"/>
                </a:stretch>
              </a:blipFill>
            </p:spPr>
            <p:txBody>
              <a:bodyPr/>
              <a:lstStyle/>
              <a:p>
                <a:r>
                  <a:rPr lang="es-ES">
                    <a:noFill/>
                  </a:rPr>
                  <a:t> </a:t>
                </a:r>
              </a:p>
            </p:txBody>
          </p:sp>
        </mc:Fallback>
      </mc:AlternateContent>
      <p:pic>
        <p:nvPicPr>
          <p:cNvPr id="1025" name="Imagen 1024">
            <a:extLst>
              <a:ext uri="{FF2B5EF4-FFF2-40B4-BE49-F238E27FC236}">
                <a16:creationId xmlns:a16="http://schemas.microsoft.com/office/drawing/2014/main" id="{C255B507-56EC-A9AF-F635-AFC45ADFE81C}"/>
              </a:ext>
            </a:extLst>
          </p:cNvPr>
          <p:cNvPicPr>
            <a:picLocks noChangeAspect="1"/>
          </p:cNvPicPr>
          <p:nvPr/>
        </p:nvPicPr>
        <p:blipFill rotWithShape="1">
          <a:blip r:embed="rId4"/>
          <a:srcRect l="3369"/>
          <a:stretch/>
        </p:blipFill>
        <p:spPr>
          <a:xfrm>
            <a:off x="71019" y="670891"/>
            <a:ext cx="5755833" cy="4697087"/>
          </a:xfrm>
          <a:prstGeom prst="rect">
            <a:avLst/>
          </a:prstGeom>
        </p:spPr>
      </p:pic>
      <p:sp>
        <p:nvSpPr>
          <p:cNvPr id="4" name="Rectángulo 3">
            <a:extLst>
              <a:ext uri="{FF2B5EF4-FFF2-40B4-BE49-F238E27FC236}">
                <a16:creationId xmlns:a16="http://schemas.microsoft.com/office/drawing/2014/main" id="{2037BC60-46B3-A9EB-C435-6E8AEDAFC015}"/>
              </a:ext>
            </a:extLst>
          </p:cNvPr>
          <p:cNvSpPr/>
          <p:nvPr/>
        </p:nvSpPr>
        <p:spPr>
          <a:xfrm>
            <a:off x="4738458" y="755375"/>
            <a:ext cx="1001049" cy="3924000"/>
          </a:xfrm>
          <a:prstGeom prst="rect">
            <a:avLst/>
          </a:pr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5F343C86-BBD4-A380-146F-A43021E20CB5}"/>
                  </a:ext>
                </a:extLst>
              </p:cNvPr>
              <p:cNvSpPr txBox="1"/>
              <p:nvPr/>
            </p:nvSpPr>
            <p:spPr>
              <a:xfrm>
                <a:off x="1948463" y="4615990"/>
                <a:ext cx="30190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accent5">
                                  <a:lumMod val="50000"/>
                                </a:schemeClr>
                              </a:solidFill>
                              <a:latin typeface="Cambria Math" panose="02040503050406030204" pitchFamily="18" charset="0"/>
                            </a:rPr>
                          </m:ctrlPr>
                        </m:sSubPr>
                        <m:e>
                          <m:r>
                            <a:rPr lang="es-ES" b="1" i="1" smtClean="0">
                              <a:solidFill>
                                <a:schemeClr val="accent5">
                                  <a:lumMod val="50000"/>
                                </a:schemeClr>
                              </a:solidFill>
                              <a:latin typeface="Cambria Math" panose="02040503050406030204" pitchFamily="18" charset="0"/>
                            </a:rPr>
                            <m:t>𝒂</m:t>
                          </m:r>
                        </m:e>
                        <m:sub>
                          <m:r>
                            <a:rPr lang="es-ES" b="1" i="1" smtClean="0">
                              <a:solidFill>
                                <a:schemeClr val="accent5">
                                  <a:lumMod val="50000"/>
                                </a:schemeClr>
                              </a:solidFill>
                              <a:latin typeface="Cambria Math" panose="02040503050406030204" pitchFamily="18" charset="0"/>
                            </a:rPr>
                            <m:t>𝟏</m:t>
                          </m:r>
                        </m:sub>
                      </m:sSub>
                    </m:oMath>
                  </m:oMathPara>
                </a14:m>
                <a:endParaRPr lang="es-ES" dirty="0"/>
              </a:p>
            </p:txBody>
          </p:sp>
        </mc:Choice>
        <mc:Fallback xmlns="">
          <p:sp>
            <p:nvSpPr>
              <p:cNvPr id="3" name="CuadroTexto 2">
                <a:extLst>
                  <a:ext uri="{FF2B5EF4-FFF2-40B4-BE49-F238E27FC236}">
                    <a16:creationId xmlns:a16="http://schemas.microsoft.com/office/drawing/2014/main" id="{5F343C86-BBD4-A380-146F-A43021E20CB5}"/>
                  </a:ext>
                </a:extLst>
              </p:cNvPr>
              <p:cNvSpPr txBox="1">
                <a:spLocks noRot="1" noChangeAspect="1" noMove="1" noResize="1" noEditPoints="1" noAdjustHandles="1" noChangeArrowheads="1" noChangeShapeType="1" noTextEdit="1"/>
              </p:cNvSpPr>
              <p:nvPr/>
            </p:nvSpPr>
            <p:spPr>
              <a:xfrm>
                <a:off x="1948463" y="4615990"/>
                <a:ext cx="301901" cy="369332"/>
              </a:xfrm>
              <a:prstGeom prst="rect">
                <a:avLst/>
              </a:prstGeom>
              <a:blipFill>
                <a:blip r:embed="rId5"/>
                <a:stretch>
                  <a:fillRect r="-34694"/>
                </a:stretch>
              </a:blipFill>
            </p:spPr>
            <p:txBody>
              <a:bodyPr/>
              <a:lstStyle/>
              <a:p>
                <a:r>
                  <a:rPr lang="es-ES">
                    <a:noFill/>
                  </a:rPr>
                  <a:t> </a:t>
                </a:r>
              </a:p>
            </p:txBody>
          </p:sp>
        </mc:Fallback>
      </mc:AlternateContent>
      <p:sp>
        <p:nvSpPr>
          <p:cNvPr id="6" name="Rectángulo 5">
            <a:extLst>
              <a:ext uri="{FF2B5EF4-FFF2-40B4-BE49-F238E27FC236}">
                <a16:creationId xmlns:a16="http://schemas.microsoft.com/office/drawing/2014/main" id="{AE6562E2-DAD4-E88D-1C0C-CABD7CE48733}"/>
              </a:ext>
            </a:extLst>
          </p:cNvPr>
          <p:cNvSpPr/>
          <p:nvPr/>
        </p:nvSpPr>
        <p:spPr>
          <a:xfrm>
            <a:off x="1062926" y="755375"/>
            <a:ext cx="1152000" cy="3924000"/>
          </a:xfrm>
          <a:prstGeom prst="rect">
            <a:avLst/>
          </a:pr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52C89AE8-876E-6F7A-EC25-D6090C0191B2}"/>
                  </a:ext>
                </a:extLst>
              </p:cNvPr>
              <p:cNvSpPr txBox="1"/>
              <p:nvPr/>
            </p:nvSpPr>
            <p:spPr>
              <a:xfrm>
                <a:off x="4552069" y="4615990"/>
                <a:ext cx="30190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accent5">
                                  <a:lumMod val="50000"/>
                                </a:schemeClr>
                              </a:solidFill>
                              <a:latin typeface="Cambria Math" panose="02040503050406030204" pitchFamily="18" charset="0"/>
                            </a:rPr>
                          </m:ctrlPr>
                        </m:sSubPr>
                        <m:e>
                          <m:r>
                            <a:rPr lang="es-ES" b="1" i="1" smtClean="0">
                              <a:solidFill>
                                <a:schemeClr val="accent5">
                                  <a:lumMod val="50000"/>
                                </a:schemeClr>
                              </a:solidFill>
                              <a:latin typeface="Cambria Math" panose="02040503050406030204" pitchFamily="18" charset="0"/>
                            </a:rPr>
                            <m:t>𝒂</m:t>
                          </m:r>
                        </m:e>
                        <m:sub>
                          <m:r>
                            <a:rPr lang="es-ES" b="1" i="1" smtClean="0">
                              <a:solidFill>
                                <a:schemeClr val="accent5">
                                  <a:lumMod val="50000"/>
                                </a:schemeClr>
                              </a:solidFill>
                              <a:latin typeface="Cambria Math" panose="02040503050406030204" pitchFamily="18" charset="0"/>
                            </a:rPr>
                            <m:t>𝟐</m:t>
                          </m:r>
                        </m:sub>
                      </m:sSub>
                    </m:oMath>
                  </m:oMathPara>
                </a14:m>
                <a:endParaRPr lang="es-ES" dirty="0"/>
              </a:p>
            </p:txBody>
          </p:sp>
        </mc:Choice>
        <mc:Fallback xmlns="">
          <p:sp>
            <p:nvSpPr>
              <p:cNvPr id="2" name="CuadroTexto 1">
                <a:extLst>
                  <a:ext uri="{FF2B5EF4-FFF2-40B4-BE49-F238E27FC236}">
                    <a16:creationId xmlns:a16="http://schemas.microsoft.com/office/drawing/2014/main" id="{52C89AE8-876E-6F7A-EC25-D6090C0191B2}"/>
                  </a:ext>
                </a:extLst>
              </p:cNvPr>
              <p:cNvSpPr txBox="1">
                <a:spLocks noRot="1" noChangeAspect="1" noMove="1" noResize="1" noEditPoints="1" noAdjustHandles="1" noChangeArrowheads="1" noChangeShapeType="1" noTextEdit="1"/>
              </p:cNvSpPr>
              <p:nvPr/>
            </p:nvSpPr>
            <p:spPr>
              <a:xfrm>
                <a:off x="4552069" y="4615990"/>
                <a:ext cx="301901" cy="369332"/>
              </a:xfrm>
              <a:prstGeom prst="rect">
                <a:avLst/>
              </a:prstGeom>
              <a:blipFill>
                <a:blip r:embed="rId6"/>
                <a:stretch>
                  <a:fillRect r="-34694"/>
                </a:stretch>
              </a:blipFill>
            </p:spPr>
            <p:txBody>
              <a:bodyPr/>
              <a:lstStyle/>
              <a:p>
                <a:r>
                  <a:rPr lang="es-ES">
                    <a:noFill/>
                  </a:rPr>
                  <a:t> </a:t>
                </a:r>
              </a:p>
            </p:txBody>
          </p:sp>
        </mc:Fallback>
      </mc:AlternateContent>
      <p:cxnSp>
        <p:nvCxnSpPr>
          <p:cNvPr id="19" name="Conector recto 18">
            <a:extLst>
              <a:ext uri="{FF2B5EF4-FFF2-40B4-BE49-F238E27FC236}">
                <a16:creationId xmlns:a16="http://schemas.microsoft.com/office/drawing/2014/main" id="{1F633DC3-6D78-9DEA-75C3-6F08B427F984}"/>
              </a:ext>
            </a:extLst>
          </p:cNvPr>
          <p:cNvCxnSpPr>
            <a:cxnSpLocks/>
          </p:cNvCxnSpPr>
          <p:nvPr/>
        </p:nvCxnSpPr>
        <p:spPr>
          <a:xfrm>
            <a:off x="2214926" y="755375"/>
            <a:ext cx="0" cy="39240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E3438472-11DA-65A7-DA5B-8F9D3BF708EF}"/>
              </a:ext>
            </a:extLst>
          </p:cNvPr>
          <p:cNvCxnSpPr>
            <a:cxnSpLocks/>
          </p:cNvCxnSpPr>
          <p:nvPr/>
        </p:nvCxnSpPr>
        <p:spPr>
          <a:xfrm>
            <a:off x="4737015" y="755375"/>
            <a:ext cx="0" cy="39240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Rectángulo: esquinas redondeadas 20">
                <a:extLst>
                  <a:ext uri="{FF2B5EF4-FFF2-40B4-BE49-F238E27FC236}">
                    <a16:creationId xmlns:a16="http://schemas.microsoft.com/office/drawing/2014/main" id="{F0EF8D92-9F85-DCF3-F870-E3BEC213EE61}"/>
                  </a:ext>
                </a:extLst>
              </p:cNvPr>
              <p:cNvSpPr/>
              <p:nvPr/>
            </p:nvSpPr>
            <p:spPr>
              <a:xfrm>
                <a:off x="7949364" y="5793964"/>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r>
                        <a:rPr lang="es-ES" b="1" i="1" smtClean="0">
                          <a:solidFill>
                            <a:schemeClr val="tx1"/>
                          </a:solidFill>
                          <a:latin typeface="Cambria Math" panose="02040503050406030204" pitchFamily="18" charset="0"/>
                        </a:rPr>
                        <m:t>𝑵</m:t>
                      </m:r>
                    </m:oMath>
                  </m:oMathPara>
                </a14:m>
                <a:endParaRPr lang="es-ES" b="1"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𝒙</m:t>
                          </m:r>
                        </m:e>
                        <m:sub>
                          <m:r>
                            <a:rPr lang="es-ES" b="1" i="1" smtClean="0">
                              <a:solidFill>
                                <a:schemeClr val="tx2"/>
                              </a:solidFill>
                              <a:latin typeface="Cambria Math" panose="02040503050406030204" pitchFamily="18" charset="0"/>
                            </a:rPr>
                            <m:t>𝟏</m:t>
                          </m:r>
                        </m:sub>
                      </m:sSub>
                      <m:r>
                        <a:rPr lang="es-ES" b="1" i="1" smtClean="0">
                          <a:solidFill>
                            <a:schemeClr val="tx2"/>
                          </a:solidFill>
                          <a:latin typeface="Cambria Math" panose="02040503050406030204" pitchFamily="18" charset="0"/>
                        </a:rPr>
                        <m:t>&lt;</m:t>
                      </m:r>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𝒂</m:t>
                          </m:r>
                        </m:e>
                        <m:sub>
                          <m:r>
                            <a:rPr lang="es-ES" b="1" i="1" smtClean="0">
                              <a:solidFill>
                                <a:schemeClr val="tx2"/>
                              </a:solidFill>
                              <a:latin typeface="Cambria Math" panose="02040503050406030204" pitchFamily="18" charset="0"/>
                            </a:rPr>
                            <m:t>𝟏</m:t>
                          </m:r>
                        </m:sub>
                      </m:sSub>
                    </m:oMath>
                  </m:oMathPara>
                </a14:m>
                <a:endParaRPr lang="es-ES" b="1" dirty="0">
                  <a:solidFill>
                    <a:schemeClr val="tx2"/>
                  </a:solidFill>
                </a:endParaRPr>
              </a:p>
            </p:txBody>
          </p:sp>
        </mc:Choice>
        <mc:Fallback xmlns="">
          <p:sp>
            <p:nvSpPr>
              <p:cNvPr id="21" name="Rectángulo: esquinas redondeadas 20">
                <a:extLst>
                  <a:ext uri="{FF2B5EF4-FFF2-40B4-BE49-F238E27FC236}">
                    <a16:creationId xmlns:a16="http://schemas.microsoft.com/office/drawing/2014/main" id="{F0EF8D92-9F85-DCF3-F870-E3BEC213EE61}"/>
                  </a:ext>
                </a:extLst>
              </p:cNvPr>
              <p:cNvSpPr>
                <a:spLocks noRot="1" noChangeAspect="1" noMove="1" noResize="1" noEditPoints="1" noAdjustHandles="1" noChangeArrowheads="1" noChangeShapeType="1" noTextEdit="1"/>
              </p:cNvSpPr>
              <p:nvPr/>
            </p:nvSpPr>
            <p:spPr>
              <a:xfrm>
                <a:off x="7949364" y="5793964"/>
                <a:ext cx="1274100" cy="982609"/>
              </a:xfrm>
              <a:prstGeom prst="roundRect">
                <a:avLst/>
              </a:prstGeom>
              <a:blipFill>
                <a:blip r:embed="rId7"/>
                <a:stretch>
                  <a:fillRect/>
                </a:stretch>
              </a:blipFill>
              <a:ln w="28575">
                <a:solidFill>
                  <a:schemeClr val="tx2"/>
                </a:solidFill>
              </a:ln>
            </p:spPr>
            <p:txBody>
              <a:bodyPr/>
              <a:lstStyle/>
              <a:p>
                <a:r>
                  <a:rPr lang="es-ES">
                    <a:noFill/>
                  </a:rPr>
                  <a:t> </a:t>
                </a:r>
              </a:p>
            </p:txBody>
          </p:sp>
        </mc:Fallback>
      </mc:AlternateContent>
      <p:sp>
        <p:nvSpPr>
          <p:cNvPr id="22" name="Flecha: hacia la izquierda 21">
            <a:extLst>
              <a:ext uri="{FF2B5EF4-FFF2-40B4-BE49-F238E27FC236}">
                <a16:creationId xmlns:a16="http://schemas.microsoft.com/office/drawing/2014/main" id="{429282CA-8734-C817-3412-9F79C53F72E5}"/>
              </a:ext>
            </a:extLst>
          </p:cNvPr>
          <p:cNvSpPr>
            <a:spLocks noChangeAspect="1"/>
          </p:cNvSpPr>
          <p:nvPr/>
        </p:nvSpPr>
        <p:spPr>
          <a:xfrm rot="2573124">
            <a:off x="7930932" y="5478405"/>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23" name="Rectángulo: esquinas redondeadas 22">
                <a:extLst>
                  <a:ext uri="{FF2B5EF4-FFF2-40B4-BE49-F238E27FC236}">
                    <a16:creationId xmlns:a16="http://schemas.microsoft.com/office/drawing/2014/main" id="{60E174CE-D774-3A62-DD51-2867D03A9876}"/>
                  </a:ext>
                </a:extLst>
              </p:cNvPr>
              <p:cNvSpPr/>
              <p:nvPr/>
            </p:nvSpPr>
            <p:spPr>
              <a:xfrm>
                <a:off x="7204846" y="4335891"/>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𝟏</m:t>
                          </m:r>
                          <m:r>
                            <a:rPr lang="es-ES" b="1" i="1">
                              <a:solidFill>
                                <a:schemeClr val="tx1"/>
                              </a:solidFill>
                              <a:latin typeface="Cambria Math" panose="02040503050406030204" pitchFamily="18" charset="0"/>
                            </a:rPr>
                            <m:t>𝑳</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23" name="Rectángulo: esquinas redondeadas 22">
                <a:extLst>
                  <a:ext uri="{FF2B5EF4-FFF2-40B4-BE49-F238E27FC236}">
                    <a16:creationId xmlns:a16="http://schemas.microsoft.com/office/drawing/2014/main" id="{60E174CE-D774-3A62-DD51-2867D03A9876}"/>
                  </a:ext>
                </a:extLst>
              </p:cNvPr>
              <p:cNvSpPr>
                <a:spLocks noRot="1" noChangeAspect="1" noMove="1" noResize="1" noEditPoints="1" noAdjustHandles="1" noChangeArrowheads="1" noChangeShapeType="1" noTextEdit="1"/>
              </p:cNvSpPr>
              <p:nvPr/>
            </p:nvSpPr>
            <p:spPr>
              <a:xfrm>
                <a:off x="7204846" y="4335891"/>
                <a:ext cx="1274100" cy="982609"/>
              </a:xfrm>
              <a:prstGeom prst="roundRect">
                <a:avLst/>
              </a:prstGeom>
              <a:blipFill>
                <a:blip r:embed="rId8"/>
                <a:stretch>
                  <a:fillRect/>
                </a:stretch>
              </a:blipFill>
              <a:ln w="28575">
                <a:solidFill>
                  <a:schemeClr val="tx2"/>
                </a:solidFill>
              </a:ln>
            </p:spPr>
            <p:txBody>
              <a:bodyPr/>
              <a:lstStyle/>
              <a:p>
                <a:r>
                  <a:rPr lang="es-ES">
                    <a:noFill/>
                  </a:rPr>
                  <a:t> </a:t>
                </a:r>
              </a:p>
            </p:txBody>
          </p:sp>
        </mc:Fallback>
      </mc:AlternateContent>
      <p:sp>
        <p:nvSpPr>
          <p:cNvPr id="24" name="Signo menos 23">
            <a:extLst>
              <a:ext uri="{FF2B5EF4-FFF2-40B4-BE49-F238E27FC236}">
                <a16:creationId xmlns:a16="http://schemas.microsoft.com/office/drawing/2014/main" id="{336BF6B9-A45C-C257-6332-8FF46D1D51EA}"/>
              </a:ext>
            </a:extLst>
          </p:cNvPr>
          <p:cNvSpPr/>
          <p:nvPr/>
        </p:nvSpPr>
        <p:spPr>
          <a:xfrm>
            <a:off x="7652246" y="4705878"/>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Flecha: hacia la izquierda 24">
            <a:extLst>
              <a:ext uri="{FF2B5EF4-FFF2-40B4-BE49-F238E27FC236}">
                <a16:creationId xmlns:a16="http://schemas.microsoft.com/office/drawing/2014/main" id="{F0511356-95A4-6206-ADC9-065DCF91551E}"/>
              </a:ext>
            </a:extLst>
          </p:cNvPr>
          <p:cNvSpPr>
            <a:spLocks noChangeAspect="1"/>
          </p:cNvSpPr>
          <p:nvPr/>
        </p:nvSpPr>
        <p:spPr>
          <a:xfrm rot="7980000">
            <a:off x="8941742" y="5473698"/>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26" name="Rectángulo: esquinas redondeadas 25">
                <a:extLst>
                  <a:ext uri="{FF2B5EF4-FFF2-40B4-BE49-F238E27FC236}">
                    <a16:creationId xmlns:a16="http://schemas.microsoft.com/office/drawing/2014/main" id="{8EF1598D-745F-884D-B815-AED27D90D0B9}"/>
                  </a:ext>
                </a:extLst>
              </p:cNvPr>
              <p:cNvSpPr/>
              <p:nvPr/>
            </p:nvSpPr>
            <p:spPr>
              <a:xfrm>
                <a:off x="8851723" y="4359349"/>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𝟏</m:t>
                          </m:r>
                          <m:r>
                            <a:rPr lang="es-ES" b="1" i="1" smtClean="0">
                              <a:solidFill>
                                <a:schemeClr val="tx1"/>
                              </a:solidFill>
                              <a:latin typeface="Cambria Math" panose="02040503050406030204" pitchFamily="18" charset="0"/>
                            </a:rPr>
                            <m:t>𝑹</m:t>
                          </m:r>
                        </m:sub>
                      </m:sSub>
                    </m:oMath>
                  </m:oMathPara>
                </a14:m>
                <a:endParaRPr lang="es-ES" b="1" dirty="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𝒙</m:t>
                          </m:r>
                        </m:e>
                        <m:sub>
                          <m:r>
                            <a:rPr lang="es-ES" b="1" i="1" smtClean="0">
                              <a:solidFill>
                                <a:schemeClr val="tx2"/>
                              </a:solidFill>
                              <a:latin typeface="Cambria Math" panose="02040503050406030204" pitchFamily="18" charset="0"/>
                            </a:rPr>
                            <m:t>𝟏</m:t>
                          </m:r>
                        </m:sub>
                      </m:sSub>
                      <m:r>
                        <a:rPr lang="es-ES" b="1" i="1" smtClean="0">
                          <a:solidFill>
                            <a:schemeClr val="tx2"/>
                          </a:solidFill>
                          <a:latin typeface="Cambria Math" panose="02040503050406030204" pitchFamily="18" charset="0"/>
                        </a:rPr>
                        <m:t>&gt;</m:t>
                      </m:r>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𝒂</m:t>
                          </m:r>
                        </m:e>
                        <m:sub>
                          <m:r>
                            <a:rPr lang="es-ES" b="1" i="1" smtClean="0">
                              <a:solidFill>
                                <a:schemeClr val="tx2"/>
                              </a:solidFill>
                              <a:latin typeface="Cambria Math" panose="02040503050406030204" pitchFamily="18" charset="0"/>
                            </a:rPr>
                            <m:t>𝟐</m:t>
                          </m:r>
                        </m:sub>
                      </m:sSub>
                    </m:oMath>
                  </m:oMathPara>
                </a14:m>
                <a:endParaRPr lang="es-ES" b="1" dirty="0">
                  <a:solidFill>
                    <a:schemeClr val="tx2"/>
                  </a:solidFill>
                </a:endParaRPr>
              </a:p>
            </p:txBody>
          </p:sp>
        </mc:Choice>
        <mc:Fallback xmlns="">
          <p:sp>
            <p:nvSpPr>
              <p:cNvPr id="26" name="Rectángulo: esquinas redondeadas 25">
                <a:extLst>
                  <a:ext uri="{FF2B5EF4-FFF2-40B4-BE49-F238E27FC236}">
                    <a16:creationId xmlns:a16="http://schemas.microsoft.com/office/drawing/2014/main" id="{8EF1598D-745F-884D-B815-AED27D90D0B9}"/>
                  </a:ext>
                </a:extLst>
              </p:cNvPr>
              <p:cNvSpPr>
                <a:spLocks noRot="1" noChangeAspect="1" noMove="1" noResize="1" noEditPoints="1" noAdjustHandles="1" noChangeArrowheads="1" noChangeShapeType="1" noTextEdit="1"/>
              </p:cNvSpPr>
              <p:nvPr/>
            </p:nvSpPr>
            <p:spPr>
              <a:xfrm>
                <a:off x="8851723" y="4359349"/>
                <a:ext cx="1274100" cy="982609"/>
              </a:xfrm>
              <a:prstGeom prst="roundRect">
                <a:avLst/>
              </a:prstGeom>
              <a:blipFill>
                <a:blip r:embed="rId9"/>
                <a:stretch>
                  <a:fillRect/>
                </a:stretch>
              </a:blipFill>
              <a:ln w="28575">
                <a:solidFill>
                  <a:schemeClr val="tx2"/>
                </a:solidFill>
              </a:ln>
            </p:spPr>
            <p:txBody>
              <a:bodyPr/>
              <a:lstStyle/>
              <a:p>
                <a:r>
                  <a:rPr lang="es-ES">
                    <a:noFill/>
                  </a:rPr>
                  <a:t> </a:t>
                </a:r>
              </a:p>
            </p:txBody>
          </p:sp>
        </mc:Fallback>
      </mc:AlternateContent>
      <p:sp>
        <p:nvSpPr>
          <p:cNvPr id="27" name="Flecha: hacia la izquierda 26">
            <a:extLst>
              <a:ext uri="{FF2B5EF4-FFF2-40B4-BE49-F238E27FC236}">
                <a16:creationId xmlns:a16="http://schemas.microsoft.com/office/drawing/2014/main" id="{2B6FC0E5-91C9-5B2E-06A6-35AC8E3F8A4D}"/>
              </a:ext>
            </a:extLst>
          </p:cNvPr>
          <p:cNvSpPr>
            <a:spLocks noChangeAspect="1"/>
          </p:cNvSpPr>
          <p:nvPr/>
        </p:nvSpPr>
        <p:spPr>
          <a:xfrm rot="2573124">
            <a:off x="8843042" y="4043195"/>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8" name="Flecha: hacia la izquierda 27">
            <a:extLst>
              <a:ext uri="{FF2B5EF4-FFF2-40B4-BE49-F238E27FC236}">
                <a16:creationId xmlns:a16="http://schemas.microsoft.com/office/drawing/2014/main" id="{6ACE8073-CD71-558A-335E-AD3E11ABA6B1}"/>
              </a:ext>
            </a:extLst>
          </p:cNvPr>
          <p:cNvSpPr>
            <a:spLocks noChangeAspect="1"/>
          </p:cNvSpPr>
          <p:nvPr/>
        </p:nvSpPr>
        <p:spPr>
          <a:xfrm rot="7980000">
            <a:off x="9844548" y="4050810"/>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29" name="Rectángulo: esquinas redondeadas 28">
                <a:extLst>
                  <a:ext uri="{FF2B5EF4-FFF2-40B4-BE49-F238E27FC236}">
                    <a16:creationId xmlns:a16="http://schemas.microsoft.com/office/drawing/2014/main" id="{B6C0B897-8AE3-1191-087D-6409EEBC3E20}"/>
                  </a:ext>
                </a:extLst>
              </p:cNvPr>
              <p:cNvSpPr/>
              <p:nvPr/>
            </p:nvSpPr>
            <p:spPr>
              <a:xfrm>
                <a:off x="9841543" y="2916508"/>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a:solidFill>
                                <a:schemeClr val="tx1"/>
                              </a:solidFill>
                              <a:latin typeface="Cambria Math" panose="02040503050406030204" pitchFamily="18" charset="0"/>
                            </a:rPr>
                            <m:t>𝟐</m:t>
                          </m:r>
                          <m:r>
                            <a:rPr lang="es-ES" b="1" i="1" smtClean="0">
                              <a:solidFill>
                                <a:schemeClr val="tx1"/>
                              </a:solidFill>
                              <a:latin typeface="Cambria Math" panose="02040503050406030204" pitchFamily="18" charset="0"/>
                            </a:rPr>
                            <m:t>𝑹</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29" name="Rectángulo: esquinas redondeadas 28">
                <a:extLst>
                  <a:ext uri="{FF2B5EF4-FFF2-40B4-BE49-F238E27FC236}">
                    <a16:creationId xmlns:a16="http://schemas.microsoft.com/office/drawing/2014/main" id="{B6C0B897-8AE3-1191-087D-6409EEBC3E20}"/>
                  </a:ext>
                </a:extLst>
              </p:cNvPr>
              <p:cNvSpPr>
                <a:spLocks noRot="1" noChangeAspect="1" noMove="1" noResize="1" noEditPoints="1" noAdjustHandles="1" noChangeArrowheads="1" noChangeShapeType="1" noTextEdit="1"/>
              </p:cNvSpPr>
              <p:nvPr/>
            </p:nvSpPr>
            <p:spPr>
              <a:xfrm>
                <a:off x="9841543" y="2916508"/>
                <a:ext cx="1274100" cy="982609"/>
              </a:xfrm>
              <a:prstGeom prst="roundRect">
                <a:avLst/>
              </a:prstGeom>
              <a:blipFill>
                <a:blip r:embed="rId10"/>
                <a:stretch>
                  <a:fillRect/>
                </a:stretch>
              </a:blipFill>
              <a:ln w="28575">
                <a:solidFill>
                  <a:schemeClr val="tx2"/>
                </a:solidFill>
              </a:ln>
            </p:spPr>
            <p:txBody>
              <a:bodyPr/>
              <a:lstStyle/>
              <a:p>
                <a:r>
                  <a:rPr lang="es-ES">
                    <a:noFill/>
                  </a:rPr>
                  <a:t> </a:t>
                </a:r>
              </a:p>
            </p:txBody>
          </p:sp>
        </mc:Fallback>
      </mc:AlternateContent>
      <p:sp>
        <p:nvSpPr>
          <p:cNvPr id="30" name="Signo menos 29">
            <a:extLst>
              <a:ext uri="{FF2B5EF4-FFF2-40B4-BE49-F238E27FC236}">
                <a16:creationId xmlns:a16="http://schemas.microsoft.com/office/drawing/2014/main" id="{6EF3F9C8-6725-CD82-EEDF-CE1E349E62E9}"/>
              </a:ext>
            </a:extLst>
          </p:cNvPr>
          <p:cNvSpPr/>
          <p:nvPr/>
        </p:nvSpPr>
        <p:spPr>
          <a:xfrm>
            <a:off x="10301039" y="3345320"/>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31" name="Rectángulo: esquinas redondeadas 30">
                <a:extLst>
                  <a:ext uri="{FF2B5EF4-FFF2-40B4-BE49-F238E27FC236}">
                    <a16:creationId xmlns:a16="http://schemas.microsoft.com/office/drawing/2014/main" id="{6B11E83E-E0D2-27E8-AE92-D709809E9D30}"/>
                  </a:ext>
                </a:extLst>
              </p:cNvPr>
              <p:cNvSpPr/>
              <p:nvPr/>
            </p:nvSpPr>
            <p:spPr>
              <a:xfrm>
                <a:off x="8160141" y="2924734"/>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a:solidFill>
                                <a:schemeClr val="tx1"/>
                              </a:solidFill>
                              <a:latin typeface="Cambria Math" panose="02040503050406030204" pitchFamily="18" charset="0"/>
                            </a:rPr>
                            <m:t>𝟐</m:t>
                          </m:r>
                          <m:r>
                            <a:rPr lang="es-ES" b="1" i="1">
                              <a:solidFill>
                                <a:schemeClr val="tx1"/>
                              </a:solidFill>
                              <a:latin typeface="Cambria Math" panose="02040503050406030204" pitchFamily="18" charset="0"/>
                            </a:rPr>
                            <m:t>𝑳</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31" name="Rectángulo: esquinas redondeadas 30">
                <a:extLst>
                  <a:ext uri="{FF2B5EF4-FFF2-40B4-BE49-F238E27FC236}">
                    <a16:creationId xmlns:a16="http://schemas.microsoft.com/office/drawing/2014/main" id="{6B11E83E-E0D2-27E8-AE92-D709809E9D30}"/>
                  </a:ext>
                </a:extLst>
              </p:cNvPr>
              <p:cNvSpPr>
                <a:spLocks noRot="1" noChangeAspect="1" noMove="1" noResize="1" noEditPoints="1" noAdjustHandles="1" noChangeArrowheads="1" noChangeShapeType="1" noTextEdit="1"/>
              </p:cNvSpPr>
              <p:nvPr/>
            </p:nvSpPr>
            <p:spPr>
              <a:xfrm>
                <a:off x="8160141" y="2924734"/>
                <a:ext cx="1274100" cy="982609"/>
              </a:xfrm>
              <a:prstGeom prst="roundRect">
                <a:avLst/>
              </a:prstGeom>
              <a:blipFill>
                <a:blip r:embed="rId11"/>
                <a:stretch>
                  <a:fillRect/>
                </a:stretch>
              </a:blipFill>
              <a:ln w="28575">
                <a:solidFill>
                  <a:schemeClr val="tx2"/>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E77F607C-6C73-DD86-06CF-E7B2C99B68A0}"/>
                  </a:ext>
                </a:extLst>
              </p:cNvPr>
              <p:cNvSpPr txBox="1"/>
              <p:nvPr/>
            </p:nvSpPr>
            <p:spPr>
              <a:xfrm>
                <a:off x="1146940" y="891945"/>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smtClean="0">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𝟏</m:t>
                          </m:r>
                          <m:r>
                            <a:rPr lang="es-ES" b="1" i="1" smtClean="0">
                              <a:solidFill>
                                <a:schemeClr val="tx1"/>
                              </a:solidFill>
                              <a:latin typeface="Cambria Math" panose="02040503050406030204" pitchFamily="18" charset="0"/>
                            </a:rPr>
                            <m:t>𝑳</m:t>
                          </m:r>
                        </m:sub>
                      </m:sSub>
                    </m:oMath>
                  </m:oMathPara>
                </a14:m>
                <a:endParaRPr lang="es-ES" dirty="0"/>
              </a:p>
            </p:txBody>
          </p:sp>
        </mc:Choice>
        <mc:Fallback xmlns="">
          <p:sp>
            <p:nvSpPr>
              <p:cNvPr id="32" name="CuadroTexto 31">
                <a:extLst>
                  <a:ext uri="{FF2B5EF4-FFF2-40B4-BE49-F238E27FC236}">
                    <a16:creationId xmlns:a16="http://schemas.microsoft.com/office/drawing/2014/main" id="{E77F607C-6C73-DD86-06CF-E7B2C99B68A0}"/>
                  </a:ext>
                </a:extLst>
              </p:cNvPr>
              <p:cNvSpPr txBox="1">
                <a:spLocks noRot="1" noChangeAspect="1" noMove="1" noResize="1" noEditPoints="1" noAdjustHandles="1" noChangeArrowheads="1" noChangeShapeType="1" noTextEdit="1"/>
              </p:cNvSpPr>
              <p:nvPr/>
            </p:nvSpPr>
            <p:spPr>
              <a:xfrm>
                <a:off x="1146940" y="891945"/>
                <a:ext cx="491986" cy="369332"/>
              </a:xfrm>
              <a:prstGeom prst="rect">
                <a:avLst/>
              </a:prstGeom>
              <a:blipFill>
                <a:blip r:embed="rId12"/>
                <a:stretch>
                  <a:fillRect r="-617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35FFFD8A-BC06-D144-DF9A-C8BCC0B0545C}"/>
                  </a:ext>
                </a:extLst>
              </p:cNvPr>
              <p:cNvSpPr txBox="1"/>
              <p:nvPr/>
            </p:nvSpPr>
            <p:spPr>
              <a:xfrm>
                <a:off x="5089847" y="832398"/>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smtClean="0">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𝟐</m:t>
                          </m:r>
                          <m:r>
                            <a:rPr lang="es-ES" b="1" i="1" smtClean="0">
                              <a:solidFill>
                                <a:schemeClr val="tx1"/>
                              </a:solidFill>
                              <a:latin typeface="Cambria Math" panose="02040503050406030204" pitchFamily="18" charset="0"/>
                            </a:rPr>
                            <m:t>𝑹</m:t>
                          </m:r>
                        </m:sub>
                      </m:sSub>
                    </m:oMath>
                  </m:oMathPara>
                </a14:m>
                <a:endParaRPr lang="es-ES" dirty="0"/>
              </a:p>
            </p:txBody>
          </p:sp>
        </mc:Choice>
        <mc:Fallback xmlns="">
          <p:sp>
            <p:nvSpPr>
              <p:cNvPr id="33" name="CuadroTexto 32">
                <a:extLst>
                  <a:ext uri="{FF2B5EF4-FFF2-40B4-BE49-F238E27FC236}">
                    <a16:creationId xmlns:a16="http://schemas.microsoft.com/office/drawing/2014/main" id="{35FFFD8A-BC06-D144-DF9A-C8BCC0B0545C}"/>
                  </a:ext>
                </a:extLst>
              </p:cNvPr>
              <p:cNvSpPr txBox="1">
                <a:spLocks noRot="1" noChangeAspect="1" noMove="1" noResize="1" noEditPoints="1" noAdjustHandles="1" noChangeArrowheads="1" noChangeShapeType="1" noTextEdit="1"/>
              </p:cNvSpPr>
              <p:nvPr/>
            </p:nvSpPr>
            <p:spPr>
              <a:xfrm>
                <a:off x="5089847" y="832398"/>
                <a:ext cx="491986" cy="369332"/>
              </a:xfrm>
              <a:prstGeom prst="rect">
                <a:avLst/>
              </a:prstGeom>
              <a:blipFill>
                <a:blip r:embed="rId13"/>
                <a:stretch>
                  <a:fillRect r="-111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4" name="CuadroTexto 33">
                <a:extLst>
                  <a:ext uri="{FF2B5EF4-FFF2-40B4-BE49-F238E27FC236}">
                    <a16:creationId xmlns:a16="http://schemas.microsoft.com/office/drawing/2014/main" id="{4D3A57AE-CE88-668D-DD00-E923632C5664}"/>
                  </a:ext>
                </a:extLst>
              </p:cNvPr>
              <p:cNvSpPr txBox="1"/>
              <p:nvPr/>
            </p:nvSpPr>
            <p:spPr>
              <a:xfrm>
                <a:off x="2812680" y="1212690"/>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smtClean="0">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𝟐</m:t>
                          </m:r>
                          <m:r>
                            <a:rPr lang="es-ES" b="1" i="1" smtClean="0">
                              <a:solidFill>
                                <a:schemeClr val="tx1"/>
                              </a:solidFill>
                              <a:latin typeface="Cambria Math" panose="02040503050406030204" pitchFamily="18" charset="0"/>
                            </a:rPr>
                            <m:t>𝑳</m:t>
                          </m:r>
                        </m:sub>
                      </m:sSub>
                    </m:oMath>
                  </m:oMathPara>
                </a14:m>
                <a:endParaRPr lang="es-ES" dirty="0"/>
              </a:p>
            </p:txBody>
          </p:sp>
        </mc:Choice>
        <mc:Fallback xmlns="">
          <p:sp>
            <p:nvSpPr>
              <p:cNvPr id="34" name="CuadroTexto 33">
                <a:extLst>
                  <a:ext uri="{FF2B5EF4-FFF2-40B4-BE49-F238E27FC236}">
                    <a16:creationId xmlns:a16="http://schemas.microsoft.com/office/drawing/2014/main" id="{4D3A57AE-CE88-668D-DD00-E923632C5664}"/>
                  </a:ext>
                </a:extLst>
              </p:cNvPr>
              <p:cNvSpPr txBox="1">
                <a:spLocks noRot="1" noChangeAspect="1" noMove="1" noResize="1" noEditPoints="1" noAdjustHandles="1" noChangeArrowheads="1" noChangeShapeType="1" noTextEdit="1"/>
              </p:cNvSpPr>
              <p:nvPr/>
            </p:nvSpPr>
            <p:spPr>
              <a:xfrm>
                <a:off x="2812680" y="1212690"/>
                <a:ext cx="491986" cy="369332"/>
              </a:xfrm>
              <a:prstGeom prst="rect">
                <a:avLst/>
              </a:prstGeom>
              <a:blipFill>
                <a:blip r:embed="rId14"/>
                <a:stretch>
                  <a:fillRect r="-6173"/>
                </a:stretch>
              </a:blipFill>
            </p:spPr>
            <p:txBody>
              <a:bodyPr/>
              <a:lstStyle/>
              <a:p>
                <a:r>
                  <a:rPr lang="es-ES">
                    <a:noFill/>
                  </a:rPr>
                  <a:t> </a:t>
                </a:r>
              </a:p>
            </p:txBody>
          </p:sp>
        </mc:Fallback>
      </mc:AlternateContent>
      <p:sp>
        <p:nvSpPr>
          <p:cNvPr id="36" name="CuadroTexto 35">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37" name="CuadroTexto 36">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Tree>
    <p:extLst>
      <p:ext uri="{BB962C8B-B14F-4D97-AF65-F5344CB8AC3E}">
        <p14:creationId xmlns:p14="http://schemas.microsoft.com/office/powerpoint/2010/main" val="12207174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5" name="Imagen 1024">
            <a:extLst>
              <a:ext uri="{FF2B5EF4-FFF2-40B4-BE49-F238E27FC236}">
                <a16:creationId xmlns:a16="http://schemas.microsoft.com/office/drawing/2014/main" id="{C255B507-56EC-A9AF-F635-AFC45ADFE81C}"/>
              </a:ext>
            </a:extLst>
          </p:cNvPr>
          <p:cNvPicPr>
            <a:picLocks noChangeAspect="1"/>
          </p:cNvPicPr>
          <p:nvPr/>
        </p:nvPicPr>
        <p:blipFill rotWithShape="1">
          <a:blip r:embed="rId3"/>
          <a:srcRect l="3369"/>
          <a:stretch/>
        </p:blipFill>
        <p:spPr>
          <a:xfrm>
            <a:off x="71019" y="670891"/>
            <a:ext cx="5755833" cy="4697087"/>
          </a:xfrm>
          <a:prstGeom prst="rect">
            <a:avLst/>
          </a:prstGeom>
        </p:spPr>
      </p:pic>
      <p:sp>
        <p:nvSpPr>
          <p:cNvPr id="4" name="Rectángulo 3">
            <a:extLst>
              <a:ext uri="{FF2B5EF4-FFF2-40B4-BE49-F238E27FC236}">
                <a16:creationId xmlns:a16="http://schemas.microsoft.com/office/drawing/2014/main" id="{2037BC60-46B3-A9EB-C435-6E8AEDAFC015}"/>
              </a:ext>
            </a:extLst>
          </p:cNvPr>
          <p:cNvSpPr/>
          <p:nvPr/>
        </p:nvSpPr>
        <p:spPr>
          <a:xfrm>
            <a:off x="4738458" y="755375"/>
            <a:ext cx="1001049" cy="3924000"/>
          </a:xfrm>
          <a:prstGeom prst="rect">
            <a:avLst/>
          </a:pr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5F343C86-BBD4-A380-146F-A43021E20CB5}"/>
                  </a:ext>
                </a:extLst>
              </p:cNvPr>
              <p:cNvSpPr txBox="1"/>
              <p:nvPr/>
            </p:nvSpPr>
            <p:spPr>
              <a:xfrm>
                <a:off x="1948463" y="4615990"/>
                <a:ext cx="30190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accent5">
                                  <a:lumMod val="50000"/>
                                </a:schemeClr>
                              </a:solidFill>
                              <a:latin typeface="Cambria Math" panose="02040503050406030204" pitchFamily="18" charset="0"/>
                            </a:rPr>
                          </m:ctrlPr>
                        </m:sSubPr>
                        <m:e>
                          <m:r>
                            <a:rPr lang="es-ES" b="1" i="1" smtClean="0">
                              <a:solidFill>
                                <a:schemeClr val="accent5">
                                  <a:lumMod val="50000"/>
                                </a:schemeClr>
                              </a:solidFill>
                              <a:latin typeface="Cambria Math" panose="02040503050406030204" pitchFamily="18" charset="0"/>
                            </a:rPr>
                            <m:t>𝒂</m:t>
                          </m:r>
                        </m:e>
                        <m:sub>
                          <m:r>
                            <a:rPr lang="es-ES" b="1" i="1" smtClean="0">
                              <a:solidFill>
                                <a:schemeClr val="accent5">
                                  <a:lumMod val="50000"/>
                                </a:schemeClr>
                              </a:solidFill>
                              <a:latin typeface="Cambria Math" panose="02040503050406030204" pitchFamily="18" charset="0"/>
                            </a:rPr>
                            <m:t>𝟏</m:t>
                          </m:r>
                        </m:sub>
                      </m:sSub>
                    </m:oMath>
                  </m:oMathPara>
                </a14:m>
                <a:endParaRPr lang="es-ES" dirty="0"/>
              </a:p>
            </p:txBody>
          </p:sp>
        </mc:Choice>
        <mc:Fallback xmlns="">
          <p:sp>
            <p:nvSpPr>
              <p:cNvPr id="3" name="CuadroTexto 2">
                <a:extLst>
                  <a:ext uri="{FF2B5EF4-FFF2-40B4-BE49-F238E27FC236}">
                    <a16:creationId xmlns:a16="http://schemas.microsoft.com/office/drawing/2014/main" id="{5F343C86-BBD4-A380-146F-A43021E20CB5}"/>
                  </a:ext>
                </a:extLst>
              </p:cNvPr>
              <p:cNvSpPr txBox="1">
                <a:spLocks noRot="1" noChangeAspect="1" noMove="1" noResize="1" noEditPoints="1" noAdjustHandles="1" noChangeArrowheads="1" noChangeShapeType="1" noTextEdit="1"/>
              </p:cNvSpPr>
              <p:nvPr/>
            </p:nvSpPr>
            <p:spPr>
              <a:xfrm>
                <a:off x="1948463" y="4615990"/>
                <a:ext cx="301901" cy="369332"/>
              </a:xfrm>
              <a:prstGeom prst="rect">
                <a:avLst/>
              </a:prstGeom>
              <a:blipFill>
                <a:blip r:embed="rId4"/>
                <a:stretch>
                  <a:fillRect r="-34694"/>
                </a:stretch>
              </a:blipFill>
            </p:spPr>
            <p:txBody>
              <a:bodyPr/>
              <a:lstStyle/>
              <a:p>
                <a:r>
                  <a:rPr lang="es-ES">
                    <a:noFill/>
                  </a:rPr>
                  <a:t> </a:t>
                </a:r>
              </a:p>
            </p:txBody>
          </p:sp>
        </mc:Fallback>
      </mc:AlternateContent>
      <p:sp>
        <p:nvSpPr>
          <p:cNvPr id="6" name="Rectángulo 5">
            <a:extLst>
              <a:ext uri="{FF2B5EF4-FFF2-40B4-BE49-F238E27FC236}">
                <a16:creationId xmlns:a16="http://schemas.microsoft.com/office/drawing/2014/main" id="{AE6562E2-DAD4-E88D-1C0C-CABD7CE48733}"/>
              </a:ext>
            </a:extLst>
          </p:cNvPr>
          <p:cNvSpPr/>
          <p:nvPr/>
        </p:nvSpPr>
        <p:spPr>
          <a:xfrm>
            <a:off x="1062926" y="755375"/>
            <a:ext cx="1152000" cy="3924000"/>
          </a:xfrm>
          <a:prstGeom prst="rect">
            <a:avLst/>
          </a:pr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43646AE4-D8AB-7591-761C-AFDB7ECE8F68}"/>
                  </a:ext>
                </a:extLst>
              </p:cNvPr>
              <p:cNvSpPr txBox="1"/>
              <p:nvPr/>
            </p:nvSpPr>
            <p:spPr>
              <a:xfrm>
                <a:off x="1146940" y="891945"/>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latin typeface="Cambria Math" panose="02040503050406030204" pitchFamily="18" charset="0"/>
                            </a:rPr>
                          </m:ctrlPr>
                        </m:sSubPr>
                        <m:e>
                          <m:r>
                            <a:rPr lang="es-ES" b="1" i="1">
                              <a:latin typeface="Cambria Math" panose="02040503050406030204" pitchFamily="18" charset="0"/>
                            </a:rPr>
                            <m:t>𝑵</m:t>
                          </m:r>
                        </m:e>
                        <m:sub>
                          <m:r>
                            <a:rPr lang="es-ES" b="1" i="1" smtClean="0">
                              <a:latin typeface="Cambria Math" panose="02040503050406030204" pitchFamily="18" charset="0"/>
                            </a:rPr>
                            <m:t>𝟏</m:t>
                          </m:r>
                          <m:r>
                            <a:rPr lang="es-ES" b="1" i="1">
                              <a:latin typeface="Cambria Math" panose="02040503050406030204" pitchFamily="18" charset="0"/>
                            </a:rPr>
                            <m:t>𝑳</m:t>
                          </m:r>
                        </m:sub>
                      </m:sSub>
                    </m:oMath>
                  </m:oMathPara>
                </a14:m>
                <a:endParaRPr lang="es-ES" dirty="0"/>
              </a:p>
            </p:txBody>
          </p:sp>
        </mc:Choice>
        <mc:Fallback xmlns="">
          <p:sp>
            <p:nvSpPr>
              <p:cNvPr id="12" name="CuadroTexto 11">
                <a:extLst>
                  <a:ext uri="{FF2B5EF4-FFF2-40B4-BE49-F238E27FC236}">
                    <a16:creationId xmlns:a16="http://schemas.microsoft.com/office/drawing/2014/main" id="{43646AE4-D8AB-7591-761C-AFDB7ECE8F68}"/>
                  </a:ext>
                </a:extLst>
              </p:cNvPr>
              <p:cNvSpPr txBox="1">
                <a:spLocks noRot="1" noChangeAspect="1" noMove="1" noResize="1" noEditPoints="1" noAdjustHandles="1" noChangeArrowheads="1" noChangeShapeType="1" noTextEdit="1"/>
              </p:cNvSpPr>
              <p:nvPr/>
            </p:nvSpPr>
            <p:spPr>
              <a:xfrm>
                <a:off x="1146940" y="891945"/>
                <a:ext cx="491986" cy="369332"/>
              </a:xfrm>
              <a:prstGeom prst="rect">
                <a:avLst/>
              </a:prstGeom>
              <a:blipFill>
                <a:blip r:embed="rId5"/>
                <a:stretch>
                  <a:fillRect r="-617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ED44C5C4-24DA-6A61-0029-C15195F07850}"/>
                  </a:ext>
                </a:extLst>
              </p:cNvPr>
              <p:cNvSpPr txBox="1"/>
              <p:nvPr/>
            </p:nvSpPr>
            <p:spPr>
              <a:xfrm>
                <a:off x="5190509" y="835623"/>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a:latin typeface="Cambria Math" panose="02040503050406030204" pitchFamily="18" charset="0"/>
                            </a:rPr>
                          </m:ctrlPr>
                        </m:sSubPr>
                        <m:e>
                          <m:r>
                            <a:rPr lang="es-ES" b="1" i="1">
                              <a:latin typeface="Cambria Math" panose="02040503050406030204" pitchFamily="18" charset="0"/>
                            </a:rPr>
                            <m:t>𝑵</m:t>
                          </m:r>
                        </m:e>
                        <m:sub>
                          <m:r>
                            <a:rPr lang="es-ES" b="1" i="1">
                              <a:latin typeface="Cambria Math" panose="02040503050406030204" pitchFamily="18" charset="0"/>
                            </a:rPr>
                            <m:t>𝟐</m:t>
                          </m:r>
                          <m:r>
                            <a:rPr lang="es-ES" b="1" i="1">
                              <a:latin typeface="Cambria Math" panose="02040503050406030204" pitchFamily="18" charset="0"/>
                            </a:rPr>
                            <m:t>𝑳</m:t>
                          </m:r>
                        </m:sub>
                      </m:sSub>
                    </m:oMath>
                  </m:oMathPara>
                </a14:m>
                <a:endParaRPr lang="es-ES" dirty="0"/>
              </a:p>
            </p:txBody>
          </p:sp>
        </mc:Choice>
        <mc:Fallback xmlns="">
          <p:sp>
            <p:nvSpPr>
              <p:cNvPr id="13" name="CuadroTexto 12">
                <a:extLst>
                  <a:ext uri="{FF2B5EF4-FFF2-40B4-BE49-F238E27FC236}">
                    <a16:creationId xmlns:a16="http://schemas.microsoft.com/office/drawing/2014/main" id="{ED44C5C4-24DA-6A61-0029-C15195F07850}"/>
                  </a:ext>
                </a:extLst>
              </p:cNvPr>
              <p:cNvSpPr txBox="1">
                <a:spLocks noRot="1" noChangeAspect="1" noMove="1" noResize="1" noEditPoints="1" noAdjustHandles="1" noChangeArrowheads="1" noChangeShapeType="1" noTextEdit="1"/>
              </p:cNvSpPr>
              <p:nvPr/>
            </p:nvSpPr>
            <p:spPr>
              <a:xfrm>
                <a:off x="5190509" y="835623"/>
                <a:ext cx="491986" cy="369332"/>
              </a:xfrm>
              <a:prstGeom prst="rect">
                <a:avLst/>
              </a:prstGeom>
              <a:blipFill>
                <a:blip r:embed="rId6"/>
                <a:stretch>
                  <a:fillRect r="-617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52C89AE8-876E-6F7A-EC25-D6090C0191B2}"/>
                  </a:ext>
                </a:extLst>
              </p:cNvPr>
              <p:cNvSpPr txBox="1"/>
              <p:nvPr/>
            </p:nvSpPr>
            <p:spPr>
              <a:xfrm>
                <a:off x="4552069" y="4615990"/>
                <a:ext cx="30190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accent5">
                                  <a:lumMod val="50000"/>
                                </a:schemeClr>
                              </a:solidFill>
                              <a:latin typeface="Cambria Math" panose="02040503050406030204" pitchFamily="18" charset="0"/>
                            </a:rPr>
                          </m:ctrlPr>
                        </m:sSubPr>
                        <m:e>
                          <m:r>
                            <a:rPr lang="es-ES" b="1" i="1" smtClean="0">
                              <a:solidFill>
                                <a:schemeClr val="accent5">
                                  <a:lumMod val="50000"/>
                                </a:schemeClr>
                              </a:solidFill>
                              <a:latin typeface="Cambria Math" panose="02040503050406030204" pitchFamily="18" charset="0"/>
                            </a:rPr>
                            <m:t>𝒂</m:t>
                          </m:r>
                        </m:e>
                        <m:sub>
                          <m:r>
                            <a:rPr lang="es-ES" b="1" i="1" smtClean="0">
                              <a:solidFill>
                                <a:schemeClr val="accent5">
                                  <a:lumMod val="50000"/>
                                </a:schemeClr>
                              </a:solidFill>
                              <a:latin typeface="Cambria Math" panose="02040503050406030204" pitchFamily="18" charset="0"/>
                            </a:rPr>
                            <m:t>𝟐</m:t>
                          </m:r>
                        </m:sub>
                      </m:sSub>
                    </m:oMath>
                  </m:oMathPara>
                </a14:m>
                <a:endParaRPr lang="es-ES" dirty="0"/>
              </a:p>
            </p:txBody>
          </p:sp>
        </mc:Choice>
        <mc:Fallback xmlns="">
          <p:sp>
            <p:nvSpPr>
              <p:cNvPr id="2" name="CuadroTexto 1">
                <a:extLst>
                  <a:ext uri="{FF2B5EF4-FFF2-40B4-BE49-F238E27FC236}">
                    <a16:creationId xmlns:a16="http://schemas.microsoft.com/office/drawing/2014/main" id="{52C89AE8-876E-6F7A-EC25-D6090C0191B2}"/>
                  </a:ext>
                </a:extLst>
              </p:cNvPr>
              <p:cNvSpPr txBox="1">
                <a:spLocks noRot="1" noChangeAspect="1" noMove="1" noResize="1" noEditPoints="1" noAdjustHandles="1" noChangeArrowheads="1" noChangeShapeType="1" noTextEdit="1"/>
              </p:cNvSpPr>
              <p:nvPr/>
            </p:nvSpPr>
            <p:spPr>
              <a:xfrm>
                <a:off x="4552069" y="4615990"/>
                <a:ext cx="301901" cy="369332"/>
              </a:xfrm>
              <a:prstGeom prst="rect">
                <a:avLst/>
              </a:prstGeom>
              <a:blipFill>
                <a:blip r:embed="rId7"/>
                <a:stretch>
                  <a:fillRect r="-34694"/>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53B6ADEC-FF31-58D7-FCA9-E173D6472A90}"/>
                  </a:ext>
                </a:extLst>
              </p:cNvPr>
              <p:cNvSpPr txBox="1"/>
              <p:nvPr/>
            </p:nvSpPr>
            <p:spPr>
              <a:xfrm>
                <a:off x="4042710" y="1554262"/>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latin typeface="Cambria Math" panose="02040503050406030204" pitchFamily="18" charset="0"/>
                            </a:rPr>
                          </m:ctrlPr>
                        </m:sSubPr>
                        <m:e>
                          <m:r>
                            <a:rPr lang="es-ES" b="1" i="1">
                              <a:latin typeface="Cambria Math" panose="02040503050406030204" pitchFamily="18" charset="0"/>
                            </a:rPr>
                            <m:t>𝑵</m:t>
                          </m:r>
                        </m:e>
                        <m:sub>
                          <m:r>
                            <a:rPr lang="es-ES" b="1" i="1" smtClean="0">
                              <a:latin typeface="Cambria Math" panose="02040503050406030204" pitchFamily="18" charset="0"/>
                            </a:rPr>
                            <m:t>𝟑</m:t>
                          </m:r>
                          <m:r>
                            <a:rPr lang="es-ES" b="1" i="1" smtClean="0">
                              <a:latin typeface="Cambria Math" panose="02040503050406030204" pitchFamily="18" charset="0"/>
                            </a:rPr>
                            <m:t>𝑹</m:t>
                          </m:r>
                        </m:sub>
                      </m:sSub>
                    </m:oMath>
                  </m:oMathPara>
                </a14:m>
                <a:endParaRPr lang="es-ES" dirty="0"/>
              </a:p>
            </p:txBody>
          </p:sp>
        </mc:Choice>
        <mc:Fallback xmlns="">
          <p:sp>
            <p:nvSpPr>
              <p:cNvPr id="18" name="CuadroTexto 17">
                <a:extLst>
                  <a:ext uri="{FF2B5EF4-FFF2-40B4-BE49-F238E27FC236}">
                    <a16:creationId xmlns:a16="http://schemas.microsoft.com/office/drawing/2014/main" id="{53B6ADEC-FF31-58D7-FCA9-E173D6472A90}"/>
                  </a:ext>
                </a:extLst>
              </p:cNvPr>
              <p:cNvSpPr txBox="1">
                <a:spLocks noRot="1" noChangeAspect="1" noMove="1" noResize="1" noEditPoints="1" noAdjustHandles="1" noChangeArrowheads="1" noChangeShapeType="1" noTextEdit="1"/>
              </p:cNvSpPr>
              <p:nvPr/>
            </p:nvSpPr>
            <p:spPr>
              <a:xfrm>
                <a:off x="4042710" y="1554262"/>
                <a:ext cx="491986" cy="369332"/>
              </a:xfrm>
              <a:prstGeom prst="rect">
                <a:avLst/>
              </a:prstGeom>
              <a:blipFill>
                <a:blip r:embed="rId8"/>
                <a:stretch>
                  <a:fillRect r="-11111"/>
                </a:stretch>
              </a:blipFill>
            </p:spPr>
            <p:txBody>
              <a:bodyPr/>
              <a:lstStyle/>
              <a:p>
                <a:r>
                  <a:rPr lang="es-ES">
                    <a:noFill/>
                  </a:rPr>
                  <a:t> </a:t>
                </a:r>
              </a:p>
            </p:txBody>
          </p:sp>
        </mc:Fallback>
      </mc:AlternateContent>
      <p:sp>
        <p:nvSpPr>
          <p:cNvPr id="14" name="Rectángulo 13">
            <a:extLst>
              <a:ext uri="{FF2B5EF4-FFF2-40B4-BE49-F238E27FC236}">
                <a16:creationId xmlns:a16="http://schemas.microsoft.com/office/drawing/2014/main" id="{D8639010-FA8C-4585-67F9-9F717F0EB202}"/>
              </a:ext>
            </a:extLst>
          </p:cNvPr>
          <p:cNvSpPr/>
          <p:nvPr/>
        </p:nvSpPr>
        <p:spPr>
          <a:xfrm>
            <a:off x="2214926" y="3886980"/>
            <a:ext cx="2523532" cy="792395"/>
          </a:xfrm>
          <a:prstGeom prst="rect">
            <a:avLst/>
          </a:pr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9" name="Conector recto 18">
            <a:extLst>
              <a:ext uri="{FF2B5EF4-FFF2-40B4-BE49-F238E27FC236}">
                <a16:creationId xmlns:a16="http://schemas.microsoft.com/office/drawing/2014/main" id="{8E5D8EE1-1265-1310-6616-E33F197ECBE1}"/>
              </a:ext>
            </a:extLst>
          </p:cNvPr>
          <p:cNvCxnSpPr>
            <a:cxnSpLocks/>
          </p:cNvCxnSpPr>
          <p:nvPr/>
        </p:nvCxnSpPr>
        <p:spPr>
          <a:xfrm>
            <a:off x="4737015" y="755375"/>
            <a:ext cx="0" cy="39240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5340E93C-C6A4-1D2B-99C9-EA4DFF51E6F7}"/>
              </a:ext>
            </a:extLst>
          </p:cNvPr>
          <p:cNvCxnSpPr>
            <a:cxnSpLocks/>
          </p:cNvCxnSpPr>
          <p:nvPr/>
        </p:nvCxnSpPr>
        <p:spPr>
          <a:xfrm>
            <a:off x="2214926" y="755375"/>
            <a:ext cx="0" cy="39240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AF1C469D-269E-E6FA-CCC7-1F9D2C9AE14F}"/>
              </a:ext>
            </a:extLst>
          </p:cNvPr>
          <p:cNvCxnSpPr>
            <a:cxnSpLocks/>
          </p:cNvCxnSpPr>
          <p:nvPr/>
        </p:nvCxnSpPr>
        <p:spPr>
          <a:xfrm flipH="1">
            <a:off x="1062926" y="3886980"/>
            <a:ext cx="4676581"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E2B618AA-4813-9743-4696-C5F02597DDA3}"/>
                  </a:ext>
                </a:extLst>
              </p:cNvPr>
              <p:cNvSpPr txBox="1"/>
              <p:nvPr/>
            </p:nvSpPr>
            <p:spPr>
              <a:xfrm>
                <a:off x="668552" y="3702314"/>
                <a:ext cx="30190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accent5">
                                  <a:lumMod val="50000"/>
                                </a:schemeClr>
                              </a:solidFill>
                              <a:latin typeface="Cambria Math" panose="02040503050406030204" pitchFamily="18" charset="0"/>
                            </a:rPr>
                          </m:ctrlPr>
                        </m:sSubPr>
                        <m:e>
                          <m:r>
                            <a:rPr lang="es-ES" b="1" i="1" smtClean="0">
                              <a:solidFill>
                                <a:schemeClr val="accent5">
                                  <a:lumMod val="50000"/>
                                </a:schemeClr>
                              </a:solidFill>
                              <a:latin typeface="Cambria Math" panose="02040503050406030204" pitchFamily="18" charset="0"/>
                            </a:rPr>
                            <m:t>𝒃</m:t>
                          </m:r>
                        </m:e>
                        <m:sub>
                          <m:r>
                            <a:rPr lang="es-ES" b="1" i="1" smtClean="0">
                              <a:solidFill>
                                <a:schemeClr val="accent5">
                                  <a:lumMod val="50000"/>
                                </a:schemeClr>
                              </a:solidFill>
                              <a:latin typeface="Cambria Math" panose="02040503050406030204" pitchFamily="18" charset="0"/>
                            </a:rPr>
                            <m:t>𝟏</m:t>
                          </m:r>
                        </m:sub>
                      </m:sSub>
                    </m:oMath>
                  </m:oMathPara>
                </a14:m>
                <a:endParaRPr lang="es-ES" dirty="0"/>
              </a:p>
            </p:txBody>
          </p:sp>
        </mc:Choice>
        <mc:Fallback xmlns="">
          <p:sp>
            <p:nvSpPr>
              <p:cNvPr id="25" name="CuadroTexto 24">
                <a:extLst>
                  <a:ext uri="{FF2B5EF4-FFF2-40B4-BE49-F238E27FC236}">
                    <a16:creationId xmlns:a16="http://schemas.microsoft.com/office/drawing/2014/main" id="{E2B618AA-4813-9743-4696-C5F02597DDA3}"/>
                  </a:ext>
                </a:extLst>
              </p:cNvPr>
              <p:cNvSpPr txBox="1">
                <a:spLocks noRot="1" noChangeAspect="1" noMove="1" noResize="1" noEditPoints="1" noAdjustHandles="1" noChangeArrowheads="1" noChangeShapeType="1" noTextEdit="1"/>
              </p:cNvSpPr>
              <p:nvPr/>
            </p:nvSpPr>
            <p:spPr>
              <a:xfrm>
                <a:off x="668552" y="3702314"/>
                <a:ext cx="301901" cy="369332"/>
              </a:xfrm>
              <a:prstGeom prst="rect">
                <a:avLst/>
              </a:prstGeom>
              <a:blipFill>
                <a:blip r:embed="rId9"/>
                <a:stretch>
                  <a:fillRect r="-3265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C6E75C1C-2587-73E1-54A3-9F4A32BC77BF}"/>
                  </a:ext>
                </a:extLst>
              </p:cNvPr>
              <p:cNvSpPr txBox="1"/>
              <p:nvPr/>
            </p:nvSpPr>
            <p:spPr>
              <a:xfrm>
                <a:off x="3154568" y="3980870"/>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latin typeface="Cambria Math" panose="02040503050406030204" pitchFamily="18" charset="0"/>
                            </a:rPr>
                          </m:ctrlPr>
                        </m:sSubPr>
                        <m:e>
                          <m:r>
                            <a:rPr lang="es-ES" b="1" i="1">
                              <a:latin typeface="Cambria Math" panose="02040503050406030204" pitchFamily="18" charset="0"/>
                            </a:rPr>
                            <m:t>𝑵</m:t>
                          </m:r>
                        </m:e>
                        <m:sub>
                          <m:r>
                            <a:rPr lang="es-ES" b="1" i="1" smtClean="0">
                              <a:latin typeface="Cambria Math" panose="02040503050406030204" pitchFamily="18" charset="0"/>
                            </a:rPr>
                            <m:t>𝟑</m:t>
                          </m:r>
                          <m:r>
                            <a:rPr lang="es-ES" b="1" i="1">
                              <a:latin typeface="Cambria Math" panose="02040503050406030204" pitchFamily="18" charset="0"/>
                            </a:rPr>
                            <m:t>𝑳</m:t>
                          </m:r>
                        </m:sub>
                      </m:sSub>
                    </m:oMath>
                  </m:oMathPara>
                </a14:m>
                <a:endParaRPr lang="es-ES" dirty="0"/>
              </a:p>
            </p:txBody>
          </p:sp>
        </mc:Choice>
        <mc:Fallback xmlns="">
          <p:sp>
            <p:nvSpPr>
              <p:cNvPr id="31" name="CuadroTexto 30">
                <a:extLst>
                  <a:ext uri="{FF2B5EF4-FFF2-40B4-BE49-F238E27FC236}">
                    <a16:creationId xmlns:a16="http://schemas.microsoft.com/office/drawing/2014/main" id="{C6E75C1C-2587-73E1-54A3-9F4A32BC77BF}"/>
                  </a:ext>
                </a:extLst>
              </p:cNvPr>
              <p:cNvSpPr txBox="1">
                <a:spLocks noRot="1" noChangeAspect="1" noMove="1" noResize="1" noEditPoints="1" noAdjustHandles="1" noChangeArrowheads="1" noChangeShapeType="1" noTextEdit="1"/>
              </p:cNvSpPr>
              <p:nvPr/>
            </p:nvSpPr>
            <p:spPr>
              <a:xfrm>
                <a:off x="3154568" y="3980870"/>
                <a:ext cx="491986" cy="369332"/>
              </a:xfrm>
              <a:prstGeom prst="rect">
                <a:avLst/>
              </a:prstGeom>
              <a:blipFill>
                <a:blip r:embed="rId10"/>
                <a:stretch>
                  <a:fillRect r="-617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2" name="Rectángulo: esquinas redondeadas 31">
                <a:extLst>
                  <a:ext uri="{FF2B5EF4-FFF2-40B4-BE49-F238E27FC236}">
                    <a16:creationId xmlns:a16="http://schemas.microsoft.com/office/drawing/2014/main" id="{2A4071A6-0F5E-419B-9906-51C47ACCC5AC}"/>
                  </a:ext>
                </a:extLst>
              </p:cNvPr>
              <p:cNvSpPr/>
              <p:nvPr/>
            </p:nvSpPr>
            <p:spPr>
              <a:xfrm>
                <a:off x="7949364" y="5793964"/>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r>
                        <a:rPr lang="es-ES" b="1" i="1" smtClean="0">
                          <a:solidFill>
                            <a:schemeClr val="tx1"/>
                          </a:solidFill>
                          <a:latin typeface="Cambria Math" panose="02040503050406030204" pitchFamily="18" charset="0"/>
                        </a:rPr>
                        <m:t>𝑿</m:t>
                      </m:r>
                    </m:oMath>
                  </m:oMathPara>
                </a14:m>
                <a:endParaRPr lang="es-ES" b="1" dirty="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𝒙</m:t>
                          </m:r>
                        </m:e>
                        <m:sub>
                          <m:r>
                            <a:rPr lang="es-ES" b="1" i="1" smtClean="0">
                              <a:solidFill>
                                <a:schemeClr val="tx2"/>
                              </a:solidFill>
                              <a:latin typeface="Cambria Math" panose="02040503050406030204" pitchFamily="18" charset="0"/>
                            </a:rPr>
                            <m:t>𝟏</m:t>
                          </m:r>
                        </m:sub>
                      </m:sSub>
                      <m:r>
                        <a:rPr lang="es-ES" b="1" i="1" smtClean="0">
                          <a:solidFill>
                            <a:schemeClr val="tx2"/>
                          </a:solidFill>
                          <a:latin typeface="Cambria Math" panose="02040503050406030204" pitchFamily="18" charset="0"/>
                        </a:rPr>
                        <m:t>&lt;</m:t>
                      </m:r>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𝒂</m:t>
                          </m:r>
                        </m:e>
                        <m:sub>
                          <m:r>
                            <a:rPr lang="es-ES" b="1" i="1" smtClean="0">
                              <a:solidFill>
                                <a:schemeClr val="tx2"/>
                              </a:solidFill>
                              <a:latin typeface="Cambria Math" panose="02040503050406030204" pitchFamily="18" charset="0"/>
                            </a:rPr>
                            <m:t>𝟏</m:t>
                          </m:r>
                        </m:sub>
                      </m:sSub>
                    </m:oMath>
                  </m:oMathPara>
                </a14:m>
                <a:endParaRPr lang="es-ES" b="1" dirty="0">
                  <a:solidFill>
                    <a:schemeClr val="tx2"/>
                  </a:solidFill>
                </a:endParaRPr>
              </a:p>
            </p:txBody>
          </p:sp>
        </mc:Choice>
        <mc:Fallback xmlns="">
          <p:sp>
            <p:nvSpPr>
              <p:cNvPr id="32" name="Rectángulo: esquinas redondeadas 31">
                <a:extLst>
                  <a:ext uri="{FF2B5EF4-FFF2-40B4-BE49-F238E27FC236}">
                    <a16:creationId xmlns:a16="http://schemas.microsoft.com/office/drawing/2014/main" id="{2A4071A6-0F5E-419B-9906-51C47ACCC5AC}"/>
                  </a:ext>
                </a:extLst>
              </p:cNvPr>
              <p:cNvSpPr>
                <a:spLocks noRot="1" noChangeAspect="1" noMove="1" noResize="1" noEditPoints="1" noAdjustHandles="1" noChangeArrowheads="1" noChangeShapeType="1" noTextEdit="1"/>
              </p:cNvSpPr>
              <p:nvPr/>
            </p:nvSpPr>
            <p:spPr>
              <a:xfrm>
                <a:off x="7949364" y="5793964"/>
                <a:ext cx="1274100" cy="982609"/>
              </a:xfrm>
              <a:prstGeom prst="roundRect">
                <a:avLst/>
              </a:prstGeom>
              <a:blipFill>
                <a:blip r:embed="rId11"/>
                <a:stretch>
                  <a:fillRect/>
                </a:stretch>
              </a:blipFill>
              <a:ln w="28575">
                <a:solidFill>
                  <a:schemeClr val="tx2"/>
                </a:solidFill>
              </a:ln>
            </p:spPr>
            <p:txBody>
              <a:bodyPr/>
              <a:lstStyle/>
              <a:p>
                <a:r>
                  <a:rPr lang="es-ES">
                    <a:noFill/>
                  </a:rPr>
                  <a:t> </a:t>
                </a:r>
              </a:p>
            </p:txBody>
          </p:sp>
        </mc:Fallback>
      </mc:AlternateContent>
      <p:sp>
        <p:nvSpPr>
          <p:cNvPr id="33" name="Flecha: hacia la izquierda 32">
            <a:extLst>
              <a:ext uri="{FF2B5EF4-FFF2-40B4-BE49-F238E27FC236}">
                <a16:creationId xmlns:a16="http://schemas.microsoft.com/office/drawing/2014/main" id="{29CD2B47-13EC-7CF4-6A0A-9AFB4CFB8E9B}"/>
              </a:ext>
            </a:extLst>
          </p:cNvPr>
          <p:cNvSpPr>
            <a:spLocks noChangeAspect="1"/>
          </p:cNvSpPr>
          <p:nvPr/>
        </p:nvSpPr>
        <p:spPr>
          <a:xfrm rot="2573124">
            <a:off x="7930932" y="5478405"/>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34" name="Rectángulo: esquinas redondeadas 33">
                <a:extLst>
                  <a:ext uri="{FF2B5EF4-FFF2-40B4-BE49-F238E27FC236}">
                    <a16:creationId xmlns:a16="http://schemas.microsoft.com/office/drawing/2014/main" id="{D3E47FBD-8377-DA19-AB04-3F438D1BEC1B}"/>
                  </a:ext>
                </a:extLst>
              </p:cNvPr>
              <p:cNvSpPr/>
              <p:nvPr/>
            </p:nvSpPr>
            <p:spPr>
              <a:xfrm>
                <a:off x="7204846" y="4335891"/>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𝟏</m:t>
                          </m:r>
                          <m:r>
                            <a:rPr lang="es-ES" b="1" i="1">
                              <a:solidFill>
                                <a:schemeClr val="tx1"/>
                              </a:solidFill>
                              <a:latin typeface="Cambria Math" panose="02040503050406030204" pitchFamily="18" charset="0"/>
                            </a:rPr>
                            <m:t>𝑳</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34" name="Rectángulo: esquinas redondeadas 33">
                <a:extLst>
                  <a:ext uri="{FF2B5EF4-FFF2-40B4-BE49-F238E27FC236}">
                    <a16:creationId xmlns:a16="http://schemas.microsoft.com/office/drawing/2014/main" id="{D3E47FBD-8377-DA19-AB04-3F438D1BEC1B}"/>
                  </a:ext>
                </a:extLst>
              </p:cNvPr>
              <p:cNvSpPr>
                <a:spLocks noRot="1" noChangeAspect="1" noMove="1" noResize="1" noEditPoints="1" noAdjustHandles="1" noChangeArrowheads="1" noChangeShapeType="1" noTextEdit="1"/>
              </p:cNvSpPr>
              <p:nvPr/>
            </p:nvSpPr>
            <p:spPr>
              <a:xfrm>
                <a:off x="7204846" y="4335891"/>
                <a:ext cx="1274100" cy="982609"/>
              </a:xfrm>
              <a:prstGeom prst="roundRect">
                <a:avLst/>
              </a:prstGeom>
              <a:blipFill>
                <a:blip r:embed="rId12"/>
                <a:stretch>
                  <a:fillRect/>
                </a:stretch>
              </a:blipFill>
              <a:ln w="28575">
                <a:solidFill>
                  <a:schemeClr val="tx2"/>
                </a:solidFill>
              </a:ln>
            </p:spPr>
            <p:txBody>
              <a:bodyPr/>
              <a:lstStyle/>
              <a:p>
                <a:r>
                  <a:rPr lang="es-ES">
                    <a:noFill/>
                  </a:rPr>
                  <a:t> </a:t>
                </a:r>
              </a:p>
            </p:txBody>
          </p:sp>
        </mc:Fallback>
      </mc:AlternateContent>
      <p:sp>
        <p:nvSpPr>
          <p:cNvPr id="35" name="Signo menos 34">
            <a:extLst>
              <a:ext uri="{FF2B5EF4-FFF2-40B4-BE49-F238E27FC236}">
                <a16:creationId xmlns:a16="http://schemas.microsoft.com/office/drawing/2014/main" id="{7704C537-0F11-9B82-0BBC-E7C820DF49BA}"/>
              </a:ext>
            </a:extLst>
          </p:cNvPr>
          <p:cNvSpPr/>
          <p:nvPr/>
        </p:nvSpPr>
        <p:spPr>
          <a:xfrm>
            <a:off x="7652246" y="4705878"/>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Flecha: hacia la izquierda 35">
            <a:extLst>
              <a:ext uri="{FF2B5EF4-FFF2-40B4-BE49-F238E27FC236}">
                <a16:creationId xmlns:a16="http://schemas.microsoft.com/office/drawing/2014/main" id="{86777CB6-B7F8-9C6D-E212-28C77A8E90E8}"/>
              </a:ext>
            </a:extLst>
          </p:cNvPr>
          <p:cNvSpPr>
            <a:spLocks noChangeAspect="1"/>
          </p:cNvSpPr>
          <p:nvPr/>
        </p:nvSpPr>
        <p:spPr>
          <a:xfrm rot="7980000">
            <a:off x="8941742" y="5473698"/>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37" name="Rectángulo: esquinas redondeadas 36">
                <a:extLst>
                  <a:ext uri="{FF2B5EF4-FFF2-40B4-BE49-F238E27FC236}">
                    <a16:creationId xmlns:a16="http://schemas.microsoft.com/office/drawing/2014/main" id="{5ADF2AE4-786F-14AA-4E72-BE86FEDDC137}"/>
                  </a:ext>
                </a:extLst>
              </p:cNvPr>
              <p:cNvSpPr/>
              <p:nvPr/>
            </p:nvSpPr>
            <p:spPr>
              <a:xfrm>
                <a:off x="8851723" y="4359349"/>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𝟏</m:t>
                          </m:r>
                          <m:r>
                            <a:rPr lang="es-ES" b="1" i="1" smtClean="0">
                              <a:solidFill>
                                <a:schemeClr val="tx1"/>
                              </a:solidFill>
                              <a:latin typeface="Cambria Math" panose="02040503050406030204" pitchFamily="18" charset="0"/>
                            </a:rPr>
                            <m:t>𝑹</m:t>
                          </m:r>
                        </m:sub>
                      </m:sSub>
                    </m:oMath>
                  </m:oMathPara>
                </a14:m>
                <a:endParaRPr lang="es-ES" b="1" dirty="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𝒙</m:t>
                          </m:r>
                        </m:e>
                        <m:sub>
                          <m:r>
                            <a:rPr lang="es-ES" b="1" i="1" smtClean="0">
                              <a:solidFill>
                                <a:schemeClr val="tx2"/>
                              </a:solidFill>
                              <a:latin typeface="Cambria Math" panose="02040503050406030204" pitchFamily="18" charset="0"/>
                            </a:rPr>
                            <m:t>𝟏</m:t>
                          </m:r>
                        </m:sub>
                      </m:sSub>
                      <m:r>
                        <a:rPr lang="es-ES" b="1" i="1" smtClean="0">
                          <a:solidFill>
                            <a:schemeClr val="tx2"/>
                          </a:solidFill>
                          <a:latin typeface="Cambria Math" panose="02040503050406030204" pitchFamily="18" charset="0"/>
                        </a:rPr>
                        <m:t>&gt;</m:t>
                      </m:r>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𝒂</m:t>
                          </m:r>
                        </m:e>
                        <m:sub>
                          <m:r>
                            <a:rPr lang="es-ES" b="1" i="1" smtClean="0">
                              <a:solidFill>
                                <a:schemeClr val="tx2"/>
                              </a:solidFill>
                              <a:latin typeface="Cambria Math" panose="02040503050406030204" pitchFamily="18" charset="0"/>
                            </a:rPr>
                            <m:t>𝟐</m:t>
                          </m:r>
                        </m:sub>
                      </m:sSub>
                    </m:oMath>
                  </m:oMathPara>
                </a14:m>
                <a:endParaRPr lang="es-ES" b="1" dirty="0">
                  <a:solidFill>
                    <a:schemeClr val="tx2"/>
                  </a:solidFill>
                </a:endParaRPr>
              </a:p>
            </p:txBody>
          </p:sp>
        </mc:Choice>
        <mc:Fallback xmlns="">
          <p:sp>
            <p:nvSpPr>
              <p:cNvPr id="37" name="Rectángulo: esquinas redondeadas 36">
                <a:extLst>
                  <a:ext uri="{FF2B5EF4-FFF2-40B4-BE49-F238E27FC236}">
                    <a16:creationId xmlns:a16="http://schemas.microsoft.com/office/drawing/2014/main" id="{5ADF2AE4-786F-14AA-4E72-BE86FEDDC137}"/>
                  </a:ext>
                </a:extLst>
              </p:cNvPr>
              <p:cNvSpPr>
                <a:spLocks noRot="1" noChangeAspect="1" noMove="1" noResize="1" noEditPoints="1" noAdjustHandles="1" noChangeArrowheads="1" noChangeShapeType="1" noTextEdit="1"/>
              </p:cNvSpPr>
              <p:nvPr/>
            </p:nvSpPr>
            <p:spPr>
              <a:xfrm>
                <a:off x="8851723" y="4359349"/>
                <a:ext cx="1274100" cy="982609"/>
              </a:xfrm>
              <a:prstGeom prst="roundRect">
                <a:avLst/>
              </a:prstGeom>
              <a:blipFill>
                <a:blip r:embed="rId13"/>
                <a:stretch>
                  <a:fillRect/>
                </a:stretch>
              </a:blipFill>
              <a:ln w="28575">
                <a:solidFill>
                  <a:schemeClr val="tx2"/>
                </a:solidFill>
              </a:ln>
            </p:spPr>
            <p:txBody>
              <a:bodyPr/>
              <a:lstStyle/>
              <a:p>
                <a:r>
                  <a:rPr lang="es-ES">
                    <a:noFill/>
                  </a:rPr>
                  <a:t> </a:t>
                </a:r>
              </a:p>
            </p:txBody>
          </p:sp>
        </mc:Fallback>
      </mc:AlternateContent>
      <p:sp>
        <p:nvSpPr>
          <p:cNvPr id="38" name="Flecha: hacia la izquierda 37">
            <a:extLst>
              <a:ext uri="{FF2B5EF4-FFF2-40B4-BE49-F238E27FC236}">
                <a16:creationId xmlns:a16="http://schemas.microsoft.com/office/drawing/2014/main" id="{F5411C35-9FDB-192B-8828-716BC8F2E639}"/>
              </a:ext>
            </a:extLst>
          </p:cNvPr>
          <p:cNvSpPr>
            <a:spLocks noChangeAspect="1"/>
          </p:cNvSpPr>
          <p:nvPr/>
        </p:nvSpPr>
        <p:spPr>
          <a:xfrm rot="2573124">
            <a:off x="8843042" y="4043195"/>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9" name="Flecha: hacia la izquierda 38">
            <a:extLst>
              <a:ext uri="{FF2B5EF4-FFF2-40B4-BE49-F238E27FC236}">
                <a16:creationId xmlns:a16="http://schemas.microsoft.com/office/drawing/2014/main" id="{62AE7904-3E33-BB69-77C6-9EE04ED5C3A7}"/>
              </a:ext>
            </a:extLst>
          </p:cNvPr>
          <p:cNvSpPr>
            <a:spLocks noChangeAspect="1"/>
          </p:cNvSpPr>
          <p:nvPr/>
        </p:nvSpPr>
        <p:spPr>
          <a:xfrm rot="7980000">
            <a:off x="9844548" y="4050810"/>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40" name="Rectángulo: esquinas redondeadas 39">
                <a:extLst>
                  <a:ext uri="{FF2B5EF4-FFF2-40B4-BE49-F238E27FC236}">
                    <a16:creationId xmlns:a16="http://schemas.microsoft.com/office/drawing/2014/main" id="{096BC758-896F-95D0-86F3-ECCC339631F5}"/>
                  </a:ext>
                </a:extLst>
              </p:cNvPr>
              <p:cNvSpPr/>
              <p:nvPr/>
            </p:nvSpPr>
            <p:spPr>
              <a:xfrm>
                <a:off x="9841543" y="2916508"/>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a:solidFill>
                                <a:schemeClr val="tx1"/>
                              </a:solidFill>
                              <a:latin typeface="Cambria Math" panose="02040503050406030204" pitchFamily="18" charset="0"/>
                            </a:rPr>
                            <m:t>𝟐</m:t>
                          </m:r>
                          <m:r>
                            <a:rPr lang="es-ES" b="1" i="1" smtClean="0">
                              <a:solidFill>
                                <a:schemeClr val="tx1"/>
                              </a:solidFill>
                              <a:latin typeface="Cambria Math" panose="02040503050406030204" pitchFamily="18" charset="0"/>
                            </a:rPr>
                            <m:t>𝑹</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40" name="Rectángulo: esquinas redondeadas 39">
                <a:extLst>
                  <a:ext uri="{FF2B5EF4-FFF2-40B4-BE49-F238E27FC236}">
                    <a16:creationId xmlns:a16="http://schemas.microsoft.com/office/drawing/2014/main" id="{096BC758-896F-95D0-86F3-ECCC339631F5}"/>
                  </a:ext>
                </a:extLst>
              </p:cNvPr>
              <p:cNvSpPr>
                <a:spLocks noRot="1" noChangeAspect="1" noMove="1" noResize="1" noEditPoints="1" noAdjustHandles="1" noChangeArrowheads="1" noChangeShapeType="1" noTextEdit="1"/>
              </p:cNvSpPr>
              <p:nvPr/>
            </p:nvSpPr>
            <p:spPr>
              <a:xfrm>
                <a:off x="9841543" y="2916508"/>
                <a:ext cx="1274100" cy="982609"/>
              </a:xfrm>
              <a:prstGeom prst="roundRect">
                <a:avLst/>
              </a:prstGeom>
              <a:blipFill>
                <a:blip r:embed="rId14"/>
                <a:stretch>
                  <a:fillRect/>
                </a:stretch>
              </a:blipFill>
              <a:ln w="28575">
                <a:solidFill>
                  <a:schemeClr val="tx2"/>
                </a:solidFill>
              </a:ln>
            </p:spPr>
            <p:txBody>
              <a:bodyPr/>
              <a:lstStyle/>
              <a:p>
                <a:r>
                  <a:rPr lang="es-ES">
                    <a:noFill/>
                  </a:rPr>
                  <a:t> </a:t>
                </a:r>
              </a:p>
            </p:txBody>
          </p:sp>
        </mc:Fallback>
      </mc:AlternateContent>
      <p:sp>
        <p:nvSpPr>
          <p:cNvPr id="41" name="Signo menos 40">
            <a:extLst>
              <a:ext uri="{FF2B5EF4-FFF2-40B4-BE49-F238E27FC236}">
                <a16:creationId xmlns:a16="http://schemas.microsoft.com/office/drawing/2014/main" id="{35AB1F5F-E290-2711-EC19-E18AD17CF639}"/>
              </a:ext>
            </a:extLst>
          </p:cNvPr>
          <p:cNvSpPr/>
          <p:nvPr/>
        </p:nvSpPr>
        <p:spPr>
          <a:xfrm>
            <a:off x="10301039" y="3345320"/>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42" name="Rectángulo: esquinas redondeadas 41">
                <a:extLst>
                  <a:ext uri="{FF2B5EF4-FFF2-40B4-BE49-F238E27FC236}">
                    <a16:creationId xmlns:a16="http://schemas.microsoft.com/office/drawing/2014/main" id="{A02DED79-A5A9-2D79-9255-BF8E3ED4993A}"/>
                  </a:ext>
                </a:extLst>
              </p:cNvPr>
              <p:cNvSpPr/>
              <p:nvPr/>
            </p:nvSpPr>
            <p:spPr>
              <a:xfrm>
                <a:off x="8160141" y="2924734"/>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a:solidFill>
                                <a:schemeClr val="tx1"/>
                              </a:solidFill>
                              <a:latin typeface="Cambria Math" panose="02040503050406030204" pitchFamily="18" charset="0"/>
                            </a:rPr>
                            <m:t>𝟐</m:t>
                          </m:r>
                          <m:r>
                            <a:rPr lang="es-ES" b="1" i="1">
                              <a:solidFill>
                                <a:schemeClr val="tx1"/>
                              </a:solidFill>
                              <a:latin typeface="Cambria Math" panose="02040503050406030204" pitchFamily="18" charset="0"/>
                            </a:rPr>
                            <m:t>𝑳</m:t>
                          </m:r>
                        </m:sub>
                      </m:sSub>
                    </m:oMath>
                  </m:oMathPara>
                </a14:m>
                <a:endParaRPr lang="es-ES" b="1" dirty="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𝒙</m:t>
                          </m:r>
                        </m:e>
                        <m:sub>
                          <m:r>
                            <a:rPr lang="es-ES" b="1" i="1" smtClean="0">
                              <a:solidFill>
                                <a:schemeClr val="tx2"/>
                              </a:solidFill>
                              <a:latin typeface="Cambria Math" panose="02040503050406030204" pitchFamily="18" charset="0"/>
                            </a:rPr>
                            <m:t>𝟐</m:t>
                          </m:r>
                        </m:sub>
                      </m:sSub>
                      <m:r>
                        <a:rPr lang="es-ES" b="1" i="1" smtClean="0">
                          <a:solidFill>
                            <a:schemeClr val="tx2"/>
                          </a:solidFill>
                          <a:latin typeface="Cambria Math" panose="02040503050406030204" pitchFamily="18" charset="0"/>
                        </a:rPr>
                        <m:t>&lt;</m:t>
                      </m:r>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𝒃</m:t>
                          </m:r>
                        </m:e>
                        <m:sub>
                          <m:r>
                            <a:rPr lang="es-ES" b="1" i="1" smtClean="0">
                              <a:solidFill>
                                <a:schemeClr val="tx2"/>
                              </a:solidFill>
                              <a:latin typeface="Cambria Math" panose="02040503050406030204" pitchFamily="18" charset="0"/>
                            </a:rPr>
                            <m:t>𝟏</m:t>
                          </m:r>
                        </m:sub>
                      </m:sSub>
                    </m:oMath>
                  </m:oMathPara>
                </a14:m>
                <a:endParaRPr lang="es-ES" b="1" dirty="0">
                  <a:solidFill>
                    <a:schemeClr val="tx2"/>
                  </a:solidFill>
                </a:endParaRPr>
              </a:p>
            </p:txBody>
          </p:sp>
        </mc:Choice>
        <mc:Fallback xmlns="">
          <p:sp>
            <p:nvSpPr>
              <p:cNvPr id="42" name="Rectángulo: esquinas redondeadas 41">
                <a:extLst>
                  <a:ext uri="{FF2B5EF4-FFF2-40B4-BE49-F238E27FC236}">
                    <a16:creationId xmlns:a16="http://schemas.microsoft.com/office/drawing/2014/main" id="{A02DED79-A5A9-2D79-9255-BF8E3ED4993A}"/>
                  </a:ext>
                </a:extLst>
              </p:cNvPr>
              <p:cNvSpPr>
                <a:spLocks noRot="1" noChangeAspect="1" noMove="1" noResize="1" noEditPoints="1" noAdjustHandles="1" noChangeArrowheads="1" noChangeShapeType="1" noTextEdit="1"/>
              </p:cNvSpPr>
              <p:nvPr/>
            </p:nvSpPr>
            <p:spPr>
              <a:xfrm>
                <a:off x="8160141" y="2924734"/>
                <a:ext cx="1274100" cy="982609"/>
              </a:xfrm>
              <a:prstGeom prst="roundRect">
                <a:avLst/>
              </a:prstGeom>
              <a:blipFill>
                <a:blip r:embed="rId15"/>
                <a:stretch>
                  <a:fillRect/>
                </a:stretch>
              </a:blipFill>
              <a:ln w="28575">
                <a:solidFill>
                  <a:schemeClr val="tx2"/>
                </a:solidFill>
              </a:ln>
            </p:spPr>
            <p:txBody>
              <a:bodyPr/>
              <a:lstStyle/>
              <a:p>
                <a:r>
                  <a:rPr lang="es-ES">
                    <a:noFill/>
                  </a:rPr>
                  <a:t> </a:t>
                </a:r>
              </a:p>
            </p:txBody>
          </p:sp>
        </mc:Fallback>
      </mc:AlternateContent>
      <p:sp>
        <p:nvSpPr>
          <p:cNvPr id="43" name="Flecha: hacia la izquierda 42">
            <a:extLst>
              <a:ext uri="{FF2B5EF4-FFF2-40B4-BE49-F238E27FC236}">
                <a16:creationId xmlns:a16="http://schemas.microsoft.com/office/drawing/2014/main" id="{E990A42E-C487-C078-A257-35FD1FA4E7C6}"/>
              </a:ext>
            </a:extLst>
          </p:cNvPr>
          <p:cNvSpPr>
            <a:spLocks noChangeAspect="1"/>
          </p:cNvSpPr>
          <p:nvPr/>
        </p:nvSpPr>
        <p:spPr>
          <a:xfrm rot="2573124">
            <a:off x="8081313" y="2632035"/>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4" name="Flecha: hacia la izquierda 43">
            <a:extLst>
              <a:ext uri="{FF2B5EF4-FFF2-40B4-BE49-F238E27FC236}">
                <a16:creationId xmlns:a16="http://schemas.microsoft.com/office/drawing/2014/main" id="{B5087603-FB52-1CCB-E307-865E088AE1DF}"/>
              </a:ext>
            </a:extLst>
          </p:cNvPr>
          <p:cNvSpPr>
            <a:spLocks noChangeAspect="1"/>
          </p:cNvSpPr>
          <p:nvPr/>
        </p:nvSpPr>
        <p:spPr>
          <a:xfrm rot="7980000">
            <a:off x="9089411" y="2636743"/>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45" name="Rectángulo: esquinas redondeadas 44">
                <a:extLst>
                  <a:ext uri="{FF2B5EF4-FFF2-40B4-BE49-F238E27FC236}">
                    <a16:creationId xmlns:a16="http://schemas.microsoft.com/office/drawing/2014/main" id="{9F90B8BE-4DD6-473E-6BCB-3A7710B21C94}"/>
                  </a:ext>
                </a:extLst>
              </p:cNvPr>
              <p:cNvSpPr/>
              <p:nvPr/>
            </p:nvSpPr>
            <p:spPr>
              <a:xfrm>
                <a:off x="7156726" y="1489521"/>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𝟑</m:t>
                          </m:r>
                          <m:r>
                            <a:rPr lang="es-ES" b="1" i="1">
                              <a:solidFill>
                                <a:schemeClr val="tx1"/>
                              </a:solidFill>
                              <a:latin typeface="Cambria Math" panose="02040503050406030204" pitchFamily="18" charset="0"/>
                            </a:rPr>
                            <m:t>𝑳</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45" name="Rectángulo: esquinas redondeadas 44">
                <a:extLst>
                  <a:ext uri="{FF2B5EF4-FFF2-40B4-BE49-F238E27FC236}">
                    <a16:creationId xmlns:a16="http://schemas.microsoft.com/office/drawing/2014/main" id="{9F90B8BE-4DD6-473E-6BCB-3A7710B21C94}"/>
                  </a:ext>
                </a:extLst>
              </p:cNvPr>
              <p:cNvSpPr>
                <a:spLocks noRot="1" noChangeAspect="1" noMove="1" noResize="1" noEditPoints="1" noAdjustHandles="1" noChangeArrowheads="1" noChangeShapeType="1" noTextEdit="1"/>
              </p:cNvSpPr>
              <p:nvPr/>
            </p:nvSpPr>
            <p:spPr>
              <a:xfrm>
                <a:off x="7156726" y="1489521"/>
                <a:ext cx="1274100" cy="982609"/>
              </a:xfrm>
              <a:prstGeom prst="roundRect">
                <a:avLst/>
              </a:prstGeom>
              <a:blipFill>
                <a:blip r:embed="rId16"/>
                <a:stretch>
                  <a:fillRect/>
                </a:stretch>
              </a:blipFill>
              <a:ln w="28575">
                <a:solidFill>
                  <a:schemeClr val="tx2"/>
                </a:solidFill>
              </a:ln>
            </p:spPr>
            <p:txBody>
              <a:bodyPr/>
              <a:lstStyle/>
              <a:p>
                <a:r>
                  <a:rPr lang="es-ES">
                    <a:noFill/>
                  </a:rPr>
                  <a:t> </a:t>
                </a:r>
              </a:p>
            </p:txBody>
          </p:sp>
        </mc:Fallback>
      </mc:AlternateContent>
      <p:sp>
        <p:nvSpPr>
          <p:cNvPr id="46" name="Signo menos 45">
            <a:extLst>
              <a:ext uri="{FF2B5EF4-FFF2-40B4-BE49-F238E27FC236}">
                <a16:creationId xmlns:a16="http://schemas.microsoft.com/office/drawing/2014/main" id="{B4E02C57-A271-8B97-736D-4859E0668A87}"/>
              </a:ext>
            </a:extLst>
          </p:cNvPr>
          <p:cNvSpPr/>
          <p:nvPr/>
        </p:nvSpPr>
        <p:spPr>
          <a:xfrm>
            <a:off x="7616222" y="1918333"/>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47" name="Rectángulo: esquinas redondeadas 46">
                <a:extLst>
                  <a:ext uri="{FF2B5EF4-FFF2-40B4-BE49-F238E27FC236}">
                    <a16:creationId xmlns:a16="http://schemas.microsoft.com/office/drawing/2014/main" id="{D33614F4-CF08-884F-ED5D-50E834060AFD}"/>
                  </a:ext>
                </a:extLst>
              </p:cNvPr>
              <p:cNvSpPr/>
              <p:nvPr/>
            </p:nvSpPr>
            <p:spPr>
              <a:xfrm>
                <a:off x="8938737" y="1513577"/>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𝟑</m:t>
                          </m:r>
                          <m:r>
                            <a:rPr lang="es-ES" b="1" i="1" smtClean="0">
                              <a:solidFill>
                                <a:schemeClr val="tx1"/>
                              </a:solidFill>
                              <a:latin typeface="Cambria Math" panose="02040503050406030204" pitchFamily="18" charset="0"/>
                            </a:rPr>
                            <m:t>𝑹</m:t>
                          </m:r>
                        </m:sub>
                      </m:sSub>
                    </m:oMath>
                  </m:oMathPara>
                </a14:m>
                <a:endParaRPr lang="es-ES" b="1" dirty="0">
                  <a:solidFill>
                    <a:schemeClr val="tx1"/>
                  </a:solidFill>
                </a:endParaRPr>
              </a:p>
              <a:p>
                <a:pPr algn="ctr"/>
                <a:endParaRPr lang="es-ES" b="1" dirty="0">
                  <a:solidFill>
                    <a:schemeClr val="tx2"/>
                  </a:solidFill>
                </a:endParaRPr>
              </a:p>
              <a:p>
                <a:pPr algn="ctr"/>
                <a:endParaRPr lang="es-ES" b="1" dirty="0">
                  <a:solidFill>
                    <a:schemeClr val="tx2"/>
                  </a:solidFill>
                </a:endParaRPr>
              </a:p>
            </p:txBody>
          </p:sp>
        </mc:Choice>
        <mc:Fallback xmlns="">
          <p:sp>
            <p:nvSpPr>
              <p:cNvPr id="47" name="Rectángulo: esquinas redondeadas 46">
                <a:extLst>
                  <a:ext uri="{FF2B5EF4-FFF2-40B4-BE49-F238E27FC236}">
                    <a16:creationId xmlns:a16="http://schemas.microsoft.com/office/drawing/2014/main" id="{D33614F4-CF08-884F-ED5D-50E834060AFD}"/>
                  </a:ext>
                </a:extLst>
              </p:cNvPr>
              <p:cNvSpPr>
                <a:spLocks noRot="1" noChangeAspect="1" noMove="1" noResize="1" noEditPoints="1" noAdjustHandles="1" noChangeArrowheads="1" noChangeShapeType="1" noTextEdit="1"/>
              </p:cNvSpPr>
              <p:nvPr/>
            </p:nvSpPr>
            <p:spPr>
              <a:xfrm>
                <a:off x="8938737" y="1513577"/>
                <a:ext cx="1274100" cy="982609"/>
              </a:xfrm>
              <a:prstGeom prst="roundRect">
                <a:avLst/>
              </a:prstGeom>
              <a:blipFill>
                <a:blip r:embed="rId17"/>
                <a:stretch>
                  <a:fillRect/>
                </a:stretch>
              </a:blipFill>
              <a:ln w="28575">
                <a:solidFill>
                  <a:schemeClr val="tx2"/>
                </a:solidFill>
              </a:ln>
            </p:spPr>
            <p:txBody>
              <a:bodyPr/>
              <a:lstStyle/>
              <a:p>
                <a:r>
                  <a:rPr lang="es-ES">
                    <a:noFill/>
                  </a:rPr>
                  <a:t> </a:t>
                </a:r>
              </a:p>
            </p:txBody>
          </p:sp>
        </mc:Fallback>
      </mc:AlternateContent>
      <p:sp>
        <p:nvSpPr>
          <p:cNvPr id="49" name="CuadroTexto 48">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50" name="CuadroTexto 49">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Tree>
    <p:extLst>
      <p:ext uri="{BB962C8B-B14F-4D97-AF65-F5344CB8AC3E}">
        <p14:creationId xmlns:p14="http://schemas.microsoft.com/office/powerpoint/2010/main" val="29230116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CuadroTexto 44">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pic>
        <p:nvPicPr>
          <p:cNvPr id="1025" name="Imagen 1024">
            <a:extLst>
              <a:ext uri="{FF2B5EF4-FFF2-40B4-BE49-F238E27FC236}">
                <a16:creationId xmlns:a16="http://schemas.microsoft.com/office/drawing/2014/main" id="{C255B507-56EC-A9AF-F635-AFC45ADFE81C}"/>
              </a:ext>
            </a:extLst>
          </p:cNvPr>
          <p:cNvPicPr>
            <a:picLocks noChangeAspect="1"/>
          </p:cNvPicPr>
          <p:nvPr/>
        </p:nvPicPr>
        <p:blipFill rotWithShape="1">
          <a:blip r:embed="rId3"/>
          <a:srcRect l="3369"/>
          <a:stretch/>
        </p:blipFill>
        <p:spPr>
          <a:xfrm>
            <a:off x="71019" y="670891"/>
            <a:ext cx="5755833" cy="4697087"/>
          </a:xfrm>
          <a:prstGeom prst="rect">
            <a:avLst/>
          </a:prstGeom>
        </p:spPr>
      </p:pic>
      <p:sp>
        <p:nvSpPr>
          <p:cNvPr id="4" name="Rectángulo 3">
            <a:extLst>
              <a:ext uri="{FF2B5EF4-FFF2-40B4-BE49-F238E27FC236}">
                <a16:creationId xmlns:a16="http://schemas.microsoft.com/office/drawing/2014/main" id="{2037BC60-46B3-A9EB-C435-6E8AEDAFC015}"/>
              </a:ext>
            </a:extLst>
          </p:cNvPr>
          <p:cNvSpPr/>
          <p:nvPr/>
        </p:nvSpPr>
        <p:spPr>
          <a:xfrm>
            <a:off x="4738458" y="755375"/>
            <a:ext cx="1001049" cy="3924000"/>
          </a:xfrm>
          <a:prstGeom prst="rect">
            <a:avLst/>
          </a:pr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036" name="Rectángulo: esquinas redondeadas 1035">
                <a:extLst>
                  <a:ext uri="{FF2B5EF4-FFF2-40B4-BE49-F238E27FC236}">
                    <a16:creationId xmlns:a16="http://schemas.microsoft.com/office/drawing/2014/main" id="{375D67B4-6486-A516-ABC0-99742C8DE42C}"/>
                  </a:ext>
                </a:extLst>
              </p:cNvPr>
              <p:cNvSpPr/>
              <p:nvPr/>
            </p:nvSpPr>
            <p:spPr>
              <a:xfrm>
                <a:off x="7949364" y="5793964"/>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r>
                        <a:rPr lang="es-ES" b="1" i="1" smtClean="0">
                          <a:solidFill>
                            <a:schemeClr val="tx1"/>
                          </a:solidFill>
                          <a:latin typeface="Cambria Math" panose="02040503050406030204" pitchFamily="18" charset="0"/>
                        </a:rPr>
                        <m:t>𝑵</m:t>
                      </m:r>
                    </m:oMath>
                  </m:oMathPara>
                </a14:m>
                <a:endParaRPr lang="es-ES" b="1"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𝒙</m:t>
                          </m:r>
                        </m:e>
                        <m:sub>
                          <m:r>
                            <a:rPr lang="es-ES" b="1" i="1" smtClean="0">
                              <a:solidFill>
                                <a:schemeClr val="tx2"/>
                              </a:solidFill>
                              <a:latin typeface="Cambria Math" panose="02040503050406030204" pitchFamily="18" charset="0"/>
                            </a:rPr>
                            <m:t>𝟏</m:t>
                          </m:r>
                        </m:sub>
                      </m:sSub>
                      <m:r>
                        <a:rPr lang="es-ES" b="1" i="1" smtClean="0">
                          <a:solidFill>
                            <a:schemeClr val="tx2"/>
                          </a:solidFill>
                          <a:latin typeface="Cambria Math" panose="02040503050406030204" pitchFamily="18" charset="0"/>
                        </a:rPr>
                        <m:t>&lt;</m:t>
                      </m:r>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𝒂</m:t>
                          </m:r>
                        </m:e>
                        <m:sub>
                          <m:r>
                            <a:rPr lang="es-ES" b="1" i="1" smtClean="0">
                              <a:solidFill>
                                <a:schemeClr val="tx2"/>
                              </a:solidFill>
                              <a:latin typeface="Cambria Math" panose="02040503050406030204" pitchFamily="18" charset="0"/>
                            </a:rPr>
                            <m:t>𝟏</m:t>
                          </m:r>
                        </m:sub>
                      </m:sSub>
                    </m:oMath>
                  </m:oMathPara>
                </a14:m>
                <a:endParaRPr lang="es-ES" b="1" dirty="0">
                  <a:solidFill>
                    <a:schemeClr val="tx2"/>
                  </a:solidFill>
                </a:endParaRPr>
              </a:p>
            </p:txBody>
          </p:sp>
        </mc:Choice>
        <mc:Fallback xmlns="">
          <p:sp>
            <p:nvSpPr>
              <p:cNvPr id="1036" name="Rectángulo: esquinas redondeadas 1035">
                <a:extLst>
                  <a:ext uri="{FF2B5EF4-FFF2-40B4-BE49-F238E27FC236}">
                    <a16:creationId xmlns:a16="http://schemas.microsoft.com/office/drawing/2014/main" id="{375D67B4-6486-A516-ABC0-99742C8DE42C}"/>
                  </a:ext>
                </a:extLst>
              </p:cNvPr>
              <p:cNvSpPr>
                <a:spLocks noRot="1" noChangeAspect="1" noMove="1" noResize="1" noEditPoints="1" noAdjustHandles="1" noChangeArrowheads="1" noChangeShapeType="1" noTextEdit="1"/>
              </p:cNvSpPr>
              <p:nvPr/>
            </p:nvSpPr>
            <p:spPr>
              <a:xfrm>
                <a:off x="7949364" y="5793964"/>
                <a:ext cx="1274100" cy="982609"/>
              </a:xfrm>
              <a:prstGeom prst="roundRect">
                <a:avLst/>
              </a:prstGeom>
              <a:blipFill>
                <a:blip r:embed="rId4"/>
                <a:stretch>
                  <a:fillRect/>
                </a:stretch>
              </a:blipFill>
              <a:ln w="28575">
                <a:solidFill>
                  <a:schemeClr val="tx2"/>
                </a:solidFill>
              </a:ln>
            </p:spPr>
            <p:txBody>
              <a:bodyPr/>
              <a:lstStyle/>
              <a:p>
                <a:r>
                  <a:rPr lang="es-ES">
                    <a:noFill/>
                  </a:rPr>
                  <a:t> </a:t>
                </a:r>
              </a:p>
            </p:txBody>
          </p:sp>
        </mc:Fallback>
      </mc:AlternateContent>
      <p:sp>
        <p:nvSpPr>
          <p:cNvPr id="1038" name="Flecha: hacia la izquierda 1037">
            <a:extLst>
              <a:ext uri="{FF2B5EF4-FFF2-40B4-BE49-F238E27FC236}">
                <a16:creationId xmlns:a16="http://schemas.microsoft.com/office/drawing/2014/main" id="{23B9579B-95D7-FFB1-F441-40CB3B7A4802}"/>
              </a:ext>
            </a:extLst>
          </p:cNvPr>
          <p:cNvSpPr>
            <a:spLocks noChangeAspect="1"/>
          </p:cNvSpPr>
          <p:nvPr/>
        </p:nvSpPr>
        <p:spPr>
          <a:xfrm rot="2573124">
            <a:off x="7930932" y="5478405"/>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5F343C86-BBD4-A380-146F-A43021E20CB5}"/>
                  </a:ext>
                </a:extLst>
              </p:cNvPr>
              <p:cNvSpPr txBox="1"/>
              <p:nvPr/>
            </p:nvSpPr>
            <p:spPr>
              <a:xfrm>
                <a:off x="1948463" y="4615990"/>
                <a:ext cx="30190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accent5">
                                  <a:lumMod val="50000"/>
                                </a:schemeClr>
                              </a:solidFill>
                              <a:latin typeface="Cambria Math" panose="02040503050406030204" pitchFamily="18" charset="0"/>
                            </a:rPr>
                          </m:ctrlPr>
                        </m:sSubPr>
                        <m:e>
                          <m:r>
                            <a:rPr lang="es-ES" b="1" i="1" smtClean="0">
                              <a:solidFill>
                                <a:schemeClr val="accent5">
                                  <a:lumMod val="50000"/>
                                </a:schemeClr>
                              </a:solidFill>
                              <a:latin typeface="Cambria Math" panose="02040503050406030204" pitchFamily="18" charset="0"/>
                            </a:rPr>
                            <m:t>𝒂</m:t>
                          </m:r>
                        </m:e>
                        <m:sub>
                          <m:r>
                            <a:rPr lang="es-ES" b="1" i="1" smtClean="0">
                              <a:solidFill>
                                <a:schemeClr val="accent5">
                                  <a:lumMod val="50000"/>
                                </a:schemeClr>
                              </a:solidFill>
                              <a:latin typeface="Cambria Math" panose="02040503050406030204" pitchFamily="18" charset="0"/>
                            </a:rPr>
                            <m:t>𝟏</m:t>
                          </m:r>
                        </m:sub>
                      </m:sSub>
                    </m:oMath>
                  </m:oMathPara>
                </a14:m>
                <a:endParaRPr lang="es-ES" dirty="0"/>
              </a:p>
            </p:txBody>
          </p:sp>
        </mc:Choice>
        <mc:Fallback xmlns="">
          <p:sp>
            <p:nvSpPr>
              <p:cNvPr id="3" name="CuadroTexto 2">
                <a:extLst>
                  <a:ext uri="{FF2B5EF4-FFF2-40B4-BE49-F238E27FC236}">
                    <a16:creationId xmlns:a16="http://schemas.microsoft.com/office/drawing/2014/main" id="{5F343C86-BBD4-A380-146F-A43021E20CB5}"/>
                  </a:ext>
                </a:extLst>
              </p:cNvPr>
              <p:cNvSpPr txBox="1">
                <a:spLocks noRot="1" noChangeAspect="1" noMove="1" noResize="1" noEditPoints="1" noAdjustHandles="1" noChangeArrowheads="1" noChangeShapeType="1" noTextEdit="1"/>
              </p:cNvSpPr>
              <p:nvPr/>
            </p:nvSpPr>
            <p:spPr>
              <a:xfrm>
                <a:off x="1948463" y="4615990"/>
                <a:ext cx="301901" cy="369332"/>
              </a:xfrm>
              <a:prstGeom prst="rect">
                <a:avLst/>
              </a:prstGeom>
              <a:blipFill>
                <a:blip r:embed="rId5"/>
                <a:stretch>
                  <a:fillRect r="-34694"/>
                </a:stretch>
              </a:blipFill>
            </p:spPr>
            <p:txBody>
              <a:bodyPr/>
              <a:lstStyle/>
              <a:p>
                <a:r>
                  <a:rPr lang="es-ES">
                    <a:noFill/>
                  </a:rPr>
                  <a:t> </a:t>
                </a:r>
              </a:p>
            </p:txBody>
          </p:sp>
        </mc:Fallback>
      </mc:AlternateContent>
      <p:sp>
        <p:nvSpPr>
          <p:cNvPr id="6" name="Rectángulo 5">
            <a:extLst>
              <a:ext uri="{FF2B5EF4-FFF2-40B4-BE49-F238E27FC236}">
                <a16:creationId xmlns:a16="http://schemas.microsoft.com/office/drawing/2014/main" id="{AE6562E2-DAD4-E88D-1C0C-CABD7CE48733}"/>
              </a:ext>
            </a:extLst>
          </p:cNvPr>
          <p:cNvSpPr/>
          <p:nvPr/>
        </p:nvSpPr>
        <p:spPr>
          <a:xfrm>
            <a:off x="1062926" y="755375"/>
            <a:ext cx="1152000" cy="3924000"/>
          </a:xfrm>
          <a:prstGeom prst="rect">
            <a:avLst/>
          </a:pr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7" name="Rectángulo: esquinas redondeadas 6">
                <a:extLst>
                  <a:ext uri="{FF2B5EF4-FFF2-40B4-BE49-F238E27FC236}">
                    <a16:creationId xmlns:a16="http://schemas.microsoft.com/office/drawing/2014/main" id="{61889A39-DEB1-D1E0-86E8-DE06ADA1AB01}"/>
                  </a:ext>
                </a:extLst>
              </p:cNvPr>
              <p:cNvSpPr/>
              <p:nvPr/>
            </p:nvSpPr>
            <p:spPr>
              <a:xfrm>
                <a:off x="7204846" y="4335891"/>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a:solidFill>
                                <a:schemeClr val="tx1"/>
                              </a:solidFill>
                              <a:latin typeface="Cambria Math" panose="02040503050406030204" pitchFamily="18" charset="0"/>
                            </a:rPr>
                            <m:t>𝟏</m:t>
                          </m:r>
                          <m:r>
                            <a:rPr lang="es-ES" b="1" i="1">
                              <a:solidFill>
                                <a:schemeClr val="tx1"/>
                              </a:solidFill>
                              <a:latin typeface="Cambria Math" panose="02040503050406030204" pitchFamily="18" charset="0"/>
                            </a:rPr>
                            <m:t>𝑳</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7" name="Rectángulo: esquinas redondeadas 6">
                <a:extLst>
                  <a:ext uri="{FF2B5EF4-FFF2-40B4-BE49-F238E27FC236}">
                    <a16:creationId xmlns:a16="http://schemas.microsoft.com/office/drawing/2014/main" id="{61889A39-DEB1-D1E0-86E8-DE06ADA1AB01}"/>
                  </a:ext>
                </a:extLst>
              </p:cNvPr>
              <p:cNvSpPr>
                <a:spLocks noRot="1" noChangeAspect="1" noMove="1" noResize="1" noEditPoints="1" noAdjustHandles="1" noChangeArrowheads="1" noChangeShapeType="1" noTextEdit="1"/>
              </p:cNvSpPr>
              <p:nvPr/>
            </p:nvSpPr>
            <p:spPr>
              <a:xfrm>
                <a:off x="7204846" y="4335891"/>
                <a:ext cx="1274100" cy="982609"/>
              </a:xfrm>
              <a:prstGeom prst="roundRect">
                <a:avLst/>
              </a:prstGeom>
              <a:blipFill>
                <a:blip r:embed="rId6"/>
                <a:stretch>
                  <a:fillRect/>
                </a:stretch>
              </a:blipFill>
              <a:ln w="28575">
                <a:solidFill>
                  <a:schemeClr val="tx2"/>
                </a:solidFill>
              </a:ln>
            </p:spPr>
            <p:txBody>
              <a:bodyPr/>
              <a:lstStyle/>
              <a:p>
                <a:r>
                  <a:rPr lang="es-ES">
                    <a:noFill/>
                  </a:rPr>
                  <a:t> </a:t>
                </a:r>
              </a:p>
            </p:txBody>
          </p:sp>
        </mc:Fallback>
      </mc:AlternateContent>
      <p:sp>
        <p:nvSpPr>
          <p:cNvPr id="8" name="Signo menos 7">
            <a:extLst>
              <a:ext uri="{FF2B5EF4-FFF2-40B4-BE49-F238E27FC236}">
                <a16:creationId xmlns:a16="http://schemas.microsoft.com/office/drawing/2014/main" id="{5C6F7C2F-8930-25A6-4AD0-C8F32DD7F96D}"/>
              </a:ext>
            </a:extLst>
          </p:cNvPr>
          <p:cNvSpPr/>
          <p:nvPr/>
        </p:nvSpPr>
        <p:spPr>
          <a:xfrm>
            <a:off x="7652246" y="4705878"/>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Flecha: hacia la izquierda 8">
            <a:extLst>
              <a:ext uri="{FF2B5EF4-FFF2-40B4-BE49-F238E27FC236}">
                <a16:creationId xmlns:a16="http://schemas.microsoft.com/office/drawing/2014/main" id="{F7BB9B33-5B36-2409-662F-BC539B851AF6}"/>
              </a:ext>
            </a:extLst>
          </p:cNvPr>
          <p:cNvSpPr>
            <a:spLocks noChangeAspect="1"/>
          </p:cNvSpPr>
          <p:nvPr/>
        </p:nvSpPr>
        <p:spPr>
          <a:xfrm rot="7980000">
            <a:off x="8941742" y="5473698"/>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10" name="Rectángulo: esquinas redondeadas 9">
                <a:extLst>
                  <a:ext uri="{FF2B5EF4-FFF2-40B4-BE49-F238E27FC236}">
                    <a16:creationId xmlns:a16="http://schemas.microsoft.com/office/drawing/2014/main" id="{0FEAA1B0-5EED-7C4B-2BFC-0AD5F2C7B3DC}"/>
                  </a:ext>
                </a:extLst>
              </p:cNvPr>
              <p:cNvSpPr/>
              <p:nvPr/>
            </p:nvSpPr>
            <p:spPr>
              <a:xfrm>
                <a:off x="8851723" y="4359349"/>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a:solidFill>
                                <a:schemeClr val="tx1"/>
                              </a:solidFill>
                              <a:latin typeface="Cambria Math" panose="02040503050406030204" pitchFamily="18" charset="0"/>
                            </a:rPr>
                            <m:t>𝟏</m:t>
                          </m:r>
                          <m:r>
                            <a:rPr lang="es-ES" b="1" i="1" smtClean="0">
                              <a:solidFill>
                                <a:schemeClr val="tx1"/>
                              </a:solidFill>
                              <a:latin typeface="Cambria Math" panose="02040503050406030204" pitchFamily="18" charset="0"/>
                            </a:rPr>
                            <m:t>𝑹</m:t>
                          </m:r>
                        </m:sub>
                      </m:sSub>
                    </m:oMath>
                  </m:oMathPara>
                </a14:m>
                <a:endParaRPr lang="es-ES" b="1" dirty="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𝒙</m:t>
                          </m:r>
                        </m:e>
                        <m:sub>
                          <m:r>
                            <a:rPr lang="es-ES" b="1" i="1" smtClean="0">
                              <a:solidFill>
                                <a:schemeClr val="tx2"/>
                              </a:solidFill>
                              <a:latin typeface="Cambria Math" panose="02040503050406030204" pitchFamily="18" charset="0"/>
                            </a:rPr>
                            <m:t>𝟏</m:t>
                          </m:r>
                        </m:sub>
                      </m:sSub>
                      <m:r>
                        <a:rPr lang="es-ES" b="1" i="1" smtClean="0">
                          <a:solidFill>
                            <a:schemeClr val="tx2"/>
                          </a:solidFill>
                          <a:latin typeface="Cambria Math" panose="02040503050406030204" pitchFamily="18" charset="0"/>
                        </a:rPr>
                        <m:t>&gt;</m:t>
                      </m:r>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𝒂</m:t>
                          </m:r>
                        </m:e>
                        <m:sub>
                          <m:r>
                            <a:rPr lang="es-ES" b="1" i="1" smtClean="0">
                              <a:solidFill>
                                <a:schemeClr val="tx2"/>
                              </a:solidFill>
                              <a:latin typeface="Cambria Math" panose="02040503050406030204" pitchFamily="18" charset="0"/>
                            </a:rPr>
                            <m:t>𝟐</m:t>
                          </m:r>
                        </m:sub>
                      </m:sSub>
                    </m:oMath>
                  </m:oMathPara>
                </a14:m>
                <a:endParaRPr lang="es-ES" b="1" dirty="0">
                  <a:solidFill>
                    <a:schemeClr val="tx2"/>
                  </a:solidFill>
                </a:endParaRPr>
              </a:p>
            </p:txBody>
          </p:sp>
        </mc:Choice>
        <mc:Fallback xmlns="">
          <p:sp>
            <p:nvSpPr>
              <p:cNvPr id="10" name="Rectángulo: esquinas redondeadas 9">
                <a:extLst>
                  <a:ext uri="{FF2B5EF4-FFF2-40B4-BE49-F238E27FC236}">
                    <a16:creationId xmlns:a16="http://schemas.microsoft.com/office/drawing/2014/main" id="{0FEAA1B0-5EED-7C4B-2BFC-0AD5F2C7B3DC}"/>
                  </a:ext>
                </a:extLst>
              </p:cNvPr>
              <p:cNvSpPr>
                <a:spLocks noRot="1" noChangeAspect="1" noMove="1" noResize="1" noEditPoints="1" noAdjustHandles="1" noChangeArrowheads="1" noChangeShapeType="1" noTextEdit="1"/>
              </p:cNvSpPr>
              <p:nvPr/>
            </p:nvSpPr>
            <p:spPr>
              <a:xfrm>
                <a:off x="8851723" y="4359349"/>
                <a:ext cx="1274100" cy="982609"/>
              </a:xfrm>
              <a:prstGeom prst="roundRect">
                <a:avLst/>
              </a:prstGeom>
              <a:blipFill>
                <a:blip r:embed="rId7"/>
                <a:stretch>
                  <a:fillRect/>
                </a:stretch>
              </a:blipFill>
              <a:ln w="28575">
                <a:solidFill>
                  <a:schemeClr val="tx2"/>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52C89AE8-876E-6F7A-EC25-D6090C0191B2}"/>
                  </a:ext>
                </a:extLst>
              </p:cNvPr>
              <p:cNvSpPr txBox="1"/>
              <p:nvPr/>
            </p:nvSpPr>
            <p:spPr>
              <a:xfrm>
                <a:off x="4552069" y="4615990"/>
                <a:ext cx="30190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accent5">
                                  <a:lumMod val="50000"/>
                                </a:schemeClr>
                              </a:solidFill>
                              <a:latin typeface="Cambria Math" panose="02040503050406030204" pitchFamily="18" charset="0"/>
                            </a:rPr>
                          </m:ctrlPr>
                        </m:sSubPr>
                        <m:e>
                          <m:r>
                            <a:rPr lang="es-ES" b="1" i="1" smtClean="0">
                              <a:solidFill>
                                <a:schemeClr val="accent5">
                                  <a:lumMod val="50000"/>
                                </a:schemeClr>
                              </a:solidFill>
                              <a:latin typeface="Cambria Math" panose="02040503050406030204" pitchFamily="18" charset="0"/>
                            </a:rPr>
                            <m:t>𝒂</m:t>
                          </m:r>
                        </m:e>
                        <m:sub>
                          <m:r>
                            <a:rPr lang="es-ES" b="1" i="1" smtClean="0">
                              <a:solidFill>
                                <a:schemeClr val="accent5">
                                  <a:lumMod val="50000"/>
                                </a:schemeClr>
                              </a:solidFill>
                              <a:latin typeface="Cambria Math" panose="02040503050406030204" pitchFamily="18" charset="0"/>
                            </a:rPr>
                            <m:t>𝟐</m:t>
                          </m:r>
                        </m:sub>
                      </m:sSub>
                    </m:oMath>
                  </m:oMathPara>
                </a14:m>
                <a:endParaRPr lang="es-ES" dirty="0"/>
              </a:p>
            </p:txBody>
          </p:sp>
        </mc:Choice>
        <mc:Fallback xmlns="">
          <p:sp>
            <p:nvSpPr>
              <p:cNvPr id="2" name="CuadroTexto 1">
                <a:extLst>
                  <a:ext uri="{FF2B5EF4-FFF2-40B4-BE49-F238E27FC236}">
                    <a16:creationId xmlns:a16="http://schemas.microsoft.com/office/drawing/2014/main" id="{52C89AE8-876E-6F7A-EC25-D6090C0191B2}"/>
                  </a:ext>
                </a:extLst>
              </p:cNvPr>
              <p:cNvSpPr txBox="1">
                <a:spLocks noRot="1" noChangeAspect="1" noMove="1" noResize="1" noEditPoints="1" noAdjustHandles="1" noChangeArrowheads="1" noChangeShapeType="1" noTextEdit="1"/>
              </p:cNvSpPr>
              <p:nvPr/>
            </p:nvSpPr>
            <p:spPr>
              <a:xfrm>
                <a:off x="4552069" y="4615990"/>
                <a:ext cx="301901" cy="369332"/>
              </a:xfrm>
              <a:prstGeom prst="rect">
                <a:avLst/>
              </a:prstGeom>
              <a:blipFill>
                <a:blip r:embed="rId8"/>
                <a:stretch>
                  <a:fillRect r="-34694"/>
                </a:stretch>
              </a:blipFill>
            </p:spPr>
            <p:txBody>
              <a:bodyPr/>
              <a:lstStyle/>
              <a:p>
                <a:r>
                  <a:rPr lang="es-ES">
                    <a:noFill/>
                  </a:rPr>
                  <a:t> </a:t>
                </a:r>
              </a:p>
            </p:txBody>
          </p:sp>
        </mc:Fallback>
      </mc:AlternateContent>
      <p:sp>
        <p:nvSpPr>
          <p:cNvPr id="5" name="Flecha: hacia la izquierda 4">
            <a:extLst>
              <a:ext uri="{FF2B5EF4-FFF2-40B4-BE49-F238E27FC236}">
                <a16:creationId xmlns:a16="http://schemas.microsoft.com/office/drawing/2014/main" id="{03CB2706-D5D5-50A2-BB5E-EB01BAE4E06C}"/>
              </a:ext>
            </a:extLst>
          </p:cNvPr>
          <p:cNvSpPr>
            <a:spLocks noChangeAspect="1"/>
          </p:cNvSpPr>
          <p:nvPr/>
        </p:nvSpPr>
        <p:spPr>
          <a:xfrm rot="2573124">
            <a:off x="8843042" y="4043195"/>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 name="Flecha: hacia la izquierda 10">
            <a:extLst>
              <a:ext uri="{FF2B5EF4-FFF2-40B4-BE49-F238E27FC236}">
                <a16:creationId xmlns:a16="http://schemas.microsoft.com/office/drawing/2014/main" id="{EAE009F0-F59A-4F9F-8064-C6A17A42BF98}"/>
              </a:ext>
            </a:extLst>
          </p:cNvPr>
          <p:cNvSpPr>
            <a:spLocks noChangeAspect="1"/>
          </p:cNvSpPr>
          <p:nvPr/>
        </p:nvSpPr>
        <p:spPr>
          <a:xfrm rot="7980000">
            <a:off x="9844548" y="4050810"/>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15" name="Rectángulo: esquinas redondeadas 14">
                <a:extLst>
                  <a:ext uri="{FF2B5EF4-FFF2-40B4-BE49-F238E27FC236}">
                    <a16:creationId xmlns:a16="http://schemas.microsoft.com/office/drawing/2014/main" id="{29133EF4-6395-6810-226F-6A012FDFEE4A}"/>
                  </a:ext>
                </a:extLst>
              </p:cNvPr>
              <p:cNvSpPr/>
              <p:nvPr/>
            </p:nvSpPr>
            <p:spPr>
              <a:xfrm>
                <a:off x="9841543" y="2916508"/>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𝟐</m:t>
                          </m:r>
                          <m:r>
                            <a:rPr lang="es-ES" b="1" i="1">
                              <a:solidFill>
                                <a:schemeClr val="tx1"/>
                              </a:solidFill>
                              <a:latin typeface="Cambria Math" panose="02040503050406030204" pitchFamily="18" charset="0"/>
                            </a:rPr>
                            <m:t>𝑹</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15" name="Rectángulo: esquinas redondeadas 14">
                <a:extLst>
                  <a:ext uri="{FF2B5EF4-FFF2-40B4-BE49-F238E27FC236}">
                    <a16:creationId xmlns:a16="http://schemas.microsoft.com/office/drawing/2014/main" id="{29133EF4-6395-6810-226F-6A012FDFEE4A}"/>
                  </a:ext>
                </a:extLst>
              </p:cNvPr>
              <p:cNvSpPr>
                <a:spLocks noRot="1" noChangeAspect="1" noMove="1" noResize="1" noEditPoints="1" noAdjustHandles="1" noChangeArrowheads="1" noChangeShapeType="1" noTextEdit="1"/>
              </p:cNvSpPr>
              <p:nvPr/>
            </p:nvSpPr>
            <p:spPr>
              <a:xfrm>
                <a:off x="9841543" y="2916508"/>
                <a:ext cx="1274100" cy="982609"/>
              </a:xfrm>
              <a:prstGeom prst="roundRect">
                <a:avLst/>
              </a:prstGeom>
              <a:blipFill>
                <a:blip r:embed="rId9"/>
                <a:stretch>
                  <a:fillRect/>
                </a:stretch>
              </a:blipFill>
              <a:ln w="28575">
                <a:solidFill>
                  <a:schemeClr val="tx2"/>
                </a:solidFill>
              </a:ln>
            </p:spPr>
            <p:txBody>
              <a:bodyPr/>
              <a:lstStyle/>
              <a:p>
                <a:r>
                  <a:rPr lang="es-ES">
                    <a:noFill/>
                  </a:rPr>
                  <a:t> </a:t>
                </a:r>
              </a:p>
            </p:txBody>
          </p:sp>
        </mc:Fallback>
      </mc:AlternateContent>
      <p:sp>
        <p:nvSpPr>
          <p:cNvPr id="16" name="Signo menos 15">
            <a:extLst>
              <a:ext uri="{FF2B5EF4-FFF2-40B4-BE49-F238E27FC236}">
                <a16:creationId xmlns:a16="http://schemas.microsoft.com/office/drawing/2014/main" id="{02E2AC3E-AAE2-5F49-4E35-79C75809CE1E}"/>
              </a:ext>
            </a:extLst>
          </p:cNvPr>
          <p:cNvSpPr/>
          <p:nvPr/>
        </p:nvSpPr>
        <p:spPr>
          <a:xfrm>
            <a:off x="10301039" y="3345320"/>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7" name="Rectángulo: esquinas redondeadas 16">
                <a:extLst>
                  <a:ext uri="{FF2B5EF4-FFF2-40B4-BE49-F238E27FC236}">
                    <a16:creationId xmlns:a16="http://schemas.microsoft.com/office/drawing/2014/main" id="{0366BF07-AE50-ADC6-36B7-C44512C82D16}"/>
                  </a:ext>
                </a:extLst>
              </p:cNvPr>
              <p:cNvSpPr/>
              <p:nvPr/>
            </p:nvSpPr>
            <p:spPr>
              <a:xfrm>
                <a:off x="8160141" y="2924734"/>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𝟐</m:t>
                          </m:r>
                          <m:r>
                            <a:rPr lang="es-ES" b="1" i="1" smtClean="0">
                              <a:solidFill>
                                <a:schemeClr val="tx1"/>
                              </a:solidFill>
                              <a:latin typeface="Cambria Math" panose="02040503050406030204" pitchFamily="18" charset="0"/>
                            </a:rPr>
                            <m:t>𝑳</m:t>
                          </m:r>
                        </m:sub>
                      </m:sSub>
                    </m:oMath>
                  </m:oMathPara>
                </a14:m>
                <a:endParaRPr lang="es-ES" b="1" dirty="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𝒙</m:t>
                          </m:r>
                        </m:e>
                        <m:sub>
                          <m:r>
                            <a:rPr lang="es-ES" b="1" i="1" smtClean="0">
                              <a:solidFill>
                                <a:schemeClr val="tx2"/>
                              </a:solidFill>
                              <a:latin typeface="Cambria Math" panose="02040503050406030204" pitchFamily="18" charset="0"/>
                            </a:rPr>
                            <m:t>𝟐</m:t>
                          </m:r>
                        </m:sub>
                      </m:sSub>
                      <m:r>
                        <a:rPr lang="es-ES" b="1" i="1" smtClean="0">
                          <a:solidFill>
                            <a:schemeClr val="tx2"/>
                          </a:solidFill>
                          <a:latin typeface="Cambria Math" panose="02040503050406030204" pitchFamily="18" charset="0"/>
                        </a:rPr>
                        <m:t>&lt;</m:t>
                      </m:r>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𝒃</m:t>
                          </m:r>
                        </m:e>
                        <m:sub>
                          <m:r>
                            <a:rPr lang="es-ES" b="1" i="1" smtClean="0">
                              <a:solidFill>
                                <a:schemeClr val="tx2"/>
                              </a:solidFill>
                              <a:latin typeface="Cambria Math" panose="02040503050406030204" pitchFamily="18" charset="0"/>
                            </a:rPr>
                            <m:t>𝟏</m:t>
                          </m:r>
                        </m:sub>
                      </m:sSub>
                    </m:oMath>
                  </m:oMathPara>
                </a14:m>
                <a:endParaRPr lang="es-ES" b="1" dirty="0">
                  <a:solidFill>
                    <a:schemeClr val="tx2"/>
                  </a:solidFill>
                </a:endParaRPr>
              </a:p>
            </p:txBody>
          </p:sp>
        </mc:Choice>
        <mc:Fallback xmlns="">
          <p:sp>
            <p:nvSpPr>
              <p:cNvPr id="17" name="Rectángulo: esquinas redondeadas 16">
                <a:extLst>
                  <a:ext uri="{FF2B5EF4-FFF2-40B4-BE49-F238E27FC236}">
                    <a16:creationId xmlns:a16="http://schemas.microsoft.com/office/drawing/2014/main" id="{0366BF07-AE50-ADC6-36B7-C44512C82D16}"/>
                  </a:ext>
                </a:extLst>
              </p:cNvPr>
              <p:cNvSpPr>
                <a:spLocks noRot="1" noChangeAspect="1" noMove="1" noResize="1" noEditPoints="1" noAdjustHandles="1" noChangeArrowheads="1" noChangeShapeType="1" noTextEdit="1"/>
              </p:cNvSpPr>
              <p:nvPr/>
            </p:nvSpPr>
            <p:spPr>
              <a:xfrm>
                <a:off x="8160141" y="2924734"/>
                <a:ext cx="1274100" cy="982609"/>
              </a:xfrm>
              <a:prstGeom prst="roundRect">
                <a:avLst/>
              </a:prstGeom>
              <a:blipFill>
                <a:blip r:embed="rId10"/>
                <a:stretch>
                  <a:fillRect/>
                </a:stretch>
              </a:blipFill>
              <a:ln w="28575">
                <a:solidFill>
                  <a:schemeClr val="tx2"/>
                </a:solidFill>
              </a:ln>
            </p:spPr>
            <p:txBody>
              <a:bodyPr/>
              <a:lstStyle/>
              <a:p>
                <a:r>
                  <a:rPr lang="es-ES">
                    <a:noFill/>
                  </a:rPr>
                  <a:t> </a:t>
                </a:r>
              </a:p>
            </p:txBody>
          </p:sp>
        </mc:Fallback>
      </mc:AlternateContent>
      <p:sp>
        <p:nvSpPr>
          <p:cNvPr id="14" name="Rectángulo 13">
            <a:extLst>
              <a:ext uri="{FF2B5EF4-FFF2-40B4-BE49-F238E27FC236}">
                <a16:creationId xmlns:a16="http://schemas.microsoft.com/office/drawing/2014/main" id="{D8639010-FA8C-4585-67F9-9F717F0EB202}"/>
              </a:ext>
            </a:extLst>
          </p:cNvPr>
          <p:cNvSpPr/>
          <p:nvPr/>
        </p:nvSpPr>
        <p:spPr>
          <a:xfrm>
            <a:off x="2214926" y="3886980"/>
            <a:ext cx="2523532" cy="792395"/>
          </a:xfrm>
          <a:prstGeom prst="rect">
            <a:avLst/>
          </a:pr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9" name="Conector recto 18">
            <a:extLst>
              <a:ext uri="{FF2B5EF4-FFF2-40B4-BE49-F238E27FC236}">
                <a16:creationId xmlns:a16="http://schemas.microsoft.com/office/drawing/2014/main" id="{8E5D8EE1-1265-1310-6616-E33F197ECBE1}"/>
              </a:ext>
            </a:extLst>
          </p:cNvPr>
          <p:cNvCxnSpPr>
            <a:cxnSpLocks/>
          </p:cNvCxnSpPr>
          <p:nvPr/>
        </p:nvCxnSpPr>
        <p:spPr>
          <a:xfrm>
            <a:off x="4737015" y="755375"/>
            <a:ext cx="0" cy="39240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5340E93C-C6A4-1D2B-99C9-EA4DFF51E6F7}"/>
              </a:ext>
            </a:extLst>
          </p:cNvPr>
          <p:cNvCxnSpPr>
            <a:cxnSpLocks/>
          </p:cNvCxnSpPr>
          <p:nvPr/>
        </p:nvCxnSpPr>
        <p:spPr>
          <a:xfrm>
            <a:off x="2214926" y="755375"/>
            <a:ext cx="0" cy="39240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AF1C469D-269E-E6FA-CCC7-1F9D2C9AE14F}"/>
              </a:ext>
            </a:extLst>
          </p:cNvPr>
          <p:cNvCxnSpPr>
            <a:cxnSpLocks/>
          </p:cNvCxnSpPr>
          <p:nvPr/>
        </p:nvCxnSpPr>
        <p:spPr>
          <a:xfrm flipH="1">
            <a:off x="1062926" y="3886980"/>
            <a:ext cx="4676581"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E2B618AA-4813-9743-4696-C5F02597DDA3}"/>
                  </a:ext>
                </a:extLst>
              </p:cNvPr>
              <p:cNvSpPr txBox="1"/>
              <p:nvPr/>
            </p:nvSpPr>
            <p:spPr>
              <a:xfrm>
                <a:off x="668552" y="3702314"/>
                <a:ext cx="30190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accent5">
                                  <a:lumMod val="50000"/>
                                </a:schemeClr>
                              </a:solidFill>
                              <a:latin typeface="Cambria Math" panose="02040503050406030204" pitchFamily="18" charset="0"/>
                            </a:rPr>
                          </m:ctrlPr>
                        </m:sSubPr>
                        <m:e>
                          <m:r>
                            <a:rPr lang="es-ES" b="1" i="1" smtClean="0">
                              <a:solidFill>
                                <a:schemeClr val="accent5">
                                  <a:lumMod val="50000"/>
                                </a:schemeClr>
                              </a:solidFill>
                              <a:latin typeface="Cambria Math" panose="02040503050406030204" pitchFamily="18" charset="0"/>
                            </a:rPr>
                            <m:t>𝒃</m:t>
                          </m:r>
                        </m:e>
                        <m:sub>
                          <m:r>
                            <a:rPr lang="es-ES" b="1" i="1" smtClean="0">
                              <a:solidFill>
                                <a:schemeClr val="accent5">
                                  <a:lumMod val="50000"/>
                                </a:schemeClr>
                              </a:solidFill>
                              <a:latin typeface="Cambria Math" panose="02040503050406030204" pitchFamily="18" charset="0"/>
                            </a:rPr>
                            <m:t>𝟏</m:t>
                          </m:r>
                        </m:sub>
                      </m:sSub>
                    </m:oMath>
                  </m:oMathPara>
                </a14:m>
                <a:endParaRPr lang="es-ES" dirty="0"/>
              </a:p>
            </p:txBody>
          </p:sp>
        </mc:Choice>
        <mc:Fallback xmlns="">
          <p:sp>
            <p:nvSpPr>
              <p:cNvPr id="25" name="CuadroTexto 24">
                <a:extLst>
                  <a:ext uri="{FF2B5EF4-FFF2-40B4-BE49-F238E27FC236}">
                    <a16:creationId xmlns:a16="http://schemas.microsoft.com/office/drawing/2014/main" id="{E2B618AA-4813-9743-4696-C5F02597DDA3}"/>
                  </a:ext>
                </a:extLst>
              </p:cNvPr>
              <p:cNvSpPr txBox="1">
                <a:spLocks noRot="1" noChangeAspect="1" noMove="1" noResize="1" noEditPoints="1" noAdjustHandles="1" noChangeArrowheads="1" noChangeShapeType="1" noTextEdit="1"/>
              </p:cNvSpPr>
              <p:nvPr/>
            </p:nvSpPr>
            <p:spPr>
              <a:xfrm>
                <a:off x="668552" y="3702314"/>
                <a:ext cx="301901" cy="369332"/>
              </a:xfrm>
              <a:prstGeom prst="rect">
                <a:avLst/>
              </a:prstGeom>
              <a:blipFill>
                <a:blip r:embed="rId11"/>
                <a:stretch>
                  <a:fillRect r="-32653"/>
                </a:stretch>
              </a:blipFill>
            </p:spPr>
            <p:txBody>
              <a:bodyPr/>
              <a:lstStyle/>
              <a:p>
                <a:r>
                  <a:rPr lang="es-ES">
                    <a:noFill/>
                  </a:rPr>
                  <a:t> </a:t>
                </a:r>
              </a:p>
            </p:txBody>
          </p:sp>
        </mc:Fallback>
      </mc:AlternateContent>
      <p:sp>
        <p:nvSpPr>
          <p:cNvPr id="26" name="Flecha: hacia la izquierda 25">
            <a:extLst>
              <a:ext uri="{FF2B5EF4-FFF2-40B4-BE49-F238E27FC236}">
                <a16:creationId xmlns:a16="http://schemas.microsoft.com/office/drawing/2014/main" id="{A0A78F87-242B-DE22-33A2-DD1BD21B6CC9}"/>
              </a:ext>
            </a:extLst>
          </p:cNvPr>
          <p:cNvSpPr>
            <a:spLocks noChangeAspect="1"/>
          </p:cNvSpPr>
          <p:nvPr/>
        </p:nvSpPr>
        <p:spPr>
          <a:xfrm rot="2573124">
            <a:off x="8081313" y="2632035"/>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7" name="Flecha: hacia la izquierda 26">
            <a:extLst>
              <a:ext uri="{FF2B5EF4-FFF2-40B4-BE49-F238E27FC236}">
                <a16:creationId xmlns:a16="http://schemas.microsoft.com/office/drawing/2014/main" id="{F188949D-D828-08DA-A1C0-B8A9CFB0C362}"/>
              </a:ext>
            </a:extLst>
          </p:cNvPr>
          <p:cNvSpPr>
            <a:spLocks noChangeAspect="1"/>
          </p:cNvSpPr>
          <p:nvPr/>
        </p:nvSpPr>
        <p:spPr>
          <a:xfrm rot="7980000">
            <a:off x="9089411" y="2636743"/>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28" name="Rectángulo: esquinas redondeadas 27">
                <a:extLst>
                  <a:ext uri="{FF2B5EF4-FFF2-40B4-BE49-F238E27FC236}">
                    <a16:creationId xmlns:a16="http://schemas.microsoft.com/office/drawing/2014/main" id="{098BE8C4-475B-F90B-3AB3-0B6F8DD4E32C}"/>
                  </a:ext>
                </a:extLst>
              </p:cNvPr>
              <p:cNvSpPr/>
              <p:nvPr/>
            </p:nvSpPr>
            <p:spPr>
              <a:xfrm>
                <a:off x="7156726" y="1489521"/>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𝟑</m:t>
                          </m:r>
                          <m:r>
                            <a:rPr lang="es-ES" b="1" i="1">
                              <a:solidFill>
                                <a:schemeClr val="tx1"/>
                              </a:solidFill>
                              <a:latin typeface="Cambria Math" panose="02040503050406030204" pitchFamily="18" charset="0"/>
                            </a:rPr>
                            <m:t>𝑳</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28" name="Rectángulo: esquinas redondeadas 27">
                <a:extLst>
                  <a:ext uri="{FF2B5EF4-FFF2-40B4-BE49-F238E27FC236}">
                    <a16:creationId xmlns:a16="http://schemas.microsoft.com/office/drawing/2014/main" id="{098BE8C4-475B-F90B-3AB3-0B6F8DD4E32C}"/>
                  </a:ext>
                </a:extLst>
              </p:cNvPr>
              <p:cNvSpPr>
                <a:spLocks noRot="1" noChangeAspect="1" noMove="1" noResize="1" noEditPoints="1" noAdjustHandles="1" noChangeArrowheads="1" noChangeShapeType="1" noTextEdit="1"/>
              </p:cNvSpPr>
              <p:nvPr/>
            </p:nvSpPr>
            <p:spPr>
              <a:xfrm>
                <a:off x="7156726" y="1489521"/>
                <a:ext cx="1274100" cy="982609"/>
              </a:xfrm>
              <a:prstGeom prst="roundRect">
                <a:avLst/>
              </a:prstGeom>
              <a:blipFill>
                <a:blip r:embed="rId12"/>
                <a:stretch>
                  <a:fillRect/>
                </a:stretch>
              </a:blipFill>
              <a:ln w="28575">
                <a:solidFill>
                  <a:schemeClr val="tx2"/>
                </a:solidFill>
              </a:ln>
            </p:spPr>
            <p:txBody>
              <a:bodyPr/>
              <a:lstStyle/>
              <a:p>
                <a:r>
                  <a:rPr lang="es-ES">
                    <a:noFill/>
                  </a:rPr>
                  <a:t> </a:t>
                </a:r>
              </a:p>
            </p:txBody>
          </p:sp>
        </mc:Fallback>
      </mc:AlternateContent>
      <p:sp>
        <p:nvSpPr>
          <p:cNvPr id="29" name="Signo menos 28">
            <a:extLst>
              <a:ext uri="{FF2B5EF4-FFF2-40B4-BE49-F238E27FC236}">
                <a16:creationId xmlns:a16="http://schemas.microsoft.com/office/drawing/2014/main" id="{483C2B13-9DB8-9C9D-71CF-E88CF8FCC863}"/>
              </a:ext>
            </a:extLst>
          </p:cNvPr>
          <p:cNvSpPr/>
          <p:nvPr/>
        </p:nvSpPr>
        <p:spPr>
          <a:xfrm>
            <a:off x="7616222" y="1918333"/>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30" name="Rectángulo: esquinas redondeadas 29">
                <a:extLst>
                  <a:ext uri="{FF2B5EF4-FFF2-40B4-BE49-F238E27FC236}">
                    <a16:creationId xmlns:a16="http://schemas.microsoft.com/office/drawing/2014/main" id="{401AA24E-FD20-DB0E-28BE-903816A44F24}"/>
                  </a:ext>
                </a:extLst>
              </p:cNvPr>
              <p:cNvSpPr/>
              <p:nvPr/>
            </p:nvSpPr>
            <p:spPr>
              <a:xfrm>
                <a:off x="8938737" y="1513577"/>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𝟑</m:t>
                          </m:r>
                          <m:r>
                            <a:rPr lang="es-ES" b="1" i="1">
                              <a:solidFill>
                                <a:schemeClr val="tx1"/>
                              </a:solidFill>
                              <a:latin typeface="Cambria Math" panose="02040503050406030204" pitchFamily="18" charset="0"/>
                            </a:rPr>
                            <m:t>𝑹</m:t>
                          </m:r>
                        </m:sub>
                      </m:sSub>
                    </m:oMath>
                  </m:oMathPara>
                </a14:m>
                <a:endParaRPr lang="es-ES" b="1" dirty="0">
                  <a:solidFill>
                    <a:schemeClr val="tx1"/>
                  </a:solidFill>
                </a:endParaRPr>
              </a:p>
              <a:p>
                <a:pPr algn="ctr"/>
                <a14:m>
                  <m:oMathPara xmlns:m="http://schemas.openxmlformats.org/officeDocument/2006/math">
                    <m:oMathParaPr>
                      <m:jc m:val="centerGroup"/>
                    </m:oMathParaPr>
                    <m:oMath xmlns:m="http://schemas.openxmlformats.org/officeDocument/2006/math">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𝒙</m:t>
                          </m:r>
                        </m:e>
                        <m:sub>
                          <m:r>
                            <a:rPr lang="es-ES" b="1" i="1" smtClean="0">
                              <a:solidFill>
                                <a:schemeClr val="tx2"/>
                              </a:solidFill>
                              <a:latin typeface="Cambria Math" panose="02040503050406030204" pitchFamily="18" charset="0"/>
                            </a:rPr>
                            <m:t>𝟐</m:t>
                          </m:r>
                        </m:sub>
                      </m:sSub>
                      <m:r>
                        <a:rPr lang="es-ES" b="1" i="1" smtClean="0">
                          <a:solidFill>
                            <a:schemeClr val="tx2"/>
                          </a:solidFill>
                          <a:latin typeface="Cambria Math" panose="02040503050406030204" pitchFamily="18" charset="0"/>
                        </a:rPr>
                        <m:t>&gt;</m:t>
                      </m:r>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𝒃</m:t>
                          </m:r>
                        </m:e>
                        <m:sub>
                          <m:r>
                            <a:rPr lang="es-ES" b="1" i="1" smtClean="0">
                              <a:solidFill>
                                <a:schemeClr val="tx2"/>
                              </a:solidFill>
                              <a:latin typeface="Cambria Math" panose="02040503050406030204" pitchFamily="18" charset="0"/>
                            </a:rPr>
                            <m:t>𝟐</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30" name="Rectángulo: esquinas redondeadas 29">
                <a:extLst>
                  <a:ext uri="{FF2B5EF4-FFF2-40B4-BE49-F238E27FC236}">
                    <a16:creationId xmlns:a16="http://schemas.microsoft.com/office/drawing/2014/main" id="{401AA24E-FD20-DB0E-28BE-903816A44F24}"/>
                  </a:ext>
                </a:extLst>
              </p:cNvPr>
              <p:cNvSpPr>
                <a:spLocks noRot="1" noChangeAspect="1" noMove="1" noResize="1" noEditPoints="1" noAdjustHandles="1" noChangeArrowheads="1" noChangeShapeType="1" noTextEdit="1"/>
              </p:cNvSpPr>
              <p:nvPr/>
            </p:nvSpPr>
            <p:spPr>
              <a:xfrm>
                <a:off x="8938737" y="1513577"/>
                <a:ext cx="1274100" cy="982609"/>
              </a:xfrm>
              <a:prstGeom prst="roundRect">
                <a:avLst/>
              </a:prstGeom>
              <a:blipFill>
                <a:blip r:embed="rId13"/>
                <a:stretch>
                  <a:fillRect/>
                </a:stretch>
              </a:blipFill>
              <a:ln w="28575">
                <a:solidFill>
                  <a:schemeClr val="tx2"/>
                </a:solidFill>
              </a:ln>
            </p:spPr>
            <p:txBody>
              <a:bodyPr/>
              <a:lstStyle/>
              <a:p>
                <a:r>
                  <a:rPr lang="es-ES">
                    <a:noFill/>
                  </a:rPr>
                  <a:t> </a:t>
                </a:r>
              </a:p>
            </p:txBody>
          </p:sp>
        </mc:Fallback>
      </mc:AlternateContent>
      <p:cxnSp>
        <p:nvCxnSpPr>
          <p:cNvPr id="22" name="Conector recto 21">
            <a:extLst>
              <a:ext uri="{FF2B5EF4-FFF2-40B4-BE49-F238E27FC236}">
                <a16:creationId xmlns:a16="http://schemas.microsoft.com/office/drawing/2014/main" id="{ABDE2E6A-B54E-2FC8-21D5-C7A20BE8919F}"/>
              </a:ext>
            </a:extLst>
          </p:cNvPr>
          <p:cNvCxnSpPr>
            <a:cxnSpLocks/>
          </p:cNvCxnSpPr>
          <p:nvPr/>
        </p:nvCxnSpPr>
        <p:spPr>
          <a:xfrm flipH="1">
            <a:off x="1062926" y="1738812"/>
            <a:ext cx="4676581"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4" name="Rectángulo 23">
            <a:extLst>
              <a:ext uri="{FF2B5EF4-FFF2-40B4-BE49-F238E27FC236}">
                <a16:creationId xmlns:a16="http://schemas.microsoft.com/office/drawing/2014/main" id="{8CF45619-897D-7898-134F-51563312EECF}"/>
              </a:ext>
            </a:extLst>
          </p:cNvPr>
          <p:cNvSpPr/>
          <p:nvPr/>
        </p:nvSpPr>
        <p:spPr>
          <a:xfrm>
            <a:off x="2211821" y="755063"/>
            <a:ext cx="2523530" cy="979883"/>
          </a:xfrm>
          <a:prstGeom prst="rect">
            <a:avLst/>
          </a:pr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7858BDC0-B55D-32D0-8B2A-8967A3D1279B}"/>
                  </a:ext>
                </a:extLst>
              </p:cNvPr>
              <p:cNvSpPr txBox="1"/>
              <p:nvPr/>
            </p:nvSpPr>
            <p:spPr>
              <a:xfrm>
                <a:off x="650540" y="1490022"/>
                <a:ext cx="30190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accent5">
                                  <a:lumMod val="50000"/>
                                </a:schemeClr>
                              </a:solidFill>
                              <a:latin typeface="Cambria Math" panose="02040503050406030204" pitchFamily="18" charset="0"/>
                            </a:rPr>
                          </m:ctrlPr>
                        </m:sSubPr>
                        <m:e>
                          <m:r>
                            <a:rPr lang="es-ES" b="1" i="1" smtClean="0">
                              <a:solidFill>
                                <a:schemeClr val="accent5">
                                  <a:lumMod val="50000"/>
                                </a:schemeClr>
                              </a:solidFill>
                              <a:latin typeface="Cambria Math" panose="02040503050406030204" pitchFamily="18" charset="0"/>
                            </a:rPr>
                            <m:t>𝒃</m:t>
                          </m:r>
                        </m:e>
                        <m:sub>
                          <m:r>
                            <a:rPr lang="es-ES" b="1" i="1" smtClean="0">
                              <a:solidFill>
                                <a:schemeClr val="accent5">
                                  <a:lumMod val="50000"/>
                                </a:schemeClr>
                              </a:solidFill>
                              <a:latin typeface="Cambria Math" panose="02040503050406030204" pitchFamily="18" charset="0"/>
                            </a:rPr>
                            <m:t>𝟐</m:t>
                          </m:r>
                        </m:sub>
                      </m:sSub>
                    </m:oMath>
                  </m:oMathPara>
                </a14:m>
                <a:endParaRPr lang="es-ES" dirty="0"/>
              </a:p>
            </p:txBody>
          </p:sp>
        </mc:Choice>
        <mc:Fallback xmlns="">
          <p:sp>
            <p:nvSpPr>
              <p:cNvPr id="32" name="CuadroTexto 31">
                <a:extLst>
                  <a:ext uri="{FF2B5EF4-FFF2-40B4-BE49-F238E27FC236}">
                    <a16:creationId xmlns:a16="http://schemas.microsoft.com/office/drawing/2014/main" id="{7858BDC0-B55D-32D0-8B2A-8967A3D1279B}"/>
                  </a:ext>
                </a:extLst>
              </p:cNvPr>
              <p:cNvSpPr txBox="1">
                <a:spLocks noRot="1" noChangeAspect="1" noMove="1" noResize="1" noEditPoints="1" noAdjustHandles="1" noChangeArrowheads="1" noChangeShapeType="1" noTextEdit="1"/>
              </p:cNvSpPr>
              <p:nvPr/>
            </p:nvSpPr>
            <p:spPr>
              <a:xfrm>
                <a:off x="650540" y="1490022"/>
                <a:ext cx="301901" cy="369332"/>
              </a:xfrm>
              <a:prstGeom prst="rect">
                <a:avLst/>
              </a:prstGeom>
              <a:blipFill>
                <a:blip r:embed="rId14"/>
                <a:stretch>
                  <a:fillRect r="-32653"/>
                </a:stretch>
              </a:blipFill>
            </p:spPr>
            <p:txBody>
              <a:bodyPr/>
              <a:lstStyle/>
              <a:p>
                <a:r>
                  <a:rPr lang="es-ES">
                    <a:noFill/>
                  </a:rPr>
                  <a:t> </a:t>
                </a:r>
              </a:p>
            </p:txBody>
          </p:sp>
        </mc:Fallback>
      </mc:AlternateContent>
      <p:sp>
        <p:nvSpPr>
          <p:cNvPr id="33" name="Flecha: hacia la izquierda 32">
            <a:extLst>
              <a:ext uri="{FF2B5EF4-FFF2-40B4-BE49-F238E27FC236}">
                <a16:creationId xmlns:a16="http://schemas.microsoft.com/office/drawing/2014/main" id="{2BB14BD2-FFE6-AFF6-6084-CC4C5F3BEDE3}"/>
              </a:ext>
            </a:extLst>
          </p:cNvPr>
          <p:cNvSpPr>
            <a:spLocks noChangeAspect="1"/>
          </p:cNvSpPr>
          <p:nvPr/>
        </p:nvSpPr>
        <p:spPr>
          <a:xfrm rot="2573124">
            <a:off x="8946425" y="1241129"/>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4" name="Flecha: hacia la izquierda 33">
            <a:extLst>
              <a:ext uri="{FF2B5EF4-FFF2-40B4-BE49-F238E27FC236}">
                <a16:creationId xmlns:a16="http://schemas.microsoft.com/office/drawing/2014/main" id="{EA711F5C-3831-CEA0-26BD-210C905FAC00}"/>
              </a:ext>
            </a:extLst>
          </p:cNvPr>
          <p:cNvSpPr>
            <a:spLocks noChangeAspect="1"/>
          </p:cNvSpPr>
          <p:nvPr/>
        </p:nvSpPr>
        <p:spPr>
          <a:xfrm rot="7980000">
            <a:off x="9868007" y="1217897"/>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35" name="Rectángulo: esquinas redondeadas 34">
                <a:extLst>
                  <a:ext uri="{FF2B5EF4-FFF2-40B4-BE49-F238E27FC236}">
                    <a16:creationId xmlns:a16="http://schemas.microsoft.com/office/drawing/2014/main" id="{759D9518-DEA9-702C-CE0E-A0EA58FB1AA7}"/>
                  </a:ext>
                </a:extLst>
              </p:cNvPr>
              <p:cNvSpPr/>
              <p:nvPr/>
            </p:nvSpPr>
            <p:spPr>
              <a:xfrm>
                <a:off x="8043221" y="131166"/>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𝟒</m:t>
                          </m:r>
                          <m:r>
                            <a:rPr lang="es-ES" b="1" i="1">
                              <a:solidFill>
                                <a:schemeClr val="tx1"/>
                              </a:solidFill>
                              <a:latin typeface="Cambria Math" panose="02040503050406030204" pitchFamily="18" charset="0"/>
                            </a:rPr>
                            <m:t>𝑳</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35" name="Rectángulo: esquinas redondeadas 34">
                <a:extLst>
                  <a:ext uri="{FF2B5EF4-FFF2-40B4-BE49-F238E27FC236}">
                    <a16:creationId xmlns:a16="http://schemas.microsoft.com/office/drawing/2014/main" id="{759D9518-DEA9-702C-CE0E-A0EA58FB1AA7}"/>
                  </a:ext>
                </a:extLst>
              </p:cNvPr>
              <p:cNvSpPr>
                <a:spLocks noRot="1" noChangeAspect="1" noMove="1" noResize="1" noEditPoints="1" noAdjustHandles="1" noChangeArrowheads="1" noChangeShapeType="1" noTextEdit="1"/>
              </p:cNvSpPr>
              <p:nvPr/>
            </p:nvSpPr>
            <p:spPr>
              <a:xfrm>
                <a:off x="8043221" y="131166"/>
                <a:ext cx="1274100" cy="982609"/>
              </a:xfrm>
              <a:prstGeom prst="roundRect">
                <a:avLst/>
              </a:prstGeom>
              <a:blipFill>
                <a:blip r:embed="rId15"/>
                <a:stretch>
                  <a:fillRect/>
                </a:stretch>
              </a:blipFill>
              <a:ln w="28575">
                <a:solidFill>
                  <a:schemeClr val="tx2"/>
                </a:solidFill>
              </a:ln>
            </p:spPr>
            <p:txBody>
              <a:bodyPr/>
              <a:lstStyle/>
              <a:p>
                <a:r>
                  <a:rPr lang="es-ES">
                    <a:noFill/>
                  </a:rPr>
                  <a:t> </a:t>
                </a:r>
              </a:p>
            </p:txBody>
          </p:sp>
        </mc:Fallback>
      </mc:AlternateContent>
      <p:sp>
        <p:nvSpPr>
          <p:cNvPr id="37" name="Signo más 36">
            <a:extLst>
              <a:ext uri="{FF2B5EF4-FFF2-40B4-BE49-F238E27FC236}">
                <a16:creationId xmlns:a16="http://schemas.microsoft.com/office/drawing/2014/main" id="{BA92E1E4-F40B-5604-B291-206FB8572250}"/>
              </a:ext>
            </a:extLst>
          </p:cNvPr>
          <p:cNvSpPr/>
          <p:nvPr/>
        </p:nvSpPr>
        <p:spPr>
          <a:xfrm>
            <a:off x="8475354" y="542239"/>
            <a:ext cx="360000" cy="360000"/>
          </a:xfrm>
          <a:prstGeom prst="mathPlus">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9" name="Signo menos 38">
            <a:extLst>
              <a:ext uri="{FF2B5EF4-FFF2-40B4-BE49-F238E27FC236}">
                <a16:creationId xmlns:a16="http://schemas.microsoft.com/office/drawing/2014/main" id="{7F9DD49B-9F44-1AB3-DAFF-513B1282AD3E}"/>
              </a:ext>
            </a:extLst>
          </p:cNvPr>
          <p:cNvSpPr/>
          <p:nvPr/>
        </p:nvSpPr>
        <p:spPr>
          <a:xfrm>
            <a:off x="10296768" y="543987"/>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Rectángulo 39">
            <a:extLst>
              <a:ext uri="{FF2B5EF4-FFF2-40B4-BE49-F238E27FC236}">
                <a16:creationId xmlns:a16="http://schemas.microsoft.com/office/drawing/2014/main" id="{E21EB523-3B5C-F7D3-7EC4-B1313456F40B}"/>
              </a:ext>
            </a:extLst>
          </p:cNvPr>
          <p:cNvSpPr/>
          <p:nvPr/>
        </p:nvSpPr>
        <p:spPr>
          <a:xfrm>
            <a:off x="2207735" y="1749602"/>
            <a:ext cx="2523530" cy="2143735"/>
          </a:xfrm>
          <a:prstGeom prst="rect">
            <a:avLst/>
          </a:prstGeom>
          <a:solidFill>
            <a:srgbClr val="F3BFB3">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1097" name="CuadroTexto 1096">
                <a:extLst>
                  <a:ext uri="{FF2B5EF4-FFF2-40B4-BE49-F238E27FC236}">
                    <a16:creationId xmlns:a16="http://schemas.microsoft.com/office/drawing/2014/main" id="{56C874EF-9831-7959-16B6-A19445FA7019}"/>
                  </a:ext>
                </a:extLst>
              </p:cNvPr>
              <p:cNvSpPr txBox="1"/>
              <p:nvPr/>
            </p:nvSpPr>
            <p:spPr>
              <a:xfrm>
                <a:off x="1146940" y="891945"/>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latin typeface="Cambria Math" panose="02040503050406030204" pitchFamily="18" charset="0"/>
                            </a:rPr>
                          </m:ctrlPr>
                        </m:sSubPr>
                        <m:e>
                          <m:r>
                            <a:rPr lang="es-ES" b="1" i="1">
                              <a:latin typeface="Cambria Math" panose="02040503050406030204" pitchFamily="18" charset="0"/>
                            </a:rPr>
                            <m:t>𝑵</m:t>
                          </m:r>
                        </m:e>
                        <m:sub>
                          <m:r>
                            <a:rPr lang="es-ES" b="1" i="1" smtClean="0">
                              <a:latin typeface="Cambria Math" panose="02040503050406030204" pitchFamily="18" charset="0"/>
                            </a:rPr>
                            <m:t>𝟏</m:t>
                          </m:r>
                          <m:r>
                            <a:rPr lang="es-ES" b="1" i="1">
                              <a:latin typeface="Cambria Math" panose="02040503050406030204" pitchFamily="18" charset="0"/>
                            </a:rPr>
                            <m:t>𝑳</m:t>
                          </m:r>
                        </m:sub>
                      </m:sSub>
                    </m:oMath>
                  </m:oMathPara>
                </a14:m>
                <a:endParaRPr lang="es-ES" dirty="0"/>
              </a:p>
            </p:txBody>
          </p:sp>
        </mc:Choice>
        <mc:Fallback xmlns="">
          <p:sp>
            <p:nvSpPr>
              <p:cNvPr id="1097" name="CuadroTexto 1096">
                <a:extLst>
                  <a:ext uri="{FF2B5EF4-FFF2-40B4-BE49-F238E27FC236}">
                    <a16:creationId xmlns:a16="http://schemas.microsoft.com/office/drawing/2014/main" id="{56C874EF-9831-7959-16B6-A19445FA7019}"/>
                  </a:ext>
                </a:extLst>
              </p:cNvPr>
              <p:cNvSpPr txBox="1">
                <a:spLocks noRot="1" noChangeAspect="1" noMove="1" noResize="1" noEditPoints="1" noAdjustHandles="1" noChangeArrowheads="1" noChangeShapeType="1" noTextEdit="1"/>
              </p:cNvSpPr>
              <p:nvPr/>
            </p:nvSpPr>
            <p:spPr>
              <a:xfrm>
                <a:off x="1146940" y="891945"/>
                <a:ext cx="491986" cy="369332"/>
              </a:xfrm>
              <a:prstGeom prst="rect">
                <a:avLst/>
              </a:prstGeom>
              <a:blipFill>
                <a:blip r:embed="rId17"/>
                <a:stretch>
                  <a:fillRect r="-617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98" name="CuadroTexto 1097">
                <a:extLst>
                  <a:ext uri="{FF2B5EF4-FFF2-40B4-BE49-F238E27FC236}">
                    <a16:creationId xmlns:a16="http://schemas.microsoft.com/office/drawing/2014/main" id="{C808225B-A528-6F29-B668-6C709B23F71B}"/>
                  </a:ext>
                </a:extLst>
              </p:cNvPr>
              <p:cNvSpPr txBox="1"/>
              <p:nvPr/>
            </p:nvSpPr>
            <p:spPr>
              <a:xfrm>
                <a:off x="5190509" y="835623"/>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a:latin typeface="Cambria Math" panose="02040503050406030204" pitchFamily="18" charset="0"/>
                            </a:rPr>
                          </m:ctrlPr>
                        </m:sSubPr>
                        <m:e>
                          <m:r>
                            <a:rPr lang="es-ES" b="1" i="1">
                              <a:latin typeface="Cambria Math" panose="02040503050406030204" pitchFamily="18" charset="0"/>
                            </a:rPr>
                            <m:t>𝑵</m:t>
                          </m:r>
                        </m:e>
                        <m:sub>
                          <m:r>
                            <a:rPr lang="es-ES" b="1" i="1">
                              <a:latin typeface="Cambria Math" panose="02040503050406030204" pitchFamily="18" charset="0"/>
                            </a:rPr>
                            <m:t>𝟐</m:t>
                          </m:r>
                          <m:r>
                            <a:rPr lang="es-ES" b="1" i="1">
                              <a:latin typeface="Cambria Math" panose="02040503050406030204" pitchFamily="18" charset="0"/>
                            </a:rPr>
                            <m:t>𝑳</m:t>
                          </m:r>
                        </m:sub>
                      </m:sSub>
                    </m:oMath>
                  </m:oMathPara>
                </a14:m>
                <a:endParaRPr lang="es-ES" dirty="0"/>
              </a:p>
            </p:txBody>
          </p:sp>
        </mc:Choice>
        <mc:Fallback xmlns="">
          <p:sp>
            <p:nvSpPr>
              <p:cNvPr id="1098" name="CuadroTexto 1097">
                <a:extLst>
                  <a:ext uri="{FF2B5EF4-FFF2-40B4-BE49-F238E27FC236}">
                    <a16:creationId xmlns:a16="http://schemas.microsoft.com/office/drawing/2014/main" id="{C808225B-A528-6F29-B668-6C709B23F71B}"/>
                  </a:ext>
                </a:extLst>
              </p:cNvPr>
              <p:cNvSpPr txBox="1">
                <a:spLocks noRot="1" noChangeAspect="1" noMove="1" noResize="1" noEditPoints="1" noAdjustHandles="1" noChangeArrowheads="1" noChangeShapeType="1" noTextEdit="1"/>
              </p:cNvSpPr>
              <p:nvPr/>
            </p:nvSpPr>
            <p:spPr>
              <a:xfrm>
                <a:off x="5190509" y="835623"/>
                <a:ext cx="491986" cy="369332"/>
              </a:xfrm>
              <a:prstGeom prst="rect">
                <a:avLst/>
              </a:prstGeom>
              <a:blipFill>
                <a:blip r:embed="rId18"/>
                <a:stretch>
                  <a:fillRect r="-617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99" name="CuadroTexto 1098">
                <a:extLst>
                  <a:ext uri="{FF2B5EF4-FFF2-40B4-BE49-F238E27FC236}">
                    <a16:creationId xmlns:a16="http://schemas.microsoft.com/office/drawing/2014/main" id="{7D40CBD6-7708-15C9-5513-4C6AAE92FC38}"/>
                  </a:ext>
                </a:extLst>
              </p:cNvPr>
              <p:cNvSpPr txBox="1"/>
              <p:nvPr/>
            </p:nvSpPr>
            <p:spPr>
              <a:xfrm>
                <a:off x="4187147" y="1758945"/>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latin typeface="Cambria Math" panose="02040503050406030204" pitchFamily="18" charset="0"/>
                            </a:rPr>
                          </m:ctrlPr>
                        </m:sSubPr>
                        <m:e>
                          <m:r>
                            <a:rPr lang="es-ES" b="1" i="1">
                              <a:latin typeface="Cambria Math" panose="02040503050406030204" pitchFamily="18" charset="0"/>
                            </a:rPr>
                            <m:t>𝑵</m:t>
                          </m:r>
                        </m:e>
                        <m:sub>
                          <m:r>
                            <a:rPr lang="es-ES" b="1" i="1" smtClean="0">
                              <a:latin typeface="Cambria Math" panose="02040503050406030204" pitchFamily="18" charset="0"/>
                            </a:rPr>
                            <m:t>𝟒</m:t>
                          </m:r>
                          <m:r>
                            <a:rPr lang="es-ES" b="1" i="1" smtClean="0">
                              <a:latin typeface="Cambria Math" panose="02040503050406030204" pitchFamily="18" charset="0"/>
                            </a:rPr>
                            <m:t>𝑳</m:t>
                          </m:r>
                        </m:sub>
                      </m:sSub>
                    </m:oMath>
                  </m:oMathPara>
                </a14:m>
                <a:endParaRPr lang="es-ES" dirty="0"/>
              </a:p>
            </p:txBody>
          </p:sp>
        </mc:Choice>
        <mc:Fallback xmlns="">
          <p:sp>
            <p:nvSpPr>
              <p:cNvPr id="1099" name="CuadroTexto 1098">
                <a:extLst>
                  <a:ext uri="{FF2B5EF4-FFF2-40B4-BE49-F238E27FC236}">
                    <a16:creationId xmlns:a16="http://schemas.microsoft.com/office/drawing/2014/main" id="{7D40CBD6-7708-15C9-5513-4C6AAE92FC38}"/>
                  </a:ext>
                </a:extLst>
              </p:cNvPr>
              <p:cNvSpPr txBox="1">
                <a:spLocks noRot="1" noChangeAspect="1" noMove="1" noResize="1" noEditPoints="1" noAdjustHandles="1" noChangeArrowheads="1" noChangeShapeType="1" noTextEdit="1"/>
              </p:cNvSpPr>
              <p:nvPr/>
            </p:nvSpPr>
            <p:spPr>
              <a:xfrm>
                <a:off x="4187147" y="1758945"/>
                <a:ext cx="491986" cy="369332"/>
              </a:xfrm>
              <a:prstGeom prst="rect">
                <a:avLst/>
              </a:prstGeom>
              <a:blipFill>
                <a:blip r:embed="rId19"/>
                <a:stretch>
                  <a:fillRect r="-617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00" name="CuadroTexto 1099">
                <a:extLst>
                  <a:ext uri="{FF2B5EF4-FFF2-40B4-BE49-F238E27FC236}">
                    <a16:creationId xmlns:a16="http://schemas.microsoft.com/office/drawing/2014/main" id="{785B872A-9D9C-7993-7AF6-35D7DEC9E1AB}"/>
                  </a:ext>
                </a:extLst>
              </p:cNvPr>
              <p:cNvSpPr txBox="1"/>
              <p:nvPr/>
            </p:nvSpPr>
            <p:spPr>
              <a:xfrm>
                <a:off x="3154568" y="3980870"/>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latin typeface="Cambria Math" panose="02040503050406030204" pitchFamily="18" charset="0"/>
                            </a:rPr>
                          </m:ctrlPr>
                        </m:sSubPr>
                        <m:e>
                          <m:r>
                            <a:rPr lang="es-ES" b="1" i="1">
                              <a:latin typeface="Cambria Math" panose="02040503050406030204" pitchFamily="18" charset="0"/>
                            </a:rPr>
                            <m:t>𝑵</m:t>
                          </m:r>
                        </m:e>
                        <m:sub>
                          <m:r>
                            <a:rPr lang="es-ES" b="1" i="1" smtClean="0">
                              <a:latin typeface="Cambria Math" panose="02040503050406030204" pitchFamily="18" charset="0"/>
                            </a:rPr>
                            <m:t>𝟑</m:t>
                          </m:r>
                          <m:r>
                            <a:rPr lang="es-ES" b="1" i="1">
                              <a:latin typeface="Cambria Math" panose="02040503050406030204" pitchFamily="18" charset="0"/>
                            </a:rPr>
                            <m:t>𝑳</m:t>
                          </m:r>
                        </m:sub>
                      </m:sSub>
                    </m:oMath>
                  </m:oMathPara>
                </a14:m>
                <a:endParaRPr lang="es-ES" dirty="0"/>
              </a:p>
            </p:txBody>
          </p:sp>
        </mc:Choice>
        <mc:Fallback xmlns="">
          <p:sp>
            <p:nvSpPr>
              <p:cNvPr id="1100" name="CuadroTexto 1099">
                <a:extLst>
                  <a:ext uri="{FF2B5EF4-FFF2-40B4-BE49-F238E27FC236}">
                    <a16:creationId xmlns:a16="http://schemas.microsoft.com/office/drawing/2014/main" id="{785B872A-9D9C-7993-7AF6-35D7DEC9E1AB}"/>
                  </a:ext>
                </a:extLst>
              </p:cNvPr>
              <p:cNvSpPr txBox="1">
                <a:spLocks noRot="1" noChangeAspect="1" noMove="1" noResize="1" noEditPoints="1" noAdjustHandles="1" noChangeArrowheads="1" noChangeShapeType="1" noTextEdit="1"/>
              </p:cNvSpPr>
              <p:nvPr/>
            </p:nvSpPr>
            <p:spPr>
              <a:xfrm>
                <a:off x="3154568" y="3980870"/>
                <a:ext cx="491986" cy="369332"/>
              </a:xfrm>
              <a:prstGeom prst="rect">
                <a:avLst/>
              </a:prstGeom>
              <a:blipFill>
                <a:blip r:embed="rId20"/>
                <a:stretch>
                  <a:fillRect r="-617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01" name="CuadroTexto 1100">
                <a:extLst>
                  <a:ext uri="{FF2B5EF4-FFF2-40B4-BE49-F238E27FC236}">
                    <a16:creationId xmlns:a16="http://schemas.microsoft.com/office/drawing/2014/main" id="{8906D9EF-F475-5B87-60B9-C66D4FC26840}"/>
                  </a:ext>
                </a:extLst>
              </p:cNvPr>
              <p:cNvSpPr txBox="1"/>
              <p:nvPr/>
            </p:nvSpPr>
            <p:spPr>
              <a:xfrm>
                <a:off x="4009055" y="796766"/>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latin typeface="Cambria Math" panose="02040503050406030204" pitchFamily="18" charset="0"/>
                            </a:rPr>
                          </m:ctrlPr>
                        </m:sSubPr>
                        <m:e>
                          <m:r>
                            <a:rPr lang="es-ES" b="1" i="1">
                              <a:latin typeface="Cambria Math" panose="02040503050406030204" pitchFamily="18" charset="0"/>
                            </a:rPr>
                            <m:t>𝑵</m:t>
                          </m:r>
                        </m:e>
                        <m:sub>
                          <m:r>
                            <a:rPr lang="es-ES" b="1" i="1" smtClean="0">
                              <a:latin typeface="Cambria Math" panose="02040503050406030204" pitchFamily="18" charset="0"/>
                            </a:rPr>
                            <m:t>𝟒</m:t>
                          </m:r>
                          <m:r>
                            <a:rPr lang="es-ES" b="1" i="1" smtClean="0">
                              <a:latin typeface="Cambria Math" panose="02040503050406030204" pitchFamily="18" charset="0"/>
                            </a:rPr>
                            <m:t>𝑹</m:t>
                          </m:r>
                        </m:sub>
                      </m:sSub>
                    </m:oMath>
                  </m:oMathPara>
                </a14:m>
                <a:endParaRPr lang="es-ES" dirty="0"/>
              </a:p>
            </p:txBody>
          </p:sp>
        </mc:Choice>
        <mc:Fallback xmlns="">
          <p:sp>
            <p:nvSpPr>
              <p:cNvPr id="1101" name="CuadroTexto 1100">
                <a:extLst>
                  <a:ext uri="{FF2B5EF4-FFF2-40B4-BE49-F238E27FC236}">
                    <a16:creationId xmlns:a16="http://schemas.microsoft.com/office/drawing/2014/main" id="{8906D9EF-F475-5B87-60B9-C66D4FC26840}"/>
                  </a:ext>
                </a:extLst>
              </p:cNvPr>
              <p:cNvSpPr txBox="1">
                <a:spLocks noRot="1" noChangeAspect="1" noMove="1" noResize="1" noEditPoints="1" noAdjustHandles="1" noChangeArrowheads="1" noChangeShapeType="1" noTextEdit="1"/>
              </p:cNvSpPr>
              <p:nvPr/>
            </p:nvSpPr>
            <p:spPr>
              <a:xfrm>
                <a:off x="4009055" y="796766"/>
                <a:ext cx="491986" cy="369332"/>
              </a:xfrm>
              <a:prstGeom prst="rect">
                <a:avLst/>
              </a:prstGeom>
              <a:blipFill>
                <a:blip r:embed="rId21"/>
                <a:stretch>
                  <a:fillRect r="-12500"/>
                </a:stretch>
              </a:blipFill>
            </p:spPr>
            <p:txBody>
              <a:bodyPr/>
              <a:lstStyle/>
              <a:p>
                <a:r>
                  <a:rPr lang="es-ES">
                    <a:noFill/>
                  </a:rPr>
                  <a:t> </a:t>
                </a:r>
              </a:p>
            </p:txBody>
          </p:sp>
        </mc:Fallback>
      </mc:AlternateContent>
      <p:sp>
        <p:nvSpPr>
          <p:cNvPr id="44" name="CuadroTexto 43">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mc:AlternateContent xmlns:mc="http://schemas.openxmlformats.org/markup-compatibility/2006" xmlns:a14="http://schemas.microsoft.com/office/drawing/2010/main">
        <mc:Choice Requires="a14">
          <p:sp>
            <p:nvSpPr>
              <p:cNvPr id="38" name="Rectángulo: esquinas redondeadas 37">
                <a:extLst>
                  <a:ext uri="{FF2B5EF4-FFF2-40B4-BE49-F238E27FC236}">
                    <a16:creationId xmlns:a16="http://schemas.microsoft.com/office/drawing/2014/main" id="{7AA1755E-6FE6-6C7F-6088-2B585974D623}"/>
                  </a:ext>
                </a:extLst>
              </p:cNvPr>
              <p:cNvSpPr/>
              <p:nvPr/>
            </p:nvSpPr>
            <p:spPr>
              <a:xfrm>
                <a:off x="9841542" y="124983"/>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𝟒</m:t>
                          </m:r>
                          <m:r>
                            <a:rPr lang="es-ES" b="1" i="1">
                              <a:solidFill>
                                <a:schemeClr val="tx1"/>
                              </a:solidFill>
                              <a:latin typeface="Cambria Math" panose="02040503050406030204" pitchFamily="18" charset="0"/>
                            </a:rPr>
                            <m:t>𝑹</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38" name="Rectángulo: esquinas redondeadas 37">
                <a:extLst>
                  <a:ext uri="{FF2B5EF4-FFF2-40B4-BE49-F238E27FC236}">
                    <a16:creationId xmlns:a16="http://schemas.microsoft.com/office/drawing/2014/main" id="{7AA1755E-6FE6-6C7F-6088-2B585974D623}"/>
                  </a:ext>
                </a:extLst>
              </p:cNvPr>
              <p:cNvSpPr>
                <a:spLocks noRot="1" noChangeAspect="1" noMove="1" noResize="1" noEditPoints="1" noAdjustHandles="1" noChangeArrowheads="1" noChangeShapeType="1" noTextEdit="1"/>
              </p:cNvSpPr>
              <p:nvPr/>
            </p:nvSpPr>
            <p:spPr>
              <a:xfrm>
                <a:off x="9841542" y="124983"/>
                <a:ext cx="1274100" cy="982609"/>
              </a:xfrm>
              <a:prstGeom prst="roundRect">
                <a:avLst/>
              </a:prstGeom>
              <a:blipFill>
                <a:blip r:embed="rId22"/>
                <a:stretch>
                  <a:fillRect/>
                </a:stretch>
              </a:blipFill>
              <a:ln w="28575">
                <a:solidFill>
                  <a:schemeClr val="tx2"/>
                </a:solidFill>
              </a:ln>
            </p:spPr>
            <p:txBody>
              <a:bodyPr/>
              <a:lstStyle/>
              <a:p>
                <a:r>
                  <a:rPr lang="es-ES">
                    <a:noFill/>
                  </a:rPr>
                  <a:t> </a:t>
                </a:r>
              </a:p>
            </p:txBody>
          </p:sp>
        </mc:Fallback>
      </mc:AlternateContent>
    </p:spTree>
    <p:extLst>
      <p:ext uri="{BB962C8B-B14F-4D97-AF65-F5344CB8AC3E}">
        <p14:creationId xmlns:p14="http://schemas.microsoft.com/office/powerpoint/2010/main" val="34729669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CuadroTexto 126">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1038" name="Flecha: hacia la izquierda 1037">
            <a:extLst>
              <a:ext uri="{FF2B5EF4-FFF2-40B4-BE49-F238E27FC236}">
                <a16:creationId xmlns:a16="http://schemas.microsoft.com/office/drawing/2014/main" id="{23B9579B-95D7-FFB1-F441-40CB3B7A4802}"/>
              </a:ext>
            </a:extLst>
          </p:cNvPr>
          <p:cNvSpPr>
            <a:spLocks noChangeAspect="1"/>
          </p:cNvSpPr>
          <p:nvPr/>
        </p:nvSpPr>
        <p:spPr>
          <a:xfrm rot="2573124">
            <a:off x="7930932" y="5478405"/>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8" name="Signo menos 7">
            <a:extLst>
              <a:ext uri="{FF2B5EF4-FFF2-40B4-BE49-F238E27FC236}">
                <a16:creationId xmlns:a16="http://schemas.microsoft.com/office/drawing/2014/main" id="{5C6F7C2F-8930-25A6-4AD0-C8F32DD7F96D}"/>
              </a:ext>
            </a:extLst>
          </p:cNvPr>
          <p:cNvSpPr/>
          <p:nvPr/>
        </p:nvSpPr>
        <p:spPr>
          <a:xfrm>
            <a:off x="7652246" y="4705878"/>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Flecha: hacia la izquierda 8">
            <a:extLst>
              <a:ext uri="{FF2B5EF4-FFF2-40B4-BE49-F238E27FC236}">
                <a16:creationId xmlns:a16="http://schemas.microsoft.com/office/drawing/2014/main" id="{F7BB9B33-5B36-2409-662F-BC539B851AF6}"/>
              </a:ext>
            </a:extLst>
          </p:cNvPr>
          <p:cNvSpPr>
            <a:spLocks noChangeAspect="1"/>
          </p:cNvSpPr>
          <p:nvPr/>
        </p:nvSpPr>
        <p:spPr>
          <a:xfrm rot="7980000">
            <a:off x="8941742" y="5473698"/>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 name="Flecha: hacia la izquierda 4">
            <a:extLst>
              <a:ext uri="{FF2B5EF4-FFF2-40B4-BE49-F238E27FC236}">
                <a16:creationId xmlns:a16="http://schemas.microsoft.com/office/drawing/2014/main" id="{03CB2706-D5D5-50A2-BB5E-EB01BAE4E06C}"/>
              </a:ext>
            </a:extLst>
          </p:cNvPr>
          <p:cNvSpPr>
            <a:spLocks noChangeAspect="1"/>
          </p:cNvSpPr>
          <p:nvPr/>
        </p:nvSpPr>
        <p:spPr>
          <a:xfrm rot="2573124">
            <a:off x="8843042" y="4043195"/>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 name="Flecha: hacia la izquierda 10">
            <a:extLst>
              <a:ext uri="{FF2B5EF4-FFF2-40B4-BE49-F238E27FC236}">
                <a16:creationId xmlns:a16="http://schemas.microsoft.com/office/drawing/2014/main" id="{EAE009F0-F59A-4F9F-8064-C6A17A42BF98}"/>
              </a:ext>
            </a:extLst>
          </p:cNvPr>
          <p:cNvSpPr>
            <a:spLocks noChangeAspect="1"/>
          </p:cNvSpPr>
          <p:nvPr/>
        </p:nvSpPr>
        <p:spPr>
          <a:xfrm rot="7980000">
            <a:off x="9844548" y="4050810"/>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6" name="Signo menos 15">
            <a:extLst>
              <a:ext uri="{FF2B5EF4-FFF2-40B4-BE49-F238E27FC236}">
                <a16:creationId xmlns:a16="http://schemas.microsoft.com/office/drawing/2014/main" id="{02E2AC3E-AAE2-5F49-4E35-79C75809CE1E}"/>
              </a:ext>
            </a:extLst>
          </p:cNvPr>
          <p:cNvSpPr/>
          <p:nvPr/>
        </p:nvSpPr>
        <p:spPr>
          <a:xfrm>
            <a:off x="10301039" y="3345320"/>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Flecha: hacia la izquierda 25">
            <a:extLst>
              <a:ext uri="{FF2B5EF4-FFF2-40B4-BE49-F238E27FC236}">
                <a16:creationId xmlns:a16="http://schemas.microsoft.com/office/drawing/2014/main" id="{A0A78F87-242B-DE22-33A2-DD1BD21B6CC9}"/>
              </a:ext>
            </a:extLst>
          </p:cNvPr>
          <p:cNvSpPr>
            <a:spLocks noChangeAspect="1"/>
          </p:cNvSpPr>
          <p:nvPr/>
        </p:nvSpPr>
        <p:spPr>
          <a:xfrm rot="2573124">
            <a:off x="8081313" y="2632035"/>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7" name="Flecha: hacia la izquierda 26">
            <a:extLst>
              <a:ext uri="{FF2B5EF4-FFF2-40B4-BE49-F238E27FC236}">
                <a16:creationId xmlns:a16="http://schemas.microsoft.com/office/drawing/2014/main" id="{F188949D-D828-08DA-A1C0-B8A9CFB0C362}"/>
              </a:ext>
            </a:extLst>
          </p:cNvPr>
          <p:cNvSpPr>
            <a:spLocks noChangeAspect="1"/>
          </p:cNvSpPr>
          <p:nvPr/>
        </p:nvSpPr>
        <p:spPr>
          <a:xfrm rot="7980000">
            <a:off x="9089411" y="2636743"/>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9" name="Signo menos 28">
            <a:extLst>
              <a:ext uri="{FF2B5EF4-FFF2-40B4-BE49-F238E27FC236}">
                <a16:creationId xmlns:a16="http://schemas.microsoft.com/office/drawing/2014/main" id="{483C2B13-9DB8-9C9D-71CF-E88CF8FCC863}"/>
              </a:ext>
            </a:extLst>
          </p:cNvPr>
          <p:cNvSpPr/>
          <p:nvPr/>
        </p:nvSpPr>
        <p:spPr>
          <a:xfrm>
            <a:off x="7616222" y="1918333"/>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3" name="Flecha: hacia la izquierda 32">
            <a:extLst>
              <a:ext uri="{FF2B5EF4-FFF2-40B4-BE49-F238E27FC236}">
                <a16:creationId xmlns:a16="http://schemas.microsoft.com/office/drawing/2014/main" id="{2BB14BD2-FFE6-AFF6-6084-CC4C5F3BEDE3}"/>
              </a:ext>
            </a:extLst>
          </p:cNvPr>
          <p:cNvSpPr>
            <a:spLocks noChangeAspect="1"/>
          </p:cNvSpPr>
          <p:nvPr/>
        </p:nvSpPr>
        <p:spPr>
          <a:xfrm rot="2573124">
            <a:off x="8946425" y="1241129"/>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4" name="Flecha: hacia la izquierda 33">
            <a:extLst>
              <a:ext uri="{FF2B5EF4-FFF2-40B4-BE49-F238E27FC236}">
                <a16:creationId xmlns:a16="http://schemas.microsoft.com/office/drawing/2014/main" id="{EA711F5C-3831-CEA0-26BD-210C905FAC00}"/>
              </a:ext>
            </a:extLst>
          </p:cNvPr>
          <p:cNvSpPr>
            <a:spLocks noChangeAspect="1"/>
          </p:cNvSpPr>
          <p:nvPr/>
        </p:nvSpPr>
        <p:spPr>
          <a:xfrm rot="7980000">
            <a:off x="9868007" y="1217897"/>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7" name="Signo más 36">
            <a:extLst>
              <a:ext uri="{FF2B5EF4-FFF2-40B4-BE49-F238E27FC236}">
                <a16:creationId xmlns:a16="http://schemas.microsoft.com/office/drawing/2014/main" id="{BA92E1E4-F40B-5604-B291-206FB8572250}"/>
              </a:ext>
            </a:extLst>
          </p:cNvPr>
          <p:cNvSpPr/>
          <p:nvPr/>
        </p:nvSpPr>
        <p:spPr>
          <a:xfrm>
            <a:off x="8475354" y="542239"/>
            <a:ext cx="360000" cy="360000"/>
          </a:xfrm>
          <a:prstGeom prst="mathPlus">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9" name="Signo menos 38">
            <a:extLst>
              <a:ext uri="{FF2B5EF4-FFF2-40B4-BE49-F238E27FC236}">
                <a16:creationId xmlns:a16="http://schemas.microsoft.com/office/drawing/2014/main" id="{7F9DD49B-9F44-1AB3-DAFF-513B1282AD3E}"/>
              </a:ext>
            </a:extLst>
          </p:cNvPr>
          <p:cNvSpPr/>
          <p:nvPr/>
        </p:nvSpPr>
        <p:spPr>
          <a:xfrm>
            <a:off x="10296768" y="543987"/>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45" name="Grupo 44">
            <a:extLst>
              <a:ext uri="{FF2B5EF4-FFF2-40B4-BE49-F238E27FC236}">
                <a16:creationId xmlns:a16="http://schemas.microsoft.com/office/drawing/2014/main" id="{56688B6D-FAC9-33A6-457C-8348200AF0E2}"/>
              </a:ext>
            </a:extLst>
          </p:cNvPr>
          <p:cNvGrpSpPr/>
          <p:nvPr/>
        </p:nvGrpSpPr>
        <p:grpSpPr>
          <a:xfrm>
            <a:off x="7745462" y="1294512"/>
            <a:ext cx="3311640" cy="4334400"/>
            <a:chOff x="7745462" y="1294512"/>
            <a:chExt cx="3311640" cy="4334400"/>
          </a:xfrm>
        </p:grpSpPr>
        <mc:AlternateContent xmlns:mc="http://schemas.openxmlformats.org/markup-compatibility/2006" xmlns:p14="http://schemas.microsoft.com/office/powerpoint/2010/main">
          <mc:Choice Requires="p14">
            <p:contentPart p14:bwMode="auto" r:id="rId3">
              <p14:nvContentPartPr>
                <p14:cNvPr id="42" name="Entrada de lápiz 41">
                  <a:extLst>
                    <a:ext uri="{FF2B5EF4-FFF2-40B4-BE49-F238E27FC236}">
                      <a16:creationId xmlns:a16="http://schemas.microsoft.com/office/drawing/2014/main" id="{AB05B2B2-D20A-9A11-8D14-01347B67F095}"/>
                    </a:ext>
                  </a:extLst>
                </p14:cNvPr>
                <p14:cNvContentPartPr/>
                <p14:nvPr/>
              </p14:nvContentPartPr>
              <p14:xfrm>
                <a:off x="7745462" y="1294512"/>
                <a:ext cx="2837880" cy="4334400"/>
              </p14:xfrm>
            </p:contentPart>
          </mc:Choice>
          <mc:Fallback xmlns="">
            <p:pic>
              <p:nvPicPr>
                <p:cNvPr id="42" name="Entrada de lápiz 41">
                  <a:extLst>
                    <a:ext uri="{FF2B5EF4-FFF2-40B4-BE49-F238E27FC236}">
                      <a16:creationId xmlns:a16="http://schemas.microsoft.com/office/drawing/2014/main" id="{AB05B2B2-D20A-9A11-8D14-01347B67F095}"/>
                    </a:ext>
                  </a:extLst>
                </p:cNvPr>
                <p:cNvPicPr/>
                <p:nvPr/>
              </p:nvPicPr>
              <p:blipFill>
                <a:blip r:embed="rId4"/>
                <a:stretch>
                  <a:fillRect/>
                </a:stretch>
              </p:blipFill>
              <p:spPr>
                <a:xfrm>
                  <a:off x="7727822" y="1276512"/>
                  <a:ext cx="2873520" cy="4370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3" name="Entrada de lápiz 42">
                  <a:extLst>
                    <a:ext uri="{FF2B5EF4-FFF2-40B4-BE49-F238E27FC236}">
                      <a16:creationId xmlns:a16="http://schemas.microsoft.com/office/drawing/2014/main" id="{EBB38557-1ABC-CDB6-5D94-62626B6F230C}"/>
                    </a:ext>
                  </a:extLst>
                </p14:cNvPr>
                <p14:cNvContentPartPr/>
                <p14:nvPr/>
              </p14:nvContentPartPr>
              <p14:xfrm>
                <a:off x="10577942" y="1571712"/>
                <a:ext cx="372960" cy="218880"/>
              </p14:xfrm>
            </p:contentPart>
          </mc:Choice>
          <mc:Fallback xmlns="">
            <p:pic>
              <p:nvPicPr>
                <p:cNvPr id="43" name="Entrada de lápiz 42">
                  <a:extLst>
                    <a:ext uri="{FF2B5EF4-FFF2-40B4-BE49-F238E27FC236}">
                      <a16:creationId xmlns:a16="http://schemas.microsoft.com/office/drawing/2014/main" id="{EBB38557-1ABC-CDB6-5D94-62626B6F230C}"/>
                    </a:ext>
                  </a:extLst>
                </p:cNvPr>
                <p:cNvPicPr/>
                <p:nvPr/>
              </p:nvPicPr>
              <p:blipFill>
                <a:blip r:embed="rId6"/>
                <a:stretch>
                  <a:fillRect/>
                </a:stretch>
              </p:blipFill>
              <p:spPr>
                <a:xfrm>
                  <a:off x="10560302" y="1554072"/>
                  <a:ext cx="40860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4" name="Entrada de lápiz 43">
                  <a:extLst>
                    <a:ext uri="{FF2B5EF4-FFF2-40B4-BE49-F238E27FC236}">
                      <a16:creationId xmlns:a16="http://schemas.microsoft.com/office/drawing/2014/main" id="{1EBC2329-F92B-1F3F-5587-73DFCAE354A6}"/>
                    </a:ext>
                  </a:extLst>
                </p14:cNvPr>
                <p14:cNvContentPartPr/>
                <p14:nvPr/>
              </p14:nvContentPartPr>
              <p14:xfrm>
                <a:off x="10881422" y="1475592"/>
                <a:ext cx="175680" cy="221040"/>
              </p14:xfrm>
            </p:contentPart>
          </mc:Choice>
          <mc:Fallback xmlns="">
            <p:pic>
              <p:nvPicPr>
                <p:cNvPr id="44" name="Entrada de lápiz 43">
                  <a:extLst>
                    <a:ext uri="{FF2B5EF4-FFF2-40B4-BE49-F238E27FC236}">
                      <a16:creationId xmlns:a16="http://schemas.microsoft.com/office/drawing/2014/main" id="{1EBC2329-F92B-1F3F-5587-73DFCAE354A6}"/>
                    </a:ext>
                  </a:extLst>
                </p:cNvPr>
                <p:cNvPicPr/>
                <p:nvPr/>
              </p:nvPicPr>
              <p:blipFill>
                <a:blip r:embed="rId8"/>
                <a:stretch>
                  <a:fillRect/>
                </a:stretch>
              </p:blipFill>
              <p:spPr>
                <a:xfrm>
                  <a:off x="10863782" y="1457952"/>
                  <a:ext cx="211320" cy="256680"/>
                </a:xfrm>
                <a:prstGeom prst="rect">
                  <a:avLst/>
                </a:prstGeom>
              </p:spPr>
            </p:pic>
          </mc:Fallback>
        </mc:AlternateContent>
      </p:grpSp>
      <p:grpSp>
        <p:nvGrpSpPr>
          <p:cNvPr id="1037" name="Grupo 1036">
            <a:extLst>
              <a:ext uri="{FF2B5EF4-FFF2-40B4-BE49-F238E27FC236}">
                <a16:creationId xmlns:a16="http://schemas.microsoft.com/office/drawing/2014/main" id="{BA2D3291-9598-F2A9-62F8-48476FD4F7A7}"/>
              </a:ext>
            </a:extLst>
          </p:cNvPr>
          <p:cNvGrpSpPr/>
          <p:nvPr/>
        </p:nvGrpSpPr>
        <p:grpSpPr>
          <a:xfrm>
            <a:off x="11162222" y="1214232"/>
            <a:ext cx="909720" cy="761040"/>
            <a:chOff x="11162222" y="1214232"/>
            <a:chExt cx="909720" cy="761040"/>
          </a:xfrm>
        </p:grpSpPr>
        <mc:AlternateContent xmlns:mc="http://schemas.openxmlformats.org/markup-compatibility/2006" xmlns:p14="http://schemas.microsoft.com/office/powerpoint/2010/main">
          <mc:Choice Requires="p14">
            <p:contentPart p14:bwMode="auto" r:id="rId9">
              <p14:nvContentPartPr>
                <p14:cNvPr id="46" name="Entrada de lápiz 45">
                  <a:extLst>
                    <a:ext uri="{FF2B5EF4-FFF2-40B4-BE49-F238E27FC236}">
                      <a16:creationId xmlns:a16="http://schemas.microsoft.com/office/drawing/2014/main" id="{4163C1DB-C904-362F-2A97-1E5C71AC2A8D}"/>
                    </a:ext>
                  </a:extLst>
                </p14:cNvPr>
                <p14:cNvContentPartPr/>
                <p14:nvPr/>
              </p14:nvContentPartPr>
              <p14:xfrm>
                <a:off x="11211182" y="1290192"/>
                <a:ext cx="18720" cy="144360"/>
              </p14:xfrm>
            </p:contentPart>
          </mc:Choice>
          <mc:Fallback xmlns="">
            <p:pic>
              <p:nvPicPr>
                <p:cNvPr id="46" name="Entrada de lápiz 45">
                  <a:extLst>
                    <a:ext uri="{FF2B5EF4-FFF2-40B4-BE49-F238E27FC236}">
                      <a16:creationId xmlns:a16="http://schemas.microsoft.com/office/drawing/2014/main" id="{4163C1DB-C904-362F-2A97-1E5C71AC2A8D}"/>
                    </a:ext>
                  </a:extLst>
                </p:cNvPr>
                <p:cNvPicPr/>
                <p:nvPr/>
              </p:nvPicPr>
              <p:blipFill>
                <a:blip r:embed="rId10"/>
                <a:stretch>
                  <a:fillRect/>
                </a:stretch>
              </p:blipFill>
              <p:spPr>
                <a:xfrm>
                  <a:off x="11193542" y="1272192"/>
                  <a:ext cx="5436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7" name="Entrada de lápiz 46">
                  <a:extLst>
                    <a:ext uri="{FF2B5EF4-FFF2-40B4-BE49-F238E27FC236}">
                      <a16:creationId xmlns:a16="http://schemas.microsoft.com/office/drawing/2014/main" id="{71CDBE89-3849-CF6D-EF3D-D7521947224A}"/>
                    </a:ext>
                  </a:extLst>
                </p14:cNvPr>
                <p14:cNvContentPartPr/>
                <p14:nvPr/>
              </p14:nvContentPartPr>
              <p14:xfrm>
                <a:off x="11178782" y="1297752"/>
                <a:ext cx="173520" cy="116640"/>
              </p14:xfrm>
            </p:contentPart>
          </mc:Choice>
          <mc:Fallback xmlns="">
            <p:pic>
              <p:nvPicPr>
                <p:cNvPr id="47" name="Entrada de lápiz 46">
                  <a:extLst>
                    <a:ext uri="{FF2B5EF4-FFF2-40B4-BE49-F238E27FC236}">
                      <a16:creationId xmlns:a16="http://schemas.microsoft.com/office/drawing/2014/main" id="{71CDBE89-3849-CF6D-EF3D-D7521947224A}"/>
                    </a:ext>
                  </a:extLst>
                </p:cNvPr>
                <p:cNvPicPr/>
                <p:nvPr/>
              </p:nvPicPr>
              <p:blipFill>
                <a:blip r:embed="rId12"/>
                <a:stretch>
                  <a:fillRect/>
                </a:stretch>
              </p:blipFill>
              <p:spPr>
                <a:xfrm>
                  <a:off x="11160782" y="1280112"/>
                  <a:ext cx="20916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8" name="Entrada de lápiz 47">
                  <a:extLst>
                    <a:ext uri="{FF2B5EF4-FFF2-40B4-BE49-F238E27FC236}">
                      <a16:creationId xmlns:a16="http://schemas.microsoft.com/office/drawing/2014/main" id="{CE3CB924-1CDC-385D-3325-1E2586C9F9BC}"/>
                    </a:ext>
                  </a:extLst>
                </p14:cNvPr>
                <p14:cNvContentPartPr/>
                <p14:nvPr/>
              </p14:nvContentPartPr>
              <p14:xfrm>
                <a:off x="11405222" y="1271112"/>
                <a:ext cx="110880" cy="129600"/>
              </p14:xfrm>
            </p:contentPart>
          </mc:Choice>
          <mc:Fallback xmlns="">
            <p:pic>
              <p:nvPicPr>
                <p:cNvPr id="48" name="Entrada de lápiz 47">
                  <a:extLst>
                    <a:ext uri="{FF2B5EF4-FFF2-40B4-BE49-F238E27FC236}">
                      <a16:creationId xmlns:a16="http://schemas.microsoft.com/office/drawing/2014/main" id="{CE3CB924-1CDC-385D-3325-1E2586C9F9BC}"/>
                    </a:ext>
                  </a:extLst>
                </p:cNvPr>
                <p:cNvPicPr/>
                <p:nvPr/>
              </p:nvPicPr>
              <p:blipFill>
                <a:blip r:embed="rId14"/>
                <a:stretch>
                  <a:fillRect/>
                </a:stretch>
              </p:blipFill>
              <p:spPr>
                <a:xfrm>
                  <a:off x="11387222" y="1253112"/>
                  <a:ext cx="14652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49" name="Entrada de lápiz 48">
                  <a:extLst>
                    <a:ext uri="{FF2B5EF4-FFF2-40B4-BE49-F238E27FC236}">
                      <a16:creationId xmlns:a16="http://schemas.microsoft.com/office/drawing/2014/main" id="{10183491-D36E-7713-D09A-E9815B304FA3}"/>
                    </a:ext>
                  </a:extLst>
                </p14:cNvPr>
                <p14:cNvContentPartPr/>
                <p14:nvPr/>
              </p14:nvContentPartPr>
              <p14:xfrm>
                <a:off x="11565062" y="1256352"/>
                <a:ext cx="23400" cy="100800"/>
              </p14:xfrm>
            </p:contentPart>
          </mc:Choice>
          <mc:Fallback xmlns="">
            <p:pic>
              <p:nvPicPr>
                <p:cNvPr id="49" name="Entrada de lápiz 48">
                  <a:extLst>
                    <a:ext uri="{FF2B5EF4-FFF2-40B4-BE49-F238E27FC236}">
                      <a16:creationId xmlns:a16="http://schemas.microsoft.com/office/drawing/2014/main" id="{10183491-D36E-7713-D09A-E9815B304FA3}"/>
                    </a:ext>
                  </a:extLst>
                </p:cNvPr>
                <p:cNvPicPr/>
                <p:nvPr/>
              </p:nvPicPr>
              <p:blipFill>
                <a:blip r:embed="rId16"/>
                <a:stretch>
                  <a:fillRect/>
                </a:stretch>
              </p:blipFill>
              <p:spPr>
                <a:xfrm>
                  <a:off x="11547422" y="1238712"/>
                  <a:ext cx="5904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50" name="Entrada de lápiz 49">
                  <a:extLst>
                    <a:ext uri="{FF2B5EF4-FFF2-40B4-BE49-F238E27FC236}">
                      <a16:creationId xmlns:a16="http://schemas.microsoft.com/office/drawing/2014/main" id="{84421E09-3591-BEEB-9A47-4CC66E528C3E}"/>
                    </a:ext>
                  </a:extLst>
                </p14:cNvPr>
                <p14:cNvContentPartPr/>
                <p14:nvPr/>
              </p14:nvContentPartPr>
              <p14:xfrm>
                <a:off x="11520062" y="1250592"/>
                <a:ext cx="155880" cy="123480"/>
              </p14:xfrm>
            </p:contentPart>
          </mc:Choice>
          <mc:Fallback xmlns="">
            <p:pic>
              <p:nvPicPr>
                <p:cNvPr id="50" name="Entrada de lápiz 49">
                  <a:extLst>
                    <a:ext uri="{FF2B5EF4-FFF2-40B4-BE49-F238E27FC236}">
                      <a16:creationId xmlns:a16="http://schemas.microsoft.com/office/drawing/2014/main" id="{84421E09-3591-BEEB-9A47-4CC66E528C3E}"/>
                    </a:ext>
                  </a:extLst>
                </p:cNvPr>
                <p:cNvPicPr/>
                <p:nvPr/>
              </p:nvPicPr>
              <p:blipFill>
                <a:blip r:embed="rId18"/>
                <a:stretch>
                  <a:fillRect/>
                </a:stretch>
              </p:blipFill>
              <p:spPr>
                <a:xfrm>
                  <a:off x="11502062" y="1232952"/>
                  <a:ext cx="19152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51" name="Entrada de lápiz 50">
                  <a:extLst>
                    <a:ext uri="{FF2B5EF4-FFF2-40B4-BE49-F238E27FC236}">
                      <a16:creationId xmlns:a16="http://schemas.microsoft.com/office/drawing/2014/main" id="{7AE457B9-2636-3A13-DDB3-C13972F4C1EC}"/>
                    </a:ext>
                  </a:extLst>
                </p14:cNvPr>
                <p14:cNvContentPartPr/>
                <p14:nvPr/>
              </p14:nvContentPartPr>
              <p14:xfrm>
                <a:off x="11692142" y="1214232"/>
                <a:ext cx="154800" cy="117000"/>
              </p14:xfrm>
            </p:contentPart>
          </mc:Choice>
          <mc:Fallback xmlns="">
            <p:pic>
              <p:nvPicPr>
                <p:cNvPr id="51" name="Entrada de lápiz 50">
                  <a:extLst>
                    <a:ext uri="{FF2B5EF4-FFF2-40B4-BE49-F238E27FC236}">
                      <a16:creationId xmlns:a16="http://schemas.microsoft.com/office/drawing/2014/main" id="{7AE457B9-2636-3A13-DDB3-C13972F4C1EC}"/>
                    </a:ext>
                  </a:extLst>
                </p:cNvPr>
                <p:cNvPicPr/>
                <p:nvPr/>
              </p:nvPicPr>
              <p:blipFill>
                <a:blip r:embed="rId20"/>
                <a:stretch>
                  <a:fillRect/>
                </a:stretch>
              </p:blipFill>
              <p:spPr>
                <a:xfrm>
                  <a:off x="11674142" y="1196592"/>
                  <a:ext cx="19044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52" name="Entrada de lápiz 51">
                  <a:extLst>
                    <a:ext uri="{FF2B5EF4-FFF2-40B4-BE49-F238E27FC236}">
                      <a16:creationId xmlns:a16="http://schemas.microsoft.com/office/drawing/2014/main" id="{EA48E62A-F677-F3E8-C715-C56388C7E28B}"/>
                    </a:ext>
                  </a:extLst>
                </p14:cNvPr>
                <p14:cNvContentPartPr/>
                <p14:nvPr/>
              </p14:nvContentPartPr>
              <p14:xfrm>
                <a:off x="11433302" y="1568112"/>
                <a:ext cx="25920" cy="92880"/>
              </p14:xfrm>
            </p:contentPart>
          </mc:Choice>
          <mc:Fallback xmlns="">
            <p:pic>
              <p:nvPicPr>
                <p:cNvPr id="52" name="Entrada de lápiz 51">
                  <a:extLst>
                    <a:ext uri="{FF2B5EF4-FFF2-40B4-BE49-F238E27FC236}">
                      <a16:creationId xmlns:a16="http://schemas.microsoft.com/office/drawing/2014/main" id="{EA48E62A-F677-F3E8-C715-C56388C7E28B}"/>
                    </a:ext>
                  </a:extLst>
                </p:cNvPr>
                <p:cNvPicPr/>
                <p:nvPr/>
              </p:nvPicPr>
              <p:blipFill>
                <a:blip r:embed="rId22"/>
                <a:stretch>
                  <a:fillRect/>
                </a:stretch>
              </p:blipFill>
              <p:spPr>
                <a:xfrm>
                  <a:off x="11415302" y="1550472"/>
                  <a:ext cx="6156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53" name="Entrada de lápiz 52">
                  <a:extLst>
                    <a:ext uri="{FF2B5EF4-FFF2-40B4-BE49-F238E27FC236}">
                      <a16:creationId xmlns:a16="http://schemas.microsoft.com/office/drawing/2014/main" id="{50EEE238-C7F9-F99D-8814-8BAFACA7151E}"/>
                    </a:ext>
                  </a:extLst>
                </p14:cNvPr>
                <p14:cNvContentPartPr/>
                <p14:nvPr/>
              </p14:nvContentPartPr>
              <p14:xfrm>
                <a:off x="11391182" y="1554792"/>
                <a:ext cx="155880" cy="113760"/>
              </p14:xfrm>
            </p:contentPart>
          </mc:Choice>
          <mc:Fallback xmlns="">
            <p:pic>
              <p:nvPicPr>
                <p:cNvPr id="53" name="Entrada de lápiz 52">
                  <a:extLst>
                    <a:ext uri="{FF2B5EF4-FFF2-40B4-BE49-F238E27FC236}">
                      <a16:creationId xmlns:a16="http://schemas.microsoft.com/office/drawing/2014/main" id="{50EEE238-C7F9-F99D-8814-8BAFACA7151E}"/>
                    </a:ext>
                  </a:extLst>
                </p:cNvPr>
                <p:cNvPicPr/>
                <p:nvPr/>
              </p:nvPicPr>
              <p:blipFill>
                <a:blip r:embed="rId24"/>
                <a:stretch>
                  <a:fillRect/>
                </a:stretch>
              </p:blipFill>
              <p:spPr>
                <a:xfrm>
                  <a:off x="11373182" y="1536792"/>
                  <a:ext cx="19152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54" name="Entrada de lápiz 53">
                  <a:extLst>
                    <a:ext uri="{FF2B5EF4-FFF2-40B4-BE49-F238E27FC236}">
                      <a16:creationId xmlns:a16="http://schemas.microsoft.com/office/drawing/2014/main" id="{F8C543DD-52F0-0740-D9B3-448C88504643}"/>
                    </a:ext>
                  </a:extLst>
                </p14:cNvPr>
                <p14:cNvContentPartPr/>
                <p14:nvPr/>
              </p14:nvContentPartPr>
              <p14:xfrm>
                <a:off x="11583782" y="1526712"/>
                <a:ext cx="17640" cy="73080"/>
              </p14:xfrm>
            </p:contentPart>
          </mc:Choice>
          <mc:Fallback xmlns="">
            <p:pic>
              <p:nvPicPr>
                <p:cNvPr id="54" name="Entrada de lápiz 53">
                  <a:extLst>
                    <a:ext uri="{FF2B5EF4-FFF2-40B4-BE49-F238E27FC236}">
                      <a16:creationId xmlns:a16="http://schemas.microsoft.com/office/drawing/2014/main" id="{F8C543DD-52F0-0740-D9B3-448C88504643}"/>
                    </a:ext>
                  </a:extLst>
                </p:cNvPr>
                <p:cNvPicPr/>
                <p:nvPr/>
              </p:nvPicPr>
              <p:blipFill>
                <a:blip r:embed="rId26"/>
                <a:stretch>
                  <a:fillRect/>
                </a:stretch>
              </p:blipFill>
              <p:spPr>
                <a:xfrm>
                  <a:off x="11565782" y="1509072"/>
                  <a:ext cx="5328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55" name="Entrada de lápiz 54">
                  <a:extLst>
                    <a:ext uri="{FF2B5EF4-FFF2-40B4-BE49-F238E27FC236}">
                      <a16:creationId xmlns:a16="http://schemas.microsoft.com/office/drawing/2014/main" id="{70A786F7-F8A2-1C64-26DE-A84AAFF89A29}"/>
                    </a:ext>
                  </a:extLst>
                </p14:cNvPr>
                <p14:cNvContentPartPr/>
                <p14:nvPr/>
              </p14:nvContentPartPr>
              <p14:xfrm>
                <a:off x="11573342" y="1477032"/>
                <a:ext cx="73800" cy="48240"/>
              </p14:xfrm>
            </p:contentPart>
          </mc:Choice>
          <mc:Fallback xmlns="">
            <p:pic>
              <p:nvPicPr>
                <p:cNvPr id="55" name="Entrada de lápiz 54">
                  <a:extLst>
                    <a:ext uri="{FF2B5EF4-FFF2-40B4-BE49-F238E27FC236}">
                      <a16:creationId xmlns:a16="http://schemas.microsoft.com/office/drawing/2014/main" id="{70A786F7-F8A2-1C64-26DE-A84AAFF89A29}"/>
                    </a:ext>
                  </a:extLst>
                </p:cNvPr>
                <p:cNvPicPr/>
                <p:nvPr/>
              </p:nvPicPr>
              <p:blipFill>
                <a:blip r:embed="rId28"/>
                <a:stretch>
                  <a:fillRect/>
                </a:stretch>
              </p:blipFill>
              <p:spPr>
                <a:xfrm>
                  <a:off x="11555702" y="1459392"/>
                  <a:ext cx="10944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56" name="Entrada de lápiz 55">
                  <a:extLst>
                    <a:ext uri="{FF2B5EF4-FFF2-40B4-BE49-F238E27FC236}">
                      <a16:creationId xmlns:a16="http://schemas.microsoft.com/office/drawing/2014/main" id="{522D3208-2537-25CE-B6DC-689DCD0B15E5}"/>
                    </a:ext>
                  </a:extLst>
                </p14:cNvPr>
                <p14:cNvContentPartPr/>
                <p14:nvPr/>
              </p14:nvContentPartPr>
              <p14:xfrm>
                <a:off x="11607902" y="1545792"/>
                <a:ext cx="51840" cy="36000"/>
              </p14:xfrm>
            </p:contentPart>
          </mc:Choice>
          <mc:Fallback xmlns="">
            <p:pic>
              <p:nvPicPr>
                <p:cNvPr id="56" name="Entrada de lápiz 55">
                  <a:extLst>
                    <a:ext uri="{FF2B5EF4-FFF2-40B4-BE49-F238E27FC236}">
                      <a16:creationId xmlns:a16="http://schemas.microsoft.com/office/drawing/2014/main" id="{522D3208-2537-25CE-B6DC-689DCD0B15E5}"/>
                    </a:ext>
                  </a:extLst>
                </p:cNvPr>
                <p:cNvPicPr/>
                <p:nvPr/>
              </p:nvPicPr>
              <p:blipFill>
                <a:blip r:embed="rId30"/>
                <a:stretch>
                  <a:fillRect/>
                </a:stretch>
              </p:blipFill>
              <p:spPr>
                <a:xfrm>
                  <a:off x="11590262" y="1528152"/>
                  <a:ext cx="8748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57" name="Entrada de lápiz 56">
                  <a:extLst>
                    <a:ext uri="{FF2B5EF4-FFF2-40B4-BE49-F238E27FC236}">
                      <a16:creationId xmlns:a16="http://schemas.microsoft.com/office/drawing/2014/main" id="{884BC6F2-25D5-94E0-77A5-03397A49E58B}"/>
                    </a:ext>
                  </a:extLst>
                </p14:cNvPr>
                <p14:cNvContentPartPr/>
                <p14:nvPr/>
              </p14:nvContentPartPr>
              <p14:xfrm>
                <a:off x="11614382" y="1595832"/>
                <a:ext cx="69120" cy="20880"/>
              </p14:xfrm>
            </p:contentPart>
          </mc:Choice>
          <mc:Fallback xmlns="">
            <p:pic>
              <p:nvPicPr>
                <p:cNvPr id="57" name="Entrada de lápiz 56">
                  <a:extLst>
                    <a:ext uri="{FF2B5EF4-FFF2-40B4-BE49-F238E27FC236}">
                      <a16:creationId xmlns:a16="http://schemas.microsoft.com/office/drawing/2014/main" id="{884BC6F2-25D5-94E0-77A5-03397A49E58B}"/>
                    </a:ext>
                  </a:extLst>
                </p:cNvPr>
                <p:cNvPicPr/>
                <p:nvPr/>
              </p:nvPicPr>
              <p:blipFill>
                <a:blip r:embed="rId32"/>
                <a:stretch>
                  <a:fillRect/>
                </a:stretch>
              </p:blipFill>
              <p:spPr>
                <a:xfrm>
                  <a:off x="11596382" y="1577832"/>
                  <a:ext cx="10476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59" name="Entrada de lápiz 58">
                  <a:extLst>
                    <a:ext uri="{FF2B5EF4-FFF2-40B4-BE49-F238E27FC236}">
                      <a16:creationId xmlns:a16="http://schemas.microsoft.com/office/drawing/2014/main" id="{B207F37A-5553-C40E-45B0-990CF791AB68}"/>
                    </a:ext>
                  </a:extLst>
                </p14:cNvPr>
                <p14:cNvContentPartPr/>
                <p14:nvPr/>
              </p14:nvContentPartPr>
              <p14:xfrm>
                <a:off x="11188862" y="1839912"/>
                <a:ext cx="38160" cy="113400"/>
              </p14:xfrm>
            </p:contentPart>
          </mc:Choice>
          <mc:Fallback xmlns="">
            <p:pic>
              <p:nvPicPr>
                <p:cNvPr id="59" name="Entrada de lápiz 58">
                  <a:extLst>
                    <a:ext uri="{FF2B5EF4-FFF2-40B4-BE49-F238E27FC236}">
                      <a16:creationId xmlns:a16="http://schemas.microsoft.com/office/drawing/2014/main" id="{B207F37A-5553-C40E-45B0-990CF791AB68}"/>
                    </a:ext>
                  </a:extLst>
                </p:cNvPr>
                <p:cNvPicPr/>
                <p:nvPr/>
              </p:nvPicPr>
              <p:blipFill>
                <a:blip r:embed="rId34"/>
                <a:stretch>
                  <a:fillRect/>
                </a:stretch>
              </p:blipFill>
              <p:spPr>
                <a:xfrm>
                  <a:off x="11171222" y="1822272"/>
                  <a:ext cx="7380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60" name="Entrada de lápiz 59">
                  <a:extLst>
                    <a:ext uri="{FF2B5EF4-FFF2-40B4-BE49-F238E27FC236}">
                      <a16:creationId xmlns:a16="http://schemas.microsoft.com/office/drawing/2014/main" id="{F6D56F15-A380-FCED-92F4-10B849CD8F65}"/>
                    </a:ext>
                  </a:extLst>
                </p14:cNvPr>
                <p14:cNvContentPartPr/>
                <p14:nvPr/>
              </p14:nvContentPartPr>
              <p14:xfrm>
                <a:off x="11162222" y="1839912"/>
                <a:ext cx="152640" cy="135360"/>
              </p14:xfrm>
            </p:contentPart>
          </mc:Choice>
          <mc:Fallback xmlns="">
            <p:pic>
              <p:nvPicPr>
                <p:cNvPr id="60" name="Entrada de lápiz 59">
                  <a:extLst>
                    <a:ext uri="{FF2B5EF4-FFF2-40B4-BE49-F238E27FC236}">
                      <a16:creationId xmlns:a16="http://schemas.microsoft.com/office/drawing/2014/main" id="{F6D56F15-A380-FCED-92F4-10B849CD8F65}"/>
                    </a:ext>
                  </a:extLst>
                </p:cNvPr>
                <p:cNvPicPr/>
                <p:nvPr/>
              </p:nvPicPr>
              <p:blipFill>
                <a:blip r:embed="rId36"/>
                <a:stretch>
                  <a:fillRect/>
                </a:stretch>
              </p:blipFill>
              <p:spPr>
                <a:xfrm>
                  <a:off x="11144222" y="1822272"/>
                  <a:ext cx="18828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61" name="Entrada de lápiz 60">
                  <a:extLst>
                    <a:ext uri="{FF2B5EF4-FFF2-40B4-BE49-F238E27FC236}">
                      <a16:creationId xmlns:a16="http://schemas.microsoft.com/office/drawing/2014/main" id="{7E2C0A14-F26F-3830-197D-4F6579FEDB0C}"/>
                    </a:ext>
                  </a:extLst>
                </p14:cNvPr>
                <p14:cNvContentPartPr/>
                <p14:nvPr/>
              </p14:nvContentPartPr>
              <p14:xfrm>
                <a:off x="11343302" y="1830912"/>
                <a:ext cx="21960" cy="117000"/>
              </p14:xfrm>
            </p:contentPart>
          </mc:Choice>
          <mc:Fallback xmlns="">
            <p:pic>
              <p:nvPicPr>
                <p:cNvPr id="61" name="Entrada de lápiz 60">
                  <a:extLst>
                    <a:ext uri="{FF2B5EF4-FFF2-40B4-BE49-F238E27FC236}">
                      <a16:creationId xmlns:a16="http://schemas.microsoft.com/office/drawing/2014/main" id="{7E2C0A14-F26F-3830-197D-4F6579FEDB0C}"/>
                    </a:ext>
                  </a:extLst>
                </p:cNvPr>
                <p:cNvPicPr/>
                <p:nvPr/>
              </p:nvPicPr>
              <p:blipFill>
                <a:blip r:embed="rId38"/>
                <a:stretch>
                  <a:fillRect/>
                </a:stretch>
              </p:blipFill>
              <p:spPr>
                <a:xfrm>
                  <a:off x="11325302" y="1813272"/>
                  <a:ext cx="5760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62" name="Entrada de lápiz 61">
                  <a:extLst>
                    <a:ext uri="{FF2B5EF4-FFF2-40B4-BE49-F238E27FC236}">
                      <a16:creationId xmlns:a16="http://schemas.microsoft.com/office/drawing/2014/main" id="{AAB2AE52-38D4-6F45-E526-F95CC2B022C6}"/>
                    </a:ext>
                  </a:extLst>
                </p14:cNvPr>
                <p14:cNvContentPartPr/>
                <p14:nvPr/>
              </p14:nvContentPartPr>
              <p14:xfrm>
                <a:off x="11335022" y="1804992"/>
                <a:ext cx="71640" cy="36720"/>
              </p14:xfrm>
            </p:contentPart>
          </mc:Choice>
          <mc:Fallback xmlns="">
            <p:pic>
              <p:nvPicPr>
                <p:cNvPr id="62" name="Entrada de lápiz 61">
                  <a:extLst>
                    <a:ext uri="{FF2B5EF4-FFF2-40B4-BE49-F238E27FC236}">
                      <a16:creationId xmlns:a16="http://schemas.microsoft.com/office/drawing/2014/main" id="{AAB2AE52-38D4-6F45-E526-F95CC2B022C6}"/>
                    </a:ext>
                  </a:extLst>
                </p:cNvPr>
                <p:cNvPicPr/>
                <p:nvPr/>
              </p:nvPicPr>
              <p:blipFill>
                <a:blip r:embed="rId40"/>
                <a:stretch>
                  <a:fillRect/>
                </a:stretch>
              </p:blipFill>
              <p:spPr>
                <a:xfrm>
                  <a:off x="11317022" y="1786992"/>
                  <a:ext cx="10728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63" name="Entrada de lápiz 62">
                  <a:extLst>
                    <a:ext uri="{FF2B5EF4-FFF2-40B4-BE49-F238E27FC236}">
                      <a16:creationId xmlns:a16="http://schemas.microsoft.com/office/drawing/2014/main" id="{A47A4A5F-E4F3-8A72-C2C8-0AA5CF29FAC8}"/>
                    </a:ext>
                  </a:extLst>
                </p14:cNvPr>
                <p14:cNvContentPartPr/>
                <p14:nvPr/>
              </p14:nvContentPartPr>
              <p14:xfrm>
                <a:off x="11363822" y="1868712"/>
                <a:ext cx="47520" cy="30960"/>
              </p14:xfrm>
            </p:contentPart>
          </mc:Choice>
          <mc:Fallback xmlns="">
            <p:pic>
              <p:nvPicPr>
                <p:cNvPr id="63" name="Entrada de lápiz 62">
                  <a:extLst>
                    <a:ext uri="{FF2B5EF4-FFF2-40B4-BE49-F238E27FC236}">
                      <a16:creationId xmlns:a16="http://schemas.microsoft.com/office/drawing/2014/main" id="{A47A4A5F-E4F3-8A72-C2C8-0AA5CF29FAC8}"/>
                    </a:ext>
                  </a:extLst>
                </p:cNvPr>
                <p:cNvPicPr/>
                <p:nvPr/>
              </p:nvPicPr>
              <p:blipFill>
                <a:blip r:embed="rId42"/>
                <a:stretch>
                  <a:fillRect/>
                </a:stretch>
              </p:blipFill>
              <p:spPr>
                <a:xfrm>
                  <a:off x="11345822" y="1850712"/>
                  <a:ext cx="8316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024" name="Entrada de lápiz 1023">
                  <a:extLst>
                    <a:ext uri="{FF2B5EF4-FFF2-40B4-BE49-F238E27FC236}">
                      <a16:creationId xmlns:a16="http://schemas.microsoft.com/office/drawing/2014/main" id="{742979D3-F1AF-5235-2363-602D98919A41}"/>
                    </a:ext>
                  </a:extLst>
                </p14:cNvPr>
                <p14:cNvContentPartPr/>
                <p14:nvPr/>
              </p14:nvContentPartPr>
              <p14:xfrm>
                <a:off x="11375702" y="1929552"/>
                <a:ext cx="57240" cy="22320"/>
              </p14:xfrm>
            </p:contentPart>
          </mc:Choice>
          <mc:Fallback xmlns="">
            <p:pic>
              <p:nvPicPr>
                <p:cNvPr id="1024" name="Entrada de lápiz 1023">
                  <a:extLst>
                    <a:ext uri="{FF2B5EF4-FFF2-40B4-BE49-F238E27FC236}">
                      <a16:creationId xmlns:a16="http://schemas.microsoft.com/office/drawing/2014/main" id="{742979D3-F1AF-5235-2363-602D98919A41}"/>
                    </a:ext>
                  </a:extLst>
                </p:cNvPr>
                <p:cNvPicPr/>
                <p:nvPr/>
              </p:nvPicPr>
              <p:blipFill>
                <a:blip r:embed="rId44"/>
                <a:stretch>
                  <a:fillRect/>
                </a:stretch>
              </p:blipFill>
              <p:spPr>
                <a:xfrm>
                  <a:off x="11358062" y="1911912"/>
                  <a:ext cx="9288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1026" name="Entrada de lápiz 1025">
                  <a:extLst>
                    <a:ext uri="{FF2B5EF4-FFF2-40B4-BE49-F238E27FC236}">
                      <a16:creationId xmlns:a16="http://schemas.microsoft.com/office/drawing/2014/main" id="{1B439F4D-4136-5DA9-2F13-BA8377C2623C}"/>
                    </a:ext>
                  </a:extLst>
                </p14:cNvPr>
                <p14:cNvContentPartPr/>
                <p14:nvPr/>
              </p14:nvContentPartPr>
              <p14:xfrm>
                <a:off x="11454182" y="1786272"/>
                <a:ext cx="100440" cy="116280"/>
              </p14:xfrm>
            </p:contentPart>
          </mc:Choice>
          <mc:Fallback xmlns="">
            <p:pic>
              <p:nvPicPr>
                <p:cNvPr id="1026" name="Entrada de lápiz 1025">
                  <a:extLst>
                    <a:ext uri="{FF2B5EF4-FFF2-40B4-BE49-F238E27FC236}">
                      <a16:creationId xmlns:a16="http://schemas.microsoft.com/office/drawing/2014/main" id="{1B439F4D-4136-5DA9-2F13-BA8377C2623C}"/>
                    </a:ext>
                  </a:extLst>
                </p:cNvPr>
                <p:cNvPicPr/>
                <p:nvPr/>
              </p:nvPicPr>
              <p:blipFill>
                <a:blip r:embed="rId46"/>
                <a:stretch>
                  <a:fillRect/>
                </a:stretch>
              </p:blipFill>
              <p:spPr>
                <a:xfrm>
                  <a:off x="11436542" y="1768632"/>
                  <a:ext cx="13608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1027" name="Entrada de lápiz 1026">
                  <a:extLst>
                    <a:ext uri="{FF2B5EF4-FFF2-40B4-BE49-F238E27FC236}">
                      <a16:creationId xmlns:a16="http://schemas.microsoft.com/office/drawing/2014/main" id="{361D3B09-251B-DADD-E762-36E49922929F}"/>
                    </a:ext>
                  </a:extLst>
                </p14:cNvPr>
                <p14:cNvContentPartPr/>
                <p14:nvPr/>
              </p14:nvContentPartPr>
              <p14:xfrm>
                <a:off x="11590262" y="1769712"/>
                <a:ext cx="33840" cy="80640"/>
              </p14:xfrm>
            </p:contentPart>
          </mc:Choice>
          <mc:Fallback xmlns="">
            <p:pic>
              <p:nvPicPr>
                <p:cNvPr id="1027" name="Entrada de lápiz 1026">
                  <a:extLst>
                    <a:ext uri="{FF2B5EF4-FFF2-40B4-BE49-F238E27FC236}">
                      <a16:creationId xmlns:a16="http://schemas.microsoft.com/office/drawing/2014/main" id="{361D3B09-251B-DADD-E762-36E49922929F}"/>
                    </a:ext>
                  </a:extLst>
                </p:cNvPr>
                <p:cNvPicPr/>
                <p:nvPr/>
              </p:nvPicPr>
              <p:blipFill>
                <a:blip r:embed="rId48"/>
                <a:stretch>
                  <a:fillRect/>
                </a:stretch>
              </p:blipFill>
              <p:spPr>
                <a:xfrm>
                  <a:off x="11572262" y="1752072"/>
                  <a:ext cx="6948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028" name="Entrada de lápiz 1027">
                  <a:extLst>
                    <a:ext uri="{FF2B5EF4-FFF2-40B4-BE49-F238E27FC236}">
                      <a16:creationId xmlns:a16="http://schemas.microsoft.com/office/drawing/2014/main" id="{572B97FD-01DD-B520-5C2E-244A30EC995E}"/>
                    </a:ext>
                  </a:extLst>
                </p14:cNvPr>
                <p14:cNvContentPartPr/>
                <p14:nvPr/>
              </p14:nvContentPartPr>
              <p14:xfrm>
                <a:off x="11575502" y="1725072"/>
                <a:ext cx="360" cy="360"/>
              </p14:xfrm>
            </p:contentPart>
          </mc:Choice>
          <mc:Fallback xmlns="">
            <p:pic>
              <p:nvPicPr>
                <p:cNvPr id="1028" name="Entrada de lápiz 1027">
                  <a:extLst>
                    <a:ext uri="{FF2B5EF4-FFF2-40B4-BE49-F238E27FC236}">
                      <a16:creationId xmlns:a16="http://schemas.microsoft.com/office/drawing/2014/main" id="{572B97FD-01DD-B520-5C2E-244A30EC995E}"/>
                    </a:ext>
                  </a:extLst>
                </p:cNvPr>
                <p:cNvPicPr/>
                <p:nvPr/>
              </p:nvPicPr>
              <p:blipFill>
                <a:blip r:embed="rId50"/>
                <a:stretch>
                  <a:fillRect/>
                </a:stretch>
              </p:blipFill>
              <p:spPr>
                <a:xfrm>
                  <a:off x="11557502" y="1707432"/>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1029" name="Entrada de lápiz 1028">
                  <a:extLst>
                    <a:ext uri="{FF2B5EF4-FFF2-40B4-BE49-F238E27FC236}">
                      <a16:creationId xmlns:a16="http://schemas.microsoft.com/office/drawing/2014/main" id="{5D0D9739-E343-FDB5-B232-035A49FCC9A2}"/>
                    </a:ext>
                  </a:extLst>
                </p14:cNvPr>
                <p14:cNvContentPartPr/>
                <p14:nvPr/>
              </p14:nvContentPartPr>
              <p14:xfrm>
                <a:off x="11654342" y="1705632"/>
                <a:ext cx="109440" cy="147960"/>
              </p14:xfrm>
            </p:contentPart>
          </mc:Choice>
          <mc:Fallback xmlns="">
            <p:pic>
              <p:nvPicPr>
                <p:cNvPr id="1029" name="Entrada de lápiz 1028">
                  <a:extLst>
                    <a:ext uri="{FF2B5EF4-FFF2-40B4-BE49-F238E27FC236}">
                      <a16:creationId xmlns:a16="http://schemas.microsoft.com/office/drawing/2014/main" id="{5D0D9739-E343-FDB5-B232-035A49FCC9A2}"/>
                    </a:ext>
                  </a:extLst>
                </p:cNvPr>
                <p:cNvPicPr/>
                <p:nvPr/>
              </p:nvPicPr>
              <p:blipFill>
                <a:blip r:embed="rId52"/>
                <a:stretch>
                  <a:fillRect/>
                </a:stretch>
              </p:blipFill>
              <p:spPr>
                <a:xfrm>
                  <a:off x="11636702" y="1687632"/>
                  <a:ext cx="14508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1030" name="Entrada de lápiz 1029">
                  <a:extLst>
                    <a:ext uri="{FF2B5EF4-FFF2-40B4-BE49-F238E27FC236}">
                      <a16:creationId xmlns:a16="http://schemas.microsoft.com/office/drawing/2014/main" id="{7120CC73-CBC3-206F-74A4-B3BD8B97BF65}"/>
                    </a:ext>
                  </a:extLst>
                </p14:cNvPr>
                <p14:cNvContentPartPr/>
                <p14:nvPr/>
              </p14:nvContentPartPr>
              <p14:xfrm>
                <a:off x="11778902" y="1705992"/>
                <a:ext cx="47520" cy="82080"/>
              </p14:xfrm>
            </p:contentPart>
          </mc:Choice>
          <mc:Fallback xmlns="">
            <p:pic>
              <p:nvPicPr>
                <p:cNvPr id="1030" name="Entrada de lápiz 1029">
                  <a:extLst>
                    <a:ext uri="{FF2B5EF4-FFF2-40B4-BE49-F238E27FC236}">
                      <a16:creationId xmlns:a16="http://schemas.microsoft.com/office/drawing/2014/main" id="{7120CC73-CBC3-206F-74A4-B3BD8B97BF65}"/>
                    </a:ext>
                  </a:extLst>
                </p:cNvPr>
                <p:cNvPicPr/>
                <p:nvPr/>
              </p:nvPicPr>
              <p:blipFill>
                <a:blip r:embed="rId54"/>
                <a:stretch>
                  <a:fillRect/>
                </a:stretch>
              </p:blipFill>
              <p:spPr>
                <a:xfrm>
                  <a:off x="11760902" y="1687992"/>
                  <a:ext cx="8316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1031" name="Entrada de lápiz 1030">
                  <a:extLst>
                    <a:ext uri="{FF2B5EF4-FFF2-40B4-BE49-F238E27FC236}">
                      <a16:creationId xmlns:a16="http://schemas.microsoft.com/office/drawing/2014/main" id="{8DE8A9B0-B013-4C4A-D62B-711FD6336DB8}"/>
                    </a:ext>
                  </a:extLst>
                </p14:cNvPr>
                <p14:cNvContentPartPr/>
                <p14:nvPr/>
              </p14:nvContentPartPr>
              <p14:xfrm>
                <a:off x="11742542" y="1626792"/>
                <a:ext cx="1080" cy="6120"/>
              </p14:xfrm>
            </p:contentPart>
          </mc:Choice>
          <mc:Fallback xmlns="">
            <p:pic>
              <p:nvPicPr>
                <p:cNvPr id="1031" name="Entrada de lápiz 1030">
                  <a:extLst>
                    <a:ext uri="{FF2B5EF4-FFF2-40B4-BE49-F238E27FC236}">
                      <a16:creationId xmlns:a16="http://schemas.microsoft.com/office/drawing/2014/main" id="{8DE8A9B0-B013-4C4A-D62B-711FD6336DB8}"/>
                    </a:ext>
                  </a:extLst>
                </p:cNvPr>
                <p:cNvPicPr/>
                <p:nvPr/>
              </p:nvPicPr>
              <p:blipFill>
                <a:blip r:embed="rId56"/>
                <a:stretch>
                  <a:fillRect/>
                </a:stretch>
              </p:blipFill>
              <p:spPr>
                <a:xfrm>
                  <a:off x="11724542" y="1609152"/>
                  <a:ext cx="3672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1032" name="Entrada de lápiz 1031">
                  <a:extLst>
                    <a:ext uri="{FF2B5EF4-FFF2-40B4-BE49-F238E27FC236}">
                      <a16:creationId xmlns:a16="http://schemas.microsoft.com/office/drawing/2014/main" id="{982BC46B-B365-0725-0967-D91841DA8E6B}"/>
                    </a:ext>
                  </a:extLst>
                </p14:cNvPr>
                <p14:cNvContentPartPr/>
                <p14:nvPr/>
              </p14:nvContentPartPr>
              <p14:xfrm>
                <a:off x="11831102" y="1667832"/>
                <a:ext cx="96120" cy="106200"/>
              </p14:xfrm>
            </p:contentPart>
          </mc:Choice>
          <mc:Fallback xmlns="">
            <p:pic>
              <p:nvPicPr>
                <p:cNvPr id="1032" name="Entrada de lápiz 1031">
                  <a:extLst>
                    <a:ext uri="{FF2B5EF4-FFF2-40B4-BE49-F238E27FC236}">
                      <a16:creationId xmlns:a16="http://schemas.microsoft.com/office/drawing/2014/main" id="{982BC46B-B365-0725-0967-D91841DA8E6B}"/>
                    </a:ext>
                  </a:extLst>
                </p:cNvPr>
                <p:cNvPicPr/>
                <p:nvPr/>
              </p:nvPicPr>
              <p:blipFill>
                <a:blip r:embed="rId58"/>
                <a:stretch>
                  <a:fillRect/>
                </a:stretch>
              </p:blipFill>
              <p:spPr>
                <a:xfrm>
                  <a:off x="11813102" y="1650192"/>
                  <a:ext cx="13176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1033" name="Entrada de lápiz 1032">
                  <a:extLst>
                    <a:ext uri="{FF2B5EF4-FFF2-40B4-BE49-F238E27FC236}">
                      <a16:creationId xmlns:a16="http://schemas.microsoft.com/office/drawing/2014/main" id="{1AB3B0E1-BD7E-29AF-35B7-3F25B84E9AF2}"/>
                    </a:ext>
                  </a:extLst>
                </p14:cNvPr>
                <p14:cNvContentPartPr/>
                <p14:nvPr/>
              </p14:nvContentPartPr>
              <p14:xfrm>
                <a:off x="11931182" y="1627512"/>
                <a:ext cx="57240" cy="68760"/>
              </p14:xfrm>
            </p:contentPart>
          </mc:Choice>
          <mc:Fallback xmlns="">
            <p:pic>
              <p:nvPicPr>
                <p:cNvPr id="1033" name="Entrada de lápiz 1032">
                  <a:extLst>
                    <a:ext uri="{FF2B5EF4-FFF2-40B4-BE49-F238E27FC236}">
                      <a16:creationId xmlns:a16="http://schemas.microsoft.com/office/drawing/2014/main" id="{1AB3B0E1-BD7E-29AF-35B7-3F25B84E9AF2}"/>
                    </a:ext>
                  </a:extLst>
                </p:cNvPr>
                <p:cNvPicPr/>
                <p:nvPr/>
              </p:nvPicPr>
              <p:blipFill>
                <a:blip r:embed="rId60"/>
                <a:stretch>
                  <a:fillRect/>
                </a:stretch>
              </p:blipFill>
              <p:spPr>
                <a:xfrm>
                  <a:off x="11913542" y="1609872"/>
                  <a:ext cx="9288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1034" name="Entrada de lápiz 1033">
                  <a:extLst>
                    <a:ext uri="{FF2B5EF4-FFF2-40B4-BE49-F238E27FC236}">
                      <a16:creationId xmlns:a16="http://schemas.microsoft.com/office/drawing/2014/main" id="{74CAECBC-7734-F0C4-D757-6F526A96B2FD}"/>
                    </a:ext>
                  </a:extLst>
                </p14:cNvPr>
                <p14:cNvContentPartPr/>
                <p14:nvPr/>
              </p14:nvContentPartPr>
              <p14:xfrm>
                <a:off x="11939462" y="1536072"/>
                <a:ext cx="132480" cy="139680"/>
              </p14:xfrm>
            </p:contentPart>
          </mc:Choice>
          <mc:Fallback xmlns="">
            <p:pic>
              <p:nvPicPr>
                <p:cNvPr id="1034" name="Entrada de lápiz 1033">
                  <a:extLst>
                    <a:ext uri="{FF2B5EF4-FFF2-40B4-BE49-F238E27FC236}">
                      <a16:creationId xmlns:a16="http://schemas.microsoft.com/office/drawing/2014/main" id="{74CAECBC-7734-F0C4-D757-6F526A96B2FD}"/>
                    </a:ext>
                  </a:extLst>
                </p:cNvPr>
                <p:cNvPicPr/>
                <p:nvPr/>
              </p:nvPicPr>
              <p:blipFill>
                <a:blip r:embed="rId62"/>
                <a:stretch>
                  <a:fillRect/>
                </a:stretch>
              </p:blipFill>
              <p:spPr>
                <a:xfrm>
                  <a:off x="11921822" y="1518432"/>
                  <a:ext cx="16812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1035" name="Entrada de lápiz 1034">
                  <a:extLst>
                    <a:ext uri="{FF2B5EF4-FFF2-40B4-BE49-F238E27FC236}">
                      <a16:creationId xmlns:a16="http://schemas.microsoft.com/office/drawing/2014/main" id="{BACD9F39-BD48-6130-48B9-D6A2D78A18FC}"/>
                    </a:ext>
                  </a:extLst>
                </p14:cNvPr>
                <p14:cNvContentPartPr/>
                <p14:nvPr/>
              </p14:nvContentPartPr>
              <p14:xfrm>
                <a:off x="11886182" y="1534272"/>
                <a:ext cx="25200" cy="65520"/>
              </p14:xfrm>
            </p:contentPart>
          </mc:Choice>
          <mc:Fallback xmlns="">
            <p:pic>
              <p:nvPicPr>
                <p:cNvPr id="1035" name="Entrada de lápiz 1034">
                  <a:extLst>
                    <a:ext uri="{FF2B5EF4-FFF2-40B4-BE49-F238E27FC236}">
                      <a16:creationId xmlns:a16="http://schemas.microsoft.com/office/drawing/2014/main" id="{BACD9F39-BD48-6130-48B9-D6A2D78A18FC}"/>
                    </a:ext>
                  </a:extLst>
                </p:cNvPr>
                <p:cNvPicPr/>
                <p:nvPr/>
              </p:nvPicPr>
              <p:blipFill>
                <a:blip r:embed="rId64"/>
                <a:stretch>
                  <a:fillRect/>
                </a:stretch>
              </p:blipFill>
              <p:spPr>
                <a:xfrm>
                  <a:off x="11868182" y="1516632"/>
                  <a:ext cx="60840" cy="101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5">
            <p14:nvContentPartPr>
              <p14:cNvPr id="1039" name="Entrada de lápiz 1038">
                <a:extLst>
                  <a:ext uri="{FF2B5EF4-FFF2-40B4-BE49-F238E27FC236}">
                    <a16:creationId xmlns:a16="http://schemas.microsoft.com/office/drawing/2014/main" id="{4547ADE4-ECBF-8979-1EED-C74669FA1ADC}"/>
                  </a:ext>
                </a:extLst>
              </p14:cNvPr>
              <p14:cNvContentPartPr/>
              <p14:nvPr/>
            </p14:nvContentPartPr>
            <p14:xfrm>
              <a:off x="6007742" y="3172992"/>
              <a:ext cx="219240" cy="177480"/>
            </p14:xfrm>
          </p:contentPart>
        </mc:Choice>
        <mc:Fallback xmlns="">
          <p:pic>
            <p:nvPicPr>
              <p:cNvPr id="1039" name="Entrada de lápiz 1038">
                <a:extLst>
                  <a:ext uri="{FF2B5EF4-FFF2-40B4-BE49-F238E27FC236}">
                    <a16:creationId xmlns:a16="http://schemas.microsoft.com/office/drawing/2014/main" id="{4547ADE4-ECBF-8979-1EED-C74669FA1ADC}"/>
                  </a:ext>
                </a:extLst>
              </p:cNvPr>
              <p:cNvPicPr/>
              <p:nvPr/>
            </p:nvPicPr>
            <p:blipFill>
              <a:blip r:embed="rId66"/>
              <a:stretch>
                <a:fillRect/>
              </a:stretch>
            </p:blipFill>
            <p:spPr>
              <a:xfrm>
                <a:off x="5989742" y="3154992"/>
                <a:ext cx="25488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040" name="Entrada de lápiz 1039">
                <a:extLst>
                  <a:ext uri="{FF2B5EF4-FFF2-40B4-BE49-F238E27FC236}">
                    <a16:creationId xmlns:a16="http://schemas.microsoft.com/office/drawing/2014/main" id="{6B679F06-E491-0DDF-5156-C1CC23A59ECB}"/>
                  </a:ext>
                </a:extLst>
              </p14:cNvPr>
              <p14:cNvContentPartPr/>
              <p14:nvPr/>
            </p14:nvContentPartPr>
            <p14:xfrm>
              <a:off x="6222662" y="3085872"/>
              <a:ext cx="147600" cy="148320"/>
            </p14:xfrm>
          </p:contentPart>
        </mc:Choice>
        <mc:Fallback xmlns="">
          <p:pic>
            <p:nvPicPr>
              <p:cNvPr id="1040" name="Entrada de lápiz 1039">
                <a:extLst>
                  <a:ext uri="{FF2B5EF4-FFF2-40B4-BE49-F238E27FC236}">
                    <a16:creationId xmlns:a16="http://schemas.microsoft.com/office/drawing/2014/main" id="{6B679F06-E491-0DDF-5156-C1CC23A59ECB}"/>
                  </a:ext>
                </a:extLst>
              </p:cNvPr>
              <p:cNvPicPr/>
              <p:nvPr/>
            </p:nvPicPr>
            <p:blipFill>
              <a:blip r:embed="rId68"/>
              <a:stretch>
                <a:fillRect/>
              </a:stretch>
            </p:blipFill>
            <p:spPr>
              <a:xfrm>
                <a:off x="6204662" y="3067872"/>
                <a:ext cx="18324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041" name="Entrada de lápiz 1040">
                <a:extLst>
                  <a:ext uri="{FF2B5EF4-FFF2-40B4-BE49-F238E27FC236}">
                    <a16:creationId xmlns:a16="http://schemas.microsoft.com/office/drawing/2014/main" id="{F4D011E1-2897-ADB0-2CBA-8C528AB5847E}"/>
                  </a:ext>
                </a:extLst>
              </p14:cNvPr>
              <p14:cNvContentPartPr/>
              <p14:nvPr/>
            </p14:nvContentPartPr>
            <p14:xfrm>
              <a:off x="6360902" y="3025032"/>
              <a:ext cx="82440" cy="87120"/>
            </p14:xfrm>
          </p:contentPart>
        </mc:Choice>
        <mc:Fallback xmlns="">
          <p:pic>
            <p:nvPicPr>
              <p:cNvPr id="1041" name="Entrada de lápiz 1040">
                <a:extLst>
                  <a:ext uri="{FF2B5EF4-FFF2-40B4-BE49-F238E27FC236}">
                    <a16:creationId xmlns:a16="http://schemas.microsoft.com/office/drawing/2014/main" id="{F4D011E1-2897-ADB0-2CBA-8C528AB5847E}"/>
                  </a:ext>
                </a:extLst>
              </p:cNvPr>
              <p:cNvPicPr/>
              <p:nvPr/>
            </p:nvPicPr>
            <p:blipFill>
              <a:blip r:embed="rId70"/>
              <a:stretch>
                <a:fillRect/>
              </a:stretch>
            </p:blipFill>
            <p:spPr>
              <a:xfrm>
                <a:off x="6343262" y="3007032"/>
                <a:ext cx="11808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042" name="Entrada de lápiz 1041">
                <a:extLst>
                  <a:ext uri="{FF2B5EF4-FFF2-40B4-BE49-F238E27FC236}">
                    <a16:creationId xmlns:a16="http://schemas.microsoft.com/office/drawing/2014/main" id="{8FD236C3-D6CC-DFE3-A146-E02876CDC6F1}"/>
                  </a:ext>
                </a:extLst>
              </p14:cNvPr>
              <p14:cNvContentPartPr/>
              <p14:nvPr/>
            </p14:nvContentPartPr>
            <p14:xfrm>
              <a:off x="6350102" y="2995152"/>
              <a:ext cx="160920" cy="109800"/>
            </p14:xfrm>
          </p:contentPart>
        </mc:Choice>
        <mc:Fallback xmlns="">
          <p:pic>
            <p:nvPicPr>
              <p:cNvPr id="1042" name="Entrada de lápiz 1041">
                <a:extLst>
                  <a:ext uri="{FF2B5EF4-FFF2-40B4-BE49-F238E27FC236}">
                    <a16:creationId xmlns:a16="http://schemas.microsoft.com/office/drawing/2014/main" id="{8FD236C3-D6CC-DFE3-A146-E02876CDC6F1}"/>
                  </a:ext>
                </a:extLst>
              </p:cNvPr>
              <p:cNvPicPr/>
              <p:nvPr/>
            </p:nvPicPr>
            <p:blipFill>
              <a:blip r:embed="rId72"/>
              <a:stretch>
                <a:fillRect/>
              </a:stretch>
            </p:blipFill>
            <p:spPr>
              <a:xfrm>
                <a:off x="6332462" y="2977152"/>
                <a:ext cx="19656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043" name="Entrada de lápiz 1042">
                <a:extLst>
                  <a:ext uri="{FF2B5EF4-FFF2-40B4-BE49-F238E27FC236}">
                    <a16:creationId xmlns:a16="http://schemas.microsoft.com/office/drawing/2014/main" id="{4B8AB09D-5DC8-C39A-A4F6-4F271AD587D1}"/>
                  </a:ext>
                </a:extLst>
              </p14:cNvPr>
              <p14:cNvContentPartPr/>
              <p14:nvPr/>
            </p14:nvContentPartPr>
            <p14:xfrm>
              <a:off x="6511382" y="2895432"/>
              <a:ext cx="123480" cy="139680"/>
            </p14:xfrm>
          </p:contentPart>
        </mc:Choice>
        <mc:Fallback xmlns="">
          <p:pic>
            <p:nvPicPr>
              <p:cNvPr id="1043" name="Entrada de lápiz 1042">
                <a:extLst>
                  <a:ext uri="{FF2B5EF4-FFF2-40B4-BE49-F238E27FC236}">
                    <a16:creationId xmlns:a16="http://schemas.microsoft.com/office/drawing/2014/main" id="{4B8AB09D-5DC8-C39A-A4F6-4F271AD587D1}"/>
                  </a:ext>
                </a:extLst>
              </p:cNvPr>
              <p:cNvPicPr/>
              <p:nvPr/>
            </p:nvPicPr>
            <p:blipFill>
              <a:blip r:embed="rId74"/>
              <a:stretch>
                <a:fillRect/>
              </a:stretch>
            </p:blipFill>
            <p:spPr>
              <a:xfrm>
                <a:off x="6493742" y="2877432"/>
                <a:ext cx="15912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045" name="Entrada de lápiz 1044">
                <a:extLst>
                  <a:ext uri="{FF2B5EF4-FFF2-40B4-BE49-F238E27FC236}">
                    <a16:creationId xmlns:a16="http://schemas.microsoft.com/office/drawing/2014/main" id="{D0BAEF12-177C-9FA2-D849-C1740CBC9B6D}"/>
                  </a:ext>
                </a:extLst>
              </p14:cNvPr>
              <p14:cNvContentPartPr/>
              <p14:nvPr/>
            </p14:nvContentPartPr>
            <p14:xfrm>
              <a:off x="6112502" y="3597432"/>
              <a:ext cx="73800" cy="114120"/>
            </p14:xfrm>
          </p:contentPart>
        </mc:Choice>
        <mc:Fallback xmlns="">
          <p:pic>
            <p:nvPicPr>
              <p:cNvPr id="1045" name="Entrada de lápiz 1044">
                <a:extLst>
                  <a:ext uri="{FF2B5EF4-FFF2-40B4-BE49-F238E27FC236}">
                    <a16:creationId xmlns:a16="http://schemas.microsoft.com/office/drawing/2014/main" id="{D0BAEF12-177C-9FA2-D849-C1740CBC9B6D}"/>
                  </a:ext>
                </a:extLst>
              </p:cNvPr>
              <p:cNvPicPr/>
              <p:nvPr/>
            </p:nvPicPr>
            <p:blipFill>
              <a:blip r:embed="rId76"/>
              <a:stretch>
                <a:fillRect/>
              </a:stretch>
            </p:blipFill>
            <p:spPr>
              <a:xfrm>
                <a:off x="6094862" y="3579792"/>
                <a:ext cx="10944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046" name="Entrada de lápiz 1045">
                <a:extLst>
                  <a:ext uri="{FF2B5EF4-FFF2-40B4-BE49-F238E27FC236}">
                    <a16:creationId xmlns:a16="http://schemas.microsoft.com/office/drawing/2014/main" id="{5EB93C9E-5077-7247-5EA9-FADEC26A7C50}"/>
                  </a:ext>
                </a:extLst>
              </p14:cNvPr>
              <p14:cNvContentPartPr/>
              <p14:nvPr/>
            </p14:nvContentPartPr>
            <p14:xfrm>
              <a:off x="6040502" y="3522192"/>
              <a:ext cx="127080" cy="162360"/>
            </p14:xfrm>
          </p:contentPart>
        </mc:Choice>
        <mc:Fallback xmlns="">
          <p:pic>
            <p:nvPicPr>
              <p:cNvPr id="1046" name="Entrada de lápiz 1045">
                <a:extLst>
                  <a:ext uri="{FF2B5EF4-FFF2-40B4-BE49-F238E27FC236}">
                    <a16:creationId xmlns:a16="http://schemas.microsoft.com/office/drawing/2014/main" id="{5EB93C9E-5077-7247-5EA9-FADEC26A7C50}"/>
                  </a:ext>
                </a:extLst>
              </p:cNvPr>
              <p:cNvPicPr/>
              <p:nvPr/>
            </p:nvPicPr>
            <p:blipFill>
              <a:blip r:embed="rId78"/>
              <a:stretch>
                <a:fillRect/>
              </a:stretch>
            </p:blipFill>
            <p:spPr>
              <a:xfrm>
                <a:off x="6022502" y="3504552"/>
                <a:ext cx="16272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047" name="Entrada de lápiz 1046">
                <a:extLst>
                  <a:ext uri="{FF2B5EF4-FFF2-40B4-BE49-F238E27FC236}">
                    <a16:creationId xmlns:a16="http://schemas.microsoft.com/office/drawing/2014/main" id="{AC25F037-C768-4611-0B6E-A0B5445E56CB}"/>
                  </a:ext>
                </a:extLst>
              </p14:cNvPr>
              <p14:cNvContentPartPr/>
              <p14:nvPr/>
            </p14:nvContentPartPr>
            <p14:xfrm>
              <a:off x="6212222" y="3525072"/>
              <a:ext cx="87120" cy="140760"/>
            </p14:xfrm>
          </p:contentPart>
        </mc:Choice>
        <mc:Fallback xmlns="">
          <p:pic>
            <p:nvPicPr>
              <p:cNvPr id="1047" name="Entrada de lápiz 1046">
                <a:extLst>
                  <a:ext uri="{FF2B5EF4-FFF2-40B4-BE49-F238E27FC236}">
                    <a16:creationId xmlns:a16="http://schemas.microsoft.com/office/drawing/2014/main" id="{AC25F037-C768-4611-0B6E-A0B5445E56CB}"/>
                  </a:ext>
                </a:extLst>
              </p:cNvPr>
              <p:cNvPicPr/>
              <p:nvPr/>
            </p:nvPicPr>
            <p:blipFill>
              <a:blip r:embed="rId80"/>
              <a:stretch>
                <a:fillRect/>
              </a:stretch>
            </p:blipFill>
            <p:spPr>
              <a:xfrm>
                <a:off x="6194582" y="3507072"/>
                <a:ext cx="12276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048" name="Entrada de lápiz 1047">
                <a:extLst>
                  <a:ext uri="{FF2B5EF4-FFF2-40B4-BE49-F238E27FC236}">
                    <a16:creationId xmlns:a16="http://schemas.microsoft.com/office/drawing/2014/main" id="{D7C09017-8AEB-760C-A9F8-D6FDF9AFEBA2}"/>
                  </a:ext>
                </a:extLst>
              </p14:cNvPr>
              <p14:cNvContentPartPr/>
              <p14:nvPr/>
            </p14:nvContentPartPr>
            <p14:xfrm>
              <a:off x="6220502" y="3465672"/>
              <a:ext cx="89280" cy="93960"/>
            </p14:xfrm>
          </p:contentPart>
        </mc:Choice>
        <mc:Fallback xmlns="">
          <p:pic>
            <p:nvPicPr>
              <p:cNvPr id="1048" name="Entrada de lápiz 1047">
                <a:extLst>
                  <a:ext uri="{FF2B5EF4-FFF2-40B4-BE49-F238E27FC236}">
                    <a16:creationId xmlns:a16="http://schemas.microsoft.com/office/drawing/2014/main" id="{D7C09017-8AEB-760C-A9F8-D6FDF9AFEBA2}"/>
                  </a:ext>
                </a:extLst>
              </p:cNvPr>
              <p:cNvPicPr/>
              <p:nvPr/>
            </p:nvPicPr>
            <p:blipFill>
              <a:blip r:embed="rId82"/>
              <a:stretch>
                <a:fillRect/>
              </a:stretch>
            </p:blipFill>
            <p:spPr>
              <a:xfrm>
                <a:off x="6202862" y="3448032"/>
                <a:ext cx="12492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049" name="Entrada de lápiz 1048">
                <a:extLst>
                  <a:ext uri="{FF2B5EF4-FFF2-40B4-BE49-F238E27FC236}">
                    <a16:creationId xmlns:a16="http://schemas.microsoft.com/office/drawing/2014/main" id="{76230312-688D-92DC-7343-E249D5193E25}"/>
                  </a:ext>
                </a:extLst>
              </p14:cNvPr>
              <p14:cNvContentPartPr/>
              <p14:nvPr/>
            </p14:nvContentPartPr>
            <p14:xfrm>
              <a:off x="6273422" y="3507792"/>
              <a:ext cx="50760" cy="83880"/>
            </p14:xfrm>
          </p:contentPart>
        </mc:Choice>
        <mc:Fallback xmlns="">
          <p:pic>
            <p:nvPicPr>
              <p:cNvPr id="1049" name="Entrada de lápiz 1048">
                <a:extLst>
                  <a:ext uri="{FF2B5EF4-FFF2-40B4-BE49-F238E27FC236}">
                    <a16:creationId xmlns:a16="http://schemas.microsoft.com/office/drawing/2014/main" id="{76230312-688D-92DC-7343-E249D5193E25}"/>
                  </a:ext>
                </a:extLst>
              </p:cNvPr>
              <p:cNvPicPr/>
              <p:nvPr/>
            </p:nvPicPr>
            <p:blipFill>
              <a:blip r:embed="rId84"/>
              <a:stretch>
                <a:fillRect/>
              </a:stretch>
            </p:blipFill>
            <p:spPr>
              <a:xfrm>
                <a:off x="6255782" y="3489792"/>
                <a:ext cx="8640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050" name="Entrada de lápiz 1049">
                <a:extLst>
                  <a:ext uri="{FF2B5EF4-FFF2-40B4-BE49-F238E27FC236}">
                    <a16:creationId xmlns:a16="http://schemas.microsoft.com/office/drawing/2014/main" id="{6DF48F98-B1AC-6FAD-F122-2C9188FA68F1}"/>
                  </a:ext>
                </a:extLst>
              </p14:cNvPr>
              <p14:cNvContentPartPr/>
              <p14:nvPr/>
            </p14:nvContentPartPr>
            <p14:xfrm>
              <a:off x="6316982" y="3612912"/>
              <a:ext cx="43200" cy="63360"/>
            </p14:xfrm>
          </p:contentPart>
        </mc:Choice>
        <mc:Fallback xmlns="">
          <p:pic>
            <p:nvPicPr>
              <p:cNvPr id="1050" name="Entrada de lápiz 1049">
                <a:extLst>
                  <a:ext uri="{FF2B5EF4-FFF2-40B4-BE49-F238E27FC236}">
                    <a16:creationId xmlns:a16="http://schemas.microsoft.com/office/drawing/2014/main" id="{6DF48F98-B1AC-6FAD-F122-2C9188FA68F1}"/>
                  </a:ext>
                </a:extLst>
              </p:cNvPr>
              <p:cNvPicPr/>
              <p:nvPr/>
            </p:nvPicPr>
            <p:blipFill>
              <a:blip r:embed="rId86"/>
              <a:stretch>
                <a:fillRect/>
              </a:stretch>
            </p:blipFill>
            <p:spPr>
              <a:xfrm>
                <a:off x="6298982" y="3594912"/>
                <a:ext cx="7884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051" name="Entrada de lápiz 1050">
                <a:extLst>
                  <a:ext uri="{FF2B5EF4-FFF2-40B4-BE49-F238E27FC236}">
                    <a16:creationId xmlns:a16="http://schemas.microsoft.com/office/drawing/2014/main" id="{BBEA40E6-76C9-7D3F-290F-35B4D4825ACC}"/>
                  </a:ext>
                </a:extLst>
              </p14:cNvPr>
              <p14:cNvContentPartPr/>
              <p14:nvPr/>
            </p14:nvContentPartPr>
            <p14:xfrm>
              <a:off x="6354062" y="3446952"/>
              <a:ext cx="70560" cy="105480"/>
            </p14:xfrm>
          </p:contentPart>
        </mc:Choice>
        <mc:Fallback xmlns="">
          <p:pic>
            <p:nvPicPr>
              <p:cNvPr id="1051" name="Entrada de lápiz 1050">
                <a:extLst>
                  <a:ext uri="{FF2B5EF4-FFF2-40B4-BE49-F238E27FC236}">
                    <a16:creationId xmlns:a16="http://schemas.microsoft.com/office/drawing/2014/main" id="{BBEA40E6-76C9-7D3F-290F-35B4D4825ACC}"/>
                  </a:ext>
                </a:extLst>
              </p:cNvPr>
              <p:cNvPicPr/>
              <p:nvPr/>
            </p:nvPicPr>
            <p:blipFill>
              <a:blip r:embed="rId88"/>
              <a:stretch>
                <a:fillRect/>
              </a:stretch>
            </p:blipFill>
            <p:spPr>
              <a:xfrm>
                <a:off x="6336062" y="3429312"/>
                <a:ext cx="10620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052" name="Entrada de lápiz 1051">
                <a:extLst>
                  <a:ext uri="{FF2B5EF4-FFF2-40B4-BE49-F238E27FC236}">
                    <a16:creationId xmlns:a16="http://schemas.microsoft.com/office/drawing/2014/main" id="{012F6C34-7FAA-AAD8-A8B4-BCA2439973B2}"/>
                  </a:ext>
                </a:extLst>
              </p14:cNvPr>
              <p14:cNvContentPartPr/>
              <p14:nvPr/>
            </p14:nvContentPartPr>
            <p14:xfrm>
              <a:off x="6358022" y="3388992"/>
              <a:ext cx="126360" cy="141120"/>
            </p14:xfrm>
          </p:contentPart>
        </mc:Choice>
        <mc:Fallback xmlns="">
          <p:pic>
            <p:nvPicPr>
              <p:cNvPr id="1052" name="Entrada de lápiz 1051">
                <a:extLst>
                  <a:ext uri="{FF2B5EF4-FFF2-40B4-BE49-F238E27FC236}">
                    <a16:creationId xmlns:a16="http://schemas.microsoft.com/office/drawing/2014/main" id="{012F6C34-7FAA-AAD8-A8B4-BCA2439973B2}"/>
                  </a:ext>
                </a:extLst>
              </p:cNvPr>
              <p:cNvPicPr/>
              <p:nvPr/>
            </p:nvPicPr>
            <p:blipFill>
              <a:blip r:embed="rId90"/>
              <a:stretch>
                <a:fillRect/>
              </a:stretch>
            </p:blipFill>
            <p:spPr>
              <a:xfrm>
                <a:off x="6340022" y="3371352"/>
                <a:ext cx="16200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053" name="Entrada de lápiz 1052">
                <a:extLst>
                  <a:ext uri="{FF2B5EF4-FFF2-40B4-BE49-F238E27FC236}">
                    <a16:creationId xmlns:a16="http://schemas.microsoft.com/office/drawing/2014/main" id="{373A6C1A-CC2E-F7DB-85FB-CCC3A7D20ACB}"/>
                  </a:ext>
                </a:extLst>
              </p14:cNvPr>
              <p14:cNvContentPartPr/>
              <p14:nvPr/>
            </p14:nvContentPartPr>
            <p14:xfrm>
              <a:off x="6442622" y="3273072"/>
              <a:ext cx="200160" cy="194040"/>
            </p14:xfrm>
          </p:contentPart>
        </mc:Choice>
        <mc:Fallback xmlns="">
          <p:pic>
            <p:nvPicPr>
              <p:cNvPr id="1053" name="Entrada de lápiz 1052">
                <a:extLst>
                  <a:ext uri="{FF2B5EF4-FFF2-40B4-BE49-F238E27FC236}">
                    <a16:creationId xmlns:a16="http://schemas.microsoft.com/office/drawing/2014/main" id="{373A6C1A-CC2E-F7DB-85FB-CCC3A7D20ACB}"/>
                  </a:ext>
                </a:extLst>
              </p:cNvPr>
              <p:cNvPicPr/>
              <p:nvPr/>
            </p:nvPicPr>
            <p:blipFill>
              <a:blip r:embed="rId92"/>
              <a:stretch>
                <a:fillRect/>
              </a:stretch>
            </p:blipFill>
            <p:spPr>
              <a:xfrm>
                <a:off x="6424622" y="3255432"/>
                <a:ext cx="23580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054" name="Entrada de lápiz 1053">
                <a:extLst>
                  <a:ext uri="{FF2B5EF4-FFF2-40B4-BE49-F238E27FC236}">
                    <a16:creationId xmlns:a16="http://schemas.microsoft.com/office/drawing/2014/main" id="{D809F169-8380-8E4E-C300-118624716C13}"/>
                  </a:ext>
                </a:extLst>
              </p14:cNvPr>
              <p14:cNvContentPartPr/>
              <p14:nvPr/>
            </p14:nvContentPartPr>
            <p14:xfrm>
              <a:off x="6607862" y="3224472"/>
              <a:ext cx="88200" cy="133560"/>
            </p14:xfrm>
          </p:contentPart>
        </mc:Choice>
        <mc:Fallback xmlns="">
          <p:pic>
            <p:nvPicPr>
              <p:cNvPr id="1054" name="Entrada de lápiz 1053">
                <a:extLst>
                  <a:ext uri="{FF2B5EF4-FFF2-40B4-BE49-F238E27FC236}">
                    <a16:creationId xmlns:a16="http://schemas.microsoft.com/office/drawing/2014/main" id="{D809F169-8380-8E4E-C300-118624716C13}"/>
                  </a:ext>
                </a:extLst>
              </p:cNvPr>
              <p:cNvPicPr/>
              <p:nvPr/>
            </p:nvPicPr>
            <p:blipFill>
              <a:blip r:embed="rId94"/>
              <a:stretch>
                <a:fillRect/>
              </a:stretch>
            </p:blipFill>
            <p:spPr>
              <a:xfrm>
                <a:off x="6589862" y="3206832"/>
                <a:ext cx="12384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1055" name="Entrada de lápiz 1054">
                <a:extLst>
                  <a:ext uri="{FF2B5EF4-FFF2-40B4-BE49-F238E27FC236}">
                    <a16:creationId xmlns:a16="http://schemas.microsoft.com/office/drawing/2014/main" id="{41919885-862F-6AB5-7CE8-120410F09FCD}"/>
                  </a:ext>
                </a:extLst>
              </p14:cNvPr>
              <p14:cNvContentPartPr/>
              <p14:nvPr/>
            </p14:nvContentPartPr>
            <p14:xfrm>
              <a:off x="6570782" y="3163272"/>
              <a:ext cx="4680" cy="10440"/>
            </p14:xfrm>
          </p:contentPart>
        </mc:Choice>
        <mc:Fallback xmlns="">
          <p:pic>
            <p:nvPicPr>
              <p:cNvPr id="1055" name="Entrada de lápiz 1054">
                <a:extLst>
                  <a:ext uri="{FF2B5EF4-FFF2-40B4-BE49-F238E27FC236}">
                    <a16:creationId xmlns:a16="http://schemas.microsoft.com/office/drawing/2014/main" id="{41919885-862F-6AB5-7CE8-120410F09FCD}"/>
                  </a:ext>
                </a:extLst>
              </p:cNvPr>
              <p:cNvPicPr/>
              <p:nvPr/>
            </p:nvPicPr>
            <p:blipFill>
              <a:blip r:embed="rId96"/>
              <a:stretch>
                <a:fillRect/>
              </a:stretch>
            </p:blipFill>
            <p:spPr>
              <a:xfrm>
                <a:off x="6552782" y="3145632"/>
                <a:ext cx="4032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056" name="Entrada de lápiz 1055">
                <a:extLst>
                  <a:ext uri="{FF2B5EF4-FFF2-40B4-BE49-F238E27FC236}">
                    <a16:creationId xmlns:a16="http://schemas.microsoft.com/office/drawing/2014/main" id="{DC4C6D1D-059E-480C-A61F-6837A4BFBB73}"/>
                  </a:ext>
                </a:extLst>
              </p14:cNvPr>
              <p14:cNvContentPartPr/>
              <p14:nvPr/>
            </p14:nvContentPartPr>
            <p14:xfrm>
              <a:off x="6658622" y="3115752"/>
              <a:ext cx="174240" cy="192240"/>
            </p14:xfrm>
          </p:contentPart>
        </mc:Choice>
        <mc:Fallback xmlns="">
          <p:pic>
            <p:nvPicPr>
              <p:cNvPr id="1056" name="Entrada de lápiz 1055">
                <a:extLst>
                  <a:ext uri="{FF2B5EF4-FFF2-40B4-BE49-F238E27FC236}">
                    <a16:creationId xmlns:a16="http://schemas.microsoft.com/office/drawing/2014/main" id="{DC4C6D1D-059E-480C-A61F-6837A4BFBB73}"/>
                  </a:ext>
                </a:extLst>
              </p:cNvPr>
              <p:cNvPicPr/>
              <p:nvPr/>
            </p:nvPicPr>
            <p:blipFill>
              <a:blip r:embed="rId98"/>
              <a:stretch>
                <a:fillRect/>
              </a:stretch>
            </p:blipFill>
            <p:spPr>
              <a:xfrm>
                <a:off x="6640982" y="3097752"/>
                <a:ext cx="20988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057" name="Entrada de lápiz 1056">
                <a:extLst>
                  <a:ext uri="{FF2B5EF4-FFF2-40B4-BE49-F238E27FC236}">
                    <a16:creationId xmlns:a16="http://schemas.microsoft.com/office/drawing/2014/main" id="{976A469D-C825-D631-F963-F57CA70EFB84}"/>
                  </a:ext>
                </a:extLst>
              </p14:cNvPr>
              <p14:cNvContentPartPr/>
              <p14:nvPr/>
            </p14:nvContentPartPr>
            <p14:xfrm>
              <a:off x="6824942" y="3009552"/>
              <a:ext cx="113400" cy="184680"/>
            </p14:xfrm>
          </p:contentPart>
        </mc:Choice>
        <mc:Fallback xmlns="">
          <p:pic>
            <p:nvPicPr>
              <p:cNvPr id="1057" name="Entrada de lápiz 1056">
                <a:extLst>
                  <a:ext uri="{FF2B5EF4-FFF2-40B4-BE49-F238E27FC236}">
                    <a16:creationId xmlns:a16="http://schemas.microsoft.com/office/drawing/2014/main" id="{976A469D-C825-D631-F963-F57CA70EFB84}"/>
                  </a:ext>
                </a:extLst>
              </p:cNvPr>
              <p:cNvPicPr/>
              <p:nvPr/>
            </p:nvPicPr>
            <p:blipFill>
              <a:blip r:embed="rId100"/>
              <a:stretch>
                <a:fillRect/>
              </a:stretch>
            </p:blipFill>
            <p:spPr>
              <a:xfrm>
                <a:off x="6807302" y="2991912"/>
                <a:ext cx="14904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1058" name="Entrada de lápiz 1057">
                <a:extLst>
                  <a:ext uri="{FF2B5EF4-FFF2-40B4-BE49-F238E27FC236}">
                    <a16:creationId xmlns:a16="http://schemas.microsoft.com/office/drawing/2014/main" id="{68C2DE83-FD4E-3A45-E63B-03CF5B6B352A}"/>
                  </a:ext>
                </a:extLst>
              </p14:cNvPr>
              <p14:cNvContentPartPr/>
              <p14:nvPr/>
            </p14:nvContentPartPr>
            <p14:xfrm>
              <a:off x="6882182" y="3093432"/>
              <a:ext cx="43920" cy="32040"/>
            </p14:xfrm>
          </p:contentPart>
        </mc:Choice>
        <mc:Fallback xmlns="">
          <p:pic>
            <p:nvPicPr>
              <p:cNvPr id="1058" name="Entrada de lápiz 1057">
                <a:extLst>
                  <a:ext uri="{FF2B5EF4-FFF2-40B4-BE49-F238E27FC236}">
                    <a16:creationId xmlns:a16="http://schemas.microsoft.com/office/drawing/2014/main" id="{68C2DE83-FD4E-3A45-E63B-03CF5B6B352A}"/>
                  </a:ext>
                </a:extLst>
              </p:cNvPr>
              <p:cNvPicPr/>
              <p:nvPr/>
            </p:nvPicPr>
            <p:blipFill>
              <a:blip r:embed="rId102"/>
              <a:stretch>
                <a:fillRect/>
              </a:stretch>
            </p:blipFill>
            <p:spPr>
              <a:xfrm>
                <a:off x="6864182" y="3075792"/>
                <a:ext cx="7956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060" name="Entrada de lápiz 1059">
                <a:extLst>
                  <a:ext uri="{FF2B5EF4-FFF2-40B4-BE49-F238E27FC236}">
                    <a16:creationId xmlns:a16="http://schemas.microsoft.com/office/drawing/2014/main" id="{0F0A93A7-164A-D329-40CE-6B592C1CB11F}"/>
                  </a:ext>
                </a:extLst>
              </p14:cNvPr>
              <p14:cNvContentPartPr/>
              <p14:nvPr/>
            </p14:nvContentPartPr>
            <p14:xfrm>
              <a:off x="6878942" y="2938272"/>
              <a:ext cx="225360" cy="155880"/>
            </p14:xfrm>
          </p:contentPart>
        </mc:Choice>
        <mc:Fallback xmlns="">
          <p:pic>
            <p:nvPicPr>
              <p:cNvPr id="1060" name="Entrada de lápiz 1059">
                <a:extLst>
                  <a:ext uri="{FF2B5EF4-FFF2-40B4-BE49-F238E27FC236}">
                    <a16:creationId xmlns:a16="http://schemas.microsoft.com/office/drawing/2014/main" id="{0F0A93A7-164A-D329-40CE-6B592C1CB11F}"/>
                  </a:ext>
                </a:extLst>
              </p:cNvPr>
              <p:cNvPicPr/>
              <p:nvPr/>
            </p:nvPicPr>
            <p:blipFill>
              <a:blip r:embed="rId104"/>
              <a:stretch>
                <a:fillRect/>
              </a:stretch>
            </p:blipFill>
            <p:spPr>
              <a:xfrm>
                <a:off x="6860942" y="2920272"/>
                <a:ext cx="26100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062" name="Entrada de lápiz 1061">
                <a:extLst>
                  <a:ext uri="{FF2B5EF4-FFF2-40B4-BE49-F238E27FC236}">
                    <a16:creationId xmlns:a16="http://schemas.microsoft.com/office/drawing/2014/main" id="{183D142C-D984-BD13-681D-8B6FF4869608}"/>
                  </a:ext>
                </a:extLst>
              </p14:cNvPr>
              <p14:cNvContentPartPr/>
              <p14:nvPr/>
            </p14:nvContentPartPr>
            <p14:xfrm>
              <a:off x="6764102" y="3748632"/>
              <a:ext cx="463320" cy="617040"/>
            </p14:xfrm>
          </p:contentPart>
        </mc:Choice>
        <mc:Fallback xmlns="">
          <p:pic>
            <p:nvPicPr>
              <p:cNvPr id="1062" name="Entrada de lápiz 1061">
                <a:extLst>
                  <a:ext uri="{FF2B5EF4-FFF2-40B4-BE49-F238E27FC236}">
                    <a16:creationId xmlns:a16="http://schemas.microsoft.com/office/drawing/2014/main" id="{183D142C-D984-BD13-681D-8B6FF4869608}"/>
                  </a:ext>
                </a:extLst>
              </p:cNvPr>
              <p:cNvPicPr/>
              <p:nvPr/>
            </p:nvPicPr>
            <p:blipFill>
              <a:blip r:embed="rId106"/>
              <a:stretch>
                <a:fillRect/>
              </a:stretch>
            </p:blipFill>
            <p:spPr>
              <a:xfrm>
                <a:off x="6746102" y="3730992"/>
                <a:ext cx="498960" cy="65268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063" name="Entrada de lápiz 1062">
                <a:extLst>
                  <a:ext uri="{FF2B5EF4-FFF2-40B4-BE49-F238E27FC236}">
                    <a16:creationId xmlns:a16="http://schemas.microsoft.com/office/drawing/2014/main" id="{3F24C85D-62D6-A74F-D702-E48D93144B50}"/>
                  </a:ext>
                </a:extLst>
              </p14:cNvPr>
              <p14:cNvContentPartPr/>
              <p14:nvPr/>
            </p14:nvContentPartPr>
            <p14:xfrm>
              <a:off x="6677342" y="3690672"/>
              <a:ext cx="100800" cy="148320"/>
            </p14:xfrm>
          </p:contentPart>
        </mc:Choice>
        <mc:Fallback xmlns="">
          <p:pic>
            <p:nvPicPr>
              <p:cNvPr id="1063" name="Entrada de lápiz 1062">
                <a:extLst>
                  <a:ext uri="{FF2B5EF4-FFF2-40B4-BE49-F238E27FC236}">
                    <a16:creationId xmlns:a16="http://schemas.microsoft.com/office/drawing/2014/main" id="{3F24C85D-62D6-A74F-D702-E48D93144B50}"/>
                  </a:ext>
                </a:extLst>
              </p:cNvPr>
              <p:cNvPicPr/>
              <p:nvPr/>
            </p:nvPicPr>
            <p:blipFill>
              <a:blip r:embed="rId108"/>
              <a:stretch>
                <a:fillRect/>
              </a:stretch>
            </p:blipFill>
            <p:spPr>
              <a:xfrm>
                <a:off x="6659342" y="3672672"/>
                <a:ext cx="13644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1065" name="Entrada de lápiz 1064">
                <a:extLst>
                  <a:ext uri="{FF2B5EF4-FFF2-40B4-BE49-F238E27FC236}">
                    <a16:creationId xmlns:a16="http://schemas.microsoft.com/office/drawing/2014/main" id="{F3046E2C-CF05-10AE-A5B8-01B30ED9CD15}"/>
                  </a:ext>
                </a:extLst>
              </p14:cNvPr>
              <p14:cNvContentPartPr/>
              <p14:nvPr/>
            </p14:nvContentPartPr>
            <p14:xfrm>
              <a:off x="6662582" y="3695352"/>
              <a:ext cx="163080" cy="121680"/>
            </p14:xfrm>
          </p:contentPart>
        </mc:Choice>
        <mc:Fallback xmlns="">
          <p:pic>
            <p:nvPicPr>
              <p:cNvPr id="1065" name="Entrada de lápiz 1064">
                <a:extLst>
                  <a:ext uri="{FF2B5EF4-FFF2-40B4-BE49-F238E27FC236}">
                    <a16:creationId xmlns:a16="http://schemas.microsoft.com/office/drawing/2014/main" id="{F3046E2C-CF05-10AE-A5B8-01B30ED9CD15}"/>
                  </a:ext>
                </a:extLst>
              </p:cNvPr>
              <p:cNvPicPr/>
              <p:nvPr/>
            </p:nvPicPr>
            <p:blipFill>
              <a:blip r:embed="rId110"/>
              <a:stretch>
                <a:fillRect/>
              </a:stretch>
            </p:blipFill>
            <p:spPr>
              <a:xfrm>
                <a:off x="6644582" y="3677352"/>
                <a:ext cx="19872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074" name="Entrada de lápiz 1073">
                <a:extLst>
                  <a:ext uri="{FF2B5EF4-FFF2-40B4-BE49-F238E27FC236}">
                    <a16:creationId xmlns:a16="http://schemas.microsoft.com/office/drawing/2014/main" id="{1F7A8981-74AA-FB69-3184-3145BB4F9104}"/>
                  </a:ext>
                </a:extLst>
              </p14:cNvPr>
              <p14:cNvContentPartPr/>
              <p14:nvPr/>
            </p14:nvContentPartPr>
            <p14:xfrm>
              <a:off x="7351622" y="2749632"/>
              <a:ext cx="2581560" cy="276840"/>
            </p14:xfrm>
          </p:contentPart>
        </mc:Choice>
        <mc:Fallback xmlns="">
          <p:pic>
            <p:nvPicPr>
              <p:cNvPr id="1074" name="Entrada de lápiz 1073">
                <a:extLst>
                  <a:ext uri="{FF2B5EF4-FFF2-40B4-BE49-F238E27FC236}">
                    <a16:creationId xmlns:a16="http://schemas.microsoft.com/office/drawing/2014/main" id="{1F7A8981-74AA-FB69-3184-3145BB4F9104}"/>
                  </a:ext>
                </a:extLst>
              </p:cNvPr>
              <p:cNvPicPr/>
              <p:nvPr/>
            </p:nvPicPr>
            <p:blipFill>
              <a:blip r:embed="rId112"/>
              <a:stretch>
                <a:fillRect/>
              </a:stretch>
            </p:blipFill>
            <p:spPr>
              <a:xfrm>
                <a:off x="7333982" y="2731992"/>
                <a:ext cx="2617200" cy="31248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075" name="Entrada de lápiz 1074">
                <a:extLst>
                  <a:ext uri="{FF2B5EF4-FFF2-40B4-BE49-F238E27FC236}">
                    <a16:creationId xmlns:a16="http://schemas.microsoft.com/office/drawing/2014/main" id="{7606D035-B5CE-533A-CCFE-5727971ACE2D}"/>
                  </a:ext>
                </a:extLst>
              </p14:cNvPr>
              <p14:cNvContentPartPr/>
              <p14:nvPr/>
            </p14:nvContentPartPr>
            <p14:xfrm>
              <a:off x="7259822" y="2878872"/>
              <a:ext cx="153360" cy="172800"/>
            </p14:xfrm>
          </p:contentPart>
        </mc:Choice>
        <mc:Fallback xmlns="">
          <p:pic>
            <p:nvPicPr>
              <p:cNvPr id="1075" name="Entrada de lápiz 1074">
                <a:extLst>
                  <a:ext uri="{FF2B5EF4-FFF2-40B4-BE49-F238E27FC236}">
                    <a16:creationId xmlns:a16="http://schemas.microsoft.com/office/drawing/2014/main" id="{7606D035-B5CE-533A-CCFE-5727971ACE2D}"/>
                  </a:ext>
                </a:extLst>
              </p:cNvPr>
              <p:cNvPicPr/>
              <p:nvPr/>
            </p:nvPicPr>
            <p:blipFill>
              <a:blip r:embed="rId114"/>
              <a:stretch>
                <a:fillRect/>
              </a:stretch>
            </p:blipFill>
            <p:spPr>
              <a:xfrm>
                <a:off x="7241822" y="2861232"/>
                <a:ext cx="189000" cy="208440"/>
              </a:xfrm>
              <a:prstGeom prst="rect">
                <a:avLst/>
              </a:prstGeom>
            </p:spPr>
          </p:pic>
        </mc:Fallback>
      </mc:AlternateContent>
      <p:grpSp>
        <p:nvGrpSpPr>
          <p:cNvPr id="1096" name="Grupo 1095">
            <a:extLst>
              <a:ext uri="{FF2B5EF4-FFF2-40B4-BE49-F238E27FC236}">
                <a16:creationId xmlns:a16="http://schemas.microsoft.com/office/drawing/2014/main" id="{D45E6CC8-BDD7-E021-CC67-FDFD4DECED76}"/>
              </a:ext>
            </a:extLst>
          </p:cNvPr>
          <p:cNvGrpSpPr/>
          <p:nvPr/>
        </p:nvGrpSpPr>
        <p:grpSpPr>
          <a:xfrm>
            <a:off x="9264662" y="5654112"/>
            <a:ext cx="1973880" cy="706680"/>
            <a:chOff x="9264662" y="5654112"/>
            <a:chExt cx="1973880" cy="706680"/>
          </a:xfrm>
        </p:grpSpPr>
        <mc:AlternateContent xmlns:mc="http://schemas.openxmlformats.org/markup-compatibility/2006" xmlns:p14="http://schemas.microsoft.com/office/powerpoint/2010/main">
          <mc:Choice Requires="p14">
            <p:contentPart p14:bwMode="auto" r:id="rId115">
              <p14:nvContentPartPr>
                <p14:cNvPr id="1080" name="Entrada de lápiz 1079">
                  <a:extLst>
                    <a:ext uri="{FF2B5EF4-FFF2-40B4-BE49-F238E27FC236}">
                      <a16:creationId xmlns:a16="http://schemas.microsoft.com/office/drawing/2014/main" id="{3FB985C5-4F52-D8AF-D59D-B7785AC42162}"/>
                    </a:ext>
                  </a:extLst>
                </p14:cNvPr>
                <p14:cNvContentPartPr/>
                <p14:nvPr/>
              </p14:nvContentPartPr>
              <p14:xfrm>
                <a:off x="10584062" y="5785152"/>
                <a:ext cx="194760" cy="209520"/>
              </p14:xfrm>
            </p:contentPart>
          </mc:Choice>
          <mc:Fallback xmlns="">
            <p:pic>
              <p:nvPicPr>
                <p:cNvPr id="1080" name="Entrada de lápiz 1079">
                  <a:extLst>
                    <a:ext uri="{FF2B5EF4-FFF2-40B4-BE49-F238E27FC236}">
                      <a16:creationId xmlns:a16="http://schemas.microsoft.com/office/drawing/2014/main" id="{3FB985C5-4F52-D8AF-D59D-B7785AC42162}"/>
                    </a:ext>
                  </a:extLst>
                </p:cNvPr>
                <p:cNvPicPr/>
                <p:nvPr/>
              </p:nvPicPr>
              <p:blipFill>
                <a:blip r:embed="rId116"/>
                <a:stretch>
                  <a:fillRect/>
                </a:stretch>
              </p:blipFill>
              <p:spPr>
                <a:xfrm>
                  <a:off x="10566422" y="5767152"/>
                  <a:ext cx="23040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081" name="Entrada de lápiz 1080">
                  <a:extLst>
                    <a:ext uri="{FF2B5EF4-FFF2-40B4-BE49-F238E27FC236}">
                      <a16:creationId xmlns:a16="http://schemas.microsoft.com/office/drawing/2014/main" id="{D744A2EB-D3AF-42AF-2BFB-477200948A94}"/>
                    </a:ext>
                  </a:extLst>
                </p14:cNvPr>
                <p14:cNvContentPartPr/>
                <p14:nvPr/>
              </p14:nvContentPartPr>
              <p14:xfrm>
                <a:off x="10820222" y="5761752"/>
                <a:ext cx="106560" cy="153720"/>
              </p14:xfrm>
            </p:contentPart>
          </mc:Choice>
          <mc:Fallback xmlns="">
            <p:pic>
              <p:nvPicPr>
                <p:cNvPr id="1081" name="Entrada de lápiz 1080">
                  <a:extLst>
                    <a:ext uri="{FF2B5EF4-FFF2-40B4-BE49-F238E27FC236}">
                      <a16:creationId xmlns:a16="http://schemas.microsoft.com/office/drawing/2014/main" id="{D744A2EB-D3AF-42AF-2BFB-477200948A94}"/>
                    </a:ext>
                  </a:extLst>
                </p:cNvPr>
                <p:cNvPicPr/>
                <p:nvPr/>
              </p:nvPicPr>
              <p:blipFill>
                <a:blip r:embed="rId118"/>
                <a:stretch>
                  <a:fillRect/>
                </a:stretch>
              </p:blipFill>
              <p:spPr>
                <a:xfrm>
                  <a:off x="10802582" y="5743752"/>
                  <a:ext cx="14220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082" name="Entrada de lápiz 1081">
                  <a:extLst>
                    <a:ext uri="{FF2B5EF4-FFF2-40B4-BE49-F238E27FC236}">
                      <a16:creationId xmlns:a16="http://schemas.microsoft.com/office/drawing/2014/main" id="{20E5127B-C0BF-9CA5-9DDE-23503A67B768}"/>
                    </a:ext>
                  </a:extLst>
                </p14:cNvPr>
                <p14:cNvContentPartPr/>
                <p14:nvPr/>
              </p14:nvContentPartPr>
              <p14:xfrm>
                <a:off x="10900502" y="5734032"/>
                <a:ext cx="53280" cy="131040"/>
              </p14:xfrm>
            </p:contentPart>
          </mc:Choice>
          <mc:Fallback xmlns="">
            <p:pic>
              <p:nvPicPr>
                <p:cNvPr id="1082" name="Entrada de lápiz 1081">
                  <a:extLst>
                    <a:ext uri="{FF2B5EF4-FFF2-40B4-BE49-F238E27FC236}">
                      <a16:creationId xmlns:a16="http://schemas.microsoft.com/office/drawing/2014/main" id="{20E5127B-C0BF-9CA5-9DDE-23503A67B768}"/>
                    </a:ext>
                  </a:extLst>
                </p:cNvPr>
                <p:cNvPicPr/>
                <p:nvPr/>
              </p:nvPicPr>
              <p:blipFill>
                <a:blip r:embed="rId120"/>
                <a:stretch>
                  <a:fillRect/>
                </a:stretch>
              </p:blipFill>
              <p:spPr>
                <a:xfrm>
                  <a:off x="10882862" y="5716392"/>
                  <a:ext cx="8892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083" name="Entrada de lápiz 1082">
                  <a:extLst>
                    <a:ext uri="{FF2B5EF4-FFF2-40B4-BE49-F238E27FC236}">
                      <a16:creationId xmlns:a16="http://schemas.microsoft.com/office/drawing/2014/main" id="{326AB757-8CCF-F510-5525-545E7B4ADD37}"/>
                    </a:ext>
                  </a:extLst>
                </p14:cNvPr>
                <p14:cNvContentPartPr/>
                <p14:nvPr/>
              </p14:nvContentPartPr>
              <p14:xfrm>
                <a:off x="10878902" y="5706672"/>
                <a:ext cx="174960" cy="150120"/>
              </p14:xfrm>
            </p:contentPart>
          </mc:Choice>
          <mc:Fallback xmlns="">
            <p:pic>
              <p:nvPicPr>
                <p:cNvPr id="1083" name="Entrada de lápiz 1082">
                  <a:extLst>
                    <a:ext uri="{FF2B5EF4-FFF2-40B4-BE49-F238E27FC236}">
                      <a16:creationId xmlns:a16="http://schemas.microsoft.com/office/drawing/2014/main" id="{326AB757-8CCF-F510-5525-545E7B4ADD37}"/>
                    </a:ext>
                  </a:extLst>
                </p:cNvPr>
                <p:cNvPicPr/>
                <p:nvPr/>
              </p:nvPicPr>
              <p:blipFill>
                <a:blip r:embed="rId122"/>
                <a:stretch>
                  <a:fillRect/>
                </a:stretch>
              </p:blipFill>
              <p:spPr>
                <a:xfrm>
                  <a:off x="10861262" y="5688672"/>
                  <a:ext cx="21060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084" name="Entrada de lápiz 1083">
                  <a:extLst>
                    <a:ext uri="{FF2B5EF4-FFF2-40B4-BE49-F238E27FC236}">
                      <a16:creationId xmlns:a16="http://schemas.microsoft.com/office/drawing/2014/main" id="{15E4D812-F5E7-8AAE-A7DE-DDE8CCE4C46E}"/>
                    </a:ext>
                  </a:extLst>
                </p14:cNvPr>
                <p14:cNvContentPartPr/>
                <p14:nvPr/>
              </p14:nvContentPartPr>
              <p14:xfrm>
                <a:off x="11063222" y="5654112"/>
                <a:ext cx="121680" cy="164160"/>
              </p14:xfrm>
            </p:contentPart>
          </mc:Choice>
          <mc:Fallback xmlns="">
            <p:pic>
              <p:nvPicPr>
                <p:cNvPr id="1084" name="Entrada de lápiz 1083">
                  <a:extLst>
                    <a:ext uri="{FF2B5EF4-FFF2-40B4-BE49-F238E27FC236}">
                      <a16:creationId xmlns:a16="http://schemas.microsoft.com/office/drawing/2014/main" id="{15E4D812-F5E7-8AAE-A7DE-DDE8CCE4C46E}"/>
                    </a:ext>
                  </a:extLst>
                </p:cNvPr>
                <p:cNvPicPr/>
                <p:nvPr/>
              </p:nvPicPr>
              <p:blipFill>
                <a:blip r:embed="rId124"/>
                <a:stretch>
                  <a:fillRect/>
                </a:stretch>
              </p:blipFill>
              <p:spPr>
                <a:xfrm>
                  <a:off x="11045582" y="5636472"/>
                  <a:ext cx="15732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085" name="Entrada de lápiz 1084">
                  <a:extLst>
                    <a:ext uri="{FF2B5EF4-FFF2-40B4-BE49-F238E27FC236}">
                      <a16:creationId xmlns:a16="http://schemas.microsoft.com/office/drawing/2014/main" id="{65D33DCB-095B-632C-05AA-C74BCB1A3790}"/>
                    </a:ext>
                  </a:extLst>
                </p14:cNvPr>
                <p14:cNvContentPartPr/>
                <p14:nvPr/>
              </p14:nvContentPartPr>
              <p14:xfrm>
                <a:off x="10710062" y="6200952"/>
                <a:ext cx="68760" cy="159840"/>
              </p14:xfrm>
            </p:contentPart>
          </mc:Choice>
          <mc:Fallback xmlns="">
            <p:pic>
              <p:nvPicPr>
                <p:cNvPr id="1085" name="Entrada de lápiz 1084">
                  <a:extLst>
                    <a:ext uri="{FF2B5EF4-FFF2-40B4-BE49-F238E27FC236}">
                      <a16:creationId xmlns:a16="http://schemas.microsoft.com/office/drawing/2014/main" id="{65D33DCB-095B-632C-05AA-C74BCB1A3790}"/>
                    </a:ext>
                  </a:extLst>
                </p:cNvPr>
                <p:cNvPicPr/>
                <p:nvPr/>
              </p:nvPicPr>
              <p:blipFill>
                <a:blip r:embed="rId126"/>
                <a:stretch>
                  <a:fillRect/>
                </a:stretch>
              </p:blipFill>
              <p:spPr>
                <a:xfrm>
                  <a:off x="10692062" y="6183312"/>
                  <a:ext cx="10440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086" name="Entrada de lápiz 1085">
                  <a:extLst>
                    <a:ext uri="{FF2B5EF4-FFF2-40B4-BE49-F238E27FC236}">
                      <a16:creationId xmlns:a16="http://schemas.microsoft.com/office/drawing/2014/main" id="{3C522810-D553-10F3-CA13-4344C87F8FFC}"/>
                    </a:ext>
                  </a:extLst>
                </p14:cNvPr>
                <p14:cNvContentPartPr/>
                <p14:nvPr/>
              </p14:nvContentPartPr>
              <p14:xfrm>
                <a:off x="10660022" y="6172872"/>
                <a:ext cx="219600" cy="170640"/>
              </p14:xfrm>
            </p:contentPart>
          </mc:Choice>
          <mc:Fallback xmlns="">
            <p:pic>
              <p:nvPicPr>
                <p:cNvPr id="1086" name="Entrada de lápiz 1085">
                  <a:extLst>
                    <a:ext uri="{FF2B5EF4-FFF2-40B4-BE49-F238E27FC236}">
                      <a16:creationId xmlns:a16="http://schemas.microsoft.com/office/drawing/2014/main" id="{3C522810-D553-10F3-CA13-4344C87F8FFC}"/>
                    </a:ext>
                  </a:extLst>
                </p:cNvPr>
                <p:cNvPicPr/>
                <p:nvPr/>
              </p:nvPicPr>
              <p:blipFill>
                <a:blip r:embed="rId128"/>
                <a:stretch>
                  <a:fillRect/>
                </a:stretch>
              </p:blipFill>
              <p:spPr>
                <a:xfrm>
                  <a:off x="10642022" y="6155232"/>
                  <a:ext cx="25524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087" name="Entrada de lápiz 1086">
                  <a:extLst>
                    <a:ext uri="{FF2B5EF4-FFF2-40B4-BE49-F238E27FC236}">
                      <a16:creationId xmlns:a16="http://schemas.microsoft.com/office/drawing/2014/main" id="{C2DF5CDB-B061-804F-FF11-CD65DDD3D1D9}"/>
                    </a:ext>
                  </a:extLst>
                </p14:cNvPr>
                <p14:cNvContentPartPr/>
                <p14:nvPr/>
              </p14:nvContentPartPr>
              <p14:xfrm>
                <a:off x="10877102" y="6133632"/>
                <a:ext cx="115560" cy="170280"/>
              </p14:xfrm>
            </p:contentPart>
          </mc:Choice>
          <mc:Fallback xmlns="">
            <p:pic>
              <p:nvPicPr>
                <p:cNvPr id="1087" name="Entrada de lápiz 1086">
                  <a:extLst>
                    <a:ext uri="{FF2B5EF4-FFF2-40B4-BE49-F238E27FC236}">
                      <a16:creationId xmlns:a16="http://schemas.microsoft.com/office/drawing/2014/main" id="{C2DF5CDB-B061-804F-FF11-CD65DDD3D1D9}"/>
                    </a:ext>
                  </a:extLst>
                </p:cNvPr>
                <p:cNvPicPr/>
                <p:nvPr/>
              </p:nvPicPr>
              <p:blipFill>
                <a:blip r:embed="rId130"/>
                <a:stretch>
                  <a:fillRect/>
                </a:stretch>
              </p:blipFill>
              <p:spPr>
                <a:xfrm>
                  <a:off x="10859462" y="6115992"/>
                  <a:ext cx="15120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088" name="Entrada de lápiz 1087">
                  <a:extLst>
                    <a:ext uri="{FF2B5EF4-FFF2-40B4-BE49-F238E27FC236}">
                      <a16:creationId xmlns:a16="http://schemas.microsoft.com/office/drawing/2014/main" id="{9D041EA0-E389-615D-6633-D831570B3FE3}"/>
                    </a:ext>
                  </a:extLst>
                </p14:cNvPr>
                <p14:cNvContentPartPr/>
                <p14:nvPr/>
              </p14:nvContentPartPr>
              <p14:xfrm>
                <a:off x="10883582" y="6215712"/>
                <a:ext cx="59040" cy="29160"/>
              </p14:xfrm>
            </p:contentPart>
          </mc:Choice>
          <mc:Fallback xmlns="">
            <p:pic>
              <p:nvPicPr>
                <p:cNvPr id="1088" name="Entrada de lápiz 1087">
                  <a:extLst>
                    <a:ext uri="{FF2B5EF4-FFF2-40B4-BE49-F238E27FC236}">
                      <a16:creationId xmlns:a16="http://schemas.microsoft.com/office/drawing/2014/main" id="{9D041EA0-E389-615D-6633-D831570B3FE3}"/>
                    </a:ext>
                  </a:extLst>
                </p:cNvPr>
                <p:cNvPicPr/>
                <p:nvPr/>
              </p:nvPicPr>
              <p:blipFill>
                <a:blip r:embed="rId132"/>
                <a:stretch>
                  <a:fillRect/>
                </a:stretch>
              </p:blipFill>
              <p:spPr>
                <a:xfrm>
                  <a:off x="10865582" y="6197712"/>
                  <a:ext cx="9468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089" name="Entrada de lápiz 1088">
                  <a:extLst>
                    <a:ext uri="{FF2B5EF4-FFF2-40B4-BE49-F238E27FC236}">
                      <a16:creationId xmlns:a16="http://schemas.microsoft.com/office/drawing/2014/main" id="{3FF119F3-EF8D-EF53-EFE9-0A04FFE3D869}"/>
                    </a:ext>
                  </a:extLst>
                </p14:cNvPr>
                <p14:cNvContentPartPr/>
                <p14:nvPr/>
              </p14:nvContentPartPr>
              <p14:xfrm>
                <a:off x="11010302" y="6073872"/>
                <a:ext cx="47520" cy="114480"/>
              </p14:xfrm>
            </p:contentPart>
          </mc:Choice>
          <mc:Fallback xmlns="">
            <p:pic>
              <p:nvPicPr>
                <p:cNvPr id="1089" name="Entrada de lápiz 1088">
                  <a:extLst>
                    <a:ext uri="{FF2B5EF4-FFF2-40B4-BE49-F238E27FC236}">
                      <a16:creationId xmlns:a16="http://schemas.microsoft.com/office/drawing/2014/main" id="{3FF119F3-EF8D-EF53-EFE9-0A04FFE3D869}"/>
                    </a:ext>
                  </a:extLst>
                </p:cNvPr>
                <p:cNvPicPr/>
                <p:nvPr/>
              </p:nvPicPr>
              <p:blipFill>
                <a:blip r:embed="rId134"/>
                <a:stretch>
                  <a:fillRect/>
                </a:stretch>
              </p:blipFill>
              <p:spPr>
                <a:xfrm>
                  <a:off x="10992662" y="6056232"/>
                  <a:ext cx="8316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090" name="Entrada de lápiz 1089">
                  <a:extLst>
                    <a:ext uri="{FF2B5EF4-FFF2-40B4-BE49-F238E27FC236}">
                      <a16:creationId xmlns:a16="http://schemas.microsoft.com/office/drawing/2014/main" id="{779D90D6-2860-2C76-628D-EE5B3B41B5E5}"/>
                    </a:ext>
                  </a:extLst>
                </p14:cNvPr>
                <p14:cNvContentPartPr/>
                <p14:nvPr/>
              </p14:nvContentPartPr>
              <p14:xfrm>
                <a:off x="10982222" y="5935632"/>
                <a:ext cx="33480" cy="61560"/>
              </p14:xfrm>
            </p:contentPart>
          </mc:Choice>
          <mc:Fallback xmlns="">
            <p:pic>
              <p:nvPicPr>
                <p:cNvPr id="1090" name="Entrada de lápiz 1089">
                  <a:extLst>
                    <a:ext uri="{FF2B5EF4-FFF2-40B4-BE49-F238E27FC236}">
                      <a16:creationId xmlns:a16="http://schemas.microsoft.com/office/drawing/2014/main" id="{779D90D6-2860-2C76-628D-EE5B3B41B5E5}"/>
                    </a:ext>
                  </a:extLst>
                </p:cNvPr>
                <p:cNvPicPr/>
                <p:nvPr/>
              </p:nvPicPr>
              <p:blipFill>
                <a:blip r:embed="rId136"/>
                <a:stretch>
                  <a:fillRect/>
                </a:stretch>
              </p:blipFill>
              <p:spPr>
                <a:xfrm>
                  <a:off x="10964582" y="5917992"/>
                  <a:ext cx="6912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091" name="Entrada de lápiz 1090">
                  <a:extLst>
                    <a:ext uri="{FF2B5EF4-FFF2-40B4-BE49-F238E27FC236}">
                      <a16:creationId xmlns:a16="http://schemas.microsoft.com/office/drawing/2014/main" id="{05366445-E63E-8D31-ED05-D76159355E95}"/>
                    </a:ext>
                  </a:extLst>
                </p14:cNvPr>
                <p14:cNvContentPartPr/>
                <p14:nvPr/>
              </p14:nvContentPartPr>
              <p14:xfrm>
                <a:off x="11078702" y="5971992"/>
                <a:ext cx="144000" cy="191160"/>
              </p14:xfrm>
            </p:contentPart>
          </mc:Choice>
          <mc:Fallback xmlns="">
            <p:pic>
              <p:nvPicPr>
                <p:cNvPr id="1091" name="Entrada de lápiz 1090">
                  <a:extLst>
                    <a:ext uri="{FF2B5EF4-FFF2-40B4-BE49-F238E27FC236}">
                      <a16:creationId xmlns:a16="http://schemas.microsoft.com/office/drawing/2014/main" id="{05366445-E63E-8D31-ED05-D76159355E95}"/>
                    </a:ext>
                  </a:extLst>
                </p:cNvPr>
                <p:cNvPicPr/>
                <p:nvPr/>
              </p:nvPicPr>
              <p:blipFill>
                <a:blip r:embed="rId138"/>
                <a:stretch>
                  <a:fillRect/>
                </a:stretch>
              </p:blipFill>
              <p:spPr>
                <a:xfrm>
                  <a:off x="11060702" y="5954352"/>
                  <a:ext cx="17964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092" name="Entrada de lápiz 1091">
                  <a:extLst>
                    <a:ext uri="{FF2B5EF4-FFF2-40B4-BE49-F238E27FC236}">
                      <a16:creationId xmlns:a16="http://schemas.microsoft.com/office/drawing/2014/main" id="{A94364AA-09B2-0D4B-4087-CCBF38D8C485}"/>
                    </a:ext>
                  </a:extLst>
                </p14:cNvPr>
                <p14:cNvContentPartPr/>
                <p14:nvPr/>
              </p14:nvContentPartPr>
              <p14:xfrm>
                <a:off x="11131622" y="6076032"/>
                <a:ext cx="106920" cy="36000"/>
              </p14:xfrm>
            </p:contentPart>
          </mc:Choice>
          <mc:Fallback xmlns="">
            <p:pic>
              <p:nvPicPr>
                <p:cNvPr id="1092" name="Entrada de lápiz 1091">
                  <a:extLst>
                    <a:ext uri="{FF2B5EF4-FFF2-40B4-BE49-F238E27FC236}">
                      <a16:creationId xmlns:a16="http://schemas.microsoft.com/office/drawing/2014/main" id="{A94364AA-09B2-0D4B-4087-CCBF38D8C485}"/>
                    </a:ext>
                  </a:extLst>
                </p:cNvPr>
                <p:cNvPicPr/>
                <p:nvPr/>
              </p:nvPicPr>
              <p:blipFill>
                <a:blip r:embed="rId140"/>
                <a:stretch>
                  <a:fillRect/>
                </a:stretch>
              </p:blipFill>
              <p:spPr>
                <a:xfrm>
                  <a:off x="11113622" y="6058032"/>
                  <a:ext cx="14256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094" name="Entrada de lápiz 1093">
                  <a:extLst>
                    <a:ext uri="{FF2B5EF4-FFF2-40B4-BE49-F238E27FC236}">
                      <a16:creationId xmlns:a16="http://schemas.microsoft.com/office/drawing/2014/main" id="{2FF63F57-6173-5E16-0E4A-8DD05FD3C3D7}"/>
                    </a:ext>
                  </a:extLst>
                </p14:cNvPr>
                <p14:cNvContentPartPr/>
                <p14:nvPr/>
              </p14:nvContentPartPr>
              <p14:xfrm>
                <a:off x="9264662" y="6098352"/>
                <a:ext cx="1138680" cy="252000"/>
              </p14:xfrm>
            </p:contentPart>
          </mc:Choice>
          <mc:Fallback xmlns="">
            <p:pic>
              <p:nvPicPr>
                <p:cNvPr id="1094" name="Entrada de lápiz 1093">
                  <a:extLst>
                    <a:ext uri="{FF2B5EF4-FFF2-40B4-BE49-F238E27FC236}">
                      <a16:creationId xmlns:a16="http://schemas.microsoft.com/office/drawing/2014/main" id="{2FF63F57-6173-5E16-0E4A-8DD05FD3C3D7}"/>
                    </a:ext>
                  </a:extLst>
                </p:cNvPr>
                <p:cNvPicPr/>
                <p:nvPr/>
              </p:nvPicPr>
              <p:blipFill>
                <a:blip r:embed="rId142"/>
                <a:stretch>
                  <a:fillRect/>
                </a:stretch>
              </p:blipFill>
              <p:spPr>
                <a:xfrm>
                  <a:off x="9247022" y="6080352"/>
                  <a:ext cx="117432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095" name="Entrada de lápiz 1094">
                  <a:extLst>
                    <a:ext uri="{FF2B5EF4-FFF2-40B4-BE49-F238E27FC236}">
                      <a16:creationId xmlns:a16="http://schemas.microsoft.com/office/drawing/2014/main" id="{1397D7E2-F0A5-541E-5BDD-A23E2BEDF52B}"/>
                    </a:ext>
                  </a:extLst>
                </p14:cNvPr>
                <p14:cNvContentPartPr/>
                <p14:nvPr/>
              </p14:nvContentPartPr>
              <p14:xfrm>
                <a:off x="10329182" y="6033192"/>
                <a:ext cx="144000" cy="119520"/>
              </p14:xfrm>
            </p:contentPart>
          </mc:Choice>
          <mc:Fallback xmlns="">
            <p:pic>
              <p:nvPicPr>
                <p:cNvPr id="1095" name="Entrada de lápiz 1094">
                  <a:extLst>
                    <a:ext uri="{FF2B5EF4-FFF2-40B4-BE49-F238E27FC236}">
                      <a16:creationId xmlns:a16="http://schemas.microsoft.com/office/drawing/2014/main" id="{1397D7E2-F0A5-541E-5BDD-A23E2BEDF52B}"/>
                    </a:ext>
                  </a:extLst>
                </p:cNvPr>
                <p:cNvPicPr/>
                <p:nvPr/>
              </p:nvPicPr>
              <p:blipFill>
                <a:blip r:embed="rId144"/>
                <a:stretch>
                  <a:fillRect/>
                </a:stretch>
              </p:blipFill>
              <p:spPr>
                <a:xfrm>
                  <a:off x="10311542" y="6015552"/>
                  <a:ext cx="179640" cy="155160"/>
                </a:xfrm>
                <a:prstGeom prst="rect">
                  <a:avLst/>
                </a:prstGeom>
              </p:spPr>
            </p:pic>
          </mc:Fallback>
        </mc:AlternateContent>
      </p:grpSp>
      <p:pic>
        <p:nvPicPr>
          <p:cNvPr id="36" name="Imagen 35">
            <a:extLst>
              <a:ext uri="{FF2B5EF4-FFF2-40B4-BE49-F238E27FC236}">
                <a16:creationId xmlns:a16="http://schemas.microsoft.com/office/drawing/2014/main" id="{4C422656-C62E-6C33-BB8A-6FAA1F0164CE}"/>
              </a:ext>
            </a:extLst>
          </p:cNvPr>
          <p:cNvPicPr>
            <a:picLocks noChangeAspect="1"/>
          </p:cNvPicPr>
          <p:nvPr/>
        </p:nvPicPr>
        <p:blipFill rotWithShape="1">
          <a:blip r:embed="rId145"/>
          <a:srcRect l="3369"/>
          <a:stretch/>
        </p:blipFill>
        <p:spPr>
          <a:xfrm>
            <a:off x="71019" y="670891"/>
            <a:ext cx="5755833" cy="4697087"/>
          </a:xfrm>
          <a:prstGeom prst="rect">
            <a:avLst/>
          </a:prstGeom>
        </p:spPr>
      </p:pic>
      <p:sp>
        <p:nvSpPr>
          <p:cNvPr id="41" name="Rectángulo 40">
            <a:extLst>
              <a:ext uri="{FF2B5EF4-FFF2-40B4-BE49-F238E27FC236}">
                <a16:creationId xmlns:a16="http://schemas.microsoft.com/office/drawing/2014/main" id="{0BECC6E8-5586-9922-3D62-8F4776EA18CC}"/>
              </a:ext>
            </a:extLst>
          </p:cNvPr>
          <p:cNvSpPr/>
          <p:nvPr/>
        </p:nvSpPr>
        <p:spPr>
          <a:xfrm>
            <a:off x="4738458" y="755375"/>
            <a:ext cx="1001049" cy="3924000"/>
          </a:xfrm>
          <a:prstGeom prst="rect">
            <a:avLst/>
          </a:pr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58" name="CuadroTexto 57">
                <a:extLst>
                  <a:ext uri="{FF2B5EF4-FFF2-40B4-BE49-F238E27FC236}">
                    <a16:creationId xmlns:a16="http://schemas.microsoft.com/office/drawing/2014/main" id="{52DF860F-1822-4F08-56F1-68C2C7A79169}"/>
                  </a:ext>
                </a:extLst>
              </p:cNvPr>
              <p:cNvSpPr txBox="1"/>
              <p:nvPr/>
            </p:nvSpPr>
            <p:spPr>
              <a:xfrm>
                <a:off x="1948463" y="4615990"/>
                <a:ext cx="30190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accent5">
                                  <a:lumMod val="50000"/>
                                </a:schemeClr>
                              </a:solidFill>
                              <a:latin typeface="Cambria Math" panose="02040503050406030204" pitchFamily="18" charset="0"/>
                            </a:rPr>
                          </m:ctrlPr>
                        </m:sSubPr>
                        <m:e>
                          <m:r>
                            <a:rPr lang="es-ES" b="1" i="1" smtClean="0">
                              <a:solidFill>
                                <a:schemeClr val="accent5">
                                  <a:lumMod val="50000"/>
                                </a:schemeClr>
                              </a:solidFill>
                              <a:latin typeface="Cambria Math" panose="02040503050406030204" pitchFamily="18" charset="0"/>
                            </a:rPr>
                            <m:t>𝒂</m:t>
                          </m:r>
                        </m:e>
                        <m:sub>
                          <m:r>
                            <a:rPr lang="es-ES" b="1" i="1" smtClean="0">
                              <a:solidFill>
                                <a:schemeClr val="accent5">
                                  <a:lumMod val="50000"/>
                                </a:schemeClr>
                              </a:solidFill>
                              <a:latin typeface="Cambria Math" panose="02040503050406030204" pitchFamily="18" charset="0"/>
                            </a:rPr>
                            <m:t>𝟏</m:t>
                          </m:r>
                        </m:sub>
                      </m:sSub>
                    </m:oMath>
                  </m:oMathPara>
                </a14:m>
                <a:endParaRPr lang="es-ES" dirty="0"/>
              </a:p>
            </p:txBody>
          </p:sp>
        </mc:Choice>
        <mc:Fallback xmlns="">
          <p:sp>
            <p:nvSpPr>
              <p:cNvPr id="58" name="CuadroTexto 57">
                <a:extLst>
                  <a:ext uri="{FF2B5EF4-FFF2-40B4-BE49-F238E27FC236}">
                    <a16:creationId xmlns:a16="http://schemas.microsoft.com/office/drawing/2014/main" id="{52DF860F-1822-4F08-56F1-68C2C7A79169}"/>
                  </a:ext>
                </a:extLst>
              </p:cNvPr>
              <p:cNvSpPr txBox="1">
                <a:spLocks noRot="1" noChangeAspect="1" noMove="1" noResize="1" noEditPoints="1" noAdjustHandles="1" noChangeArrowheads="1" noChangeShapeType="1" noTextEdit="1"/>
              </p:cNvSpPr>
              <p:nvPr/>
            </p:nvSpPr>
            <p:spPr>
              <a:xfrm>
                <a:off x="1948463" y="4615990"/>
                <a:ext cx="301901" cy="369332"/>
              </a:xfrm>
              <a:prstGeom prst="rect">
                <a:avLst/>
              </a:prstGeom>
              <a:blipFill>
                <a:blip r:embed="rId146"/>
                <a:stretch>
                  <a:fillRect r="-34694"/>
                </a:stretch>
              </a:blipFill>
            </p:spPr>
            <p:txBody>
              <a:bodyPr/>
              <a:lstStyle/>
              <a:p>
                <a:r>
                  <a:rPr lang="es-ES">
                    <a:noFill/>
                  </a:rPr>
                  <a:t> </a:t>
                </a:r>
              </a:p>
            </p:txBody>
          </p:sp>
        </mc:Fallback>
      </mc:AlternateContent>
      <p:sp>
        <p:nvSpPr>
          <p:cNvPr id="1044" name="Rectángulo 1043">
            <a:extLst>
              <a:ext uri="{FF2B5EF4-FFF2-40B4-BE49-F238E27FC236}">
                <a16:creationId xmlns:a16="http://schemas.microsoft.com/office/drawing/2014/main" id="{5E17AC31-59C7-AFFA-0EB0-1C6C894485C6}"/>
              </a:ext>
            </a:extLst>
          </p:cNvPr>
          <p:cNvSpPr/>
          <p:nvPr/>
        </p:nvSpPr>
        <p:spPr>
          <a:xfrm>
            <a:off x="1062926" y="755375"/>
            <a:ext cx="1152000" cy="3924000"/>
          </a:xfrm>
          <a:prstGeom prst="rect">
            <a:avLst/>
          </a:pr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059" name="CuadroTexto 1058">
                <a:extLst>
                  <a:ext uri="{FF2B5EF4-FFF2-40B4-BE49-F238E27FC236}">
                    <a16:creationId xmlns:a16="http://schemas.microsoft.com/office/drawing/2014/main" id="{D229DDF8-B411-E431-985D-2D5A985A8BD3}"/>
                  </a:ext>
                </a:extLst>
              </p:cNvPr>
              <p:cNvSpPr txBox="1"/>
              <p:nvPr/>
            </p:nvSpPr>
            <p:spPr>
              <a:xfrm>
                <a:off x="4552069" y="4615990"/>
                <a:ext cx="30190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accent5">
                                  <a:lumMod val="50000"/>
                                </a:schemeClr>
                              </a:solidFill>
                              <a:latin typeface="Cambria Math" panose="02040503050406030204" pitchFamily="18" charset="0"/>
                            </a:rPr>
                          </m:ctrlPr>
                        </m:sSubPr>
                        <m:e>
                          <m:r>
                            <a:rPr lang="es-ES" b="1" i="1" smtClean="0">
                              <a:solidFill>
                                <a:schemeClr val="accent5">
                                  <a:lumMod val="50000"/>
                                </a:schemeClr>
                              </a:solidFill>
                              <a:latin typeface="Cambria Math" panose="02040503050406030204" pitchFamily="18" charset="0"/>
                            </a:rPr>
                            <m:t>𝒂</m:t>
                          </m:r>
                        </m:e>
                        <m:sub>
                          <m:r>
                            <a:rPr lang="es-ES" b="1" i="1" smtClean="0">
                              <a:solidFill>
                                <a:schemeClr val="accent5">
                                  <a:lumMod val="50000"/>
                                </a:schemeClr>
                              </a:solidFill>
                              <a:latin typeface="Cambria Math" panose="02040503050406030204" pitchFamily="18" charset="0"/>
                            </a:rPr>
                            <m:t>𝟐</m:t>
                          </m:r>
                        </m:sub>
                      </m:sSub>
                    </m:oMath>
                  </m:oMathPara>
                </a14:m>
                <a:endParaRPr lang="es-ES" dirty="0"/>
              </a:p>
            </p:txBody>
          </p:sp>
        </mc:Choice>
        <mc:Fallback xmlns="">
          <p:sp>
            <p:nvSpPr>
              <p:cNvPr id="1059" name="CuadroTexto 1058">
                <a:extLst>
                  <a:ext uri="{FF2B5EF4-FFF2-40B4-BE49-F238E27FC236}">
                    <a16:creationId xmlns:a16="http://schemas.microsoft.com/office/drawing/2014/main" id="{D229DDF8-B411-E431-985D-2D5A985A8BD3}"/>
                  </a:ext>
                </a:extLst>
              </p:cNvPr>
              <p:cNvSpPr txBox="1">
                <a:spLocks noRot="1" noChangeAspect="1" noMove="1" noResize="1" noEditPoints="1" noAdjustHandles="1" noChangeArrowheads="1" noChangeShapeType="1" noTextEdit="1"/>
              </p:cNvSpPr>
              <p:nvPr/>
            </p:nvSpPr>
            <p:spPr>
              <a:xfrm>
                <a:off x="4552069" y="4615990"/>
                <a:ext cx="301901" cy="369332"/>
              </a:xfrm>
              <a:prstGeom prst="rect">
                <a:avLst/>
              </a:prstGeom>
              <a:blipFill>
                <a:blip r:embed="rId147"/>
                <a:stretch>
                  <a:fillRect r="-34694"/>
                </a:stretch>
              </a:blipFill>
            </p:spPr>
            <p:txBody>
              <a:bodyPr/>
              <a:lstStyle/>
              <a:p>
                <a:r>
                  <a:rPr lang="es-ES">
                    <a:noFill/>
                  </a:rPr>
                  <a:t> </a:t>
                </a:r>
              </a:p>
            </p:txBody>
          </p:sp>
        </mc:Fallback>
      </mc:AlternateContent>
      <p:sp>
        <p:nvSpPr>
          <p:cNvPr id="1061" name="Rectángulo 1060">
            <a:extLst>
              <a:ext uri="{FF2B5EF4-FFF2-40B4-BE49-F238E27FC236}">
                <a16:creationId xmlns:a16="http://schemas.microsoft.com/office/drawing/2014/main" id="{5576F4BE-E20A-94B6-B7EC-3FF446C63436}"/>
              </a:ext>
            </a:extLst>
          </p:cNvPr>
          <p:cNvSpPr/>
          <p:nvPr/>
        </p:nvSpPr>
        <p:spPr>
          <a:xfrm>
            <a:off x="2214926" y="3886980"/>
            <a:ext cx="2523532" cy="792395"/>
          </a:xfrm>
          <a:prstGeom prst="rect">
            <a:avLst/>
          </a:pr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064" name="Conector recto 1063">
            <a:extLst>
              <a:ext uri="{FF2B5EF4-FFF2-40B4-BE49-F238E27FC236}">
                <a16:creationId xmlns:a16="http://schemas.microsoft.com/office/drawing/2014/main" id="{1AE6635B-AECF-B5B9-6213-C8755C0F7E0E}"/>
              </a:ext>
            </a:extLst>
          </p:cNvPr>
          <p:cNvCxnSpPr>
            <a:cxnSpLocks/>
          </p:cNvCxnSpPr>
          <p:nvPr/>
        </p:nvCxnSpPr>
        <p:spPr>
          <a:xfrm>
            <a:off x="4737015" y="755375"/>
            <a:ext cx="0" cy="39240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066" name="Conector recto 1065">
            <a:extLst>
              <a:ext uri="{FF2B5EF4-FFF2-40B4-BE49-F238E27FC236}">
                <a16:creationId xmlns:a16="http://schemas.microsoft.com/office/drawing/2014/main" id="{5E43F937-53EE-7FCB-CF35-C248A0DC5F5F}"/>
              </a:ext>
            </a:extLst>
          </p:cNvPr>
          <p:cNvCxnSpPr>
            <a:cxnSpLocks/>
          </p:cNvCxnSpPr>
          <p:nvPr/>
        </p:nvCxnSpPr>
        <p:spPr>
          <a:xfrm>
            <a:off x="2214926" y="755375"/>
            <a:ext cx="0" cy="39240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070" name="Conector recto 1069">
            <a:extLst>
              <a:ext uri="{FF2B5EF4-FFF2-40B4-BE49-F238E27FC236}">
                <a16:creationId xmlns:a16="http://schemas.microsoft.com/office/drawing/2014/main" id="{F7531AA5-3EB5-89A5-127F-51A529C436B4}"/>
              </a:ext>
            </a:extLst>
          </p:cNvPr>
          <p:cNvCxnSpPr>
            <a:cxnSpLocks/>
          </p:cNvCxnSpPr>
          <p:nvPr/>
        </p:nvCxnSpPr>
        <p:spPr>
          <a:xfrm flipH="1">
            <a:off x="1062926" y="3886980"/>
            <a:ext cx="4676581"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73" name="CuadroTexto 1072">
                <a:extLst>
                  <a:ext uri="{FF2B5EF4-FFF2-40B4-BE49-F238E27FC236}">
                    <a16:creationId xmlns:a16="http://schemas.microsoft.com/office/drawing/2014/main" id="{D00F2252-DAA9-8436-998C-68A181670962}"/>
                  </a:ext>
                </a:extLst>
              </p:cNvPr>
              <p:cNvSpPr txBox="1"/>
              <p:nvPr/>
            </p:nvSpPr>
            <p:spPr>
              <a:xfrm>
                <a:off x="668552" y="3702314"/>
                <a:ext cx="30190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accent5">
                                  <a:lumMod val="50000"/>
                                </a:schemeClr>
                              </a:solidFill>
                              <a:latin typeface="Cambria Math" panose="02040503050406030204" pitchFamily="18" charset="0"/>
                            </a:rPr>
                          </m:ctrlPr>
                        </m:sSubPr>
                        <m:e>
                          <m:r>
                            <a:rPr lang="es-ES" b="1" i="1" smtClean="0">
                              <a:solidFill>
                                <a:schemeClr val="accent5">
                                  <a:lumMod val="50000"/>
                                </a:schemeClr>
                              </a:solidFill>
                              <a:latin typeface="Cambria Math" panose="02040503050406030204" pitchFamily="18" charset="0"/>
                            </a:rPr>
                            <m:t>𝒃</m:t>
                          </m:r>
                        </m:e>
                        <m:sub>
                          <m:r>
                            <a:rPr lang="es-ES" b="1" i="1" smtClean="0">
                              <a:solidFill>
                                <a:schemeClr val="accent5">
                                  <a:lumMod val="50000"/>
                                </a:schemeClr>
                              </a:solidFill>
                              <a:latin typeface="Cambria Math" panose="02040503050406030204" pitchFamily="18" charset="0"/>
                            </a:rPr>
                            <m:t>𝟏</m:t>
                          </m:r>
                        </m:sub>
                      </m:sSub>
                    </m:oMath>
                  </m:oMathPara>
                </a14:m>
                <a:endParaRPr lang="es-ES" dirty="0"/>
              </a:p>
            </p:txBody>
          </p:sp>
        </mc:Choice>
        <mc:Fallback xmlns="">
          <p:sp>
            <p:nvSpPr>
              <p:cNvPr id="1073" name="CuadroTexto 1072">
                <a:extLst>
                  <a:ext uri="{FF2B5EF4-FFF2-40B4-BE49-F238E27FC236}">
                    <a16:creationId xmlns:a16="http://schemas.microsoft.com/office/drawing/2014/main" id="{D00F2252-DAA9-8436-998C-68A181670962}"/>
                  </a:ext>
                </a:extLst>
              </p:cNvPr>
              <p:cNvSpPr txBox="1">
                <a:spLocks noRot="1" noChangeAspect="1" noMove="1" noResize="1" noEditPoints="1" noAdjustHandles="1" noChangeArrowheads="1" noChangeShapeType="1" noTextEdit="1"/>
              </p:cNvSpPr>
              <p:nvPr/>
            </p:nvSpPr>
            <p:spPr>
              <a:xfrm>
                <a:off x="668552" y="3702314"/>
                <a:ext cx="301901" cy="369332"/>
              </a:xfrm>
              <a:prstGeom prst="rect">
                <a:avLst/>
              </a:prstGeom>
              <a:blipFill>
                <a:blip r:embed="rId148"/>
                <a:stretch>
                  <a:fillRect r="-32653"/>
                </a:stretch>
              </a:blipFill>
            </p:spPr>
            <p:txBody>
              <a:bodyPr/>
              <a:lstStyle/>
              <a:p>
                <a:r>
                  <a:rPr lang="es-ES">
                    <a:noFill/>
                  </a:rPr>
                  <a:t> </a:t>
                </a:r>
              </a:p>
            </p:txBody>
          </p:sp>
        </mc:Fallback>
      </mc:AlternateContent>
      <p:cxnSp>
        <p:nvCxnSpPr>
          <p:cNvPr id="1076" name="Conector recto 1075">
            <a:extLst>
              <a:ext uri="{FF2B5EF4-FFF2-40B4-BE49-F238E27FC236}">
                <a16:creationId xmlns:a16="http://schemas.microsoft.com/office/drawing/2014/main" id="{3DFFA88B-0CBD-A1D7-0E68-0128D362D813}"/>
              </a:ext>
            </a:extLst>
          </p:cNvPr>
          <p:cNvCxnSpPr>
            <a:cxnSpLocks/>
          </p:cNvCxnSpPr>
          <p:nvPr/>
        </p:nvCxnSpPr>
        <p:spPr>
          <a:xfrm flipH="1">
            <a:off x="1062926" y="1738812"/>
            <a:ext cx="4676581"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093" name="Rectángulo 1092">
            <a:extLst>
              <a:ext uri="{FF2B5EF4-FFF2-40B4-BE49-F238E27FC236}">
                <a16:creationId xmlns:a16="http://schemas.microsoft.com/office/drawing/2014/main" id="{7EDEF499-3415-1BFB-F79B-2AC4F80E048B}"/>
              </a:ext>
            </a:extLst>
          </p:cNvPr>
          <p:cNvSpPr/>
          <p:nvPr/>
        </p:nvSpPr>
        <p:spPr>
          <a:xfrm>
            <a:off x="2211821" y="755063"/>
            <a:ext cx="2523530" cy="979883"/>
          </a:xfrm>
          <a:prstGeom prst="rect">
            <a:avLst/>
          </a:pr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1097" name="CuadroTexto 1096">
                <a:extLst>
                  <a:ext uri="{FF2B5EF4-FFF2-40B4-BE49-F238E27FC236}">
                    <a16:creationId xmlns:a16="http://schemas.microsoft.com/office/drawing/2014/main" id="{42B9EA6A-2214-13D2-F816-9E703BD64364}"/>
                  </a:ext>
                </a:extLst>
              </p:cNvPr>
              <p:cNvSpPr txBox="1"/>
              <p:nvPr/>
            </p:nvSpPr>
            <p:spPr>
              <a:xfrm>
                <a:off x="650540" y="1490022"/>
                <a:ext cx="30190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accent5">
                                  <a:lumMod val="50000"/>
                                </a:schemeClr>
                              </a:solidFill>
                              <a:latin typeface="Cambria Math" panose="02040503050406030204" pitchFamily="18" charset="0"/>
                            </a:rPr>
                          </m:ctrlPr>
                        </m:sSubPr>
                        <m:e>
                          <m:r>
                            <a:rPr lang="es-ES" b="1" i="1" smtClean="0">
                              <a:solidFill>
                                <a:schemeClr val="accent5">
                                  <a:lumMod val="50000"/>
                                </a:schemeClr>
                              </a:solidFill>
                              <a:latin typeface="Cambria Math" panose="02040503050406030204" pitchFamily="18" charset="0"/>
                            </a:rPr>
                            <m:t>𝒃</m:t>
                          </m:r>
                        </m:e>
                        <m:sub>
                          <m:r>
                            <a:rPr lang="es-ES" b="1" i="1" smtClean="0">
                              <a:solidFill>
                                <a:schemeClr val="accent5">
                                  <a:lumMod val="50000"/>
                                </a:schemeClr>
                              </a:solidFill>
                              <a:latin typeface="Cambria Math" panose="02040503050406030204" pitchFamily="18" charset="0"/>
                            </a:rPr>
                            <m:t>𝟐</m:t>
                          </m:r>
                        </m:sub>
                      </m:sSub>
                    </m:oMath>
                  </m:oMathPara>
                </a14:m>
                <a:endParaRPr lang="es-ES" dirty="0"/>
              </a:p>
            </p:txBody>
          </p:sp>
        </mc:Choice>
        <mc:Fallback xmlns="">
          <p:sp>
            <p:nvSpPr>
              <p:cNvPr id="1097" name="CuadroTexto 1096">
                <a:extLst>
                  <a:ext uri="{FF2B5EF4-FFF2-40B4-BE49-F238E27FC236}">
                    <a16:creationId xmlns:a16="http://schemas.microsoft.com/office/drawing/2014/main" id="{42B9EA6A-2214-13D2-F816-9E703BD64364}"/>
                  </a:ext>
                </a:extLst>
              </p:cNvPr>
              <p:cNvSpPr txBox="1">
                <a:spLocks noRot="1" noChangeAspect="1" noMove="1" noResize="1" noEditPoints="1" noAdjustHandles="1" noChangeArrowheads="1" noChangeShapeType="1" noTextEdit="1"/>
              </p:cNvSpPr>
              <p:nvPr/>
            </p:nvSpPr>
            <p:spPr>
              <a:xfrm>
                <a:off x="650540" y="1490022"/>
                <a:ext cx="301901" cy="369332"/>
              </a:xfrm>
              <a:prstGeom prst="rect">
                <a:avLst/>
              </a:prstGeom>
              <a:blipFill>
                <a:blip r:embed="rId149"/>
                <a:stretch>
                  <a:fillRect r="-32653"/>
                </a:stretch>
              </a:blipFill>
            </p:spPr>
            <p:txBody>
              <a:bodyPr/>
              <a:lstStyle/>
              <a:p>
                <a:r>
                  <a:rPr lang="es-ES">
                    <a:noFill/>
                  </a:rPr>
                  <a:t> </a:t>
                </a:r>
              </a:p>
            </p:txBody>
          </p:sp>
        </mc:Fallback>
      </mc:AlternateContent>
      <p:sp>
        <p:nvSpPr>
          <p:cNvPr id="1098" name="Rectángulo 1097">
            <a:extLst>
              <a:ext uri="{FF2B5EF4-FFF2-40B4-BE49-F238E27FC236}">
                <a16:creationId xmlns:a16="http://schemas.microsoft.com/office/drawing/2014/main" id="{F2BE1B9E-DF7B-760F-ED35-BA59020C1852}"/>
              </a:ext>
            </a:extLst>
          </p:cNvPr>
          <p:cNvSpPr/>
          <p:nvPr/>
        </p:nvSpPr>
        <p:spPr>
          <a:xfrm>
            <a:off x="2207735" y="1749602"/>
            <a:ext cx="2523530" cy="2143735"/>
          </a:xfrm>
          <a:prstGeom prst="rect">
            <a:avLst/>
          </a:prstGeom>
          <a:solidFill>
            <a:srgbClr val="F3BFB3">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1099" name="CuadroTexto 1098">
                <a:extLst>
                  <a:ext uri="{FF2B5EF4-FFF2-40B4-BE49-F238E27FC236}">
                    <a16:creationId xmlns:a16="http://schemas.microsoft.com/office/drawing/2014/main" id="{FC26EE17-513F-CA09-52F9-0F7A9A7C5664}"/>
                  </a:ext>
                </a:extLst>
              </p:cNvPr>
              <p:cNvSpPr txBox="1"/>
              <p:nvPr/>
            </p:nvSpPr>
            <p:spPr>
              <a:xfrm>
                <a:off x="1146940" y="891945"/>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latin typeface="Cambria Math" panose="02040503050406030204" pitchFamily="18" charset="0"/>
                            </a:rPr>
                          </m:ctrlPr>
                        </m:sSubPr>
                        <m:e>
                          <m:r>
                            <a:rPr lang="es-ES" b="1" i="1">
                              <a:latin typeface="Cambria Math" panose="02040503050406030204" pitchFamily="18" charset="0"/>
                            </a:rPr>
                            <m:t>𝑵</m:t>
                          </m:r>
                        </m:e>
                        <m:sub>
                          <m:r>
                            <a:rPr lang="es-ES" b="1" i="1" smtClean="0">
                              <a:latin typeface="Cambria Math" panose="02040503050406030204" pitchFamily="18" charset="0"/>
                            </a:rPr>
                            <m:t>𝟏</m:t>
                          </m:r>
                          <m:r>
                            <a:rPr lang="es-ES" b="1" i="1">
                              <a:latin typeface="Cambria Math" panose="02040503050406030204" pitchFamily="18" charset="0"/>
                            </a:rPr>
                            <m:t>𝑳</m:t>
                          </m:r>
                        </m:sub>
                      </m:sSub>
                    </m:oMath>
                  </m:oMathPara>
                </a14:m>
                <a:endParaRPr lang="es-ES" dirty="0"/>
              </a:p>
            </p:txBody>
          </p:sp>
        </mc:Choice>
        <mc:Fallback xmlns="">
          <p:sp>
            <p:nvSpPr>
              <p:cNvPr id="1099" name="CuadroTexto 1098">
                <a:extLst>
                  <a:ext uri="{FF2B5EF4-FFF2-40B4-BE49-F238E27FC236}">
                    <a16:creationId xmlns:a16="http://schemas.microsoft.com/office/drawing/2014/main" id="{FC26EE17-513F-CA09-52F9-0F7A9A7C5664}"/>
                  </a:ext>
                </a:extLst>
              </p:cNvPr>
              <p:cNvSpPr txBox="1">
                <a:spLocks noRot="1" noChangeAspect="1" noMove="1" noResize="1" noEditPoints="1" noAdjustHandles="1" noChangeArrowheads="1" noChangeShapeType="1" noTextEdit="1"/>
              </p:cNvSpPr>
              <p:nvPr/>
            </p:nvSpPr>
            <p:spPr>
              <a:xfrm>
                <a:off x="1146940" y="891945"/>
                <a:ext cx="491986" cy="369332"/>
              </a:xfrm>
              <a:prstGeom prst="rect">
                <a:avLst/>
              </a:prstGeom>
              <a:blipFill>
                <a:blip r:embed="rId150"/>
                <a:stretch>
                  <a:fillRect r="-617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00" name="CuadroTexto 1099">
                <a:extLst>
                  <a:ext uri="{FF2B5EF4-FFF2-40B4-BE49-F238E27FC236}">
                    <a16:creationId xmlns:a16="http://schemas.microsoft.com/office/drawing/2014/main" id="{187C26BD-05D0-CE16-32BA-51604BC09CD5}"/>
                  </a:ext>
                </a:extLst>
              </p:cNvPr>
              <p:cNvSpPr txBox="1"/>
              <p:nvPr/>
            </p:nvSpPr>
            <p:spPr>
              <a:xfrm>
                <a:off x="5190509" y="835623"/>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a:latin typeface="Cambria Math" panose="02040503050406030204" pitchFamily="18" charset="0"/>
                            </a:rPr>
                          </m:ctrlPr>
                        </m:sSubPr>
                        <m:e>
                          <m:r>
                            <a:rPr lang="es-ES" b="1" i="1">
                              <a:latin typeface="Cambria Math" panose="02040503050406030204" pitchFamily="18" charset="0"/>
                            </a:rPr>
                            <m:t>𝑵</m:t>
                          </m:r>
                        </m:e>
                        <m:sub>
                          <m:r>
                            <a:rPr lang="es-ES" b="1" i="1">
                              <a:latin typeface="Cambria Math" panose="02040503050406030204" pitchFamily="18" charset="0"/>
                            </a:rPr>
                            <m:t>𝟐</m:t>
                          </m:r>
                          <m:r>
                            <a:rPr lang="es-ES" b="1" i="1">
                              <a:latin typeface="Cambria Math" panose="02040503050406030204" pitchFamily="18" charset="0"/>
                            </a:rPr>
                            <m:t>𝑳</m:t>
                          </m:r>
                        </m:sub>
                      </m:sSub>
                    </m:oMath>
                  </m:oMathPara>
                </a14:m>
                <a:endParaRPr lang="es-ES" dirty="0"/>
              </a:p>
            </p:txBody>
          </p:sp>
        </mc:Choice>
        <mc:Fallback xmlns="">
          <p:sp>
            <p:nvSpPr>
              <p:cNvPr id="1100" name="CuadroTexto 1099">
                <a:extLst>
                  <a:ext uri="{FF2B5EF4-FFF2-40B4-BE49-F238E27FC236}">
                    <a16:creationId xmlns:a16="http://schemas.microsoft.com/office/drawing/2014/main" id="{187C26BD-05D0-CE16-32BA-51604BC09CD5}"/>
                  </a:ext>
                </a:extLst>
              </p:cNvPr>
              <p:cNvSpPr txBox="1">
                <a:spLocks noRot="1" noChangeAspect="1" noMove="1" noResize="1" noEditPoints="1" noAdjustHandles="1" noChangeArrowheads="1" noChangeShapeType="1" noTextEdit="1"/>
              </p:cNvSpPr>
              <p:nvPr/>
            </p:nvSpPr>
            <p:spPr>
              <a:xfrm>
                <a:off x="5190509" y="835623"/>
                <a:ext cx="491986" cy="369332"/>
              </a:xfrm>
              <a:prstGeom prst="rect">
                <a:avLst/>
              </a:prstGeom>
              <a:blipFill>
                <a:blip r:embed="rId151"/>
                <a:stretch>
                  <a:fillRect r="-617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01" name="CuadroTexto 1100">
                <a:extLst>
                  <a:ext uri="{FF2B5EF4-FFF2-40B4-BE49-F238E27FC236}">
                    <a16:creationId xmlns:a16="http://schemas.microsoft.com/office/drawing/2014/main" id="{38DD3DAA-CAC4-2117-8BE0-559B0A1ABA15}"/>
                  </a:ext>
                </a:extLst>
              </p:cNvPr>
              <p:cNvSpPr txBox="1"/>
              <p:nvPr/>
            </p:nvSpPr>
            <p:spPr>
              <a:xfrm>
                <a:off x="4187147" y="1758945"/>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latin typeface="Cambria Math" panose="02040503050406030204" pitchFamily="18" charset="0"/>
                            </a:rPr>
                          </m:ctrlPr>
                        </m:sSubPr>
                        <m:e>
                          <m:r>
                            <a:rPr lang="es-ES" b="1" i="1">
                              <a:latin typeface="Cambria Math" panose="02040503050406030204" pitchFamily="18" charset="0"/>
                            </a:rPr>
                            <m:t>𝑵</m:t>
                          </m:r>
                        </m:e>
                        <m:sub>
                          <m:r>
                            <a:rPr lang="es-ES" b="1" i="1" smtClean="0">
                              <a:latin typeface="Cambria Math" panose="02040503050406030204" pitchFamily="18" charset="0"/>
                            </a:rPr>
                            <m:t>𝟒</m:t>
                          </m:r>
                          <m:r>
                            <a:rPr lang="es-ES" b="1" i="1" smtClean="0">
                              <a:latin typeface="Cambria Math" panose="02040503050406030204" pitchFamily="18" charset="0"/>
                            </a:rPr>
                            <m:t>𝑳</m:t>
                          </m:r>
                        </m:sub>
                      </m:sSub>
                    </m:oMath>
                  </m:oMathPara>
                </a14:m>
                <a:endParaRPr lang="es-ES" dirty="0"/>
              </a:p>
            </p:txBody>
          </p:sp>
        </mc:Choice>
        <mc:Fallback xmlns="">
          <p:sp>
            <p:nvSpPr>
              <p:cNvPr id="1101" name="CuadroTexto 1100">
                <a:extLst>
                  <a:ext uri="{FF2B5EF4-FFF2-40B4-BE49-F238E27FC236}">
                    <a16:creationId xmlns:a16="http://schemas.microsoft.com/office/drawing/2014/main" id="{38DD3DAA-CAC4-2117-8BE0-559B0A1ABA15}"/>
                  </a:ext>
                </a:extLst>
              </p:cNvPr>
              <p:cNvSpPr txBox="1">
                <a:spLocks noRot="1" noChangeAspect="1" noMove="1" noResize="1" noEditPoints="1" noAdjustHandles="1" noChangeArrowheads="1" noChangeShapeType="1" noTextEdit="1"/>
              </p:cNvSpPr>
              <p:nvPr/>
            </p:nvSpPr>
            <p:spPr>
              <a:xfrm>
                <a:off x="4187147" y="1758945"/>
                <a:ext cx="491986" cy="369332"/>
              </a:xfrm>
              <a:prstGeom prst="rect">
                <a:avLst/>
              </a:prstGeom>
              <a:blipFill>
                <a:blip r:embed="rId152"/>
                <a:stretch>
                  <a:fillRect r="-617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02" name="CuadroTexto 1101">
                <a:extLst>
                  <a:ext uri="{FF2B5EF4-FFF2-40B4-BE49-F238E27FC236}">
                    <a16:creationId xmlns:a16="http://schemas.microsoft.com/office/drawing/2014/main" id="{EFC1BCC9-B962-9213-1708-C77CE448FF85}"/>
                  </a:ext>
                </a:extLst>
              </p:cNvPr>
              <p:cNvSpPr txBox="1"/>
              <p:nvPr/>
            </p:nvSpPr>
            <p:spPr>
              <a:xfrm>
                <a:off x="3154568" y="3980870"/>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latin typeface="Cambria Math" panose="02040503050406030204" pitchFamily="18" charset="0"/>
                            </a:rPr>
                          </m:ctrlPr>
                        </m:sSubPr>
                        <m:e>
                          <m:r>
                            <a:rPr lang="es-ES" b="1" i="1">
                              <a:latin typeface="Cambria Math" panose="02040503050406030204" pitchFamily="18" charset="0"/>
                            </a:rPr>
                            <m:t>𝑵</m:t>
                          </m:r>
                        </m:e>
                        <m:sub>
                          <m:r>
                            <a:rPr lang="es-ES" b="1" i="1" smtClean="0">
                              <a:latin typeface="Cambria Math" panose="02040503050406030204" pitchFamily="18" charset="0"/>
                            </a:rPr>
                            <m:t>𝟑</m:t>
                          </m:r>
                          <m:r>
                            <a:rPr lang="es-ES" b="1" i="1">
                              <a:latin typeface="Cambria Math" panose="02040503050406030204" pitchFamily="18" charset="0"/>
                            </a:rPr>
                            <m:t>𝑳</m:t>
                          </m:r>
                        </m:sub>
                      </m:sSub>
                    </m:oMath>
                  </m:oMathPara>
                </a14:m>
                <a:endParaRPr lang="es-ES" dirty="0"/>
              </a:p>
            </p:txBody>
          </p:sp>
        </mc:Choice>
        <mc:Fallback xmlns="">
          <p:sp>
            <p:nvSpPr>
              <p:cNvPr id="1102" name="CuadroTexto 1101">
                <a:extLst>
                  <a:ext uri="{FF2B5EF4-FFF2-40B4-BE49-F238E27FC236}">
                    <a16:creationId xmlns:a16="http://schemas.microsoft.com/office/drawing/2014/main" id="{EFC1BCC9-B962-9213-1708-C77CE448FF85}"/>
                  </a:ext>
                </a:extLst>
              </p:cNvPr>
              <p:cNvSpPr txBox="1">
                <a:spLocks noRot="1" noChangeAspect="1" noMove="1" noResize="1" noEditPoints="1" noAdjustHandles="1" noChangeArrowheads="1" noChangeShapeType="1" noTextEdit="1"/>
              </p:cNvSpPr>
              <p:nvPr/>
            </p:nvSpPr>
            <p:spPr>
              <a:xfrm>
                <a:off x="3154568" y="3980870"/>
                <a:ext cx="491986" cy="369332"/>
              </a:xfrm>
              <a:prstGeom prst="rect">
                <a:avLst/>
              </a:prstGeom>
              <a:blipFill>
                <a:blip r:embed="rId153"/>
                <a:stretch>
                  <a:fillRect r="-617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03" name="CuadroTexto 1102">
                <a:extLst>
                  <a:ext uri="{FF2B5EF4-FFF2-40B4-BE49-F238E27FC236}">
                    <a16:creationId xmlns:a16="http://schemas.microsoft.com/office/drawing/2014/main" id="{DD9075E3-C90F-AA92-FBFD-CE0EBD5400C8}"/>
                  </a:ext>
                </a:extLst>
              </p:cNvPr>
              <p:cNvSpPr txBox="1"/>
              <p:nvPr/>
            </p:nvSpPr>
            <p:spPr>
              <a:xfrm>
                <a:off x="4009055" y="796766"/>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latin typeface="Cambria Math" panose="02040503050406030204" pitchFamily="18" charset="0"/>
                            </a:rPr>
                          </m:ctrlPr>
                        </m:sSubPr>
                        <m:e>
                          <m:r>
                            <a:rPr lang="es-ES" b="1" i="1">
                              <a:latin typeface="Cambria Math" panose="02040503050406030204" pitchFamily="18" charset="0"/>
                            </a:rPr>
                            <m:t>𝑵</m:t>
                          </m:r>
                        </m:e>
                        <m:sub>
                          <m:r>
                            <a:rPr lang="es-ES" b="1" i="1" smtClean="0">
                              <a:latin typeface="Cambria Math" panose="02040503050406030204" pitchFamily="18" charset="0"/>
                            </a:rPr>
                            <m:t>𝟒</m:t>
                          </m:r>
                          <m:r>
                            <a:rPr lang="es-ES" b="1" i="1" smtClean="0">
                              <a:latin typeface="Cambria Math" panose="02040503050406030204" pitchFamily="18" charset="0"/>
                            </a:rPr>
                            <m:t>𝑹</m:t>
                          </m:r>
                        </m:sub>
                      </m:sSub>
                    </m:oMath>
                  </m:oMathPara>
                </a14:m>
                <a:endParaRPr lang="es-ES" dirty="0"/>
              </a:p>
            </p:txBody>
          </p:sp>
        </mc:Choice>
        <mc:Fallback xmlns="">
          <p:sp>
            <p:nvSpPr>
              <p:cNvPr id="1103" name="CuadroTexto 1102">
                <a:extLst>
                  <a:ext uri="{FF2B5EF4-FFF2-40B4-BE49-F238E27FC236}">
                    <a16:creationId xmlns:a16="http://schemas.microsoft.com/office/drawing/2014/main" id="{DD9075E3-C90F-AA92-FBFD-CE0EBD5400C8}"/>
                  </a:ext>
                </a:extLst>
              </p:cNvPr>
              <p:cNvSpPr txBox="1">
                <a:spLocks noRot="1" noChangeAspect="1" noMove="1" noResize="1" noEditPoints="1" noAdjustHandles="1" noChangeArrowheads="1" noChangeShapeType="1" noTextEdit="1"/>
              </p:cNvSpPr>
              <p:nvPr/>
            </p:nvSpPr>
            <p:spPr>
              <a:xfrm>
                <a:off x="4009055" y="796766"/>
                <a:ext cx="491986" cy="369332"/>
              </a:xfrm>
              <a:prstGeom prst="rect">
                <a:avLst/>
              </a:prstGeom>
              <a:blipFill>
                <a:blip r:embed="rId154"/>
                <a:stretch>
                  <a:fillRect r="-1250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04" name="Rectángulo: esquinas redondeadas 1103">
                <a:extLst>
                  <a:ext uri="{FF2B5EF4-FFF2-40B4-BE49-F238E27FC236}">
                    <a16:creationId xmlns:a16="http://schemas.microsoft.com/office/drawing/2014/main" id="{133DBB83-4F5E-00C6-AFAC-D060999F6432}"/>
                  </a:ext>
                </a:extLst>
              </p:cNvPr>
              <p:cNvSpPr/>
              <p:nvPr/>
            </p:nvSpPr>
            <p:spPr>
              <a:xfrm>
                <a:off x="7949364" y="5793964"/>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r>
                        <a:rPr lang="es-ES" b="1" i="1" smtClean="0">
                          <a:solidFill>
                            <a:schemeClr val="tx1"/>
                          </a:solidFill>
                          <a:latin typeface="Cambria Math" panose="02040503050406030204" pitchFamily="18" charset="0"/>
                        </a:rPr>
                        <m:t>𝑵</m:t>
                      </m:r>
                    </m:oMath>
                  </m:oMathPara>
                </a14:m>
                <a:endParaRPr lang="es-ES" b="1"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𝒙</m:t>
                          </m:r>
                        </m:e>
                        <m:sub>
                          <m:r>
                            <a:rPr lang="es-ES" b="1" i="1" smtClean="0">
                              <a:solidFill>
                                <a:schemeClr val="tx2"/>
                              </a:solidFill>
                              <a:latin typeface="Cambria Math" panose="02040503050406030204" pitchFamily="18" charset="0"/>
                            </a:rPr>
                            <m:t>𝟏</m:t>
                          </m:r>
                        </m:sub>
                      </m:sSub>
                      <m:r>
                        <a:rPr lang="es-ES" b="1" i="1" smtClean="0">
                          <a:solidFill>
                            <a:schemeClr val="tx2"/>
                          </a:solidFill>
                          <a:latin typeface="Cambria Math" panose="02040503050406030204" pitchFamily="18" charset="0"/>
                        </a:rPr>
                        <m:t>&lt;</m:t>
                      </m:r>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𝒂</m:t>
                          </m:r>
                        </m:e>
                        <m:sub>
                          <m:r>
                            <a:rPr lang="es-ES" b="1" i="1" smtClean="0">
                              <a:solidFill>
                                <a:schemeClr val="tx2"/>
                              </a:solidFill>
                              <a:latin typeface="Cambria Math" panose="02040503050406030204" pitchFamily="18" charset="0"/>
                            </a:rPr>
                            <m:t>𝟏</m:t>
                          </m:r>
                        </m:sub>
                      </m:sSub>
                    </m:oMath>
                  </m:oMathPara>
                </a14:m>
                <a:endParaRPr lang="es-ES" b="1" dirty="0">
                  <a:solidFill>
                    <a:schemeClr val="tx2"/>
                  </a:solidFill>
                </a:endParaRPr>
              </a:p>
            </p:txBody>
          </p:sp>
        </mc:Choice>
        <mc:Fallback xmlns="">
          <p:sp>
            <p:nvSpPr>
              <p:cNvPr id="1104" name="Rectángulo: esquinas redondeadas 1103">
                <a:extLst>
                  <a:ext uri="{FF2B5EF4-FFF2-40B4-BE49-F238E27FC236}">
                    <a16:creationId xmlns:a16="http://schemas.microsoft.com/office/drawing/2014/main" id="{133DBB83-4F5E-00C6-AFAC-D060999F6432}"/>
                  </a:ext>
                </a:extLst>
              </p:cNvPr>
              <p:cNvSpPr>
                <a:spLocks noRot="1" noChangeAspect="1" noMove="1" noResize="1" noEditPoints="1" noAdjustHandles="1" noChangeArrowheads="1" noChangeShapeType="1" noTextEdit="1"/>
              </p:cNvSpPr>
              <p:nvPr/>
            </p:nvSpPr>
            <p:spPr>
              <a:xfrm>
                <a:off x="7949364" y="5793964"/>
                <a:ext cx="1274100" cy="982609"/>
              </a:xfrm>
              <a:prstGeom prst="roundRect">
                <a:avLst/>
              </a:prstGeom>
              <a:blipFill>
                <a:blip r:embed="rId155"/>
                <a:stretch>
                  <a:fillRect/>
                </a:stretch>
              </a:blipFill>
              <a:ln w="28575">
                <a:solidFill>
                  <a:schemeClr val="tx2"/>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05" name="Rectángulo: esquinas redondeadas 1104">
                <a:extLst>
                  <a:ext uri="{FF2B5EF4-FFF2-40B4-BE49-F238E27FC236}">
                    <a16:creationId xmlns:a16="http://schemas.microsoft.com/office/drawing/2014/main" id="{4E8B03C0-CFC5-070E-D4B0-507E1BDB0868}"/>
                  </a:ext>
                </a:extLst>
              </p:cNvPr>
              <p:cNvSpPr/>
              <p:nvPr/>
            </p:nvSpPr>
            <p:spPr>
              <a:xfrm>
                <a:off x="7204846" y="4335891"/>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a:solidFill>
                                <a:schemeClr val="tx1"/>
                              </a:solidFill>
                              <a:latin typeface="Cambria Math" panose="02040503050406030204" pitchFamily="18" charset="0"/>
                            </a:rPr>
                            <m:t>𝟏</m:t>
                          </m:r>
                          <m:r>
                            <a:rPr lang="es-ES" b="1" i="1">
                              <a:solidFill>
                                <a:schemeClr val="tx1"/>
                              </a:solidFill>
                              <a:latin typeface="Cambria Math" panose="02040503050406030204" pitchFamily="18" charset="0"/>
                            </a:rPr>
                            <m:t>𝑳</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1105" name="Rectángulo: esquinas redondeadas 1104">
                <a:extLst>
                  <a:ext uri="{FF2B5EF4-FFF2-40B4-BE49-F238E27FC236}">
                    <a16:creationId xmlns:a16="http://schemas.microsoft.com/office/drawing/2014/main" id="{4E8B03C0-CFC5-070E-D4B0-507E1BDB0868}"/>
                  </a:ext>
                </a:extLst>
              </p:cNvPr>
              <p:cNvSpPr>
                <a:spLocks noRot="1" noChangeAspect="1" noMove="1" noResize="1" noEditPoints="1" noAdjustHandles="1" noChangeArrowheads="1" noChangeShapeType="1" noTextEdit="1"/>
              </p:cNvSpPr>
              <p:nvPr/>
            </p:nvSpPr>
            <p:spPr>
              <a:xfrm>
                <a:off x="7204846" y="4335891"/>
                <a:ext cx="1274100" cy="982609"/>
              </a:xfrm>
              <a:prstGeom prst="roundRect">
                <a:avLst/>
              </a:prstGeom>
              <a:blipFill>
                <a:blip r:embed="rId156"/>
                <a:stretch>
                  <a:fillRect/>
                </a:stretch>
              </a:blipFill>
              <a:ln w="28575">
                <a:solidFill>
                  <a:schemeClr val="tx2"/>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06" name="Rectángulo: esquinas redondeadas 1105">
                <a:extLst>
                  <a:ext uri="{FF2B5EF4-FFF2-40B4-BE49-F238E27FC236}">
                    <a16:creationId xmlns:a16="http://schemas.microsoft.com/office/drawing/2014/main" id="{133E8C2D-9698-6DD6-6424-1F4D2CFB68AD}"/>
                  </a:ext>
                </a:extLst>
              </p:cNvPr>
              <p:cNvSpPr/>
              <p:nvPr/>
            </p:nvSpPr>
            <p:spPr>
              <a:xfrm>
                <a:off x="8851723" y="4359349"/>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a:solidFill>
                                <a:schemeClr val="tx1"/>
                              </a:solidFill>
                              <a:latin typeface="Cambria Math" panose="02040503050406030204" pitchFamily="18" charset="0"/>
                            </a:rPr>
                            <m:t>𝟏</m:t>
                          </m:r>
                          <m:r>
                            <a:rPr lang="es-ES" b="1" i="1" smtClean="0">
                              <a:solidFill>
                                <a:schemeClr val="tx1"/>
                              </a:solidFill>
                              <a:latin typeface="Cambria Math" panose="02040503050406030204" pitchFamily="18" charset="0"/>
                            </a:rPr>
                            <m:t>𝑹</m:t>
                          </m:r>
                        </m:sub>
                      </m:sSub>
                    </m:oMath>
                  </m:oMathPara>
                </a14:m>
                <a:endParaRPr lang="es-ES" b="1" dirty="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𝒙</m:t>
                          </m:r>
                        </m:e>
                        <m:sub>
                          <m:r>
                            <a:rPr lang="es-ES" b="1" i="1" smtClean="0">
                              <a:solidFill>
                                <a:schemeClr val="tx2"/>
                              </a:solidFill>
                              <a:latin typeface="Cambria Math" panose="02040503050406030204" pitchFamily="18" charset="0"/>
                            </a:rPr>
                            <m:t>𝟏</m:t>
                          </m:r>
                        </m:sub>
                      </m:sSub>
                      <m:r>
                        <a:rPr lang="es-ES" b="1" i="1" smtClean="0">
                          <a:solidFill>
                            <a:schemeClr val="tx2"/>
                          </a:solidFill>
                          <a:latin typeface="Cambria Math" panose="02040503050406030204" pitchFamily="18" charset="0"/>
                        </a:rPr>
                        <m:t>&gt;</m:t>
                      </m:r>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𝒂</m:t>
                          </m:r>
                        </m:e>
                        <m:sub>
                          <m:r>
                            <a:rPr lang="es-ES" b="1" i="1" smtClean="0">
                              <a:solidFill>
                                <a:schemeClr val="tx2"/>
                              </a:solidFill>
                              <a:latin typeface="Cambria Math" panose="02040503050406030204" pitchFamily="18" charset="0"/>
                            </a:rPr>
                            <m:t>𝟐</m:t>
                          </m:r>
                        </m:sub>
                      </m:sSub>
                    </m:oMath>
                  </m:oMathPara>
                </a14:m>
                <a:endParaRPr lang="es-ES" b="1" dirty="0">
                  <a:solidFill>
                    <a:schemeClr val="tx2"/>
                  </a:solidFill>
                </a:endParaRPr>
              </a:p>
            </p:txBody>
          </p:sp>
        </mc:Choice>
        <mc:Fallback xmlns="">
          <p:sp>
            <p:nvSpPr>
              <p:cNvPr id="1106" name="Rectángulo: esquinas redondeadas 1105">
                <a:extLst>
                  <a:ext uri="{FF2B5EF4-FFF2-40B4-BE49-F238E27FC236}">
                    <a16:creationId xmlns:a16="http://schemas.microsoft.com/office/drawing/2014/main" id="{133E8C2D-9698-6DD6-6424-1F4D2CFB68AD}"/>
                  </a:ext>
                </a:extLst>
              </p:cNvPr>
              <p:cNvSpPr>
                <a:spLocks noRot="1" noChangeAspect="1" noMove="1" noResize="1" noEditPoints="1" noAdjustHandles="1" noChangeArrowheads="1" noChangeShapeType="1" noTextEdit="1"/>
              </p:cNvSpPr>
              <p:nvPr/>
            </p:nvSpPr>
            <p:spPr>
              <a:xfrm>
                <a:off x="8851723" y="4359349"/>
                <a:ext cx="1274100" cy="982609"/>
              </a:xfrm>
              <a:prstGeom prst="roundRect">
                <a:avLst/>
              </a:prstGeom>
              <a:blipFill>
                <a:blip r:embed="rId157"/>
                <a:stretch>
                  <a:fillRect/>
                </a:stretch>
              </a:blipFill>
              <a:ln w="28575">
                <a:solidFill>
                  <a:schemeClr val="tx2"/>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07" name="Rectángulo: esquinas redondeadas 1106">
                <a:extLst>
                  <a:ext uri="{FF2B5EF4-FFF2-40B4-BE49-F238E27FC236}">
                    <a16:creationId xmlns:a16="http://schemas.microsoft.com/office/drawing/2014/main" id="{8F75FB04-7B11-D6FD-465B-363681C1BE67}"/>
                  </a:ext>
                </a:extLst>
              </p:cNvPr>
              <p:cNvSpPr/>
              <p:nvPr/>
            </p:nvSpPr>
            <p:spPr>
              <a:xfrm>
                <a:off x="9841543" y="2916508"/>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𝟐</m:t>
                          </m:r>
                          <m:r>
                            <a:rPr lang="es-ES" b="1" i="1">
                              <a:solidFill>
                                <a:schemeClr val="tx1"/>
                              </a:solidFill>
                              <a:latin typeface="Cambria Math" panose="02040503050406030204" pitchFamily="18" charset="0"/>
                            </a:rPr>
                            <m:t>𝑹</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1107" name="Rectángulo: esquinas redondeadas 1106">
                <a:extLst>
                  <a:ext uri="{FF2B5EF4-FFF2-40B4-BE49-F238E27FC236}">
                    <a16:creationId xmlns:a16="http://schemas.microsoft.com/office/drawing/2014/main" id="{8F75FB04-7B11-D6FD-465B-363681C1BE67}"/>
                  </a:ext>
                </a:extLst>
              </p:cNvPr>
              <p:cNvSpPr>
                <a:spLocks noRot="1" noChangeAspect="1" noMove="1" noResize="1" noEditPoints="1" noAdjustHandles="1" noChangeArrowheads="1" noChangeShapeType="1" noTextEdit="1"/>
              </p:cNvSpPr>
              <p:nvPr/>
            </p:nvSpPr>
            <p:spPr>
              <a:xfrm>
                <a:off x="9841543" y="2916508"/>
                <a:ext cx="1274100" cy="982609"/>
              </a:xfrm>
              <a:prstGeom prst="roundRect">
                <a:avLst/>
              </a:prstGeom>
              <a:blipFill>
                <a:blip r:embed="rId158"/>
                <a:stretch>
                  <a:fillRect/>
                </a:stretch>
              </a:blipFill>
              <a:ln w="28575">
                <a:solidFill>
                  <a:schemeClr val="tx2"/>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08" name="Rectángulo: esquinas redondeadas 1107">
                <a:extLst>
                  <a:ext uri="{FF2B5EF4-FFF2-40B4-BE49-F238E27FC236}">
                    <a16:creationId xmlns:a16="http://schemas.microsoft.com/office/drawing/2014/main" id="{861A97F9-7C4D-1187-0070-DE5F03C425F6}"/>
                  </a:ext>
                </a:extLst>
              </p:cNvPr>
              <p:cNvSpPr/>
              <p:nvPr/>
            </p:nvSpPr>
            <p:spPr>
              <a:xfrm>
                <a:off x="8160141" y="2924734"/>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𝟐</m:t>
                          </m:r>
                          <m:r>
                            <a:rPr lang="es-ES" b="1" i="1" smtClean="0">
                              <a:solidFill>
                                <a:schemeClr val="tx1"/>
                              </a:solidFill>
                              <a:latin typeface="Cambria Math" panose="02040503050406030204" pitchFamily="18" charset="0"/>
                            </a:rPr>
                            <m:t>𝑳</m:t>
                          </m:r>
                        </m:sub>
                      </m:sSub>
                    </m:oMath>
                  </m:oMathPara>
                </a14:m>
                <a:endParaRPr lang="es-ES" b="1" dirty="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𝒙</m:t>
                          </m:r>
                        </m:e>
                        <m:sub>
                          <m:r>
                            <a:rPr lang="es-ES" b="1" i="1" smtClean="0">
                              <a:solidFill>
                                <a:schemeClr val="tx2"/>
                              </a:solidFill>
                              <a:latin typeface="Cambria Math" panose="02040503050406030204" pitchFamily="18" charset="0"/>
                            </a:rPr>
                            <m:t>𝟐</m:t>
                          </m:r>
                        </m:sub>
                      </m:sSub>
                      <m:r>
                        <a:rPr lang="es-ES" b="1" i="1" smtClean="0">
                          <a:solidFill>
                            <a:schemeClr val="tx2"/>
                          </a:solidFill>
                          <a:latin typeface="Cambria Math" panose="02040503050406030204" pitchFamily="18" charset="0"/>
                        </a:rPr>
                        <m:t>&lt;</m:t>
                      </m:r>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𝒃</m:t>
                          </m:r>
                        </m:e>
                        <m:sub>
                          <m:r>
                            <a:rPr lang="es-ES" b="1" i="1" smtClean="0">
                              <a:solidFill>
                                <a:schemeClr val="tx2"/>
                              </a:solidFill>
                              <a:latin typeface="Cambria Math" panose="02040503050406030204" pitchFamily="18" charset="0"/>
                            </a:rPr>
                            <m:t>𝟏</m:t>
                          </m:r>
                        </m:sub>
                      </m:sSub>
                    </m:oMath>
                  </m:oMathPara>
                </a14:m>
                <a:endParaRPr lang="es-ES" b="1" dirty="0">
                  <a:solidFill>
                    <a:schemeClr val="tx2"/>
                  </a:solidFill>
                </a:endParaRPr>
              </a:p>
            </p:txBody>
          </p:sp>
        </mc:Choice>
        <mc:Fallback xmlns="">
          <p:sp>
            <p:nvSpPr>
              <p:cNvPr id="1108" name="Rectángulo: esquinas redondeadas 1107">
                <a:extLst>
                  <a:ext uri="{FF2B5EF4-FFF2-40B4-BE49-F238E27FC236}">
                    <a16:creationId xmlns:a16="http://schemas.microsoft.com/office/drawing/2014/main" id="{861A97F9-7C4D-1187-0070-DE5F03C425F6}"/>
                  </a:ext>
                </a:extLst>
              </p:cNvPr>
              <p:cNvSpPr>
                <a:spLocks noRot="1" noChangeAspect="1" noMove="1" noResize="1" noEditPoints="1" noAdjustHandles="1" noChangeArrowheads="1" noChangeShapeType="1" noTextEdit="1"/>
              </p:cNvSpPr>
              <p:nvPr/>
            </p:nvSpPr>
            <p:spPr>
              <a:xfrm>
                <a:off x="8160141" y="2924734"/>
                <a:ext cx="1274100" cy="982609"/>
              </a:xfrm>
              <a:prstGeom prst="roundRect">
                <a:avLst/>
              </a:prstGeom>
              <a:blipFill>
                <a:blip r:embed="rId159"/>
                <a:stretch>
                  <a:fillRect/>
                </a:stretch>
              </a:blipFill>
              <a:ln w="28575">
                <a:solidFill>
                  <a:schemeClr val="tx2"/>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09" name="Rectángulo: esquinas redondeadas 1108">
                <a:extLst>
                  <a:ext uri="{FF2B5EF4-FFF2-40B4-BE49-F238E27FC236}">
                    <a16:creationId xmlns:a16="http://schemas.microsoft.com/office/drawing/2014/main" id="{E6F4B377-30CD-C192-9719-4CA93F68158C}"/>
                  </a:ext>
                </a:extLst>
              </p:cNvPr>
              <p:cNvSpPr/>
              <p:nvPr/>
            </p:nvSpPr>
            <p:spPr>
              <a:xfrm>
                <a:off x="7156726" y="1489521"/>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𝟑</m:t>
                          </m:r>
                          <m:r>
                            <a:rPr lang="es-ES" b="1" i="1">
                              <a:solidFill>
                                <a:schemeClr val="tx1"/>
                              </a:solidFill>
                              <a:latin typeface="Cambria Math" panose="02040503050406030204" pitchFamily="18" charset="0"/>
                            </a:rPr>
                            <m:t>𝑳</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1109" name="Rectángulo: esquinas redondeadas 1108">
                <a:extLst>
                  <a:ext uri="{FF2B5EF4-FFF2-40B4-BE49-F238E27FC236}">
                    <a16:creationId xmlns:a16="http://schemas.microsoft.com/office/drawing/2014/main" id="{E6F4B377-30CD-C192-9719-4CA93F68158C}"/>
                  </a:ext>
                </a:extLst>
              </p:cNvPr>
              <p:cNvSpPr>
                <a:spLocks noRot="1" noChangeAspect="1" noMove="1" noResize="1" noEditPoints="1" noAdjustHandles="1" noChangeArrowheads="1" noChangeShapeType="1" noTextEdit="1"/>
              </p:cNvSpPr>
              <p:nvPr/>
            </p:nvSpPr>
            <p:spPr>
              <a:xfrm>
                <a:off x="7156726" y="1489521"/>
                <a:ext cx="1274100" cy="982609"/>
              </a:xfrm>
              <a:prstGeom prst="roundRect">
                <a:avLst/>
              </a:prstGeom>
              <a:blipFill>
                <a:blip r:embed="rId160"/>
                <a:stretch>
                  <a:fillRect/>
                </a:stretch>
              </a:blipFill>
              <a:ln w="28575">
                <a:solidFill>
                  <a:schemeClr val="tx2"/>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10" name="Rectángulo: esquinas redondeadas 1109">
                <a:extLst>
                  <a:ext uri="{FF2B5EF4-FFF2-40B4-BE49-F238E27FC236}">
                    <a16:creationId xmlns:a16="http://schemas.microsoft.com/office/drawing/2014/main" id="{D3DDCDA4-DDD2-5127-A991-4655011ED736}"/>
                  </a:ext>
                </a:extLst>
              </p:cNvPr>
              <p:cNvSpPr/>
              <p:nvPr/>
            </p:nvSpPr>
            <p:spPr>
              <a:xfrm>
                <a:off x="8938737" y="1513577"/>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𝟑</m:t>
                          </m:r>
                          <m:r>
                            <a:rPr lang="es-ES" b="1" i="1">
                              <a:solidFill>
                                <a:schemeClr val="tx1"/>
                              </a:solidFill>
                              <a:latin typeface="Cambria Math" panose="02040503050406030204" pitchFamily="18" charset="0"/>
                            </a:rPr>
                            <m:t>𝑹</m:t>
                          </m:r>
                        </m:sub>
                      </m:sSub>
                    </m:oMath>
                  </m:oMathPara>
                </a14:m>
                <a:endParaRPr lang="es-ES" b="1" dirty="0">
                  <a:solidFill>
                    <a:schemeClr val="tx1"/>
                  </a:solidFill>
                </a:endParaRPr>
              </a:p>
              <a:p>
                <a:pPr algn="ctr"/>
                <a14:m>
                  <m:oMathPara xmlns:m="http://schemas.openxmlformats.org/officeDocument/2006/math">
                    <m:oMathParaPr>
                      <m:jc m:val="centerGroup"/>
                    </m:oMathParaPr>
                    <m:oMath xmlns:m="http://schemas.openxmlformats.org/officeDocument/2006/math">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𝒙</m:t>
                          </m:r>
                        </m:e>
                        <m:sub>
                          <m:r>
                            <a:rPr lang="es-ES" b="1" i="1" smtClean="0">
                              <a:solidFill>
                                <a:schemeClr val="tx2"/>
                              </a:solidFill>
                              <a:latin typeface="Cambria Math" panose="02040503050406030204" pitchFamily="18" charset="0"/>
                            </a:rPr>
                            <m:t>𝟐</m:t>
                          </m:r>
                        </m:sub>
                      </m:sSub>
                      <m:r>
                        <a:rPr lang="es-ES" b="1" i="1" smtClean="0">
                          <a:solidFill>
                            <a:schemeClr val="tx2"/>
                          </a:solidFill>
                          <a:latin typeface="Cambria Math" panose="02040503050406030204" pitchFamily="18" charset="0"/>
                        </a:rPr>
                        <m:t>&gt;</m:t>
                      </m:r>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𝒃</m:t>
                          </m:r>
                        </m:e>
                        <m:sub>
                          <m:r>
                            <a:rPr lang="es-ES" b="1" i="1" smtClean="0">
                              <a:solidFill>
                                <a:schemeClr val="tx2"/>
                              </a:solidFill>
                              <a:latin typeface="Cambria Math" panose="02040503050406030204" pitchFamily="18" charset="0"/>
                            </a:rPr>
                            <m:t>𝟐</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1110" name="Rectángulo: esquinas redondeadas 1109">
                <a:extLst>
                  <a:ext uri="{FF2B5EF4-FFF2-40B4-BE49-F238E27FC236}">
                    <a16:creationId xmlns:a16="http://schemas.microsoft.com/office/drawing/2014/main" id="{D3DDCDA4-DDD2-5127-A991-4655011ED736}"/>
                  </a:ext>
                </a:extLst>
              </p:cNvPr>
              <p:cNvSpPr>
                <a:spLocks noRot="1" noChangeAspect="1" noMove="1" noResize="1" noEditPoints="1" noAdjustHandles="1" noChangeArrowheads="1" noChangeShapeType="1" noTextEdit="1"/>
              </p:cNvSpPr>
              <p:nvPr/>
            </p:nvSpPr>
            <p:spPr>
              <a:xfrm>
                <a:off x="8938737" y="1513577"/>
                <a:ext cx="1274100" cy="982609"/>
              </a:xfrm>
              <a:prstGeom prst="roundRect">
                <a:avLst/>
              </a:prstGeom>
              <a:blipFill>
                <a:blip r:embed="rId161"/>
                <a:stretch>
                  <a:fillRect/>
                </a:stretch>
              </a:blipFill>
              <a:ln w="28575">
                <a:solidFill>
                  <a:schemeClr val="tx2"/>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11" name="Rectángulo: esquinas redondeadas 1110">
                <a:extLst>
                  <a:ext uri="{FF2B5EF4-FFF2-40B4-BE49-F238E27FC236}">
                    <a16:creationId xmlns:a16="http://schemas.microsoft.com/office/drawing/2014/main" id="{AF7F8B5C-47EC-B1E7-DE79-13F7517262F0}"/>
                  </a:ext>
                </a:extLst>
              </p:cNvPr>
              <p:cNvSpPr/>
              <p:nvPr/>
            </p:nvSpPr>
            <p:spPr>
              <a:xfrm>
                <a:off x="8043221" y="131166"/>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𝟒</m:t>
                          </m:r>
                          <m:r>
                            <a:rPr lang="es-ES" b="1" i="1">
                              <a:solidFill>
                                <a:schemeClr val="tx1"/>
                              </a:solidFill>
                              <a:latin typeface="Cambria Math" panose="02040503050406030204" pitchFamily="18" charset="0"/>
                            </a:rPr>
                            <m:t>𝑳</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1111" name="Rectángulo: esquinas redondeadas 1110">
                <a:extLst>
                  <a:ext uri="{FF2B5EF4-FFF2-40B4-BE49-F238E27FC236}">
                    <a16:creationId xmlns:a16="http://schemas.microsoft.com/office/drawing/2014/main" id="{AF7F8B5C-47EC-B1E7-DE79-13F7517262F0}"/>
                  </a:ext>
                </a:extLst>
              </p:cNvPr>
              <p:cNvSpPr>
                <a:spLocks noRot="1" noChangeAspect="1" noMove="1" noResize="1" noEditPoints="1" noAdjustHandles="1" noChangeArrowheads="1" noChangeShapeType="1" noTextEdit="1"/>
              </p:cNvSpPr>
              <p:nvPr/>
            </p:nvSpPr>
            <p:spPr>
              <a:xfrm>
                <a:off x="8043221" y="131166"/>
                <a:ext cx="1274100" cy="982609"/>
              </a:xfrm>
              <a:prstGeom prst="roundRect">
                <a:avLst/>
              </a:prstGeom>
              <a:blipFill>
                <a:blip r:embed="rId162"/>
                <a:stretch>
                  <a:fillRect/>
                </a:stretch>
              </a:blipFill>
              <a:ln w="28575">
                <a:solidFill>
                  <a:schemeClr val="tx2"/>
                </a:solidFill>
              </a:ln>
            </p:spPr>
            <p:txBody>
              <a:bodyPr/>
              <a:lstStyle/>
              <a:p>
                <a:r>
                  <a:rPr lang="es-ES">
                    <a:noFill/>
                  </a:rPr>
                  <a:t> </a:t>
                </a:r>
              </a:p>
            </p:txBody>
          </p:sp>
        </mc:Fallback>
      </mc:AlternateContent>
      <p:grpSp>
        <p:nvGrpSpPr>
          <p:cNvPr id="1079" name="Grupo 1078">
            <a:extLst>
              <a:ext uri="{FF2B5EF4-FFF2-40B4-BE49-F238E27FC236}">
                <a16:creationId xmlns:a16="http://schemas.microsoft.com/office/drawing/2014/main" id="{F5259DA3-73DB-0AD8-E3E2-C78CDA8964C1}"/>
              </a:ext>
            </a:extLst>
          </p:cNvPr>
          <p:cNvGrpSpPr/>
          <p:nvPr/>
        </p:nvGrpSpPr>
        <p:grpSpPr>
          <a:xfrm>
            <a:off x="5785622" y="83112"/>
            <a:ext cx="4141080" cy="2646000"/>
            <a:chOff x="5785622" y="83112"/>
            <a:chExt cx="4141080" cy="2646000"/>
          </a:xfrm>
        </p:grpSpPr>
        <mc:AlternateContent xmlns:mc="http://schemas.openxmlformats.org/markup-compatibility/2006" xmlns:p14="http://schemas.microsoft.com/office/powerpoint/2010/main">
          <mc:Choice Requires="p14">
            <p:contentPart p14:bwMode="auto" r:id="rId163">
              <p14:nvContentPartPr>
                <p14:cNvPr id="1067" name="Entrada de lápiz 1066">
                  <a:extLst>
                    <a:ext uri="{FF2B5EF4-FFF2-40B4-BE49-F238E27FC236}">
                      <a16:creationId xmlns:a16="http://schemas.microsoft.com/office/drawing/2014/main" id="{57C75578-663D-7023-6144-FE2692324BEE}"/>
                    </a:ext>
                  </a:extLst>
                </p14:cNvPr>
                <p14:cNvContentPartPr/>
                <p14:nvPr/>
              </p14:nvContentPartPr>
              <p14:xfrm>
                <a:off x="6595622" y="1846752"/>
                <a:ext cx="554040" cy="560520"/>
              </p14:xfrm>
            </p:contentPart>
          </mc:Choice>
          <mc:Fallback xmlns="">
            <p:pic>
              <p:nvPicPr>
                <p:cNvPr id="1067" name="Entrada de lápiz 1066">
                  <a:extLst>
                    <a:ext uri="{FF2B5EF4-FFF2-40B4-BE49-F238E27FC236}">
                      <a16:creationId xmlns:a16="http://schemas.microsoft.com/office/drawing/2014/main" id="{57C75578-663D-7023-6144-FE2692324BEE}"/>
                    </a:ext>
                  </a:extLst>
                </p:cNvPr>
                <p:cNvPicPr/>
                <p:nvPr/>
              </p:nvPicPr>
              <p:blipFill>
                <a:blip r:embed="rId165"/>
                <a:stretch>
                  <a:fillRect/>
                </a:stretch>
              </p:blipFill>
              <p:spPr>
                <a:xfrm>
                  <a:off x="6577982" y="1829112"/>
                  <a:ext cx="589680" cy="5961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68" name="Entrada de lápiz 1067">
                  <a:extLst>
                    <a:ext uri="{FF2B5EF4-FFF2-40B4-BE49-F238E27FC236}">
                      <a16:creationId xmlns:a16="http://schemas.microsoft.com/office/drawing/2014/main" id="{F8C0CD7B-482B-9DF6-06C7-30CD5FDAE791}"/>
                    </a:ext>
                  </a:extLst>
                </p14:cNvPr>
                <p14:cNvContentPartPr/>
                <p14:nvPr/>
              </p14:nvContentPartPr>
              <p14:xfrm>
                <a:off x="6435422" y="2340672"/>
                <a:ext cx="200160" cy="161640"/>
              </p14:xfrm>
            </p:contentPart>
          </mc:Choice>
          <mc:Fallback xmlns="">
            <p:pic>
              <p:nvPicPr>
                <p:cNvPr id="1068" name="Entrada de lápiz 1067">
                  <a:extLst>
                    <a:ext uri="{FF2B5EF4-FFF2-40B4-BE49-F238E27FC236}">
                      <a16:creationId xmlns:a16="http://schemas.microsoft.com/office/drawing/2014/main" id="{F8C0CD7B-482B-9DF6-06C7-30CD5FDAE791}"/>
                    </a:ext>
                  </a:extLst>
                </p:cNvPr>
                <p:cNvPicPr/>
                <p:nvPr/>
              </p:nvPicPr>
              <p:blipFill>
                <a:blip r:embed="rId167"/>
                <a:stretch>
                  <a:fillRect/>
                </a:stretch>
              </p:blipFill>
              <p:spPr>
                <a:xfrm>
                  <a:off x="6417782" y="2322672"/>
                  <a:ext cx="23580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69" name="Entrada de lápiz 1068">
                  <a:extLst>
                    <a:ext uri="{FF2B5EF4-FFF2-40B4-BE49-F238E27FC236}">
                      <a16:creationId xmlns:a16="http://schemas.microsoft.com/office/drawing/2014/main" id="{1EC0BF5D-9C13-CF60-0FC7-E06374D0A414}"/>
                    </a:ext>
                  </a:extLst>
                </p14:cNvPr>
                <p14:cNvContentPartPr/>
                <p14:nvPr/>
              </p14:nvContentPartPr>
              <p14:xfrm>
                <a:off x="6466742" y="2329872"/>
                <a:ext cx="116280" cy="125280"/>
              </p14:xfrm>
            </p:contentPart>
          </mc:Choice>
          <mc:Fallback xmlns="">
            <p:pic>
              <p:nvPicPr>
                <p:cNvPr id="1069" name="Entrada de lápiz 1068">
                  <a:extLst>
                    <a:ext uri="{FF2B5EF4-FFF2-40B4-BE49-F238E27FC236}">
                      <a16:creationId xmlns:a16="http://schemas.microsoft.com/office/drawing/2014/main" id="{1EC0BF5D-9C13-CF60-0FC7-E06374D0A414}"/>
                    </a:ext>
                  </a:extLst>
                </p:cNvPr>
                <p:cNvPicPr/>
                <p:nvPr/>
              </p:nvPicPr>
              <p:blipFill>
                <a:blip r:embed="rId169"/>
                <a:stretch>
                  <a:fillRect/>
                </a:stretch>
              </p:blipFill>
              <p:spPr>
                <a:xfrm>
                  <a:off x="6449102" y="2311872"/>
                  <a:ext cx="15192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71" name="Entrada de lápiz 1070">
                  <a:extLst>
                    <a:ext uri="{FF2B5EF4-FFF2-40B4-BE49-F238E27FC236}">
                      <a16:creationId xmlns:a16="http://schemas.microsoft.com/office/drawing/2014/main" id="{FC9689DB-6F01-1804-53AD-1C0892A9C961}"/>
                    </a:ext>
                  </a:extLst>
                </p14:cNvPr>
                <p14:cNvContentPartPr/>
                <p14:nvPr/>
              </p14:nvContentPartPr>
              <p14:xfrm>
                <a:off x="6179102" y="468672"/>
                <a:ext cx="1946160" cy="2133000"/>
              </p14:xfrm>
            </p:contentPart>
          </mc:Choice>
          <mc:Fallback xmlns="">
            <p:pic>
              <p:nvPicPr>
                <p:cNvPr id="1071" name="Entrada de lápiz 1070">
                  <a:extLst>
                    <a:ext uri="{FF2B5EF4-FFF2-40B4-BE49-F238E27FC236}">
                      <a16:creationId xmlns:a16="http://schemas.microsoft.com/office/drawing/2014/main" id="{FC9689DB-6F01-1804-53AD-1C0892A9C961}"/>
                    </a:ext>
                  </a:extLst>
                </p:cNvPr>
                <p:cNvPicPr/>
                <p:nvPr/>
              </p:nvPicPr>
              <p:blipFill>
                <a:blip r:embed="rId171"/>
                <a:stretch>
                  <a:fillRect/>
                </a:stretch>
              </p:blipFill>
              <p:spPr>
                <a:xfrm>
                  <a:off x="6161102" y="451032"/>
                  <a:ext cx="1981800" cy="216864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72" name="Entrada de lápiz 1071">
                  <a:extLst>
                    <a:ext uri="{FF2B5EF4-FFF2-40B4-BE49-F238E27FC236}">
                      <a16:creationId xmlns:a16="http://schemas.microsoft.com/office/drawing/2014/main" id="{444EA058-9D63-70A9-5AEA-F95F434FE6F3}"/>
                    </a:ext>
                  </a:extLst>
                </p14:cNvPr>
                <p14:cNvContentPartPr/>
                <p14:nvPr/>
              </p14:nvContentPartPr>
              <p14:xfrm>
                <a:off x="6059942" y="2554152"/>
                <a:ext cx="203760" cy="157320"/>
              </p14:xfrm>
            </p:contentPart>
          </mc:Choice>
          <mc:Fallback xmlns="">
            <p:pic>
              <p:nvPicPr>
                <p:cNvPr id="1072" name="Entrada de lápiz 1071">
                  <a:extLst>
                    <a:ext uri="{FF2B5EF4-FFF2-40B4-BE49-F238E27FC236}">
                      <a16:creationId xmlns:a16="http://schemas.microsoft.com/office/drawing/2014/main" id="{444EA058-9D63-70A9-5AEA-F95F434FE6F3}"/>
                    </a:ext>
                  </a:extLst>
                </p:cNvPr>
                <p:cNvPicPr/>
                <p:nvPr/>
              </p:nvPicPr>
              <p:blipFill>
                <a:blip r:embed="rId173"/>
                <a:stretch>
                  <a:fillRect/>
                </a:stretch>
              </p:blipFill>
              <p:spPr>
                <a:xfrm>
                  <a:off x="6041942" y="2536152"/>
                  <a:ext cx="23940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77" name="Entrada de lápiz 1076">
                  <a:extLst>
                    <a:ext uri="{FF2B5EF4-FFF2-40B4-BE49-F238E27FC236}">
                      <a16:creationId xmlns:a16="http://schemas.microsoft.com/office/drawing/2014/main" id="{1CB78FA1-96EF-6A36-F314-CE63E1329D74}"/>
                    </a:ext>
                  </a:extLst>
                </p14:cNvPr>
                <p14:cNvContentPartPr/>
                <p14:nvPr/>
              </p14:nvContentPartPr>
              <p14:xfrm>
                <a:off x="5801102" y="83112"/>
                <a:ext cx="4125600" cy="2546280"/>
              </p14:xfrm>
            </p:contentPart>
          </mc:Choice>
          <mc:Fallback xmlns="">
            <p:pic>
              <p:nvPicPr>
                <p:cNvPr id="1077" name="Entrada de lápiz 1076">
                  <a:extLst>
                    <a:ext uri="{FF2B5EF4-FFF2-40B4-BE49-F238E27FC236}">
                      <a16:creationId xmlns:a16="http://schemas.microsoft.com/office/drawing/2014/main" id="{1CB78FA1-96EF-6A36-F314-CE63E1329D74}"/>
                    </a:ext>
                  </a:extLst>
                </p:cNvPr>
                <p:cNvPicPr/>
                <p:nvPr/>
              </p:nvPicPr>
              <p:blipFill>
                <a:blip r:embed="rId175"/>
                <a:stretch>
                  <a:fillRect/>
                </a:stretch>
              </p:blipFill>
              <p:spPr>
                <a:xfrm>
                  <a:off x="5783102" y="65112"/>
                  <a:ext cx="4161240" cy="25819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78" name="Entrada de lápiz 1077">
                  <a:extLst>
                    <a:ext uri="{FF2B5EF4-FFF2-40B4-BE49-F238E27FC236}">
                      <a16:creationId xmlns:a16="http://schemas.microsoft.com/office/drawing/2014/main" id="{80B8B04C-9F0D-1A49-73C0-B2EB739F7FD3}"/>
                    </a:ext>
                  </a:extLst>
                </p14:cNvPr>
                <p14:cNvContentPartPr/>
                <p14:nvPr/>
              </p14:nvContentPartPr>
              <p14:xfrm>
                <a:off x="5785622" y="2593752"/>
                <a:ext cx="101520" cy="135360"/>
              </p14:xfrm>
            </p:contentPart>
          </mc:Choice>
          <mc:Fallback xmlns="">
            <p:pic>
              <p:nvPicPr>
                <p:cNvPr id="1078" name="Entrada de lápiz 1077">
                  <a:extLst>
                    <a:ext uri="{FF2B5EF4-FFF2-40B4-BE49-F238E27FC236}">
                      <a16:creationId xmlns:a16="http://schemas.microsoft.com/office/drawing/2014/main" id="{80B8B04C-9F0D-1A49-73C0-B2EB739F7FD3}"/>
                    </a:ext>
                  </a:extLst>
                </p:cNvPr>
                <p:cNvPicPr/>
                <p:nvPr/>
              </p:nvPicPr>
              <p:blipFill>
                <a:blip r:embed="rId177"/>
                <a:stretch>
                  <a:fillRect/>
                </a:stretch>
              </p:blipFill>
              <p:spPr>
                <a:xfrm>
                  <a:off x="5767622" y="2576112"/>
                  <a:ext cx="137160" cy="171000"/>
                </a:xfrm>
                <a:prstGeom prst="rect">
                  <a:avLst/>
                </a:prstGeom>
              </p:spPr>
            </p:pic>
          </mc:Fallback>
        </mc:AlternateContent>
      </p:grpSp>
      <p:sp>
        <p:nvSpPr>
          <p:cNvPr id="126" name="CuadroTexto 125">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mc:AlternateContent xmlns:mc="http://schemas.openxmlformats.org/markup-compatibility/2006" xmlns:a14="http://schemas.microsoft.com/office/drawing/2010/main">
        <mc:Choice Requires="a14">
          <p:sp>
            <p:nvSpPr>
              <p:cNvPr id="1112" name="Rectángulo: esquinas redondeadas 1111">
                <a:extLst>
                  <a:ext uri="{FF2B5EF4-FFF2-40B4-BE49-F238E27FC236}">
                    <a16:creationId xmlns:a16="http://schemas.microsoft.com/office/drawing/2014/main" id="{B2FF53E6-B252-3639-85AE-67F41D6CBE0D}"/>
                  </a:ext>
                </a:extLst>
              </p:cNvPr>
              <p:cNvSpPr/>
              <p:nvPr/>
            </p:nvSpPr>
            <p:spPr>
              <a:xfrm>
                <a:off x="9841542" y="124983"/>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𝟒</m:t>
                          </m:r>
                          <m:r>
                            <a:rPr lang="es-ES" b="1" i="1">
                              <a:solidFill>
                                <a:schemeClr val="tx1"/>
                              </a:solidFill>
                              <a:latin typeface="Cambria Math" panose="02040503050406030204" pitchFamily="18" charset="0"/>
                            </a:rPr>
                            <m:t>𝑹</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1112" name="Rectángulo: esquinas redondeadas 1111">
                <a:extLst>
                  <a:ext uri="{FF2B5EF4-FFF2-40B4-BE49-F238E27FC236}">
                    <a16:creationId xmlns:a16="http://schemas.microsoft.com/office/drawing/2014/main" id="{B2FF53E6-B252-3639-85AE-67F41D6CBE0D}"/>
                  </a:ext>
                </a:extLst>
              </p:cNvPr>
              <p:cNvSpPr>
                <a:spLocks noRot="1" noChangeAspect="1" noMove="1" noResize="1" noEditPoints="1" noAdjustHandles="1" noChangeArrowheads="1" noChangeShapeType="1" noTextEdit="1"/>
              </p:cNvSpPr>
              <p:nvPr/>
            </p:nvSpPr>
            <p:spPr>
              <a:xfrm>
                <a:off x="9841542" y="124983"/>
                <a:ext cx="1274100" cy="982609"/>
              </a:xfrm>
              <a:prstGeom prst="roundRect">
                <a:avLst/>
              </a:prstGeom>
              <a:blipFill>
                <a:blip r:embed="rId178"/>
                <a:stretch>
                  <a:fillRect/>
                </a:stretch>
              </a:blipFill>
              <a:ln w="28575">
                <a:solidFill>
                  <a:schemeClr val="tx2"/>
                </a:solidFill>
              </a:ln>
            </p:spPr>
            <p:txBody>
              <a:bodyPr/>
              <a:lstStyle/>
              <a:p>
                <a:r>
                  <a:rPr lang="es-ES">
                    <a:noFill/>
                  </a:rPr>
                  <a:t> </a:t>
                </a:r>
              </a:p>
            </p:txBody>
          </p:sp>
        </mc:Fallback>
      </mc:AlternateContent>
    </p:spTree>
    <p:extLst>
      <p:ext uri="{BB962C8B-B14F-4D97-AF65-F5344CB8AC3E}">
        <p14:creationId xmlns:p14="http://schemas.microsoft.com/office/powerpoint/2010/main" val="27321837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CuadroTexto 44">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pic>
        <p:nvPicPr>
          <p:cNvPr id="1025" name="Imagen 1024">
            <a:extLst>
              <a:ext uri="{FF2B5EF4-FFF2-40B4-BE49-F238E27FC236}">
                <a16:creationId xmlns:a16="http://schemas.microsoft.com/office/drawing/2014/main" id="{C255B507-56EC-A9AF-F635-AFC45ADFE81C}"/>
              </a:ext>
            </a:extLst>
          </p:cNvPr>
          <p:cNvPicPr>
            <a:picLocks noChangeAspect="1"/>
          </p:cNvPicPr>
          <p:nvPr/>
        </p:nvPicPr>
        <p:blipFill rotWithShape="1">
          <a:blip r:embed="rId3"/>
          <a:srcRect l="3369"/>
          <a:stretch/>
        </p:blipFill>
        <p:spPr>
          <a:xfrm>
            <a:off x="71019" y="670891"/>
            <a:ext cx="5755833" cy="4697087"/>
          </a:xfrm>
          <a:prstGeom prst="rect">
            <a:avLst/>
          </a:prstGeom>
        </p:spPr>
      </p:pic>
      <p:sp>
        <p:nvSpPr>
          <p:cNvPr id="4" name="Rectángulo 3">
            <a:extLst>
              <a:ext uri="{FF2B5EF4-FFF2-40B4-BE49-F238E27FC236}">
                <a16:creationId xmlns:a16="http://schemas.microsoft.com/office/drawing/2014/main" id="{2037BC60-46B3-A9EB-C435-6E8AEDAFC015}"/>
              </a:ext>
            </a:extLst>
          </p:cNvPr>
          <p:cNvSpPr/>
          <p:nvPr/>
        </p:nvSpPr>
        <p:spPr>
          <a:xfrm>
            <a:off x="4738458" y="755375"/>
            <a:ext cx="1001049" cy="3924000"/>
          </a:xfrm>
          <a:prstGeom prst="rect">
            <a:avLst/>
          </a:pr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036" name="Rectángulo: esquinas redondeadas 1035">
                <a:extLst>
                  <a:ext uri="{FF2B5EF4-FFF2-40B4-BE49-F238E27FC236}">
                    <a16:creationId xmlns:a16="http://schemas.microsoft.com/office/drawing/2014/main" id="{375D67B4-6486-A516-ABC0-99742C8DE42C}"/>
                  </a:ext>
                </a:extLst>
              </p:cNvPr>
              <p:cNvSpPr/>
              <p:nvPr/>
            </p:nvSpPr>
            <p:spPr>
              <a:xfrm>
                <a:off x="7949364" y="5793964"/>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r>
                        <a:rPr lang="es-ES" b="1" i="1" smtClean="0">
                          <a:solidFill>
                            <a:schemeClr val="tx1"/>
                          </a:solidFill>
                          <a:latin typeface="Cambria Math" panose="02040503050406030204" pitchFamily="18" charset="0"/>
                        </a:rPr>
                        <m:t>𝑵</m:t>
                      </m:r>
                    </m:oMath>
                  </m:oMathPara>
                </a14:m>
                <a:endParaRPr lang="es-ES" b="1"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𝒙</m:t>
                          </m:r>
                        </m:e>
                        <m:sub>
                          <m:r>
                            <a:rPr lang="es-ES" b="1" i="1" smtClean="0">
                              <a:solidFill>
                                <a:schemeClr val="tx2"/>
                              </a:solidFill>
                              <a:latin typeface="Cambria Math" panose="02040503050406030204" pitchFamily="18" charset="0"/>
                            </a:rPr>
                            <m:t>𝟏</m:t>
                          </m:r>
                        </m:sub>
                      </m:sSub>
                      <m:r>
                        <a:rPr lang="es-ES" b="1" i="1" smtClean="0">
                          <a:solidFill>
                            <a:schemeClr val="tx2"/>
                          </a:solidFill>
                          <a:latin typeface="Cambria Math" panose="02040503050406030204" pitchFamily="18" charset="0"/>
                        </a:rPr>
                        <m:t>&lt;</m:t>
                      </m:r>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𝒂</m:t>
                          </m:r>
                        </m:e>
                        <m:sub>
                          <m:r>
                            <a:rPr lang="es-ES" b="1" i="1" smtClean="0">
                              <a:solidFill>
                                <a:schemeClr val="tx2"/>
                              </a:solidFill>
                              <a:latin typeface="Cambria Math" panose="02040503050406030204" pitchFamily="18" charset="0"/>
                            </a:rPr>
                            <m:t>𝟏</m:t>
                          </m:r>
                        </m:sub>
                      </m:sSub>
                    </m:oMath>
                  </m:oMathPara>
                </a14:m>
                <a:endParaRPr lang="es-ES" b="1" dirty="0">
                  <a:solidFill>
                    <a:schemeClr val="tx2"/>
                  </a:solidFill>
                </a:endParaRPr>
              </a:p>
            </p:txBody>
          </p:sp>
        </mc:Choice>
        <mc:Fallback xmlns="">
          <p:sp>
            <p:nvSpPr>
              <p:cNvPr id="1036" name="Rectángulo: esquinas redondeadas 1035">
                <a:extLst>
                  <a:ext uri="{FF2B5EF4-FFF2-40B4-BE49-F238E27FC236}">
                    <a16:creationId xmlns:a16="http://schemas.microsoft.com/office/drawing/2014/main" id="{375D67B4-6486-A516-ABC0-99742C8DE42C}"/>
                  </a:ext>
                </a:extLst>
              </p:cNvPr>
              <p:cNvSpPr>
                <a:spLocks noRot="1" noChangeAspect="1" noMove="1" noResize="1" noEditPoints="1" noAdjustHandles="1" noChangeArrowheads="1" noChangeShapeType="1" noTextEdit="1"/>
              </p:cNvSpPr>
              <p:nvPr/>
            </p:nvSpPr>
            <p:spPr>
              <a:xfrm>
                <a:off x="7949364" y="5793964"/>
                <a:ext cx="1274100" cy="982609"/>
              </a:xfrm>
              <a:prstGeom prst="roundRect">
                <a:avLst/>
              </a:prstGeom>
              <a:blipFill>
                <a:blip r:embed="rId4"/>
                <a:stretch>
                  <a:fillRect/>
                </a:stretch>
              </a:blipFill>
              <a:ln w="28575">
                <a:solidFill>
                  <a:schemeClr val="tx2"/>
                </a:solidFill>
              </a:ln>
            </p:spPr>
            <p:txBody>
              <a:bodyPr/>
              <a:lstStyle/>
              <a:p>
                <a:r>
                  <a:rPr lang="es-ES">
                    <a:noFill/>
                  </a:rPr>
                  <a:t> </a:t>
                </a:r>
              </a:p>
            </p:txBody>
          </p:sp>
        </mc:Fallback>
      </mc:AlternateContent>
      <p:sp>
        <p:nvSpPr>
          <p:cNvPr id="1038" name="Flecha: hacia la izquierda 1037">
            <a:extLst>
              <a:ext uri="{FF2B5EF4-FFF2-40B4-BE49-F238E27FC236}">
                <a16:creationId xmlns:a16="http://schemas.microsoft.com/office/drawing/2014/main" id="{23B9579B-95D7-FFB1-F441-40CB3B7A4802}"/>
              </a:ext>
            </a:extLst>
          </p:cNvPr>
          <p:cNvSpPr>
            <a:spLocks noChangeAspect="1"/>
          </p:cNvSpPr>
          <p:nvPr/>
        </p:nvSpPr>
        <p:spPr>
          <a:xfrm rot="2573124">
            <a:off x="7930932" y="5478405"/>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5F343C86-BBD4-A380-146F-A43021E20CB5}"/>
                  </a:ext>
                </a:extLst>
              </p:cNvPr>
              <p:cNvSpPr txBox="1"/>
              <p:nvPr/>
            </p:nvSpPr>
            <p:spPr>
              <a:xfrm>
                <a:off x="1948463" y="4615990"/>
                <a:ext cx="30190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accent5">
                                  <a:lumMod val="50000"/>
                                </a:schemeClr>
                              </a:solidFill>
                              <a:latin typeface="Cambria Math" panose="02040503050406030204" pitchFamily="18" charset="0"/>
                            </a:rPr>
                          </m:ctrlPr>
                        </m:sSubPr>
                        <m:e>
                          <m:r>
                            <a:rPr lang="es-ES" b="1" i="1" smtClean="0">
                              <a:solidFill>
                                <a:schemeClr val="accent5">
                                  <a:lumMod val="50000"/>
                                </a:schemeClr>
                              </a:solidFill>
                              <a:latin typeface="Cambria Math" panose="02040503050406030204" pitchFamily="18" charset="0"/>
                            </a:rPr>
                            <m:t>𝒂</m:t>
                          </m:r>
                        </m:e>
                        <m:sub>
                          <m:r>
                            <a:rPr lang="es-ES" b="1" i="1" smtClean="0">
                              <a:solidFill>
                                <a:schemeClr val="accent5">
                                  <a:lumMod val="50000"/>
                                </a:schemeClr>
                              </a:solidFill>
                              <a:latin typeface="Cambria Math" panose="02040503050406030204" pitchFamily="18" charset="0"/>
                            </a:rPr>
                            <m:t>𝟏</m:t>
                          </m:r>
                        </m:sub>
                      </m:sSub>
                    </m:oMath>
                  </m:oMathPara>
                </a14:m>
                <a:endParaRPr lang="es-ES" dirty="0"/>
              </a:p>
            </p:txBody>
          </p:sp>
        </mc:Choice>
        <mc:Fallback xmlns="">
          <p:sp>
            <p:nvSpPr>
              <p:cNvPr id="3" name="CuadroTexto 2">
                <a:extLst>
                  <a:ext uri="{FF2B5EF4-FFF2-40B4-BE49-F238E27FC236}">
                    <a16:creationId xmlns:a16="http://schemas.microsoft.com/office/drawing/2014/main" id="{5F343C86-BBD4-A380-146F-A43021E20CB5}"/>
                  </a:ext>
                </a:extLst>
              </p:cNvPr>
              <p:cNvSpPr txBox="1">
                <a:spLocks noRot="1" noChangeAspect="1" noMove="1" noResize="1" noEditPoints="1" noAdjustHandles="1" noChangeArrowheads="1" noChangeShapeType="1" noTextEdit="1"/>
              </p:cNvSpPr>
              <p:nvPr/>
            </p:nvSpPr>
            <p:spPr>
              <a:xfrm>
                <a:off x="1948463" y="4615990"/>
                <a:ext cx="301901" cy="369332"/>
              </a:xfrm>
              <a:prstGeom prst="rect">
                <a:avLst/>
              </a:prstGeom>
              <a:blipFill>
                <a:blip r:embed="rId5"/>
                <a:stretch>
                  <a:fillRect r="-34694"/>
                </a:stretch>
              </a:blipFill>
            </p:spPr>
            <p:txBody>
              <a:bodyPr/>
              <a:lstStyle/>
              <a:p>
                <a:r>
                  <a:rPr lang="es-ES">
                    <a:noFill/>
                  </a:rPr>
                  <a:t> </a:t>
                </a:r>
              </a:p>
            </p:txBody>
          </p:sp>
        </mc:Fallback>
      </mc:AlternateContent>
      <p:sp>
        <p:nvSpPr>
          <p:cNvPr id="6" name="Rectángulo 5">
            <a:extLst>
              <a:ext uri="{FF2B5EF4-FFF2-40B4-BE49-F238E27FC236}">
                <a16:creationId xmlns:a16="http://schemas.microsoft.com/office/drawing/2014/main" id="{AE6562E2-DAD4-E88D-1C0C-CABD7CE48733}"/>
              </a:ext>
            </a:extLst>
          </p:cNvPr>
          <p:cNvSpPr/>
          <p:nvPr/>
        </p:nvSpPr>
        <p:spPr>
          <a:xfrm>
            <a:off x="1062926" y="755375"/>
            <a:ext cx="1152000" cy="3924000"/>
          </a:xfrm>
          <a:prstGeom prst="rect">
            <a:avLst/>
          </a:pr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7" name="Rectángulo: esquinas redondeadas 6">
                <a:extLst>
                  <a:ext uri="{FF2B5EF4-FFF2-40B4-BE49-F238E27FC236}">
                    <a16:creationId xmlns:a16="http://schemas.microsoft.com/office/drawing/2014/main" id="{61889A39-DEB1-D1E0-86E8-DE06ADA1AB01}"/>
                  </a:ext>
                </a:extLst>
              </p:cNvPr>
              <p:cNvSpPr/>
              <p:nvPr/>
            </p:nvSpPr>
            <p:spPr>
              <a:xfrm>
                <a:off x="7204846" y="4335891"/>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a:solidFill>
                                <a:schemeClr val="tx1"/>
                              </a:solidFill>
                              <a:latin typeface="Cambria Math" panose="02040503050406030204" pitchFamily="18" charset="0"/>
                            </a:rPr>
                            <m:t>𝟏</m:t>
                          </m:r>
                          <m:r>
                            <a:rPr lang="es-ES" b="1" i="1">
                              <a:solidFill>
                                <a:schemeClr val="tx1"/>
                              </a:solidFill>
                              <a:latin typeface="Cambria Math" panose="02040503050406030204" pitchFamily="18" charset="0"/>
                            </a:rPr>
                            <m:t>𝑳</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7" name="Rectángulo: esquinas redondeadas 6">
                <a:extLst>
                  <a:ext uri="{FF2B5EF4-FFF2-40B4-BE49-F238E27FC236}">
                    <a16:creationId xmlns:a16="http://schemas.microsoft.com/office/drawing/2014/main" id="{61889A39-DEB1-D1E0-86E8-DE06ADA1AB01}"/>
                  </a:ext>
                </a:extLst>
              </p:cNvPr>
              <p:cNvSpPr>
                <a:spLocks noRot="1" noChangeAspect="1" noMove="1" noResize="1" noEditPoints="1" noAdjustHandles="1" noChangeArrowheads="1" noChangeShapeType="1" noTextEdit="1"/>
              </p:cNvSpPr>
              <p:nvPr/>
            </p:nvSpPr>
            <p:spPr>
              <a:xfrm>
                <a:off x="7204846" y="4335891"/>
                <a:ext cx="1274100" cy="982609"/>
              </a:xfrm>
              <a:prstGeom prst="roundRect">
                <a:avLst/>
              </a:prstGeom>
              <a:blipFill>
                <a:blip r:embed="rId6"/>
                <a:stretch>
                  <a:fillRect/>
                </a:stretch>
              </a:blipFill>
              <a:ln w="28575">
                <a:solidFill>
                  <a:schemeClr val="tx2"/>
                </a:solidFill>
              </a:ln>
            </p:spPr>
            <p:txBody>
              <a:bodyPr/>
              <a:lstStyle/>
              <a:p>
                <a:r>
                  <a:rPr lang="es-ES">
                    <a:noFill/>
                  </a:rPr>
                  <a:t> </a:t>
                </a:r>
              </a:p>
            </p:txBody>
          </p:sp>
        </mc:Fallback>
      </mc:AlternateContent>
      <p:sp>
        <p:nvSpPr>
          <p:cNvPr id="8" name="Signo menos 7">
            <a:extLst>
              <a:ext uri="{FF2B5EF4-FFF2-40B4-BE49-F238E27FC236}">
                <a16:creationId xmlns:a16="http://schemas.microsoft.com/office/drawing/2014/main" id="{5C6F7C2F-8930-25A6-4AD0-C8F32DD7F96D}"/>
              </a:ext>
            </a:extLst>
          </p:cNvPr>
          <p:cNvSpPr/>
          <p:nvPr/>
        </p:nvSpPr>
        <p:spPr>
          <a:xfrm>
            <a:off x="7652246" y="4705878"/>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Flecha: hacia la izquierda 8">
            <a:extLst>
              <a:ext uri="{FF2B5EF4-FFF2-40B4-BE49-F238E27FC236}">
                <a16:creationId xmlns:a16="http://schemas.microsoft.com/office/drawing/2014/main" id="{F7BB9B33-5B36-2409-662F-BC539B851AF6}"/>
              </a:ext>
            </a:extLst>
          </p:cNvPr>
          <p:cNvSpPr>
            <a:spLocks noChangeAspect="1"/>
          </p:cNvSpPr>
          <p:nvPr/>
        </p:nvSpPr>
        <p:spPr>
          <a:xfrm rot="7980000">
            <a:off x="8941742" y="5473698"/>
            <a:ext cx="341825" cy="156846"/>
          </a:xfrm>
          <a:prstGeom prst="leftArrow">
            <a:avLst/>
          </a:prstGeom>
          <a:solidFill>
            <a:srgbClr val="00B050"/>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10" name="Rectángulo: esquinas redondeadas 9">
                <a:extLst>
                  <a:ext uri="{FF2B5EF4-FFF2-40B4-BE49-F238E27FC236}">
                    <a16:creationId xmlns:a16="http://schemas.microsoft.com/office/drawing/2014/main" id="{0FEAA1B0-5EED-7C4B-2BFC-0AD5F2C7B3DC}"/>
                  </a:ext>
                </a:extLst>
              </p:cNvPr>
              <p:cNvSpPr/>
              <p:nvPr/>
            </p:nvSpPr>
            <p:spPr>
              <a:xfrm>
                <a:off x="8851723" y="4359349"/>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a:solidFill>
                                <a:schemeClr val="tx1"/>
                              </a:solidFill>
                              <a:latin typeface="Cambria Math" panose="02040503050406030204" pitchFamily="18" charset="0"/>
                            </a:rPr>
                            <m:t>𝟏</m:t>
                          </m:r>
                          <m:r>
                            <a:rPr lang="es-ES" b="1" i="1" smtClean="0">
                              <a:solidFill>
                                <a:schemeClr val="tx1"/>
                              </a:solidFill>
                              <a:latin typeface="Cambria Math" panose="02040503050406030204" pitchFamily="18" charset="0"/>
                            </a:rPr>
                            <m:t>𝑹</m:t>
                          </m:r>
                        </m:sub>
                      </m:sSub>
                    </m:oMath>
                  </m:oMathPara>
                </a14:m>
                <a:endParaRPr lang="es-ES" b="1" dirty="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𝒙</m:t>
                          </m:r>
                        </m:e>
                        <m:sub>
                          <m:r>
                            <a:rPr lang="es-ES" b="1" i="1" smtClean="0">
                              <a:solidFill>
                                <a:schemeClr val="tx2"/>
                              </a:solidFill>
                              <a:latin typeface="Cambria Math" panose="02040503050406030204" pitchFamily="18" charset="0"/>
                            </a:rPr>
                            <m:t>𝟏</m:t>
                          </m:r>
                        </m:sub>
                      </m:sSub>
                      <m:r>
                        <a:rPr lang="es-ES" b="1" i="1" smtClean="0">
                          <a:solidFill>
                            <a:schemeClr val="tx2"/>
                          </a:solidFill>
                          <a:latin typeface="Cambria Math" panose="02040503050406030204" pitchFamily="18" charset="0"/>
                        </a:rPr>
                        <m:t>&gt;</m:t>
                      </m:r>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𝒂</m:t>
                          </m:r>
                        </m:e>
                        <m:sub>
                          <m:r>
                            <a:rPr lang="es-ES" b="1" i="1" smtClean="0">
                              <a:solidFill>
                                <a:schemeClr val="tx2"/>
                              </a:solidFill>
                              <a:latin typeface="Cambria Math" panose="02040503050406030204" pitchFamily="18" charset="0"/>
                            </a:rPr>
                            <m:t>𝟐</m:t>
                          </m:r>
                        </m:sub>
                      </m:sSub>
                    </m:oMath>
                  </m:oMathPara>
                </a14:m>
                <a:endParaRPr lang="es-ES" b="1" dirty="0">
                  <a:solidFill>
                    <a:schemeClr val="tx2"/>
                  </a:solidFill>
                </a:endParaRPr>
              </a:p>
            </p:txBody>
          </p:sp>
        </mc:Choice>
        <mc:Fallback xmlns="">
          <p:sp>
            <p:nvSpPr>
              <p:cNvPr id="10" name="Rectángulo: esquinas redondeadas 9">
                <a:extLst>
                  <a:ext uri="{FF2B5EF4-FFF2-40B4-BE49-F238E27FC236}">
                    <a16:creationId xmlns:a16="http://schemas.microsoft.com/office/drawing/2014/main" id="{0FEAA1B0-5EED-7C4B-2BFC-0AD5F2C7B3DC}"/>
                  </a:ext>
                </a:extLst>
              </p:cNvPr>
              <p:cNvSpPr>
                <a:spLocks noRot="1" noChangeAspect="1" noMove="1" noResize="1" noEditPoints="1" noAdjustHandles="1" noChangeArrowheads="1" noChangeShapeType="1" noTextEdit="1"/>
              </p:cNvSpPr>
              <p:nvPr/>
            </p:nvSpPr>
            <p:spPr>
              <a:xfrm>
                <a:off x="8851723" y="4359349"/>
                <a:ext cx="1274100" cy="982609"/>
              </a:xfrm>
              <a:prstGeom prst="roundRect">
                <a:avLst/>
              </a:prstGeom>
              <a:blipFill>
                <a:blip r:embed="rId7"/>
                <a:stretch>
                  <a:fillRect/>
                </a:stretch>
              </a:blipFill>
              <a:ln w="28575">
                <a:solidFill>
                  <a:schemeClr val="tx2"/>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52C89AE8-876E-6F7A-EC25-D6090C0191B2}"/>
                  </a:ext>
                </a:extLst>
              </p:cNvPr>
              <p:cNvSpPr txBox="1"/>
              <p:nvPr/>
            </p:nvSpPr>
            <p:spPr>
              <a:xfrm>
                <a:off x="4552069" y="4615990"/>
                <a:ext cx="30190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accent5">
                                  <a:lumMod val="50000"/>
                                </a:schemeClr>
                              </a:solidFill>
                              <a:latin typeface="Cambria Math" panose="02040503050406030204" pitchFamily="18" charset="0"/>
                            </a:rPr>
                          </m:ctrlPr>
                        </m:sSubPr>
                        <m:e>
                          <m:r>
                            <a:rPr lang="es-ES" b="1" i="1" smtClean="0">
                              <a:solidFill>
                                <a:schemeClr val="accent5">
                                  <a:lumMod val="50000"/>
                                </a:schemeClr>
                              </a:solidFill>
                              <a:latin typeface="Cambria Math" panose="02040503050406030204" pitchFamily="18" charset="0"/>
                            </a:rPr>
                            <m:t>𝒂</m:t>
                          </m:r>
                        </m:e>
                        <m:sub>
                          <m:r>
                            <a:rPr lang="es-ES" b="1" i="1" smtClean="0">
                              <a:solidFill>
                                <a:schemeClr val="accent5">
                                  <a:lumMod val="50000"/>
                                </a:schemeClr>
                              </a:solidFill>
                              <a:latin typeface="Cambria Math" panose="02040503050406030204" pitchFamily="18" charset="0"/>
                            </a:rPr>
                            <m:t>𝟐</m:t>
                          </m:r>
                        </m:sub>
                      </m:sSub>
                    </m:oMath>
                  </m:oMathPara>
                </a14:m>
                <a:endParaRPr lang="es-ES" dirty="0"/>
              </a:p>
            </p:txBody>
          </p:sp>
        </mc:Choice>
        <mc:Fallback xmlns="">
          <p:sp>
            <p:nvSpPr>
              <p:cNvPr id="2" name="CuadroTexto 1">
                <a:extLst>
                  <a:ext uri="{FF2B5EF4-FFF2-40B4-BE49-F238E27FC236}">
                    <a16:creationId xmlns:a16="http://schemas.microsoft.com/office/drawing/2014/main" id="{52C89AE8-876E-6F7A-EC25-D6090C0191B2}"/>
                  </a:ext>
                </a:extLst>
              </p:cNvPr>
              <p:cNvSpPr txBox="1">
                <a:spLocks noRot="1" noChangeAspect="1" noMove="1" noResize="1" noEditPoints="1" noAdjustHandles="1" noChangeArrowheads="1" noChangeShapeType="1" noTextEdit="1"/>
              </p:cNvSpPr>
              <p:nvPr/>
            </p:nvSpPr>
            <p:spPr>
              <a:xfrm>
                <a:off x="4552069" y="4615990"/>
                <a:ext cx="301901" cy="369332"/>
              </a:xfrm>
              <a:prstGeom prst="rect">
                <a:avLst/>
              </a:prstGeom>
              <a:blipFill>
                <a:blip r:embed="rId8"/>
                <a:stretch>
                  <a:fillRect r="-34694"/>
                </a:stretch>
              </a:blipFill>
            </p:spPr>
            <p:txBody>
              <a:bodyPr/>
              <a:lstStyle/>
              <a:p>
                <a:r>
                  <a:rPr lang="es-ES">
                    <a:noFill/>
                  </a:rPr>
                  <a:t> </a:t>
                </a:r>
              </a:p>
            </p:txBody>
          </p:sp>
        </mc:Fallback>
      </mc:AlternateContent>
      <p:sp>
        <p:nvSpPr>
          <p:cNvPr id="5" name="Flecha: hacia la izquierda 4">
            <a:extLst>
              <a:ext uri="{FF2B5EF4-FFF2-40B4-BE49-F238E27FC236}">
                <a16:creationId xmlns:a16="http://schemas.microsoft.com/office/drawing/2014/main" id="{03CB2706-D5D5-50A2-BB5E-EB01BAE4E06C}"/>
              </a:ext>
            </a:extLst>
          </p:cNvPr>
          <p:cNvSpPr>
            <a:spLocks noChangeAspect="1"/>
          </p:cNvSpPr>
          <p:nvPr/>
        </p:nvSpPr>
        <p:spPr>
          <a:xfrm rot="2573124">
            <a:off x="8843042" y="4043195"/>
            <a:ext cx="341825" cy="156846"/>
          </a:xfrm>
          <a:prstGeom prst="leftArrow">
            <a:avLst/>
          </a:prstGeom>
          <a:solidFill>
            <a:srgbClr val="00B050"/>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 name="Flecha: hacia la izquierda 10">
            <a:extLst>
              <a:ext uri="{FF2B5EF4-FFF2-40B4-BE49-F238E27FC236}">
                <a16:creationId xmlns:a16="http://schemas.microsoft.com/office/drawing/2014/main" id="{EAE009F0-F59A-4F9F-8064-C6A17A42BF98}"/>
              </a:ext>
            </a:extLst>
          </p:cNvPr>
          <p:cNvSpPr>
            <a:spLocks noChangeAspect="1"/>
          </p:cNvSpPr>
          <p:nvPr/>
        </p:nvSpPr>
        <p:spPr>
          <a:xfrm rot="7980000">
            <a:off x="9844548" y="4050810"/>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15" name="Rectángulo: esquinas redondeadas 14">
                <a:extLst>
                  <a:ext uri="{FF2B5EF4-FFF2-40B4-BE49-F238E27FC236}">
                    <a16:creationId xmlns:a16="http://schemas.microsoft.com/office/drawing/2014/main" id="{29133EF4-6395-6810-226F-6A012FDFEE4A}"/>
                  </a:ext>
                </a:extLst>
              </p:cNvPr>
              <p:cNvSpPr/>
              <p:nvPr/>
            </p:nvSpPr>
            <p:spPr>
              <a:xfrm>
                <a:off x="9841543" y="2916508"/>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𝟐</m:t>
                          </m:r>
                          <m:r>
                            <a:rPr lang="es-ES" b="1" i="1">
                              <a:solidFill>
                                <a:schemeClr val="tx1"/>
                              </a:solidFill>
                              <a:latin typeface="Cambria Math" panose="02040503050406030204" pitchFamily="18" charset="0"/>
                            </a:rPr>
                            <m:t>𝑹</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15" name="Rectángulo: esquinas redondeadas 14">
                <a:extLst>
                  <a:ext uri="{FF2B5EF4-FFF2-40B4-BE49-F238E27FC236}">
                    <a16:creationId xmlns:a16="http://schemas.microsoft.com/office/drawing/2014/main" id="{29133EF4-6395-6810-226F-6A012FDFEE4A}"/>
                  </a:ext>
                </a:extLst>
              </p:cNvPr>
              <p:cNvSpPr>
                <a:spLocks noRot="1" noChangeAspect="1" noMove="1" noResize="1" noEditPoints="1" noAdjustHandles="1" noChangeArrowheads="1" noChangeShapeType="1" noTextEdit="1"/>
              </p:cNvSpPr>
              <p:nvPr/>
            </p:nvSpPr>
            <p:spPr>
              <a:xfrm>
                <a:off x="9841543" y="2916508"/>
                <a:ext cx="1274100" cy="982609"/>
              </a:xfrm>
              <a:prstGeom prst="roundRect">
                <a:avLst/>
              </a:prstGeom>
              <a:blipFill>
                <a:blip r:embed="rId9"/>
                <a:stretch>
                  <a:fillRect/>
                </a:stretch>
              </a:blipFill>
              <a:ln w="28575">
                <a:solidFill>
                  <a:schemeClr val="tx2"/>
                </a:solidFill>
              </a:ln>
            </p:spPr>
            <p:txBody>
              <a:bodyPr/>
              <a:lstStyle/>
              <a:p>
                <a:r>
                  <a:rPr lang="es-ES">
                    <a:noFill/>
                  </a:rPr>
                  <a:t> </a:t>
                </a:r>
              </a:p>
            </p:txBody>
          </p:sp>
        </mc:Fallback>
      </mc:AlternateContent>
      <p:sp>
        <p:nvSpPr>
          <p:cNvPr id="16" name="Signo menos 15">
            <a:extLst>
              <a:ext uri="{FF2B5EF4-FFF2-40B4-BE49-F238E27FC236}">
                <a16:creationId xmlns:a16="http://schemas.microsoft.com/office/drawing/2014/main" id="{02E2AC3E-AAE2-5F49-4E35-79C75809CE1E}"/>
              </a:ext>
            </a:extLst>
          </p:cNvPr>
          <p:cNvSpPr/>
          <p:nvPr/>
        </p:nvSpPr>
        <p:spPr>
          <a:xfrm>
            <a:off x="10301039" y="3345320"/>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7" name="Rectángulo: esquinas redondeadas 16">
                <a:extLst>
                  <a:ext uri="{FF2B5EF4-FFF2-40B4-BE49-F238E27FC236}">
                    <a16:creationId xmlns:a16="http://schemas.microsoft.com/office/drawing/2014/main" id="{0366BF07-AE50-ADC6-36B7-C44512C82D16}"/>
                  </a:ext>
                </a:extLst>
              </p:cNvPr>
              <p:cNvSpPr/>
              <p:nvPr/>
            </p:nvSpPr>
            <p:spPr>
              <a:xfrm>
                <a:off x="8160141" y="2924734"/>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𝟐</m:t>
                          </m:r>
                          <m:r>
                            <a:rPr lang="es-ES" b="1" i="1" smtClean="0">
                              <a:solidFill>
                                <a:schemeClr val="tx1"/>
                              </a:solidFill>
                              <a:latin typeface="Cambria Math" panose="02040503050406030204" pitchFamily="18" charset="0"/>
                            </a:rPr>
                            <m:t>𝑳</m:t>
                          </m:r>
                        </m:sub>
                      </m:sSub>
                    </m:oMath>
                  </m:oMathPara>
                </a14:m>
                <a:endParaRPr lang="es-ES" b="1" dirty="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𝒙</m:t>
                          </m:r>
                        </m:e>
                        <m:sub>
                          <m:r>
                            <a:rPr lang="es-ES" b="1" i="1" smtClean="0">
                              <a:solidFill>
                                <a:schemeClr val="tx2"/>
                              </a:solidFill>
                              <a:latin typeface="Cambria Math" panose="02040503050406030204" pitchFamily="18" charset="0"/>
                            </a:rPr>
                            <m:t>𝟐</m:t>
                          </m:r>
                        </m:sub>
                      </m:sSub>
                      <m:r>
                        <a:rPr lang="es-ES" b="1" i="1" smtClean="0">
                          <a:solidFill>
                            <a:schemeClr val="tx2"/>
                          </a:solidFill>
                          <a:latin typeface="Cambria Math" panose="02040503050406030204" pitchFamily="18" charset="0"/>
                        </a:rPr>
                        <m:t>&lt;</m:t>
                      </m:r>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𝒃</m:t>
                          </m:r>
                        </m:e>
                        <m:sub>
                          <m:r>
                            <a:rPr lang="es-ES" b="1" i="1" smtClean="0">
                              <a:solidFill>
                                <a:schemeClr val="tx2"/>
                              </a:solidFill>
                              <a:latin typeface="Cambria Math" panose="02040503050406030204" pitchFamily="18" charset="0"/>
                            </a:rPr>
                            <m:t>𝟏</m:t>
                          </m:r>
                        </m:sub>
                      </m:sSub>
                    </m:oMath>
                  </m:oMathPara>
                </a14:m>
                <a:endParaRPr lang="es-ES" b="1" dirty="0">
                  <a:solidFill>
                    <a:schemeClr val="tx2"/>
                  </a:solidFill>
                </a:endParaRPr>
              </a:p>
            </p:txBody>
          </p:sp>
        </mc:Choice>
        <mc:Fallback xmlns="">
          <p:sp>
            <p:nvSpPr>
              <p:cNvPr id="17" name="Rectángulo: esquinas redondeadas 16">
                <a:extLst>
                  <a:ext uri="{FF2B5EF4-FFF2-40B4-BE49-F238E27FC236}">
                    <a16:creationId xmlns:a16="http://schemas.microsoft.com/office/drawing/2014/main" id="{0366BF07-AE50-ADC6-36B7-C44512C82D16}"/>
                  </a:ext>
                </a:extLst>
              </p:cNvPr>
              <p:cNvSpPr>
                <a:spLocks noRot="1" noChangeAspect="1" noMove="1" noResize="1" noEditPoints="1" noAdjustHandles="1" noChangeArrowheads="1" noChangeShapeType="1" noTextEdit="1"/>
              </p:cNvSpPr>
              <p:nvPr/>
            </p:nvSpPr>
            <p:spPr>
              <a:xfrm>
                <a:off x="8160141" y="2924734"/>
                <a:ext cx="1274100" cy="982609"/>
              </a:xfrm>
              <a:prstGeom prst="roundRect">
                <a:avLst/>
              </a:prstGeom>
              <a:blipFill>
                <a:blip r:embed="rId10"/>
                <a:stretch>
                  <a:fillRect/>
                </a:stretch>
              </a:blipFill>
              <a:ln w="28575">
                <a:solidFill>
                  <a:schemeClr val="tx2"/>
                </a:solidFill>
              </a:ln>
            </p:spPr>
            <p:txBody>
              <a:bodyPr/>
              <a:lstStyle/>
              <a:p>
                <a:r>
                  <a:rPr lang="es-ES">
                    <a:noFill/>
                  </a:rPr>
                  <a:t> </a:t>
                </a:r>
              </a:p>
            </p:txBody>
          </p:sp>
        </mc:Fallback>
      </mc:AlternateContent>
      <p:sp>
        <p:nvSpPr>
          <p:cNvPr id="14" name="Rectángulo 13">
            <a:extLst>
              <a:ext uri="{FF2B5EF4-FFF2-40B4-BE49-F238E27FC236}">
                <a16:creationId xmlns:a16="http://schemas.microsoft.com/office/drawing/2014/main" id="{D8639010-FA8C-4585-67F9-9F717F0EB202}"/>
              </a:ext>
            </a:extLst>
          </p:cNvPr>
          <p:cNvSpPr/>
          <p:nvPr/>
        </p:nvSpPr>
        <p:spPr>
          <a:xfrm>
            <a:off x="2214926" y="3886980"/>
            <a:ext cx="2523532" cy="792395"/>
          </a:xfrm>
          <a:prstGeom prst="rect">
            <a:avLst/>
          </a:pr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9" name="Conector recto 18">
            <a:extLst>
              <a:ext uri="{FF2B5EF4-FFF2-40B4-BE49-F238E27FC236}">
                <a16:creationId xmlns:a16="http://schemas.microsoft.com/office/drawing/2014/main" id="{8E5D8EE1-1265-1310-6616-E33F197ECBE1}"/>
              </a:ext>
            </a:extLst>
          </p:cNvPr>
          <p:cNvCxnSpPr>
            <a:cxnSpLocks/>
          </p:cNvCxnSpPr>
          <p:nvPr/>
        </p:nvCxnSpPr>
        <p:spPr>
          <a:xfrm>
            <a:off x="4737015" y="755375"/>
            <a:ext cx="0" cy="39240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5340E93C-C6A4-1D2B-99C9-EA4DFF51E6F7}"/>
              </a:ext>
            </a:extLst>
          </p:cNvPr>
          <p:cNvCxnSpPr>
            <a:cxnSpLocks/>
          </p:cNvCxnSpPr>
          <p:nvPr/>
        </p:nvCxnSpPr>
        <p:spPr>
          <a:xfrm>
            <a:off x="2214926" y="755375"/>
            <a:ext cx="0" cy="39240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AF1C469D-269E-E6FA-CCC7-1F9D2C9AE14F}"/>
              </a:ext>
            </a:extLst>
          </p:cNvPr>
          <p:cNvCxnSpPr>
            <a:cxnSpLocks/>
          </p:cNvCxnSpPr>
          <p:nvPr/>
        </p:nvCxnSpPr>
        <p:spPr>
          <a:xfrm flipH="1">
            <a:off x="1062926" y="3886980"/>
            <a:ext cx="4676581"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E2B618AA-4813-9743-4696-C5F02597DDA3}"/>
                  </a:ext>
                </a:extLst>
              </p:cNvPr>
              <p:cNvSpPr txBox="1"/>
              <p:nvPr/>
            </p:nvSpPr>
            <p:spPr>
              <a:xfrm>
                <a:off x="668552" y="3702314"/>
                <a:ext cx="30190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accent5">
                                  <a:lumMod val="50000"/>
                                </a:schemeClr>
                              </a:solidFill>
                              <a:latin typeface="Cambria Math" panose="02040503050406030204" pitchFamily="18" charset="0"/>
                            </a:rPr>
                          </m:ctrlPr>
                        </m:sSubPr>
                        <m:e>
                          <m:r>
                            <a:rPr lang="es-ES" b="1" i="1" smtClean="0">
                              <a:solidFill>
                                <a:schemeClr val="accent5">
                                  <a:lumMod val="50000"/>
                                </a:schemeClr>
                              </a:solidFill>
                              <a:latin typeface="Cambria Math" panose="02040503050406030204" pitchFamily="18" charset="0"/>
                            </a:rPr>
                            <m:t>𝒃</m:t>
                          </m:r>
                        </m:e>
                        <m:sub>
                          <m:r>
                            <a:rPr lang="es-ES" b="1" i="1" smtClean="0">
                              <a:solidFill>
                                <a:schemeClr val="accent5">
                                  <a:lumMod val="50000"/>
                                </a:schemeClr>
                              </a:solidFill>
                              <a:latin typeface="Cambria Math" panose="02040503050406030204" pitchFamily="18" charset="0"/>
                            </a:rPr>
                            <m:t>𝟏</m:t>
                          </m:r>
                        </m:sub>
                      </m:sSub>
                    </m:oMath>
                  </m:oMathPara>
                </a14:m>
                <a:endParaRPr lang="es-ES" dirty="0"/>
              </a:p>
            </p:txBody>
          </p:sp>
        </mc:Choice>
        <mc:Fallback xmlns="">
          <p:sp>
            <p:nvSpPr>
              <p:cNvPr id="25" name="CuadroTexto 24">
                <a:extLst>
                  <a:ext uri="{FF2B5EF4-FFF2-40B4-BE49-F238E27FC236}">
                    <a16:creationId xmlns:a16="http://schemas.microsoft.com/office/drawing/2014/main" id="{E2B618AA-4813-9743-4696-C5F02597DDA3}"/>
                  </a:ext>
                </a:extLst>
              </p:cNvPr>
              <p:cNvSpPr txBox="1">
                <a:spLocks noRot="1" noChangeAspect="1" noMove="1" noResize="1" noEditPoints="1" noAdjustHandles="1" noChangeArrowheads="1" noChangeShapeType="1" noTextEdit="1"/>
              </p:cNvSpPr>
              <p:nvPr/>
            </p:nvSpPr>
            <p:spPr>
              <a:xfrm>
                <a:off x="668552" y="3702314"/>
                <a:ext cx="301901" cy="369332"/>
              </a:xfrm>
              <a:prstGeom prst="rect">
                <a:avLst/>
              </a:prstGeom>
              <a:blipFill>
                <a:blip r:embed="rId11"/>
                <a:stretch>
                  <a:fillRect r="-32653"/>
                </a:stretch>
              </a:blipFill>
            </p:spPr>
            <p:txBody>
              <a:bodyPr/>
              <a:lstStyle/>
              <a:p>
                <a:r>
                  <a:rPr lang="es-ES">
                    <a:noFill/>
                  </a:rPr>
                  <a:t> </a:t>
                </a:r>
              </a:p>
            </p:txBody>
          </p:sp>
        </mc:Fallback>
      </mc:AlternateContent>
      <p:sp>
        <p:nvSpPr>
          <p:cNvPr id="26" name="Flecha: hacia la izquierda 25">
            <a:extLst>
              <a:ext uri="{FF2B5EF4-FFF2-40B4-BE49-F238E27FC236}">
                <a16:creationId xmlns:a16="http://schemas.microsoft.com/office/drawing/2014/main" id="{A0A78F87-242B-DE22-33A2-DD1BD21B6CC9}"/>
              </a:ext>
            </a:extLst>
          </p:cNvPr>
          <p:cNvSpPr>
            <a:spLocks noChangeAspect="1"/>
          </p:cNvSpPr>
          <p:nvPr/>
        </p:nvSpPr>
        <p:spPr>
          <a:xfrm rot="2573124">
            <a:off x="8081313" y="2632035"/>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7" name="Flecha: hacia la izquierda 26">
            <a:extLst>
              <a:ext uri="{FF2B5EF4-FFF2-40B4-BE49-F238E27FC236}">
                <a16:creationId xmlns:a16="http://schemas.microsoft.com/office/drawing/2014/main" id="{F188949D-D828-08DA-A1C0-B8A9CFB0C362}"/>
              </a:ext>
            </a:extLst>
          </p:cNvPr>
          <p:cNvSpPr>
            <a:spLocks noChangeAspect="1"/>
          </p:cNvSpPr>
          <p:nvPr/>
        </p:nvSpPr>
        <p:spPr>
          <a:xfrm rot="7980000">
            <a:off x="9089411" y="2636743"/>
            <a:ext cx="341825" cy="156846"/>
          </a:xfrm>
          <a:prstGeom prst="leftArrow">
            <a:avLst/>
          </a:prstGeom>
          <a:solidFill>
            <a:srgbClr val="00B050"/>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28" name="Rectángulo: esquinas redondeadas 27">
                <a:extLst>
                  <a:ext uri="{FF2B5EF4-FFF2-40B4-BE49-F238E27FC236}">
                    <a16:creationId xmlns:a16="http://schemas.microsoft.com/office/drawing/2014/main" id="{098BE8C4-475B-F90B-3AB3-0B6F8DD4E32C}"/>
                  </a:ext>
                </a:extLst>
              </p:cNvPr>
              <p:cNvSpPr/>
              <p:nvPr/>
            </p:nvSpPr>
            <p:spPr>
              <a:xfrm>
                <a:off x="7156726" y="1489521"/>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𝟑</m:t>
                          </m:r>
                          <m:r>
                            <a:rPr lang="es-ES" b="1" i="1">
                              <a:solidFill>
                                <a:schemeClr val="tx1"/>
                              </a:solidFill>
                              <a:latin typeface="Cambria Math" panose="02040503050406030204" pitchFamily="18" charset="0"/>
                            </a:rPr>
                            <m:t>𝑳</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28" name="Rectángulo: esquinas redondeadas 27">
                <a:extLst>
                  <a:ext uri="{FF2B5EF4-FFF2-40B4-BE49-F238E27FC236}">
                    <a16:creationId xmlns:a16="http://schemas.microsoft.com/office/drawing/2014/main" id="{098BE8C4-475B-F90B-3AB3-0B6F8DD4E32C}"/>
                  </a:ext>
                </a:extLst>
              </p:cNvPr>
              <p:cNvSpPr>
                <a:spLocks noRot="1" noChangeAspect="1" noMove="1" noResize="1" noEditPoints="1" noAdjustHandles="1" noChangeArrowheads="1" noChangeShapeType="1" noTextEdit="1"/>
              </p:cNvSpPr>
              <p:nvPr/>
            </p:nvSpPr>
            <p:spPr>
              <a:xfrm>
                <a:off x="7156726" y="1489521"/>
                <a:ext cx="1274100" cy="982609"/>
              </a:xfrm>
              <a:prstGeom prst="roundRect">
                <a:avLst/>
              </a:prstGeom>
              <a:blipFill>
                <a:blip r:embed="rId12"/>
                <a:stretch>
                  <a:fillRect/>
                </a:stretch>
              </a:blipFill>
              <a:ln w="28575">
                <a:solidFill>
                  <a:schemeClr val="tx2"/>
                </a:solidFill>
              </a:ln>
            </p:spPr>
            <p:txBody>
              <a:bodyPr/>
              <a:lstStyle/>
              <a:p>
                <a:r>
                  <a:rPr lang="es-ES">
                    <a:noFill/>
                  </a:rPr>
                  <a:t> </a:t>
                </a:r>
              </a:p>
            </p:txBody>
          </p:sp>
        </mc:Fallback>
      </mc:AlternateContent>
      <p:sp>
        <p:nvSpPr>
          <p:cNvPr id="29" name="Signo menos 28">
            <a:extLst>
              <a:ext uri="{FF2B5EF4-FFF2-40B4-BE49-F238E27FC236}">
                <a16:creationId xmlns:a16="http://schemas.microsoft.com/office/drawing/2014/main" id="{483C2B13-9DB8-9C9D-71CF-E88CF8FCC863}"/>
              </a:ext>
            </a:extLst>
          </p:cNvPr>
          <p:cNvSpPr/>
          <p:nvPr/>
        </p:nvSpPr>
        <p:spPr>
          <a:xfrm>
            <a:off x="7616222" y="1918333"/>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30" name="Rectángulo: esquinas redondeadas 29">
                <a:extLst>
                  <a:ext uri="{FF2B5EF4-FFF2-40B4-BE49-F238E27FC236}">
                    <a16:creationId xmlns:a16="http://schemas.microsoft.com/office/drawing/2014/main" id="{401AA24E-FD20-DB0E-28BE-903816A44F24}"/>
                  </a:ext>
                </a:extLst>
              </p:cNvPr>
              <p:cNvSpPr/>
              <p:nvPr/>
            </p:nvSpPr>
            <p:spPr>
              <a:xfrm>
                <a:off x="8938737" y="1513577"/>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𝟑</m:t>
                          </m:r>
                          <m:r>
                            <a:rPr lang="es-ES" b="1" i="1">
                              <a:solidFill>
                                <a:schemeClr val="tx1"/>
                              </a:solidFill>
                              <a:latin typeface="Cambria Math" panose="02040503050406030204" pitchFamily="18" charset="0"/>
                            </a:rPr>
                            <m:t>𝑹</m:t>
                          </m:r>
                        </m:sub>
                      </m:sSub>
                    </m:oMath>
                  </m:oMathPara>
                </a14:m>
                <a:endParaRPr lang="es-ES" b="1" dirty="0">
                  <a:solidFill>
                    <a:schemeClr val="tx1"/>
                  </a:solidFill>
                </a:endParaRPr>
              </a:p>
              <a:p>
                <a:pPr algn="ctr"/>
                <a14:m>
                  <m:oMathPara xmlns:m="http://schemas.openxmlformats.org/officeDocument/2006/math">
                    <m:oMathParaPr>
                      <m:jc m:val="centerGroup"/>
                    </m:oMathParaPr>
                    <m:oMath xmlns:m="http://schemas.openxmlformats.org/officeDocument/2006/math">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𝒙</m:t>
                          </m:r>
                        </m:e>
                        <m:sub>
                          <m:r>
                            <a:rPr lang="es-ES" b="1" i="1" smtClean="0">
                              <a:solidFill>
                                <a:schemeClr val="tx2"/>
                              </a:solidFill>
                              <a:latin typeface="Cambria Math" panose="02040503050406030204" pitchFamily="18" charset="0"/>
                            </a:rPr>
                            <m:t>𝟐</m:t>
                          </m:r>
                        </m:sub>
                      </m:sSub>
                      <m:r>
                        <a:rPr lang="es-ES" b="1" i="1" smtClean="0">
                          <a:solidFill>
                            <a:schemeClr val="tx2"/>
                          </a:solidFill>
                          <a:latin typeface="Cambria Math" panose="02040503050406030204" pitchFamily="18" charset="0"/>
                        </a:rPr>
                        <m:t>&gt;</m:t>
                      </m:r>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𝒃</m:t>
                          </m:r>
                        </m:e>
                        <m:sub>
                          <m:r>
                            <a:rPr lang="es-ES" b="1" i="1" smtClean="0">
                              <a:solidFill>
                                <a:schemeClr val="tx2"/>
                              </a:solidFill>
                              <a:latin typeface="Cambria Math" panose="02040503050406030204" pitchFamily="18" charset="0"/>
                            </a:rPr>
                            <m:t>𝟐</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30" name="Rectángulo: esquinas redondeadas 29">
                <a:extLst>
                  <a:ext uri="{FF2B5EF4-FFF2-40B4-BE49-F238E27FC236}">
                    <a16:creationId xmlns:a16="http://schemas.microsoft.com/office/drawing/2014/main" id="{401AA24E-FD20-DB0E-28BE-903816A44F24}"/>
                  </a:ext>
                </a:extLst>
              </p:cNvPr>
              <p:cNvSpPr>
                <a:spLocks noRot="1" noChangeAspect="1" noMove="1" noResize="1" noEditPoints="1" noAdjustHandles="1" noChangeArrowheads="1" noChangeShapeType="1" noTextEdit="1"/>
              </p:cNvSpPr>
              <p:nvPr/>
            </p:nvSpPr>
            <p:spPr>
              <a:xfrm>
                <a:off x="8938737" y="1513577"/>
                <a:ext cx="1274100" cy="982609"/>
              </a:xfrm>
              <a:prstGeom prst="roundRect">
                <a:avLst/>
              </a:prstGeom>
              <a:blipFill>
                <a:blip r:embed="rId13"/>
                <a:stretch>
                  <a:fillRect/>
                </a:stretch>
              </a:blipFill>
              <a:ln w="28575">
                <a:solidFill>
                  <a:schemeClr val="tx2"/>
                </a:solidFill>
              </a:ln>
            </p:spPr>
            <p:txBody>
              <a:bodyPr/>
              <a:lstStyle/>
              <a:p>
                <a:r>
                  <a:rPr lang="es-ES">
                    <a:noFill/>
                  </a:rPr>
                  <a:t> </a:t>
                </a:r>
              </a:p>
            </p:txBody>
          </p:sp>
        </mc:Fallback>
      </mc:AlternateContent>
      <p:cxnSp>
        <p:nvCxnSpPr>
          <p:cNvPr id="22" name="Conector recto 21">
            <a:extLst>
              <a:ext uri="{FF2B5EF4-FFF2-40B4-BE49-F238E27FC236}">
                <a16:creationId xmlns:a16="http://schemas.microsoft.com/office/drawing/2014/main" id="{ABDE2E6A-B54E-2FC8-21D5-C7A20BE8919F}"/>
              </a:ext>
            </a:extLst>
          </p:cNvPr>
          <p:cNvCxnSpPr>
            <a:cxnSpLocks/>
          </p:cNvCxnSpPr>
          <p:nvPr/>
        </p:nvCxnSpPr>
        <p:spPr>
          <a:xfrm flipH="1">
            <a:off x="1062926" y="1738812"/>
            <a:ext cx="4676581"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4" name="Rectángulo 23">
            <a:extLst>
              <a:ext uri="{FF2B5EF4-FFF2-40B4-BE49-F238E27FC236}">
                <a16:creationId xmlns:a16="http://schemas.microsoft.com/office/drawing/2014/main" id="{8CF45619-897D-7898-134F-51563312EECF}"/>
              </a:ext>
            </a:extLst>
          </p:cNvPr>
          <p:cNvSpPr/>
          <p:nvPr/>
        </p:nvSpPr>
        <p:spPr>
          <a:xfrm>
            <a:off x="2211821" y="755063"/>
            <a:ext cx="2523530" cy="979883"/>
          </a:xfrm>
          <a:prstGeom prst="rect">
            <a:avLst/>
          </a:pr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7858BDC0-B55D-32D0-8B2A-8967A3D1279B}"/>
                  </a:ext>
                </a:extLst>
              </p:cNvPr>
              <p:cNvSpPr txBox="1"/>
              <p:nvPr/>
            </p:nvSpPr>
            <p:spPr>
              <a:xfrm>
                <a:off x="650540" y="1490022"/>
                <a:ext cx="30190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accent5">
                                  <a:lumMod val="50000"/>
                                </a:schemeClr>
                              </a:solidFill>
                              <a:latin typeface="Cambria Math" panose="02040503050406030204" pitchFamily="18" charset="0"/>
                            </a:rPr>
                          </m:ctrlPr>
                        </m:sSubPr>
                        <m:e>
                          <m:r>
                            <a:rPr lang="es-ES" b="1" i="1" smtClean="0">
                              <a:solidFill>
                                <a:schemeClr val="accent5">
                                  <a:lumMod val="50000"/>
                                </a:schemeClr>
                              </a:solidFill>
                              <a:latin typeface="Cambria Math" panose="02040503050406030204" pitchFamily="18" charset="0"/>
                            </a:rPr>
                            <m:t>𝒃</m:t>
                          </m:r>
                        </m:e>
                        <m:sub>
                          <m:r>
                            <a:rPr lang="es-ES" b="1" i="1" smtClean="0">
                              <a:solidFill>
                                <a:schemeClr val="accent5">
                                  <a:lumMod val="50000"/>
                                </a:schemeClr>
                              </a:solidFill>
                              <a:latin typeface="Cambria Math" panose="02040503050406030204" pitchFamily="18" charset="0"/>
                            </a:rPr>
                            <m:t>𝟐</m:t>
                          </m:r>
                        </m:sub>
                      </m:sSub>
                    </m:oMath>
                  </m:oMathPara>
                </a14:m>
                <a:endParaRPr lang="es-ES" dirty="0"/>
              </a:p>
            </p:txBody>
          </p:sp>
        </mc:Choice>
        <mc:Fallback xmlns="">
          <p:sp>
            <p:nvSpPr>
              <p:cNvPr id="32" name="CuadroTexto 31">
                <a:extLst>
                  <a:ext uri="{FF2B5EF4-FFF2-40B4-BE49-F238E27FC236}">
                    <a16:creationId xmlns:a16="http://schemas.microsoft.com/office/drawing/2014/main" id="{7858BDC0-B55D-32D0-8B2A-8967A3D1279B}"/>
                  </a:ext>
                </a:extLst>
              </p:cNvPr>
              <p:cNvSpPr txBox="1">
                <a:spLocks noRot="1" noChangeAspect="1" noMove="1" noResize="1" noEditPoints="1" noAdjustHandles="1" noChangeArrowheads="1" noChangeShapeType="1" noTextEdit="1"/>
              </p:cNvSpPr>
              <p:nvPr/>
            </p:nvSpPr>
            <p:spPr>
              <a:xfrm>
                <a:off x="650540" y="1490022"/>
                <a:ext cx="301901" cy="369332"/>
              </a:xfrm>
              <a:prstGeom prst="rect">
                <a:avLst/>
              </a:prstGeom>
              <a:blipFill>
                <a:blip r:embed="rId14"/>
                <a:stretch>
                  <a:fillRect r="-32653"/>
                </a:stretch>
              </a:blipFill>
            </p:spPr>
            <p:txBody>
              <a:bodyPr/>
              <a:lstStyle/>
              <a:p>
                <a:r>
                  <a:rPr lang="es-ES">
                    <a:noFill/>
                  </a:rPr>
                  <a:t> </a:t>
                </a:r>
              </a:p>
            </p:txBody>
          </p:sp>
        </mc:Fallback>
      </mc:AlternateContent>
      <p:sp>
        <p:nvSpPr>
          <p:cNvPr id="33" name="Flecha: hacia la izquierda 32">
            <a:extLst>
              <a:ext uri="{FF2B5EF4-FFF2-40B4-BE49-F238E27FC236}">
                <a16:creationId xmlns:a16="http://schemas.microsoft.com/office/drawing/2014/main" id="{2BB14BD2-FFE6-AFF6-6084-CC4C5F3BEDE3}"/>
              </a:ext>
            </a:extLst>
          </p:cNvPr>
          <p:cNvSpPr>
            <a:spLocks noChangeAspect="1"/>
          </p:cNvSpPr>
          <p:nvPr/>
        </p:nvSpPr>
        <p:spPr>
          <a:xfrm rot="2573124">
            <a:off x="8946425" y="1241129"/>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4" name="Flecha: hacia la izquierda 33">
            <a:extLst>
              <a:ext uri="{FF2B5EF4-FFF2-40B4-BE49-F238E27FC236}">
                <a16:creationId xmlns:a16="http://schemas.microsoft.com/office/drawing/2014/main" id="{EA711F5C-3831-CEA0-26BD-210C905FAC00}"/>
              </a:ext>
            </a:extLst>
          </p:cNvPr>
          <p:cNvSpPr>
            <a:spLocks noChangeAspect="1"/>
          </p:cNvSpPr>
          <p:nvPr/>
        </p:nvSpPr>
        <p:spPr>
          <a:xfrm rot="7980000">
            <a:off x="9868007" y="1217897"/>
            <a:ext cx="341825" cy="156846"/>
          </a:xfrm>
          <a:prstGeom prst="leftArrow">
            <a:avLst/>
          </a:prstGeom>
          <a:solidFill>
            <a:srgbClr val="00B050"/>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35" name="Rectángulo: esquinas redondeadas 34">
                <a:extLst>
                  <a:ext uri="{FF2B5EF4-FFF2-40B4-BE49-F238E27FC236}">
                    <a16:creationId xmlns:a16="http://schemas.microsoft.com/office/drawing/2014/main" id="{759D9518-DEA9-702C-CE0E-A0EA58FB1AA7}"/>
                  </a:ext>
                </a:extLst>
              </p:cNvPr>
              <p:cNvSpPr/>
              <p:nvPr/>
            </p:nvSpPr>
            <p:spPr>
              <a:xfrm>
                <a:off x="8043221" y="131166"/>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𝟒</m:t>
                          </m:r>
                          <m:r>
                            <a:rPr lang="es-ES" b="1" i="1">
                              <a:solidFill>
                                <a:schemeClr val="tx1"/>
                              </a:solidFill>
                              <a:latin typeface="Cambria Math" panose="02040503050406030204" pitchFamily="18" charset="0"/>
                            </a:rPr>
                            <m:t>𝑳</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35" name="Rectángulo: esquinas redondeadas 34">
                <a:extLst>
                  <a:ext uri="{FF2B5EF4-FFF2-40B4-BE49-F238E27FC236}">
                    <a16:creationId xmlns:a16="http://schemas.microsoft.com/office/drawing/2014/main" id="{759D9518-DEA9-702C-CE0E-A0EA58FB1AA7}"/>
                  </a:ext>
                </a:extLst>
              </p:cNvPr>
              <p:cNvSpPr>
                <a:spLocks noRot="1" noChangeAspect="1" noMove="1" noResize="1" noEditPoints="1" noAdjustHandles="1" noChangeArrowheads="1" noChangeShapeType="1" noTextEdit="1"/>
              </p:cNvSpPr>
              <p:nvPr/>
            </p:nvSpPr>
            <p:spPr>
              <a:xfrm>
                <a:off x="8043221" y="131166"/>
                <a:ext cx="1274100" cy="982609"/>
              </a:xfrm>
              <a:prstGeom prst="roundRect">
                <a:avLst/>
              </a:prstGeom>
              <a:blipFill>
                <a:blip r:embed="rId15"/>
                <a:stretch>
                  <a:fillRect/>
                </a:stretch>
              </a:blipFill>
              <a:ln w="28575">
                <a:solidFill>
                  <a:schemeClr val="tx2"/>
                </a:solidFill>
              </a:ln>
            </p:spPr>
            <p:txBody>
              <a:bodyPr/>
              <a:lstStyle/>
              <a:p>
                <a:r>
                  <a:rPr lang="es-ES">
                    <a:noFill/>
                  </a:rPr>
                  <a:t> </a:t>
                </a:r>
              </a:p>
            </p:txBody>
          </p:sp>
        </mc:Fallback>
      </mc:AlternateContent>
      <p:sp>
        <p:nvSpPr>
          <p:cNvPr id="37" name="Signo más 36">
            <a:extLst>
              <a:ext uri="{FF2B5EF4-FFF2-40B4-BE49-F238E27FC236}">
                <a16:creationId xmlns:a16="http://schemas.microsoft.com/office/drawing/2014/main" id="{BA92E1E4-F40B-5604-B291-206FB8572250}"/>
              </a:ext>
            </a:extLst>
          </p:cNvPr>
          <p:cNvSpPr/>
          <p:nvPr/>
        </p:nvSpPr>
        <p:spPr>
          <a:xfrm>
            <a:off x="8475354" y="542239"/>
            <a:ext cx="360000" cy="360000"/>
          </a:xfrm>
          <a:prstGeom prst="mathPlus">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9" name="Signo menos 38">
            <a:extLst>
              <a:ext uri="{FF2B5EF4-FFF2-40B4-BE49-F238E27FC236}">
                <a16:creationId xmlns:a16="http://schemas.microsoft.com/office/drawing/2014/main" id="{7F9DD49B-9F44-1AB3-DAFF-513B1282AD3E}"/>
              </a:ext>
            </a:extLst>
          </p:cNvPr>
          <p:cNvSpPr/>
          <p:nvPr/>
        </p:nvSpPr>
        <p:spPr>
          <a:xfrm>
            <a:off x="10296768" y="543987"/>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Rectángulo 39">
            <a:extLst>
              <a:ext uri="{FF2B5EF4-FFF2-40B4-BE49-F238E27FC236}">
                <a16:creationId xmlns:a16="http://schemas.microsoft.com/office/drawing/2014/main" id="{E21EB523-3B5C-F7D3-7EC4-B1313456F40B}"/>
              </a:ext>
            </a:extLst>
          </p:cNvPr>
          <p:cNvSpPr/>
          <p:nvPr/>
        </p:nvSpPr>
        <p:spPr>
          <a:xfrm>
            <a:off x="2207735" y="1749602"/>
            <a:ext cx="2523530" cy="2143735"/>
          </a:xfrm>
          <a:prstGeom prst="rect">
            <a:avLst/>
          </a:prstGeom>
          <a:solidFill>
            <a:srgbClr val="F3BFB3">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1097" name="CuadroTexto 1096">
                <a:extLst>
                  <a:ext uri="{FF2B5EF4-FFF2-40B4-BE49-F238E27FC236}">
                    <a16:creationId xmlns:a16="http://schemas.microsoft.com/office/drawing/2014/main" id="{56C874EF-9831-7959-16B6-A19445FA7019}"/>
                  </a:ext>
                </a:extLst>
              </p:cNvPr>
              <p:cNvSpPr txBox="1"/>
              <p:nvPr/>
            </p:nvSpPr>
            <p:spPr>
              <a:xfrm>
                <a:off x="1146940" y="891945"/>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latin typeface="Cambria Math" panose="02040503050406030204" pitchFamily="18" charset="0"/>
                            </a:rPr>
                          </m:ctrlPr>
                        </m:sSubPr>
                        <m:e>
                          <m:r>
                            <a:rPr lang="es-ES" b="1" i="1">
                              <a:latin typeface="Cambria Math" panose="02040503050406030204" pitchFamily="18" charset="0"/>
                            </a:rPr>
                            <m:t>𝑵</m:t>
                          </m:r>
                        </m:e>
                        <m:sub>
                          <m:r>
                            <a:rPr lang="es-ES" b="1" i="1" smtClean="0">
                              <a:latin typeface="Cambria Math" panose="02040503050406030204" pitchFamily="18" charset="0"/>
                            </a:rPr>
                            <m:t>𝟏</m:t>
                          </m:r>
                          <m:r>
                            <a:rPr lang="es-ES" b="1" i="1">
                              <a:latin typeface="Cambria Math" panose="02040503050406030204" pitchFamily="18" charset="0"/>
                            </a:rPr>
                            <m:t>𝑳</m:t>
                          </m:r>
                        </m:sub>
                      </m:sSub>
                    </m:oMath>
                  </m:oMathPara>
                </a14:m>
                <a:endParaRPr lang="es-ES" dirty="0"/>
              </a:p>
            </p:txBody>
          </p:sp>
        </mc:Choice>
        <mc:Fallback xmlns="">
          <p:sp>
            <p:nvSpPr>
              <p:cNvPr id="1097" name="CuadroTexto 1096">
                <a:extLst>
                  <a:ext uri="{FF2B5EF4-FFF2-40B4-BE49-F238E27FC236}">
                    <a16:creationId xmlns:a16="http://schemas.microsoft.com/office/drawing/2014/main" id="{56C874EF-9831-7959-16B6-A19445FA7019}"/>
                  </a:ext>
                </a:extLst>
              </p:cNvPr>
              <p:cNvSpPr txBox="1">
                <a:spLocks noRot="1" noChangeAspect="1" noMove="1" noResize="1" noEditPoints="1" noAdjustHandles="1" noChangeArrowheads="1" noChangeShapeType="1" noTextEdit="1"/>
              </p:cNvSpPr>
              <p:nvPr/>
            </p:nvSpPr>
            <p:spPr>
              <a:xfrm>
                <a:off x="1146940" y="891945"/>
                <a:ext cx="491986" cy="369332"/>
              </a:xfrm>
              <a:prstGeom prst="rect">
                <a:avLst/>
              </a:prstGeom>
              <a:blipFill>
                <a:blip r:embed="rId17"/>
                <a:stretch>
                  <a:fillRect r="-617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98" name="CuadroTexto 1097">
                <a:extLst>
                  <a:ext uri="{FF2B5EF4-FFF2-40B4-BE49-F238E27FC236}">
                    <a16:creationId xmlns:a16="http://schemas.microsoft.com/office/drawing/2014/main" id="{C808225B-A528-6F29-B668-6C709B23F71B}"/>
                  </a:ext>
                </a:extLst>
              </p:cNvPr>
              <p:cNvSpPr txBox="1"/>
              <p:nvPr/>
            </p:nvSpPr>
            <p:spPr>
              <a:xfrm>
                <a:off x="5190509" y="835623"/>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a:latin typeface="Cambria Math" panose="02040503050406030204" pitchFamily="18" charset="0"/>
                            </a:rPr>
                          </m:ctrlPr>
                        </m:sSubPr>
                        <m:e>
                          <m:r>
                            <a:rPr lang="es-ES" b="1" i="1">
                              <a:latin typeface="Cambria Math" panose="02040503050406030204" pitchFamily="18" charset="0"/>
                            </a:rPr>
                            <m:t>𝑵</m:t>
                          </m:r>
                        </m:e>
                        <m:sub>
                          <m:r>
                            <a:rPr lang="es-ES" b="1" i="1">
                              <a:latin typeface="Cambria Math" panose="02040503050406030204" pitchFamily="18" charset="0"/>
                            </a:rPr>
                            <m:t>𝟐</m:t>
                          </m:r>
                          <m:r>
                            <a:rPr lang="es-ES" b="1" i="1">
                              <a:latin typeface="Cambria Math" panose="02040503050406030204" pitchFamily="18" charset="0"/>
                            </a:rPr>
                            <m:t>𝑳</m:t>
                          </m:r>
                        </m:sub>
                      </m:sSub>
                    </m:oMath>
                  </m:oMathPara>
                </a14:m>
                <a:endParaRPr lang="es-ES" dirty="0"/>
              </a:p>
            </p:txBody>
          </p:sp>
        </mc:Choice>
        <mc:Fallback xmlns="">
          <p:sp>
            <p:nvSpPr>
              <p:cNvPr id="1098" name="CuadroTexto 1097">
                <a:extLst>
                  <a:ext uri="{FF2B5EF4-FFF2-40B4-BE49-F238E27FC236}">
                    <a16:creationId xmlns:a16="http://schemas.microsoft.com/office/drawing/2014/main" id="{C808225B-A528-6F29-B668-6C709B23F71B}"/>
                  </a:ext>
                </a:extLst>
              </p:cNvPr>
              <p:cNvSpPr txBox="1">
                <a:spLocks noRot="1" noChangeAspect="1" noMove="1" noResize="1" noEditPoints="1" noAdjustHandles="1" noChangeArrowheads="1" noChangeShapeType="1" noTextEdit="1"/>
              </p:cNvSpPr>
              <p:nvPr/>
            </p:nvSpPr>
            <p:spPr>
              <a:xfrm>
                <a:off x="5190509" y="835623"/>
                <a:ext cx="491986" cy="369332"/>
              </a:xfrm>
              <a:prstGeom prst="rect">
                <a:avLst/>
              </a:prstGeom>
              <a:blipFill>
                <a:blip r:embed="rId18"/>
                <a:stretch>
                  <a:fillRect r="-617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99" name="CuadroTexto 1098">
                <a:extLst>
                  <a:ext uri="{FF2B5EF4-FFF2-40B4-BE49-F238E27FC236}">
                    <a16:creationId xmlns:a16="http://schemas.microsoft.com/office/drawing/2014/main" id="{7D40CBD6-7708-15C9-5513-4C6AAE92FC38}"/>
                  </a:ext>
                </a:extLst>
              </p:cNvPr>
              <p:cNvSpPr txBox="1"/>
              <p:nvPr/>
            </p:nvSpPr>
            <p:spPr>
              <a:xfrm>
                <a:off x="4187147" y="1758945"/>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latin typeface="Cambria Math" panose="02040503050406030204" pitchFamily="18" charset="0"/>
                            </a:rPr>
                          </m:ctrlPr>
                        </m:sSubPr>
                        <m:e>
                          <m:r>
                            <a:rPr lang="es-ES" b="1" i="1">
                              <a:latin typeface="Cambria Math" panose="02040503050406030204" pitchFamily="18" charset="0"/>
                            </a:rPr>
                            <m:t>𝑵</m:t>
                          </m:r>
                        </m:e>
                        <m:sub>
                          <m:r>
                            <a:rPr lang="es-ES" b="1" i="1" smtClean="0">
                              <a:latin typeface="Cambria Math" panose="02040503050406030204" pitchFamily="18" charset="0"/>
                            </a:rPr>
                            <m:t>𝟒</m:t>
                          </m:r>
                          <m:r>
                            <a:rPr lang="es-ES" b="1" i="1" smtClean="0">
                              <a:latin typeface="Cambria Math" panose="02040503050406030204" pitchFamily="18" charset="0"/>
                            </a:rPr>
                            <m:t>𝑳</m:t>
                          </m:r>
                        </m:sub>
                      </m:sSub>
                    </m:oMath>
                  </m:oMathPara>
                </a14:m>
                <a:endParaRPr lang="es-ES" dirty="0"/>
              </a:p>
            </p:txBody>
          </p:sp>
        </mc:Choice>
        <mc:Fallback xmlns="">
          <p:sp>
            <p:nvSpPr>
              <p:cNvPr id="1099" name="CuadroTexto 1098">
                <a:extLst>
                  <a:ext uri="{FF2B5EF4-FFF2-40B4-BE49-F238E27FC236}">
                    <a16:creationId xmlns:a16="http://schemas.microsoft.com/office/drawing/2014/main" id="{7D40CBD6-7708-15C9-5513-4C6AAE92FC38}"/>
                  </a:ext>
                </a:extLst>
              </p:cNvPr>
              <p:cNvSpPr txBox="1">
                <a:spLocks noRot="1" noChangeAspect="1" noMove="1" noResize="1" noEditPoints="1" noAdjustHandles="1" noChangeArrowheads="1" noChangeShapeType="1" noTextEdit="1"/>
              </p:cNvSpPr>
              <p:nvPr/>
            </p:nvSpPr>
            <p:spPr>
              <a:xfrm>
                <a:off x="4187147" y="1758945"/>
                <a:ext cx="491986" cy="369332"/>
              </a:xfrm>
              <a:prstGeom prst="rect">
                <a:avLst/>
              </a:prstGeom>
              <a:blipFill>
                <a:blip r:embed="rId19"/>
                <a:stretch>
                  <a:fillRect r="-617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00" name="CuadroTexto 1099">
                <a:extLst>
                  <a:ext uri="{FF2B5EF4-FFF2-40B4-BE49-F238E27FC236}">
                    <a16:creationId xmlns:a16="http://schemas.microsoft.com/office/drawing/2014/main" id="{785B872A-9D9C-7993-7AF6-35D7DEC9E1AB}"/>
                  </a:ext>
                </a:extLst>
              </p:cNvPr>
              <p:cNvSpPr txBox="1"/>
              <p:nvPr/>
            </p:nvSpPr>
            <p:spPr>
              <a:xfrm>
                <a:off x="3154568" y="3980870"/>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latin typeface="Cambria Math" panose="02040503050406030204" pitchFamily="18" charset="0"/>
                            </a:rPr>
                          </m:ctrlPr>
                        </m:sSubPr>
                        <m:e>
                          <m:r>
                            <a:rPr lang="es-ES" b="1" i="1">
                              <a:latin typeface="Cambria Math" panose="02040503050406030204" pitchFamily="18" charset="0"/>
                            </a:rPr>
                            <m:t>𝑵</m:t>
                          </m:r>
                        </m:e>
                        <m:sub>
                          <m:r>
                            <a:rPr lang="es-ES" b="1" i="1" smtClean="0">
                              <a:latin typeface="Cambria Math" panose="02040503050406030204" pitchFamily="18" charset="0"/>
                            </a:rPr>
                            <m:t>𝟑</m:t>
                          </m:r>
                          <m:r>
                            <a:rPr lang="es-ES" b="1" i="1">
                              <a:latin typeface="Cambria Math" panose="02040503050406030204" pitchFamily="18" charset="0"/>
                            </a:rPr>
                            <m:t>𝑳</m:t>
                          </m:r>
                        </m:sub>
                      </m:sSub>
                    </m:oMath>
                  </m:oMathPara>
                </a14:m>
                <a:endParaRPr lang="es-ES" dirty="0"/>
              </a:p>
            </p:txBody>
          </p:sp>
        </mc:Choice>
        <mc:Fallback xmlns="">
          <p:sp>
            <p:nvSpPr>
              <p:cNvPr id="1100" name="CuadroTexto 1099">
                <a:extLst>
                  <a:ext uri="{FF2B5EF4-FFF2-40B4-BE49-F238E27FC236}">
                    <a16:creationId xmlns:a16="http://schemas.microsoft.com/office/drawing/2014/main" id="{785B872A-9D9C-7993-7AF6-35D7DEC9E1AB}"/>
                  </a:ext>
                </a:extLst>
              </p:cNvPr>
              <p:cNvSpPr txBox="1">
                <a:spLocks noRot="1" noChangeAspect="1" noMove="1" noResize="1" noEditPoints="1" noAdjustHandles="1" noChangeArrowheads="1" noChangeShapeType="1" noTextEdit="1"/>
              </p:cNvSpPr>
              <p:nvPr/>
            </p:nvSpPr>
            <p:spPr>
              <a:xfrm>
                <a:off x="3154568" y="3980870"/>
                <a:ext cx="491986" cy="369332"/>
              </a:xfrm>
              <a:prstGeom prst="rect">
                <a:avLst/>
              </a:prstGeom>
              <a:blipFill>
                <a:blip r:embed="rId20"/>
                <a:stretch>
                  <a:fillRect r="-617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01" name="CuadroTexto 1100">
                <a:extLst>
                  <a:ext uri="{FF2B5EF4-FFF2-40B4-BE49-F238E27FC236}">
                    <a16:creationId xmlns:a16="http://schemas.microsoft.com/office/drawing/2014/main" id="{8906D9EF-F475-5B87-60B9-C66D4FC26840}"/>
                  </a:ext>
                </a:extLst>
              </p:cNvPr>
              <p:cNvSpPr txBox="1"/>
              <p:nvPr/>
            </p:nvSpPr>
            <p:spPr>
              <a:xfrm>
                <a:off x="4009055" y="796766"/>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latin typeface="Cambria Math" panose="02040503050406030204" pitchFamily="18" charset="0"/>
                            </a:rPr>
                          </m:ctrlPr>
                        </m:sSubPr>
                        <m:e>
                          <m:r>
                            <a:rPr lang="es-ES" b="1" i="1">
                              <a:latin typeface="Cambria Math" panose="02040503050406030204" pitchFamily="18" charset="0"/>
                            </a:rPr>
                            <m:t>𝑵</m:t>
                          </m:r>
                        </m:e>
                        <m:sub>
                          <m:r>
                            <a:rPr lang="es-ES" b="1" i="1" smtClean="0">
                              <a:latin typeface="Cambria Math" panose="02040503050406030204" pitchFamily="18" charset="0"/>
                            </a:rPr>
                            <m:t>𝟒</m:t>
                          </m:r>
                          <m:r>
                            <a:rPr lang="es-ES" b="1" i="1" smtClean="0">
                              <a:latin typeface="Cambria Math" panose="02040503050406030204" pitchFamily="18" charset="0"/>
                            </a:rPr>
                            <m:t>𝑹</m:t>
                          </m:r>
                        </m:sub>
                      </m:sSub>
                    </m:oMath>
                  </m:oMathPara>
                </a14:m>
                <a:endParaRPr lang="es-ES" dirty="0"/>
              </a:p>
            </p:txBody>
          </p:sp>
        </mc:Choice>
        <mc:Fallback xmlns="">
          <p:sp>
            <p:nvSpPr>
              <p:cNvPr id="1101" name="CuadroTexto 1100">
                <a:extLst>
                  <a:ext uri="{FF2B5EF4-FFF2-40B4-BE49-F238E27FC236}">
                    <a16:creationId xmlns:a16="http://schemas.microsoft.com/office/drawing/2014/main" id="{8906D9EF-F475-5B87-60B9-C66D4FC26840}"/>
                  </a:ext>
                </a:extLst>
              </p:cNvPr>
              <p:cNvSpPr txBox="1">
                <a:spLocks noRot="1" noChangeAspect="1" noMove="1" noResize="1" noEditPoints="1" noAdjustHandles="1" noChangeArrowheads="1" noChangeShapeType="1" noTextEdit="1"/>
              </p:cNvSpPr>
              <p:nvPr/>
            </p:nvSpPr>
            <p:spPr>
              <a:xfrm>
                <a:off x="4009055" y="796766"/>
                <a:ext cx="491986" cy="369332"/>
              </a:xfrm>
              <a:prstGeom prst="rect">
                <a:avLst/>
              </a:prstGeom>
              <a:blipFill>
                <a:blip r:embed="rId21"/>
                <a:stretch>
                  <a:fillRect r="-12500"/>
                </a:stretch>
              </a:blipFill>
            </p:spPr>
            <p:txBody>
              <a:bodyPr/>
              <a:lstStyle/>
              <a:p>
                <a:r>
                  <a:rPr lang="es-ES">
                    <a:noFill/>
                  </a:rPr>
                  <a:t> </a:t>
                </a:r>
              </a:p>
            </p:txBody>
          </p:sp>
        </mc:Fallback>
      </mc:AlternateContent>
      <p:sp>
        <p:nvSpPr>
          <p:cNvPr id="44" name="CuadroTexto 43">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mc:AlternateContent xmlns:mc="http://schemas.openxmlformats.org/markup-compatibility/2006" xmlns:a14="http://schemas.microsoft.com/office/drawing/2010/main">
        <mc:Choice Requires="a14">
          <p:sp>
            <p:nvSpPr>
              <p:cNvPr id="38" name="Rectángulo: esquinas redondeadas 37">
                <a:extLst>
                  <a:ext uri="{FF2B5EF4-FFF2-40B4-BE49-F238E27FC236}">
                    <a16:creationId xmlns:a16="http://schemas.microsoft.com/office/drawing/2014/main" id="{7AA1755E-6FE6-6C7F-6088-2B585974D623}"/>
                  </a:ext>
                </a:extLst>
              </p:cNvPr>
              <p:cNvSpPr/>
              <p:nvPr/>
            </p:nvSpPr>
            <p:spPr>
              <a:xfrm>
                <a:off x="9841542" y="124983"/>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𝟒</m:t>
                          </m:r>
                          <m:r>
                            <a:rPr lang="es-ES" b="1" i="1">
                              <a:solidFill>
                                <a:schemeClr val="tx1"/>
                              </a:solidFill>
                              <a:latin typeface="Cambria Math" panose="02040503050406030204" pitchFamily="18" charset="0"/>
                            </a:rPr>
                            <m:t>𝑹</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38" name="Rectángulo: esquinas redondeadas 37">
                <a:extLst>
                  <a:ext uri="{FF2B5EF4-FFF2-40B4-BE49-F238E27FC236}">
                    <a16:creationId xmlns:a16="http://schemas.microsoft.com/office/drawing/2014/main" id="{7AA1755E-6FE6-6C7F-6088-2B585974D623}"/>
                  </a:ext>
                </a:extLst>
              </p:cNvPr>
              <p:cNvSpPr>
                <a:spLocks noRot="1" noChangeAspect="1" noMove="1" noResize="1" noEditPoints="1" noAdjustHandles="1" noChangeArrowheads="1" noChangeShapeType="1" noTextEdit="1"/>
              </p:cNvSpPr>
              <p:nvPr/>
            </p:nvSpPr>
            <p:spPr>
              <a:xfrm>
                <a:off x="9841542" y="124983"/>
                <a:ext cx="1274100" cy="982609"/>
              </a:xfrm>
              <a:prstGeom prst="roundRect">
                <a:avLst/>
              </a:prstGeom>
              <a:blipFill>
                <a:blip r:embed="rId22"/>
                <a:stretch>
                  <a:fillRect/>
                </a:stretch>
              </a:blipFill>
              <a:ln w="28575">
                <a:solidFill>
                  <a:schemeClr val="tx2"/>
                </a:solidFill>
              </a:ln>
            </p:spPr>
            <p:txBody>
              <a:bodyPr/>
              <a:lstStyle/>
              <a:p>
                <a:r>
                  <a:rPr lang="es-ES">
                    <a:noFill/>
                  </a:rPr>
                  <a:t> </a:t>
                </a:r>
              </a:p>
            </p:txBody>
          </p:sp>
        </mc:Fallback>
      </mc:AlternateContent>
      <p:sp>
        <p:nvSpPr>
          <p:cNvPr id="12" name="Rectángulo 11"/>
          <p:cNvSpPr/>
          <p:nvPr/>
        </p:nvSpPr>
        <p:spPr>
          <a:xfrm>
            <a:off x="428692" y="5599005"/>
            <a:ext cx="6221490" cy="830997"/>
          </a:xfrm>
          <a:prstGeom prst="rect">
            <a:avLst/>
          </a:prstGeom>
        </p:spPr>
        <p:txBody>
          <a:bodyPr wrap="square">
            <a:spAutoFit/>
          </a:bodyPr>
          <a:lstStyle/>
          <a:p>
            <a:pPr marL="285750" indent="-285750" algn="just">
              <a:buFont typeface="Arial" panose="020B0604020202020204" pitchFamily="34" charset="0"/>
              <a:buChar char="•"/>
            </a:pPr>
            <a:r>
              <a:rPr lang="es-ES" sz="1600" b="1" dirty="0">
                <a:solidFill>
                  <a:schemeClr val="accent1">
                    <a:lumMod val="50000"/>
                  </a:schemeClr>
                </a:solidFill>
              </a:rPr>
              <a:t>Dado un dato nuevo partimos del nodo raíz y atravesamos los nodos de decisión hasta llegar a una hoja que determinará la clase a la que pertenece el dato de entrada.</a:t>
            </a:r>
          </a:p>
        </p:txBody>
      </p:sp>
      <p:sp>
        <p:nvSpPr>
          <p:cNvPr id="46" name="Elipse 45">
            <a:extLst>
              <a:ext uri="{FF2B5EF4-FFF2-40B4-BE49-F238E27FC236}">
                <a16:creationId xmlns:a16="http://schemas.microsoft.com/office/drawing/2014/main" id="{5CAA747F-0F03-4E53-DD40-94DB509C8EEF}"/>
              </a:ext>
            </a:extLst>
          </p:cNvPr>
          <p:cNvSpPr/>
          <p:nvPr/>
        </p:nvSpPr>
        <p:spPr>
          <a:xfrm>
            <a:off x="3292561" y="1245004"/>
            <a:ext cx="216000" cy="216000"/>
          </a:xfrm>
          <a:prstGeom prst="ellipse">
            <a:avLst/>
          </a:prstGeom>
          <a:solidFill>
            <a:srgbClr val="00B050"/>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sz="1000" dirty="0"/>
              <a:t>¿?</a:t>
            </a:r>
          </a:p>
        </p:txBody>
      </p:sp>
      <p:sp>
        <p:nvSpPr>
          <p:cNvPr id="13" name="CuadroTexto 12">
            <a:extLst>
              <a:ext uri="{FF2B5EF4-FFF2-40B4-BE49-F238E27FC236}">
                <a16:creationId xmlns:a16="http://schemas.microsoft.com/office/drawing/2014/main" id="{DC3463C5-C339-B1CF-28C7-F3A66C8D72D9}"/>
              </a:ext>
            </a:extLst>
          </p:cNvPr>
          <p:cNvSpPr txBox="1"/>
          <p:nvPr/>
        </p:nvSpPr>
        <p:spPr>
          <a:xfrm>
            <a:off x="11271865" y="2097691"/>
            <a:ext cx="1015663" cy="3007709"/>
          </a:xfrm>
          <a:prstGeom prst="rect">
            <a:avLst/>
          </a:prstGeom>
          <a:noFill/>
        </p:spPr>
        <p:txBody>
          <a:bodyPr vert="vert270" wrap="square" rtlCol="0">
            <a:spAutoFit/>
          </a:bodyPr>
          <a:lstStyle/>
          <a:p>
            <a:r>
              <a:rPr lang="es-ES" sz="5400" b="1" dirty="0">
                <a:solidFill>
                  <a:schemeClr val="accent1">
                    <a:lumMod val="50000"/>
                  </a:schemeClr>
                </a:solidFill>
              </a:rPr>
              <a:t>MODELO</a:t>
            </a:r>
          </a:p>
        </p:txBody>
      </p:sp>
    </p:spTree>
    <p:extLst>
      <p:ext uri="{BB962C8B-B14F-4D97-AF65-F5344CB8AC3E}">
        <p14:creationId xmlns:p14="http://schemas.microsoft.com/office/powerpoint/2010/main" val="44669969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Flecha: hacia la izquierda 10">
            <a:extLst>
              <a:ext uri="{FF2B5EF4-FFF2-40B4-BE49-F238E27FC236}">
                <a16:creationId xmlns:a16="http://schemas.microsoft.com/office/drawing/2014/main" id="{EAE009F0-F59A-4F9F-8064-C6A17A42BF98}"/>
              </a:ext>
            </a:extLst>
          </p:cNvPr>
          <p:cNvSpPr>
            <a:spLocks noChangeAspect="1"/>
          </p:cNvSpPr>
          <p:nvPr/>
        </p:nvSpPr>
        <p:spPr>
          <a:xfrm rot="7980000">
            <a:off x="9861562" y="1223705"/>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5" name="CuadroTexto 44">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pic>
        <p:nvPicPr>
          <p:cNvPr id="1025" name="Imagen 1024">
            <a:extLst>
              <a:ext uri="{FF2B5EF4-FFF2-40B4-BE49-F238E27FC236}">
                <a16:creationId xmlns:a16="http://schemas.microsoft.com/office/drawing/2014/main" id="{C255B507-56EC-A9AF-F635-AFC45ADFE81C}"/>
              </a:ext>
            </a:extLst>
          </p:cNvPr>
          <p:cNvPicPr>
            <a:picLocks noChangeAspect="1"/>
          </p:cNvPicPr>
          <p:nvPr/>
        </p:nvPicPr>
        <p:blipFill rotWithShape="1">
          <a:blip r:embed="rId3"/>
          <a:srcRect l="3369"/>
          <a:stretch/>
        </p:blipFill>
        <p:spPr>
          <a:xfrm>
            <a:off x="71019" y="670891"/>
            <a:ext cx="5755833" cy="4697087"/>
          </a:xfrm>
          <a:prstGeom prst="rect">
            <a:avLst/>
          </a:prstGeom>
        </p:spPr>
      </p:pic>
      <p:sp>
        <p:nvSpPr>
          <p:cNvPr id="4" name="Rectángulo 3">
            <a:extLst>
              <a:ext uri="{FF2B5EF4-FFF2-40B4-BE49-F238E27FC236}">
                <a16:creationId xmlns:a16="http://schemas.microsoft.com/office/drawing/2014/main" id="{2037BC60-46B3-A9EB-C435-6E8AEDAFC015}"/>
              </a:ext>
            </a:extLst>
          </p:cNvPr>
          <p:cNvSpPr/>
          <p:nvPr/>
        </p:nvSpPr>
        <p:spPr>
          <a:xfrm>
            <a:off x="4738458" y="755375"/>
            <a:ext cx="1001049" cy="3924000"/>
          </a:xfrm>
          <a:prstGeom prst="rect">
            <a:avLst/>
          </a:pr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036" name="Rectángulo: esquinas redondeadas 1035">
                <a:extLst>
                  <a:ext uri="{FF2B5EF4-FFF2-40B4-BE49-F238E27FC236}">
                    <a16:creationId xmlns:a16="http://schemas.microsoft.com/office/drawing/2014/main" id="{375D67B4-6486-A516-ABC0-99742C8DE42C}"/>
                  </a:ext>
                </a:extLst>
              </p:cNvPr>
              <p:cNvSpPr/>
              <p:nvPr/>
            </p:nvSpPr>
            <p:spPr>
              <a:xfrm>
                <a:off x="7949364" y="5793964"/>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r>
                        <a:rPr lang="es-ES" b="1" i="1" smtClean="0">
                          <a:solidFill>
                            <a:schemeClr val="tx1"/>
                          </a:solidFill>
                          <a:latin typeface="Cambria Math" panose="02040503050406030204" pitchFamily="18" charset="0"/>
                        </a:rPr>
                        <m:t>𝑵</m:t>
                      </m:r>
                    </m:oMath>
                  </m:oMathPara>
                </a14:m>
                <a:endParaRPr lang="es-ES" b="1"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𝒙</m:t>
                          </m:r>
                        </m:e>
                        <m:sub>
                          <m:r>
                            <a:rPr lang="es-ES" b="1" i="1" smtClean="0">
                              <a:solidFill>
                                <a:schemeClr val="tx2"/>
                              </a:solidFill>
                              <a:latin typeface="Cambria Math" panose="02040503050406030204" pitchFamily="18" charset="0"/>
                            </a:rPr>
                            <m:t>𝟏</m:t>
                          </m:r>
                        </m:sub>
                      </m:sSub>
                      <m:r>
                        <a:rPr lang="es-ES" b="1" i="1" smtClean="0">
                          <a:solidFill>
                            <a:schemeClr val="tx2"/>
                          </a:solidFill>
                          <a:latin typeface="Cambria Math" panose="02040503050406030204" pitchFamily="18" charset="0"/>
                        </a:rPr>
                        <m:t>&lt;</m:t>
                      </m:r>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𝒂</m:t>
                          </m:r>
                        </m:e>
                        <m:sub>
                          <m:r>
                            <a:rPr lang="es-ES" b="1" i="1" smtClean="0">
                              <a:solidFill>
                                <a:schemeClr val="tx2"/>
                              </a:solidFill>
                              <a:latin typeface="Cambria Math" panose="02040503050406030204" pitchFamily="18" charset="0"/>
                            </a:rPr>
                            <m:t>𝟏</m:t>
                          </m:r>
                        </m:sub>
                      </m:sSub>
                    </m:oMath>
                  </m:oMathPara>
                </a14:m>
                <a:endParaRPr lang="es-ES" b="1" dirty="0">
                  <a:solidFill>
                    <a:schemeClr val="tx2"/>
                  </a:solidFill>
                </a:endParaRPr>
              </a:p>
            </p:txBody>
          </p:sp>
        </mc:Choice>
        <mc:Fallback xmlns="">
          <p:sp>
            <p:nvSpPr>
              <p:cNvPr id="1036" name="Rectángulo: esquinas redondeadas 1035">
                <a:extLst>
                  <a:ext uri="{FF2B5EF4-FFF2-40B4-BE49-F238E27FC236}">
                    <a16:creationId xmlns:a16="http://schemas.microsoft.com/office/drawing/2014/main" id="{375D67B4-6486-A516-ABC0-99742C8DE42C}"/>
                  </a:ext>
                </a:extLst>
              </p:cNvPr>
              <p:cNvSpPr>
                <a:spLocks noRot="1" noChangeAspect="1" noMove="1" noResize="1" noEditPoints="1" noAdjustHandles="1" noChangeArrowheads="1" noChangeShapeType="1" noTextEdit="1"/>
              </p:cNvSpPr>
              <p:nvPr/>
            </p:nvSpPr>
            <p:spPr>
              <a:xfrm>
                <a:off x="7949364" y="5793964"/>
                <a:ext cx="1274100" cy="982609"/>
              </a:xfrm>
              <a:prstGeom prst="roundRect">
                <a:avLst/>
              </a:prstGeom>
              <a:blipFill>
                <a:blip r:embed="rId4"/>
                <a:stretch>
                  <a:fillRect/>
                </a:stretch>
              </a:blipFill>
              <a:ln w="28575">
                <a:solidFill>
                  <a:schemeClr val="tx2"/>
                </a:solidFill>
              </a:ln>
            </p:spPr>
            <p:txBody>
              <a:bodyPr/>
              <a:lstStyle/>
              <a:p>
                <a:r>
                  <a:rPr lang="es-ES">
                    <a:noFill/>
                  </a:rPr>
                  <a:t> </a:t>
                </a:r>
              </a:p>
            </p:txBody>
          </p:sp>
        </mc:Fallback>
      </mc:AlternateContent>
      <p:sp>
        <p:nvSpPr>
          <p:cNvPr id="1038" name="Flecha: hacia la izquierda 1037">
            <a:extLst>
              <a:ext uri="{FF2B5EF4-FFF2-40B4-BE49-F238E27FC236}">
                <a16:creationId xmlns:a16="http://schemas.microsoft.com/office/drawing/2014/main" id="{23B9579B-95D7-FFB1-F441-40CB3B7A4802}"/>
              </a:ext>
            </a:extLst>
          </p:cNvPr>
          <p:cNvSpPr>
            <a:spLocks noChangeAspect="1"/>
          </p:cNvSpPr>
          <p:nvPr/>
        </p:nvSpPr>
        <p:spPr>
          <a:xfrm rot="2573124">
            <a:off x="7930932" y="5478405"/>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5F343C86-BBD4-A380-146F-A43021E20CB5}"/>
                  </a:ext>
                </a:extLst>
              </p:cNvPr>
              <p:cNvSpPr txBox="1"/>
              <p:nvPr/>
            </p:nvSpPr>
            <p:spPr>
              <a:xfrm>
                <a:off x="1948463" y="4615990"/>
                <a:ext cx="30190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accent5">
                                  <a:lumMod val="50000"/>
                                </a:schemeClr>
                              </a:solidFill>
                              <a:latin typeface="Cambria Math" panose="02040503050406030204" pitchFamily="18" charset="0"/>
                            </a:rPr>
                          </m:ctrlPr>
                        </m:sSubPr>
                        <m:e>
                          <m:r>
                            <a:rPr lang="es-ES" b="1" i="1" smtClean="0">
                              <a:solidFill>
                                <a:schemeClr val="accent5">
                                  <a:lumMod val="50000"/>
                                </a:schemeClr>
                              </a:solidFill>
                              <a:latin typeface="Cambria Math" panose="02040503050406030204" pitchFamily="18" charset="0"/>
                            </a:rPr>
                            <m:t>𝒂</m:t>
                          </m:r>
                        </m:e>
                        <m:sub>
                          <m:r>
                            <a:rPr lang="es-ES" b="1" i="1" smtClean="0">
                              <a:solidFill>
                                <a:schemeClr val="accent5">
                                  <a:lumMod val="50000"/>
                                </a:schemeClr>
                              </a:solidFill>
                              <a:latin typeface="Cambria Math" panose="02040503050406030204" pitchFamily="18" charset="0"/>
                            </a:rPr>
                            <m:t>𝟏</m:t>
                          </m:r>
                        </m:sub>
                      </m:sSub>
                    </m:oMath>
                  </m:oMathPara>
                </a14:m>
                <a:endParaRPr lang="es-ES" dirty="0"/>
              </a:p>
            </p:txBody>
          </p:sp>
        </mc:Choice>
        <mc:Fallback xmlns="">
          <p:sp>
            <p:nvSpPr>
              <p:cNvPr id="3" name="CuadroTexto 2">
                <a:extLst>
                  <a:ext uri="{FF2B5EF4-FFF2-40B4-BE49-F238E27FC236}">
                    <a16:creationId xmlns:a16="http://schemas.microsoft.com/office/drawing/2014/main" id="{5F343C86-BBD4-A380-146F-A43021E20CB5}"/>
                  </a:ext>
                </a:extLst>
              </p:cNvPr>
              <p:cNvSpPr txBox="1">
                <a:spLocks noRot="1" noChangeAspect="1" noMove="1" noResize="1" noEditPoints="1" noAdjustHandles="1" noChangeArrowheads="1" noChangeShapeType="1" noTextEdit="1"/>
              </p:cNvSpPr>
              <p:nvPr/>
            </p:nvSpPr>
            <p:spPr>
              <a:xfrm>
                <a:off x="1948463" y="4615990"/>
                <a:ext cx="301901" cy="369332"/>
              </a:xfrm>
              <a:prstGeom prst="rect">
                <a:avLst/>
              </a:prstGeom>
              <a:blipFill>
                <a:blip r:embed="rId5"/>
                <a:stretch>
                  <a:fillRect r="-34694"/>
                </a:stretch>
              </a:blipFill>
            </p:spPr>
            <p:txBody>
              <a:bodyPr/>
              <a:lstStyle/>
              <a:p>
                <a:r>
                  <a:rPr lang="es-ES">
                    <a:noFill/>
                  </a:rPr>
                  <a:t> </a:t>
                </a:r>
              </a:p>
            </p:txBody>
          </p:sp>
        </mc:Fallback>
      </mc:AlternateContent>
      <p:sp>
        <p:nvSpPr>
          <p:cNvPr id="6" name="Rectángulo 5">
            <a:extLst>
              <a:ext uri="{FF2B5EF4-FFF2-40B4-BE49-F238E27FC236}">
                <a16:creationId xmlns:a16="http://schemas.microsoft.com/office/drawing/2014/main" id="{AE6562E2-DAD4-E88D-1C0C-CABD7CE48733}"/>
              </a:ext>
            </a:extLst>
          </p:cNvPr>
          <p:cNvSpPr/>
          <p:nvPr/>
        </p:nvSpPr>
        <p:spPr>
          <a:xfrm>
            <a:off x="1062926" y="755375"/>
            <a:ext cx="1152000" cy="3924000"/>
          </a:xfrm>
          <a:prstGeom prst="rect">
            <a:avLst/>
          </a:pr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7" name="Rectángulo: esquinas redondeadas 6">
                <a:extLst>
                  <a:ext uri="{FF2B5EF4-FFF2-40B4-BE49-F238E27FC236}">
                    <a16:creationId xmlns:a16="http://schemas.microsoft.com/office/drawing/2014/main" id="{61889A39-DEB1-D1E0-86E8-DE06ADA1AB01}"/>
                  </a:ext>
                </a:extLst>
              </p:cNvPr>
              <p:cNvSpPr/>
              <p:nvPr/>
            </p:nvSpPr>
            <p:spPr>
              <a:xfrm>
                <a:off x="7204846" y="4335891"/>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a:solidFill>
                                <a:schemeClr val="tx1"/>
                              </a:solidFill>
                              <a:latin typeface="Cambria Math" panose="02040503050406030204" pitchFamily="18" charset="0"/>
                            </a:rPr>
                            <m:t>𝟏</m:t>
                          </m:r>
                          <m:r>
                            <a:rPr lang="es-ES" b="1" i="1">
                              <a:solidFill>
                                <a:schemeClr val="tx1"/>
                              </a:solidFill>
                              <a:latin typeface="Cambria Math" panose="02040503050406030204" pitchFamily="18" charset="0"/>
                            </a:rPr>
                            <m:t>𝑳</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7" name="Rectángulo: esquinas redondeadas 6">
                <a:extLst>
                  <a:ext uri="{FF2B5EF4-FFF2-40B4-BE49-F238E27FC236}">
                    <a16:creationId xmlns:a16="http://schemas.microsoft.com/office/drawing/2014/main" id="{61889A39-DEB1-D1E0-86E8-DE06ADA1AB01}"/>
                  </a:ext>
                </a:extLst>
              </p:cNvPr>
              <p:cNvSpPr>
                <a:spLocks noRot="1" noChangeAspect="1" noMove="1" noResize="1" noEditPoints="1" noAdjustHandles="1" noChangeArrowheads="1" noChangeShapeType="1" noTextEdit="1"/>
              </p:cNvSpPr>
              <p:nvPr/>
            </p:nvSpPr>
            <p:spPr>
              <a:xfrm>
                <a:off x="7204846" y="4335891"/>
                <a:ext cx="1274100" cy="982609"/>
              </a:xfrm>
              <a:prstGeom prst="roundRect">
                <a:avLst/>
              </a:prstGeom>
              <a:blipFill>
                <a:blip r:embed="rId6"/>
                <a:stretch>
                  <a:fillRect/>
                </a:stretch>
              </a:blipFill>
              <a:ln w="28575">
                <a:solidFill>
                  <a:schemeClr val="tx2"/>
                </a:solidFill>
              </a:ln>
            </p:spPr>
            <p:txBody>
              <a:bodyPr/>
              <a:lstStyle/>
              <a:p>
                <a:r>
                  <a:rPr lang="es-ES">
                    <a:noFill/>
                  </a:rPr>
                  <a:t> </a:t>
                </a:r>
              </a:p>
            </p:txBody>
          </p:sp>
        </mc:Fallback>
      </mc:AlternateContent>
      <p:sp>
        <p:nvSpPr>
          <p:cNvPr id="8" name="Signo menos 7">
            <a:extLst>
              <a:ext uri="{FF2B5EF4-FFF2-40B4-BE49-F238E27FC236}">
                <a16:creationId xmlns:a16="http://schemas.microsoft.com/office/drawing/2014/main" id="{5C6F7C2F-8930-25A6-4AD0-C8F32DD7F96D}"/>
              </a:ext>
            </a:extLst>
          </p:cNvPr>
          <p:cNvSpPr/>
          <p:nvPr/>
        </p:nvSpPr>
        <p:spPr>
          <a:xfrm>
            <a:off x="7652246" y="4705878"/>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Flecha: hacia la izquierda 8">
            <a:extLst>
              <a:ext uri="{FF2B5EF4-FFF2-40B4-BE49-F238E27FC236}">
                <a16:creationId xmlns:a16="http://schemas.microsoft.com/office/drawing/2014/main" id="{F7BB9B33-5B36-2409-662F-BC539B851AF6}"/>
              </a:ext>
            </a:extLst>
          </p:cNvPr>
          <p:cNvSpPr>
            <a:spLocks noChangeAspect="1"/>
          </p:cNvSpPr>
          <p:nvPr/>
        </p:nvSpPr>
        <p:spPr>
          <a:xfrm rot="7980000">
            <a:off x="8941742" y="5473698"/>
            <a:ext cx="341825" cy="156846"/>
          </a:xfrm>
          <a:prstGeom prst="leftArrow">
            <a:avLst/>
          </a:prstGeom>
          <a:solidFill>
            <a:srgbClr val="00B050"/>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10" name="Rectángulo: esquinas redondeadas 9">
                <a:extLst>
                  <a:ext uri="{FF2B5EF4-FFF2-40B4-BE49-F238E27FC236}">
                    <a16:creationId xmlns:a16="http://schemas.microsoft.com/office/drawing/2014/main" id="{0FEAA1B0-5EED-7C4B-2BFC-0AD5F2C7B3DC}"/>
                  </a:ext>
                </a:extLst>
              </p:cNvPr>
              <p:cNvSpPr/>
              <p:nvPr/>
            </p:nvSpPr>
            <p:spPr>
              <a:xfrm>
                <a:off x="8851723" y="4359349"/>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a:solidFill>
                                <a:schemeClr val="tx1"/>
                              </a:solidFill>
                              <a:latin typeface="Cambria Math" panose="02040503050406030204" pitchFamily="18" charset="0"/>
                            </a:rPr>
                            <m:t>𝟏</m:t>
                          </m:r>
                          <m:r>
                            <a:rPr lang="es-ES" b="1" i="1" smtClean="0">
                              <a:solidFill>
                                <a:schemeClr val="tx1"/>
                              </a:solidFill>
                              <a:latin typeface="Cambria Math" panose="02040503050406030204" pitchFamily="18" charset="0"/>
                            </a:rPr>
                            <m:t>𝑹</m:t>
                          </m:r>
                        </m:sub>
                      </m:sSub>
                    </m:oMath>
                  </m:oMathPara>
                </a14:m>
                <a:endParaRPr lang="es-ES" b="1" dirty="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𝒙</m:t>
                          </m:r>
                        </m:e>
                        <m:sub>
                          <m:r>
                            <a:rPr lang="es-ES" b="1" i="1" smtClean="0">
                              <a:solidFill>
                                <a:schemeClr val="tx2"/>
                              </a:solidFill>
                              <a:latin typeface="Cambria Math" panose="02040503050406030204" pitchFamily="18" charset="0"/>
                            </a:rPr>
                            <m:t>𝟏</m:t>
                          </m:r>
                        </m:sub>
                      </m:sSub>
                      <m:r>
                        <a:rPr lang="es-ES" b="1" i="1" smtClean="0">
                          <a:solidFill>
                            <a:schemeClr val="tx2"/>
                          </a:solidFill>
                          <a:latin typeface="Cambria Math" panose="02040503050406030204" pitchFamily="18" charset="0"/>
                        </a:rPr>
                        <m:t>&gt;</m:t>
                      </m:r>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𝒂</m:t>
                          </m:r>
                        </m:e>
                        <m:sub>
                          <m:r>
                            <a:rPr lang="es-ES" b="1" i="1" smtClean="0">
                              <a:solidFill>
                                <a:schemeClr val="tx2"/>
                              </a:solidFill>
                              <a:latin typeface="Cambria Math" panose="02040503050406030204" pitchFamily="18" charset="0"/>
                            </a:rPr>
                            <m:t>𝟐</m:t>
                          </m:r>
                        </m:sub>
                      </m:sSub>
                    </m:oMath>
                  </m:oMathPara>
                </a14:m>
                <a:endParaRPr lang="es-ES" b="1" dirty="0">
                  <a:solidFill>
                    <a:schemeClr val="tx2"/>
                  </a:solidFill>
                </a:endParaRPr>
              </a:p>
            </p:txBody>
          </p:sp>
        </mc:Choice>
        <mc:Fallback xmlns="">
          <p:sp>
            <p:nvSpPr>
              <p:cNvPr id="10" name="Rectángulo: esquinas redondeadas 9">
                <a:extLst>
                  <a:ext uri="{FF2B5EF4-FFF2-40B4-BE49-F238E27FC236}">
                    <a16:creationId xmlns:a16="http://schemas.microsoft.com/office/drawing/2014/main" id="{0FEAA1B0-5EED-7C4B-2BFC-0AD5F2C7B3DC}"/>
                  </a:ext>
                </a:extLst>
              </p:cNvPr>
              <p:cNvSpPr>
                <a:spLocks noRot="1" noChangeAspect="1" noMove="1" noResize="1" noEditPoints="1" noAdjustHandles="1" noChangeArrowheads="1" noChangeShapeType="1" noTextEdit="1"/>
              </p:cNvSpPr>
              <p:nvPr/>
            </p:nvSpPr>
            <p:spPr>
              <a:xfrm>
                <a:off x="8851723" y="4359349"/>
                <a:ext cx="1274100" cy="982609"/>
              </a:xfrm>
              <a:prstGeom prst="roundRect">
                <a:avLst/>
              </a:prstGeom>
              <a:blipFill>
                <a:blip r:embed="rId7"/>
                <a:stretch>
                  <a:fillRect/>
                </a:stretch>
              </a:blipFill>
              <a:ln w="28575">
                <a:solidFill>
                  <a:schemeClr val="tx2"/>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52C89AE8-876E-6F7A-EC25-D6090C0191B2}"/>
                  </a:ext>
                </a:extLst>
              </p:cNvPr>
              <p:cNvSpPr txBox="1"/>
              <p:nvPr/>
            </p:nvSpPr>
            <p:spPr>
              <a:xfrm>
                <a:off x="4552069" y="4615990"/>
                <a:ext cx="30190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accent5">
                                  <a:lumMod val="50000"/>
                                </a:schemeClr>
                              </a:solidFill>
                              <a:latin typeface="Cambria Math" panose="02040503050406030204" pitchFamily="18" charset="0"/>
                            </a:rPr>
                          </m:ctrlPr>
                        </m:sSubPr>
                        <m:e>
                          <m:r>
                            <a:rPr lang="es-ES" b="1" i="1" smtClean="0">
                              <a:solidFill>
                                <a:schemeClr val="accent5">
                                  <a:lumMod val="50000"/>
                                </a:schemeClr>
                              </a:solidFill>
                              <a:latin typeface="Cambria Math" panose="02040503050406030204" pitchFamily="18" charset="0"/>
                            </a:rPr>
                            <m:t>𝒂</m:t>
                          </m:r>
                        </m:e>
                        <m:sub>
                          <m:r>
                            <a:rPr lang="es-ES" b="1" i="1" smtClean="0">
                              <a:solidFill>
                                <a:schemeClr val="accent5">
                                  <a:lumMod val="50000"/>
                                </a:schemeClr>
                              </a:solidFill>
                              <a:latin typeface="Cambria Math" panose="02040503050406030204" pitchFamily="18" charset="0"/>
                            </a:rPr>
                            <m:t>𝟐</m:t>
                          </m:r>
                        </m:sub>
                      </m:sSub>
                    </m:oMath>
                  </m:oMathPara>
                </a14:m>
                <a:endParaRPr lang="es-ES" dirty="0"/>
              </a:p>
            </p:txBody>
          </p:sp>
        </mc:Choice>
        <mc:Fallback xmlns="">
          <p:sp>
            <p:nvSpPr>
              <p:cNvPr id="2" name="CuadroTexto 1">
                <a:extLst>
                  <a:ext uri="{FF2B5EF4-FFF2-40B4-BE49-F238E27FC236}">
                    <a16:creationId xmlns:a16="http://schemas.microsoft.com/office/drawing/2014/main" id="{52C89AE8-876E-6F7A-EC25-D6090C0191B2}"/>
                  </a:ext>
                </a:extLst>
              </p:cNvPr>
              <p:cNvSpPr txBox="1">
                <a:spLocks noRot="1" noChangeAspect="1" noMove="1" noResize="1" noEditPoints="1" noAdjustHandles="1" noChangeArrowheads="1" noChangeShapeType="1" noTextEdit="1"/>
              </p:cNvSpPr>
              <p:nvPr/>
            </p:nvSpPr>
            <p:spPr>
              <a:xfrm>
                <a:off x="4552069" y="4615990"/>
                <a:ext cx="301901" cy="369332"/>
              </a:xfrm>
              <a:prstGeom prst="rect">
                <a:avLst/>
              </a:prstGeom>
              <a:blipFill>
                <a:blip r:embed="rId8"/>
                <a:stretch>
                  <a:fillRect r="-34694"/>
                </a:stretch>
              </a:blipFill>
            </p:spPr>
            <p:txBody>
              <a:bodyPr/>
              <a:lstStyle/>
              <a:p>
                <a:r>
                  <a:rPr lang="es-ES">
                    <a:noFill/>
                  </a:rPr>
                  <a:t> </a:t>
                </a:r>
              </a:p>
            </p:txBody>
          </p:sp>
        </mc:Fallback>
      </mc:AlternateContent>
      <p:sp>
        <p:nvSpPr>
          <p:cNvPr id="5" name="Flecha: hacia la izquierda 4">
            <a:extLst>
              <a:ext uri="{FF2B5EF4-FFF2-40B4-BE49-F238E27FC236}">
                <a16:creationId xmlns:a16="http://schemas.microsoft.com/office/drawing/2014/main" id="{03CB2706-D5D5-50A2-BB5E-EB01BAE4E06C}"/>
              </a:ext>
            </a:extLst>
          </p:cNvPr>
          <p:cNvSpPr>
            <a:spLocks noChangeAspect="1"/>
          </p:cNvSpPr>
          <p:nvPr/>
        </p:nvSpPr>
        <p:spPr>
          <a:xfrm rot="2573124">
            <a:off x="8843042" y="4043195"/>
            <a:ext cx="341825" cy="156846"/>
          </a:xfrm>
          <a:prstGeom prst="leftArrow">
            <a:avLst/>
          </a:prstGeom>
          <a:solidFill>
            <a:srgbClr val="00B050"/>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 name="Flecha: hacia la izquierda 10">
            <a:extLst>
              <a:ext uri="{FF2B5EF4-FFF2-40B4-BE49-F238E27FC236}">
                <a16:creationId xmlns:a16="http://schemas.microsoft.com/office/drawing/2014/main" id="{EAE009F0-F59A-4F9F-8064-C6A17A42BF98}"/>
              </a:ext>
            </a:extLst>
          </p:cNvPr>
          <p:cNvSpPr>
            <a:spLocks noChangeAspect="1"/>
          </p:cNvSpPr>
          <p:nvPr/>
        </p:nvSpPr>
        <p:spPr>
          <a:xfrm rot="7980000">
            <a:off x="9844548" y="4050810"/>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15" name="Rectángulo: esquinas redondeadas 14">
                <a:extLst>
                  <a:ext uri="{FF2B5EF4-FFF2-40B4-BE49-F238E27FC236}">
                    <a16:creationId xmlns:a16="http://schemas.microsoft.com/office/drawing/2014/main" id="{29133EF4-6395-6810-226F-6A012FDFEE4A}"/>
                  </a:ext>
                </a:extLst>
              </p:cNvPr>
              <p:cNvSpPr/>
              <p:nvPr/>
            </p:nvSpPr>
            <p:spPr>
              <a:xfrm>
                <a:off x="9841543" y="2916508"/>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𝟐</m:t>
                          </m:r>
                          <m:r>
                            <a:rPr lang="es-ES" b="1" i="1">
                              <a:solidFill>
                                <a:schemeClr val="tx1"/>
                              </a:solidFill>
                              <a:latin typeface="Cambria Math" panose="02040503050406030204" pitchFamily="18" charset="0"/>
                            </a:rPr>
                            <m:t>𝑹</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15" name="Rectángulo: esquinas redondeadas 14">
                <a:extLst>
                  <a:ext uri="{FF2B5EF4-FFF2-40B4-BE49-F238E27FC236}">
                    <a16:creationId xmlns:a16="http://schemas.microsoft.com/office/drawing/2014/main" id="{29133EF4-6395-6810-226F-6A012FDFEE4A}"/>
                  </a:ext>
                </a:extLst>
              </p:cNvPr>
              <p:cNvSpPr>
                <a:spLocks noRot="1" noChangeAspect="1" noMove="1" noResize="1" noEditPoints="1" noAdjustHandles="1" noChangeArrowheads="1" noChangeShapeType="1" noTextEdit="1"/>
              </p:cNvSpPr>
              <p:nvPr/>
            </p:nvSpPr>
            <p:spPr>
              <a:xfrm>
                <a:off x="9841543" y="2916508"/>
                <a:ext cx="1274100" cy="982609"/>
              </a:xfrm>
              <a:prstGeom prst="roundRect">
                <a:avLst/>
              </a:prstGeom>
              <a:blipFill>
                <a:blip r:embed="rId9"/>
                <a:stretch>
                  <a:fillRect/>
                </a:stretch>
              </a:blipFill>
              <a:ln w="28575">
                <a:solidFill>
                  <a:schemeClr val="tx2"/>
                </a:solidFill>
              </a:ln>
            </p:spPr>
            <p:txBody>
              <a:bodyPr/>
              <a:lstStyle/>
              <a:p>
                <a:r>
                  <a:rPr lang="es-ES">
                    <a:noFill/>
                  </a:rPr>
                  <a:t> </a:t>
                </a:r>
              </a:p>
            </p:txBody>
          </p:sp>
        </mc:Fallback>
      </mc:AlternateContent>
      <p:sp>
        <p:nvSpPr>
          <p:cNvPr id="16" name="Signo menos 15">
            <a:extLst>
              <a:ext uri="{FF2B5EF4-FFF2-40B4-BE49-F238E27FC236}">
                <a16:creationId xmlns:a16="http://schemas.microsoft.com/office/drawing/2014/main" id="{02E2AC3E-AAE2-5F49-4E35-79C75809CE1E}"/>
              </a:ext>
            </a:extLst>
          </p:cNvPr>
          <p:cNvSpPr/>
          <p:nvPr/>
        </p:nvSpPr>
        <p:spPr>
          <a:xfrm>
            <a:off x="10301039" y="3345320"/>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7" name="Rectángulo: esquinas redondeadas 16">
                <a:extLst>
                  <a:ext uri="{FF2B5EF4-FFF2-40B4-BE49-F238E27FC236}">
                    <a16:creationId xmlns:a16="http://schemas.microsoft.com/office/drawing/2014/main" id="{0366BF07-AE50-ADC6-36B7-C44512C82D16}"/>
                  </a:ext>
                </a:extLst>
              </p:cNvPr>
              <p:cNvSpPr/>
              <p:nvPr/>
            </p:nvSpPr>
            <p:spPr>
              <a:xfrm>
                <a:off x="8160141" y="2924734"/>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𝟐</m:t>
                          </m:r>
                          <m:r>
                            <a:rPr lang="es-ES" b="1" i="1" smtClean="0">
                              <a:solidFill>
                                <a:schemeClr val="tx1"/>
                              </a:solidFill>
                              <a:latin typeface="Cambria Math" panose="02040503050406030204" pitchFamily="18" charset="0"/>
                            </a:rPr>
                            <m:t>𝑳</m:t>
                          </m:r>
                        </m:sub>
                      </m:sSub>
                    </m:oMath>
                  </m:oMathPara>
                </a14:m>
                <a:endParaRPr lang="es-ES" b="1" dirty="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𝒙</m:t>
                          </m:r>
                        </m:e>
                        <m:sub>
                          <m:r>
                            <a:rPr lang="es-ES" b="1" i="1" smtClean="0">
                              <a:solidFill>
                                <a:schemeClr val="tx2"/>
                              </a:solidFill>
                              <a:latin typeface="Cambria Math" panose="02040503050406030204" pitchFamily="18" charset="0"/>
                            </a:rPr>
                            <m:t>𝟐</m:t>
                          </m:r>
                        </m:sub>
                      </m:sSub>
                      <m:r>
                        <a:rPr lang="es-ES" b="1" i="1" smtClean="0">
                          <a:solidFill>
                            <a:schemeClr val="tx2"/>
                          </a:solidFill>
                          <a:latin typeface="Cambria Math" panose="02040503050406030204" pitchFamily="18" charset="0"/>
                        </a:rPr>
                        <m:t>&lt;</m:t>
                      </m:r>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𝒃</m:t>
                          </m:r>
                        </m:e>
                        <m:sub>
                          <m:r>
                            <a:rPr lang="es-ES" b="1" i="1" smtClean="0">
                              <a:solidFill>
                                <a:schemeClr val="tx2"/>
                              </a:solidFill>
                              <a:latin typeface="Cambria Math" panose="02040503050406030204" pitchFamily="18" charset="0"/>
                            </a:rPr>
                            <m:t>𝟏</m:t>
                          </m:r>
                        </m:sub>
                      </m:sSub>
                    </m:oMath>
                  </m:oMathPara>
                </a14:m>
                <a:endParaRPr lang="es-ES" b="1" dirty="0">
                  <a:solidFill>
                    <a:schemeClr val="tx2"/>
                  </a:solidFill>
                </a:endParaRPr>
              </a:p>
            </p:txBody>
          </p:sp>
        </mc:Choice>
        <mc:Fallback xmlns="">
          <p:sp>
            <p:nvSpPr>
              <p:cNvPr id="17" name="Rectángulo: esquinas redondeadas 16">
                <a:extLst>
                  <a:ext uri="{FF2B5EF4-FFF2-40B4-BE49-F238E27FC236}">
                    <a16:creationId xmlns:a16="http://schemas.microsoft.com/office/drawing/2014/main" id="{0366BF07-AE50-ADC6-36B7-C44512C82D16}"/>
                  </a:ext>
                </a:extLst>
              </p:cNvPr>
              <p:cNvSpPr>
                <a:spLocks noRot="1" noChangeAspect="1" noMove="1" noResize="1" noEditPoints="1" noAdjustHandles="1" noChangeArrowheads="1" noChangeShapeType="1" noTextEdit="1"/>
              </p:cNvSpPr>
              <p:nvPr/>
            </p:nvSpPr>
            <p:spPr>
              <a:xfrm>
                <a:off x="8160141" y="2924734"/>
                <a:ext cx="1274100" cy="982609"/>
              </a:xfrm>
              <a:prstGeom prst="roundRect">
                <a:avLst/>
              </a:prstGeom>
              <a:blipFill>
                <a:blip r:embed="rId10"/>
                <a:stretch>
                  <a:fillRect/>
                </a:stretch>
              </a:blipFill>
              <a:ln w="28575">
                <a:solidFill>
                  <a:schemeClr val="tx2"/>
                </a:solidFill>
              </a:ln>
            </p:spPr>
            <p:txBody>
              <a:bodyPr/>
              <a:lstStyle/>
              <a:p>
                <a:r>
                  <a:rPr lang="es-ES">
                    <a:noFill/>
                  </a:rPr>
                  <a:t> </a:t>
                </a:r>
              </a:p>
            </p:txBody>
          </p:sp>
        </mc:Fallback>
      </mc:AlternateContent>
      <p:sp>
        <p:nvSpPr>
          <p:cNvPr id="14" name="Rectángulo 13">
            <a:extLst>
              <a:ext uri="{FF2B5EF4-FFF2-40B4-BE49-F238E27FC236}">
                <a16:creationId xmlns:a16="http://schemas.microsoft.com/office/drawing/2014/main" id="{D8639010-FA8C-4585-67F9-9F717F0EB202}"/>
              </a:ext>
            </a:extLst>
          </p:cNvPr>
          <p:cNvSpPr/>
          <p:nvPr/>
        </p:nvSpPr>
        <p:spPr>
          <a:xfrm>
            <a:off x="2214926" y="3886980"/>
            <a:ext cx="2523532" cy="792395"/>
          </a:xfrm>
          <a:prstGeom prst="rect">
            <a:avLst/>
          </a:pr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9" name="Conector recto 18">
            <a:extLst>
              <a:ext uri="{FF2B5EF4-FFF2-40B4-BE49-F238E27FC236}">
                <a16:creationId xmlns:a16="http://schemas.microsoft.com/office/drawing/2014/main" id="{8E5D8EE1-1265-1310-6616-E33F197ECBE1}"/>
              </a:ext>
            </a:extLst>
          </p:cNvPr>
          <p:cNvCxnSpPr>
            <a:cxnSpLocks/>
          </p:cNvCxnSpPr>
          <p:nvPr/>
        </p:nvCxnSpPr>
        <p:spPr>
          <a:xfrm>
            <a:off x="4737015" y="755375"/>
            <a:ext cx="0" cy="39240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5340E93C-C6A4-1D2B-99C9-EA4DFF51E6F7}"/>
              </a:ext>
            </a:extLst>
          </p:cNvPr>
          <p:cNvCxnSpPr>
            <a:cxnSpLocks/>
          </p:cNvCxnSpPr>
          <p:nvPr/>
        </p:nvCxnSpPr>
        <p:spPr>
          <a:xfrm>
            <a:off x="2214926" y="755375"/>
            <a:ext cx="0" cy="392400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AF1C469D-269E-E6FA-CCC7-1F9D2C9AE14F}"/>
              </a:ext>
            </a:extLst>
          </p:cNvPr>
          <p:cNvCxnSpPr>
            <a:cxnSpLocks/>
          </p:cNvCxnSpPr>
          <p:nvPr/>
        </p:nvCxnSpPr>
        <p:spPr>
          <a:xfrm flipH="1">
            <a:off x="1062926" y="3886980"/>
            <a:ext cx="4676581"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E2B618AA-4813-9743-4696-C5F02597DDA3}"/>
                  </a:ext>
                </a:extLst>
              </p:cNvPr>
              <p:cNvSpPr txBox="1"/>
              <p:nvPr/>
            </p:nvSpPr>
            <p:spPr>
              <a:xfrm>
                <a:off x="668552" y="3702314"/>
                <a:ext cx="30190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accent5">
                                  <a:lumMod val="50000"/>
                                </a:schemeClr>
                              </a:solidFill>
                              <a:latin typeface="Cambria Math" panose="02040503050406030204" pitchFamily="18" charset="0"/>
                            </a:rPr>
                          </m:ctrlPr>
                        </m:sSubPr>
                        <m:e>
                          <m:r>
                            <a:rPr lang="es-ES" b="1" i="1" smtClean="0">
                              <a:solidFill>
                                <a:schemeClr val="accent5">
                                  <a:lumMod val="50000"/>
                                </a:schemeClr>
                              </a:solidFill>
                              <a:latin typeface="Cambria Math" panose="02040503050406030204" pitchFamily="18" charset="0"/>
                            </a:rPr>
                            <m:t>𝒃</m:t>
                          </m:r>
                        </m:e>
                        <m:sub>
                          <m:r>
                            <a:rPr lang="es-ES" b="1" i="1" smtClean="0">
                              <a:solidFill>
                                <a:schemeClr val="accent5">
                                  <a:lumMod val="50000"/>
                                </a:schemeClr>
                              </a:solidFill>
                              <a:latin typeface="Cambria Math" panose="02040503050406030204" pitchFamily="18" charset="0"/>
                            </a:rPr>
                            <m:t>𝟏</m:t>
                          </m:r>
                        </m:sub>
                      </m:sSub>
                    </m:oMath>
                  </m:oMathPara>
                </a14:m>
                <a:endParaRPr lang="es-ES" dirty="0"/>
              </a:p>
            </p:txBody>
          </p:sp>
        </mc:Choice>
        <mc:Fallback xmlns="">
          <p:sp>
            <p:nvSpPr>
              <p:cNvPr id="25" name="CuadroTexto 24">
                <a:extLst>
                  <a:ext uri="{FF2B5EF4-FFF2-40B4-BE49-F238E27FC236}">
                    <a16:creationId xmlns:a16="http://schemas.microsoft.com/office/drawing/2014/main" id="{E2B618AA-4813-9743-4696-C5F02597DDA3}"/>
                  </a:ext>
                </a:extLst>
              </p:cNvPr>
              <p:cNvSpPr txBox="1">
                <a:spLocks noRot="1" noChangeAspect="1" noMove="1" noResize="1" noEditPoints="1" noAdjustHandles="1" noChangeArrowheads="1" noChangeShapeType="1" noTextEdit="1"/>
              </p:cNvSpPr>
              <p:nvPr/>
            </p:nvSpPr>
            <p:spPr>
              <a:xfrm>
                <a:off x="668552" y="3702314"/>
                <a:ext cx="301901" cy="369332"/>
              </a:xfrm>
              <a:prstGeom prst="rect">
                <a:avLst/>
              </a:prstGeom>
              <a:blipFill>
                <a:blip r:embed="rId11"/>
                <a:stretch>
                  <a:fillRect r="-32653"/>
                </a:stretch>
              </a:blipFill>
            </p:spPr>
            <p:txBody>
              <a:bodyPr/>
              <a:lstStyle/>
              <a:p>
                <a:r>
                  <a:rPr lang="es-ES">
                    <a:noFill/>
                  </a:rPr>
                  <a:t> </a:t>
                </a:r>
              </a:p>
            </p:txBody>
          </p:sp>
        </mc:Fallback>
      </mc:AlternateContent>
      <p:sp>
        <p:nvSpPr>
          <p:cNvPr id="26" name="Flecha: hacia la izquierda 25">
            <a:extLst>
              <a:ext uri="{FF2B5EF4-FFF2-40B4-BE49-F238E27FC236}">
                <a16:creationId xmlns:a16="http://schemas.microsoft.com/office/drawing/2014/main" id="{A0A78F87-242B-DE22-33A2-DD1BD21B6CC9}"/>
              </a:ext>
            </a:extLst>
          </p:cNvPr>
          <p:cNvSpPr>
            <a:spLocks noChangeAspect="1"/>
          </p:cNvSpPr>
          <p:nvPr/>
        </p:nvSpPr>
        <p:spPr>
          <a:xfrm rot="2573124">
            <a:off x="8081313" y="2632035"/>
            <a:ext cx="341825" cy="156846"/>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7" name="Flecha: hacia la izquierda 26">
            <a:extLst>
              <a:ext uri="{FF2B5EF4-FFF2-40B4-BE49-F238E27FC236}">
                <a16:creationId xmlns:a16="http://schemas.microsoft.com/office/drawing/2014/main" id="{F188949D-D828-08DA-A1C0-B8A9CFB0C362}"/>
              </a:ext>
            </a:extLst>
          </p:cNvPr>
          <p:cNvSpPr>
            <a:spLocks noChangeAspect="1"/>
          </p:cNvSpPr>
          <p:nvPr/>
        </p:nvSpPr>
        <p:spPr>
          <a:xfrm rot="7980000">
            <a:off x="9089411" y="2636743"/>
            <a:ext cx="341825" cy="156846"/>
          </a:xfrm>
          <a:prstGeom prst="leftArrow">
            <a:avLst/>
          </a:prstGeom>
          <a:solidFill>
            <a:srgbClr val="00B050"/>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28" name="Rectángulo: esquinas redondeadas 27">
                <a:extLst>
                  <a:ext uri="{FF2B5EF4-FFF2-40B4-BE49-F238E27FC236}">
                    <a16:creationId xmlns:a16="http://schemas.microsoft.com/office/drawing/2014/main" id="{098BE8C4-475B-F90B-3AB3-0B6F8DD4E32C}"/>
                  </a:ext>
                </a:extLst>
              </p:cNvPr>
              <p:cNvSpPr/>
              <p:nvPr/>
            </p:nvSpPr>
            <p:spPr>
              <a:xfrm>
                <a:off x="7156726" y="1489521"/>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𝟑</m:t>
                          </m:r>
                          <m:r>
                            <a:rPr lang="es-ES" b="1" i="1">
                              <a:solidFill>
                                <a:schemeClr val="tx1"/>
                              </a:solidFill>
                              <a:latin typeface="Cambria Math" panose="02040503050406030204" pitchFamily="18" charset="0"/>
                            </a:rPr>
                            <m:t>𝑳</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28" name="Rectángulo: esquinas redondeadas 27">
                <a:extLst>
                  <a:ext uri="{FF2B5EF4-FFF2-40B4-BE49-F238E27FC236}">
                    <a16:creationId xmlns:a16="http://schemas.microsoft.com/office/drawing/2014/main" id="{098BE8C4-475B-F90B-3AB3-0B6F8DD4E32C}"/>
                  </a:ext>
                </a:extLst>
              </p:cNvPr>
              <p:cNvSpPr>
                <a:spLocks noRot="1" noChangeAspect="1" noMove="1" noResize="1" noEditPoints="1" noAdjustHandles="1" noChangeArrowheads="1" noChangeShapeType="1" noTextEdit="1"/>
              </p:cNvSpPr>
              <p:nvPr/>
            </p:nvSpPr>
            <p:spPr>
              <a:xfrm>
                <a:off x="7156726" y="1489521"/>
                <a:ext cx="1274100" cy="982609"/>
              </a:xfrm>
              <a:prstGeom prst="roundRect">
                <a:avLst/>
              </a:prstGeom>
              <a:blipFill>
                <a:blip r:embed="rId12"/>
                <a:stretch>
                  <a:fillRect/>
                </a:stretch>
              </a:blipFill>
              <a:ln w="28575">
                <a:solidFill>
                  <a:schemeClr val="tx2"/>
                </a:solidFill>
              </a:ln>
            </p:spPr>
            <p:txBody>
              <a:bodyPr/>
              <a:lstStyle/>
              <a:p>
                <a:r>
                  <a:rPr lang="es-ES">
                    <a:noFill/>
                  </a:rPr>
                  <a:t> </a:t>
                </a:r>
              </a:p>
            </p:txBody>
          </p:sp>
        </mc:Fallback>
      </mc:AlternateContent>
      <p:sp>
        <p:nvSpPr>
          <p:cNvPr id="29" name="Signo menos 28">
            <a:extLst>
              <a:ext uri="{FF2B5EF4-FFF2-40B4-BE49-F238E27FC236}">
                <a16:creationId xmlns:a16="http://schemas.microsoft.com/office/drawing/2014/main" id="{483C2B13-9DB8-9C9D-71CF-E88CF8FCC863}"/>
              </a:ext>
            </a:extLst>
          </p:cNvPr>
          <p:cNvSpPr/>
          <p:nvPr/>
        </p:nvSpPr>
        <p:spPr>
          <a:xfrm>
            <a:off x="7616222" y="1918333"/>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30" name="Rectángulo: esquinas redondeadas 29">
                <a:extLst>
                  <a:ext uri="{FF2B5EF4-FFF2-40B4-BE49-F238E27FC236}">
                    <a16:creationId xmlns:a16="http://schemas.microsoft.com/office/drawing/2014/main" id="{401AA24E-FD20-DB0E-28BE-903816A44F24}"/>
                  </a:ext>
                </a:extLst>
              </p:cNvPr>
              <p:cNvSpPr/>
              <p:nvPr/>
            </p:nvSpPr>
            <p:spPr>
              <a:xfrm>
                <a:off x="8938737" y="1513577"/>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𝟑</m:t>
                          </m:r>
                          <m:r>
                            <a:rPr lang="es-ES" b="1" i="1">
                              <a:solidFill>
                                <a:schemeClr val="tx1"/>
                              </a:solidFill>
                              <a:latin typeface="Cambria Math" panose="02040503050406030204" pitchFamily="18" charset="0"/>
                            </a:rPr>
                            <m:t>𝑹</m:t>
                          </m:r>
                        </m:sub>
                      </m:sSub>
                    </m:oMath>
                  </m:oMathPara>
                </a14:m>
                <a:endParaRPr lang="es-ES" b="1" dirty="0">
                  <a:solidFill>
                    <a:schemeClr val="tx1"/>
                  </a:solidFill>
                </a:endParaRPr>
              </a:p>
              <a:p>
                <a:pPr algn="ctr"/>
                <a14:m>
                  <m:oMathPara xmlns:m="http://schemas.openxmlformats.org/officeDocument/2006/math">
                    <m:oMathParaPr>
                      <m:jc m:val="centerGroup"/>
                    </m:oMathParaPr>
                    <m:oMath xmlns:m="http://schemas.openxmlformats.org/officeDocument/2006/math">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𝒙</m:t>
                          </m:r>
                        </m:e>
                        <m:sub>
                          <m:r>
                            <a:rPr lang="es-ES" b="1" i="1" smtClean="0">
                              <a:solidFill>
                                <a:schemeClr val="tx2"/>
                              </a:solidFill>
                              <a:latin typeface="Cambria Math" panose="02040503050406030204" pitchFamily="18" charset="0"/>
                            </a:rPr>
                            <m:t>𝟐</m:t>
                          </m:r>
                        </m:sub>
                      </m:sSub>
                      <m:r>
                        <a:rPr lang="es-ES" b="1" i="1" smtClean="0">
                          <a:solidFill>
                            <a:schemeClr val="tx2"/>
                          </a:solidFill>
                          <a:latin typeface="Cambria Math" panose="02040503050406030204" pitchFamily="18" charset="0"/>
                        </a:rPr>
                        <m:t>&gt;</m:t>
                      </m:r>
                      <m:sSub>
                        <m:sSubPr>
                          <m:ctrlPr>
                            <a:rPr lang="es-ES" b="1" i="1" smtClean="0">
                              <a:solidFill>
                                <a:schemeClr val="tx2"/>
                              </a:solidFill>
                              <a:latin typeface="Cambria Math" panose="02040503050406030204" pitchFamily="18" charset="0"/>
                            </a:rPr>
                          </m:ctrlPr>
                        </m:sSubPr>
                        <m:e>
                          <m:r>
                            <a:rPr lang="es-ES" b="1" i="1" smtClean="0">
                              <a:solidFill>
                                <a:schemeClr val="tx2"/>
                              </a:solidFill>
                              <a:latin typeface="Cambria Math" panose="02040503050406030204" pitchFamily="18" charset="0"/>
                            </a:rPr>
                            <m:t>𝒃</m:t>
                          </m:r>
                        </m:e>
                        <m:sub>
                          <m:r>
                            <a:rPr lang="es-ES" b="1" i="1" smtClean="0">
                              <a:solidFill>
                                <a:schemeClr val="tx2"/>
                              </a:solidFill>
                              <a:latin typeface="Cambria Math" panose="02040503050406030204" pitchFamily="18" charset="0"/>
                            </a:rPr>
                            <m:t>𝟐</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30" name="Rectángulo: esquinas redondeadas 29">
                <a:extLst>
                  <a:ext uri="{FF2B5EF4-FFF2-40B4-BE49-F238E27FC236}">
                    <a16:creationId xmlns:a16="http://schemas.microsoft.com/office/drawing/2014/main" id="{401AA24E-FD20-DB0E-28BE-903816A44F24}"/>
                  </a:ext>
                </a:extLst>
              </p:cNvPr>
              <p:cNvSpPr>
                <a:spLocks noRot="1" noChangeAspect="1" noMove="1" noResize="1" noEditPoints="1" noAdjustHandles="1" noChangeArrowheads="1" noChangeShapeType="1" noTextEdit="1"/>
              </p:cNvSpPr>
              <p:nvPr/>
            </p:nvSpPr>
            <p:spPr>
              <a:xfrm>
                <a:off x="8938737" y="1513577"/>
                <a:ext cx="1274100" cy="982609"/>
              </a:xfrm>
              <a:prstGeom prst="roundRect">
                <a:avLst/>
              </a:prstGeom>
              <a:blipFill>
                <a:blip r:embed="rId13"/>
                <a:stretch>
                  <a:fillRect/>
                </a:stretch>
              </a:blipFill>
              <a:ln w="28575">
                <a:solidFill>
                  <a:schemeClr val="tx2"/>
                </a:solidFill>
              </a:ln>
            </p:spPr>
            <p:txBody>
              <a:bodyPr/>
              <a:lstStyle/>
              <a:p>
                <a:r>
                  <a:rPr lang="es-ES">
                    <a:noFill/>
                  </a:rPr>
                  <a:t> </a:t>
                </a:r>
              </a:p>
            </p:txBody>
          </p:sp>
        </mc:Fallback>
      </mc:AlternateContent>
      <p:cxnSp>
        <p:nvCxnSpPr>
          <p:cNvPr id="22" name="Conector recto 21">
            <a:extLst>
              <a:ext uri="{FF2B5EF4-FFF2-40B4-BE49-F238E27FC236}">
                <a16:creationId xmlns:a16="http://schemas.microsoft.com/office/drawing/2014/main" id="{ABDE2E6A-B54E-2FC8-21D5-C7A20BE8919F}"/>
              </a:ext>
            </a:extLst>
          </p:cNvPr>
          <p:cNvCxnSpPr>
            <a:cxnSpLocks/>
          </p:cNvCxnSpPr>
          <p:nvPr/>
        </p:nvCxnSpPr>
        <p:spPr>
          <a:xfrm flipH="1">
            <a:off x="1062926" y="1738812"/>
            <a:ext cx="4676581"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4" name="Rectángulo 23">
            <a:extLst>
              <a:ext uri="{FF2B5EF4-FFF2-40B4-BE49-F238E27FC236}">
                <a16:creationId xmlns:a16="http://schemas.microsoft.com/office/drawing/2014/main" id="{8CF45619-897D-7898-134F-51563312EECF}"/>
              </a:ext>
            </a:extLst>
          </p:cNvPr>
          <p:cNvSpPr/>
          <p:nvPr/>
        </p:nvSpPr>
        <p:spPr>
          <a:xfrm>
            <a:off x="2211821" y="755063"/>
            <a:ext cx="2523530" cy="979883"/>
          </a:xfrm>
          <a:prstGeom prst="rect">
            <a:avLst/>
          </a:prstGeom>
          <a:solidFill>
            <a:schemeClr val="accent1">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7858BDC0-B55D-32D0-8B2A-8967A3D1279B}"/>
                  </a:ext>
                </a:extLst>
              </p:cNvPr>
              <p:cNvSpPr txBox="1"/>
              <p:nvPr/>
            </p:nvSpPr>
            <p:spPr>
              <a:xfrm>
                <a:off x="650540" y="1490022"/>
                <a:ext cx="30190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solidFill>
                                <a:schemeClr val="accent5">
                                  <a:lumMod val="50000"/>
                                </a:schemeClr>
                              </a:solidFill>
                              <a:latin typeface="Cambria Math" panose="02040503050406030204" pitchFamily="18" charset="0"/>
                            </a:rPr>
                          </m:ctrlPr>
                        </m:sSubPr>
                        <m:e>
                          <m:r>
                            <a:rPr lang="es-ES" b="1" i="1" smtClean="0">
                              <a:solidFill>
                                <a:schemeClr val="accent5">
                                  <a:lumMod val="50000"/>
                                </a:schemeClr>
                              </a:solidFill>
                              <a:latin typeface="Cambria Math" panose="02040503050406030204" pitchFamily="18" charset="0"/>
                            </a:rPr>
                            <m:t>𝒃</m:t>
                          </m:r>
                        </m:e>
                        <m:sub>
                          <m:r>
                            <a:rPr lang="es-ES" b="1" i="1" smtClean="0">
                              <a:solidFill>
                                <a:schemeClr val="accent5">
                                  <a:lumMod val="50000"/>
                                </a:schemeClr>
                              </a:solidFill>
                              <a:latin typeface="Cambria Math" panose="02040503050406030204" pitchFamily="18" charset="0"/>
                            </a:rPr>
                            <m:t>𝟐</m:t>
                          </m:r>
                        </m:sub>
                      </m:sSub>
                    </m:oMath>
                  </m:oMathPara>
                </a14:m>
                <a:endParaRPr lang="es-ES" dirty="0"/>
              </a:p>
            </p:txBody>
          </p:sp>
        </mc:Choice>
        <mc:Fallback xmlns="">
          <p:sp>
            <p:nvSpPr>
              <p:cNvPr id="32" name="CuadroTexto 31">
                <a:extLst>
                  <a:ext uri="{FF2B5EF4-FFF2-40B4-BE49-F238E27FC236}">
                    <a16:creationId xmlns:a16="http://schemas.microsoft.com/office/drawing/2014/main" id="{7858BDC0-B55D-32D0-8B2A-8967A3D1279B}"/>
                  </a:ext>
                </a:extLst>
              </p:cNvPr>
              <p:cNvSpPr txBox="1">
                <a:spLocks noRot="1" noChangeAspect="1" noMove="1" noResize="1" noEditPoints="1" noAdjustHandles="1" noChangeArrowheads="1" noChangeShapeType="1" noTextEdit="1"/>
              </p:cNvSpPr>
              <p:nvPr/>
            </p:nvSpPr>
            <p:spPr>
              <a:xfrm>
                <a:off x="650540" y="1490022"/>
                <a:ext cx="301901" cy="369332"/>
              </a:xfrm>
              <a:prstGeom prst="rect">
                <a:avLst/>
              </a:prstGeom>
              <a:blipFill>
                <a:blip r:embed="rId14"/>
                <a:stretch>
                  <a:fillRect r="-32653"/>
                </a:stretch>
              </a:blipFill>
            </p:spPr>
            <p:txBody>
              <a:bodyPr/>
              <a:lstStyle/>
              <a:p>
                <a:r>
                  <a:rPr lang="es-ES">
                    <a:noFill/>
                  </a:rPr>
                  <a:t> </a:t>
                </a:r>
              </a:p>
            </p:txBody>
          </p:sp>
        </mc:Fallback>
      </mc:AlternateContent>
      <p:sp>
        <p:nvSpPr>
          <p:cNvPr id="33" name="Flecha: hacia la izquierda 32">
            <a:extLst>
              <a:ext uri="{FF2B5EF4-FFF2-40B4-BE49-F238E27FC236}">
                <a16:creationId xmlns:a16="http://schemas.microsoft.com/office/drawing/2014/main" id="{2BB14BD2-FFE6-AFF6-6084-CC4C5F3BEDE3}"/>
              </a:ext>
            </a:extLst>
          </p:cNvPr>
          <p:cNvSpPr>
            <a:spLocks noChangeAspect="1"/>
          </p:cNvSpPr>
          <p:nvPr/>
        </p:nvSpPr>
        <p:spPr>
          <a:xfrm rot="2573124">
            <a:off x="8946425" y="1241129"/>
            <a:ext cx="341825" cy="156846"/>
          </a:xfrm>
          <a:prstGeom prst="leftArrow">
            <a:avLst/>
          </a:prstGeom>
          <a:solidFill>
            <a:srgbClr val="00B050"/>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35" name="Rectángulo: esquinas redondeadas 34">
                <a:extLst>
                  <a:ext uri="{FF2B5EF4-FFF2-40B4-BE49-F238E27FC236}">
                    <a16:creationId xmlns:a16="http://schemas.microsoft.com/office/drawing/2014/main" id="{759D9518-DEA9-702C-CE0E-A0EA58FB1AA7}"/>
                  </a:ext>
                </a:extLst>
              </p:cNvPr>
              <p:cNvSpPr/>
              <p:nvPr/>
            </p:nvSpPr>
            <p:spPr>
              <a:xfrm>
                <a:off x="8043221" y="131166"/>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𝟒</m:t>
                          </m:r>
                          <m:r>
                            <a:rPr lang="es-ES" b="1" i="1">
                              <a:solidFill>
                                <a:schemeClr val="tx1"/>
                              </a:solidFill>
                              <a:latin typeface="Cambria Math" panose="02040503050406030204" pitchFamily="18" charset="0"/>
                            </a:rPr>
                            <m:t>𝑳</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35" name="Rectángulo: esquinas redondeadas 34">
                <a:extLst>
                  <a:ext uri="{FF2B5EF4-FFF2-40B4-BE49-F238E27FC236}">
                    <a16:creationId xmlns:a16="http://schemas.microsoft.com/office/drawing/2014/main" id="{759D9518-DEA9-702C-CE0E-A0EA58FB1AA7}"/>
                  </a:ext>
                </a:extLst>
              </p:cNvPr>
              <p:cNvSpPr>
                <a:spLocks noRot="1" noChangeAspect="1" noMove="1" noResize="1" noEditPoints="1" noAdjustHandles="1" noChangeArrowheads="1" noChangeShapeType="1" noTextEdit="1"/>
              </p:cNvSpPr>
              <p:nvPr/>
            </p:nvSpPr>
            <p:spPr>
              <a:xfrm>
                <a:off x="8043221" y="131166"/>
                <a:ext cx="1274100" cy="982609"/>
              </a:xfrm>
              <a:prstGeom prst="roundRect">
                <a:avLst/>
              </a:prstGeom>
              <a:blipFill>
                <a:blip r:embed="rId15"/>
                <a:stretch>
                  <a:fillRect/>
                </a:stretch>
              </a:blipFill>
              <a:ln w="28575">
                <a:solidFill>
                  <a:schemeClr val="tx2"/>
                </a:solidFill>
              </a:ln>
            </p:spPr>
            <p:txBody>
              <a:bodyPr/>
              <a:lstStyle/>
              <a:p>
                <a:r>
                  <a:rPr lang="es-ES">
                    <a:noFill/>
                  </a:rPr>
                  <a:t> </a:t>
                </a:r>
              </a:p>
            </p:txBody>
          </p:sp>
        </mc:Fallback>
      </mc:AlternateContent>
      <p:sp>
        <p:nvSpPr>
          <p:cNvPr id="37" name="Signo más 36">
            <a:extLst>
              <a:ext uri="{FF2B5EF4-FFF2-40B4-BE49-F238E27FC236}">
                <a16:creationId xmlns:a16="http://schemas.microsoft.com/office/drawing/2014/main" id="{BA92E1E4-F40B-5604-B291-206FB8572250}"/>
              </a:ext>
            </a:extLst>
          </p:cNvPr>
          <p:cNvSpPr/>
          <p:nvPr/>
        </p:nvSpPr>
        <p:spPr>
          <a:xfrm>
            <a:off x="8475354" y="542239"/>
            <a:ext cx="360000" cy="360000"/>
          </a:xfrm>
          <a:prstGeom prst="mathPlus">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9" name="Signo menos 38">
            <a:extLst>
              <a:ext uri="{FF2B5EF4-FFF2-40B4-BE49-F238E27FC236}">
                <a16:creationId xmlns:a16="http://schemas.microsoft.com/office/drawing/2014/main" id="{7F9DD49B-9F44-1AB3-DAFF-513B1282AD3E}"/>
              </a:ext>
            </a:extLst>
          </p:cNvPr>
          <p:cNvSpPr/>
          <p:nvPr/>
        </p:nvSpPr>
        <p:spPr>
          <a:xfrm>
            <a:off x="10296768" y="543987"/>
            <a:ext cx="355107" cy="292963"/>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Rectángulo 39">
            <a:extLst>
              <a:ext uri="{FF2B5EF4-FFF2-40B4-BE49-F238E27FC236}">
                <a16:creationId xmlns:a16="http://schemas.microsoft.com/office/drawing/2014/main" id="{E21EB523-3B5C-F7D3-7EC4-B1313456F40B}"/>
              </a:ext>
            </a:extLst>
          </p:cNvPr>
          <p:cNvSpPr/>
          <p:nvPr/>
        </p:nvSpPr>
        <p:spPr>
          <a:xfrm>
            <a:off x="2207735" y="1749602"/>
            <a:ext cx="2523530" cy="2143735"/>
          </a:xfrm>
          <a:prstGeom prst="rect">
            <a:avLst/>
          </a:prstGeom>
          <a:solidFill>
            <a:srgbClr val="F3BFB3">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1097" name="CuadroTexto 1096">
                <a:extLst>
                  <a:ext uri="{FF2B5EF4-FFF2-40B4-BE49-F238E27FC236}">
                    <a16:creationId xmlns:a16="http://schemas.microsoft.com/office/drawing/2014/main" id="{56C874EF-9831-7959-16B6-A19445FA7019}"/>
                  </a:ext>
                </a:extLst>
              </p:cNvPr>
              <p:cNvSpPr txBox="1"/>
              <p:nvPr/>
            </p:nvSpPr>
            <p:spPr>
              <a:xfrm>
                <a:off x="1146940" y="891945"/>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latin typeface="Cambria Math" panose="02040503050406030204" pitchFamily="18" charset="0"/>
                            </a:rPr>
                          </m:ctrlPr>
                        </m:sSubPr>
                        <m:e>
                          <m:r>
                            <a:rPr lang="es-ES" b="1" i="1">
                              <a:latin typeface="Cambria Math" panose="02040503050406030204" pitchFamily="18" charset="0"/>
                            </a:rPr>
                            <m:t>𝑵</m:t>
                          </m:r>
                        </m:e>
                        <m:sub>
                          <m:r>
                            <a:rPr lang="es-ES" b="1" i="1" smtClean="0">
                              <a:latin typeface="Cambria Math" panose="02040503050406030204" pitchFamily="18" charset="0"/>
                            </a:rPr>
                            <m:t>𝟏</m:t>
                          </m:r>
                          <m:r>
                            <a:rPr lang="es-ES" b="1" i="1">
                              <a:latin typeface="Cambria Math" panose="02040503050406030204" pitchFamily="18" charset="0"/>
                            </a:rPr>
                            <m:t>𝑳</m:t>
                          </m:r>
                        </m:sub>
                      </m:sSub>
                    </m:oMath>
                  </m:oMathPara>
                </a14:m>
                <a:endParaRPr lang="es-ES" dirty="0"/>
              </a:p>
            </p:txBody>
          </p:sp>
        </mc:Choice>
        <mc:Fallback xmlns="">
          <p:sp>
            <p:nvSpPr>
              <p:cNvPr id="1097" name="CuadroTexto 1096">
                <a:extLst>
                  <a:ext uri="{FF2B5EF4-FFF2-40B4-BE49-F238E27FC236}">
                    <a16:creationId xmlns:a16="http://schemas.microsoft.com/office/drawing/2014/main" id="{56C874EF-9831-7959-16B6-A19445FA7019}"/>
                  </a:ext>
                </a:extLst>
              </p:cNvPr>
              <p:cNvSpPr txBox="1">
                <a:spLocks noRot="1" noChangeAspect="1" noMove="1" noResize="1" noEditPoints="1" noAdjustHandles="1" noChangeArrowheads="1" noChangeShapeType="1" noTextEdit="1"/>
              </p:cNvSpPr>
              <p:nvPr/>
            </p:nvSpPr>
            <p:spPr>
              <a:xfrm>
                <a:off x="1146940" y="891945"/>
                <a:ext cx="491986" cy="369332"/>
              </a:xfrm>
              <a:prstGeom prst="rect">
                <a:avLst/>
              </a:prstGeom>
              <a:blipFill>
                <a:blip r:embed="rId17"/>
                <a:stretch>
                  <a:fillRect r="-617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98" name="CuadroTexto 1097">
                <a:extLst>
                  <a:ext uri="{FF2B5EF4-FFF2-40B4-BE49-F238E27FC236}">
                    <a16:creationId xmlns:a16="http://schemas.microsoft.com/office/drawing/2014/main" id="{C808225B-A528-6F29-B668-6C709B23F71B}"/>
                  </a:ext>
                </a:extLst>
              </p:cNvPr>
              <p:cNvSpPr txBox="1"/>
              <p:nvPr/>
            </p:nvSpPr>
            <p:spPr>
              <a:xfrm>
                <a:off x="5190509" y="835623"/>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a:latin typeface="Cambria Math" panose="02040503050406030204" pitchFamily="18" charset="0"/>
                            </a:rPr>
                          </m:ctrlPr>
                        </m:sSubPr>
                        <m:e>
                          <m:r>
                            <a:rPr lang="es-ES" b="1" i="1">
                              <a:latin typeface="Cambria Math" panose="02040503050406030204" pitchFamily="18" charset="0"/>
                            </a:rPr>
                            <m:t>𝑵</m:t>
                          </m:r>
                        </m:e>
                        <m:sub>
                          <m:r>
                            <a:rPr lang="es-ES" b="1" i="1">
                              <a:latin typeface="Cambria Math" panose="02040503050406030204" pitchFamily="18" charset="0"/>
                            </a:rPr>
                            <m:t>𝟐</m:t>
                          </m:r>
                          <m:r>
                            <a:rPr lang="es-ES" b="1" i="1">
                              <a:latin typeface="Cambria Math" panose="02040503050406030204" pitchFamily="18" charset="0"/>
                            </a:rPr>
                            <m:t>𝑳</m:t>
                          </m:r>
                        </m:sub>
                      </m:sSub>
                    </m:oMath>
                  </m:oMathPara>
                </a14:m>
                <a:endParaRPr lang="es-ES" dirty="0"/>
              </a:p>
            </p:txBody>
          </p:sp>
        </mc:Choice>
        <mc:Fallback xmlns="">
          <p:sp>
            <p:nvSpPr>
              <p:cNvPr id="1098" name="CuadroTexto 1097">
                <a:extLst>
                  <a:ext uri="{FF2B5EF4-FFF2-40B4-BE49-F238E27FC236}">
                    <a16:creationId xmlns:a16="http://schemas.microsoft.com/office/drawing/2014/main" id="{C808225B-A528-6F29-B668-6C709B23F71B}"/>
                  </a:ext>
                </a:extLst>
              </p:cNvPr>
              <p:cNvSpPr txBox="1">
                <a:spLocks noRot="1" noChangeAspect="1" noMove="1" noResize="1" noEditPoints="1" noAdjustHandles="1" noChangeArrowheads="1" noChangeShapeType="1" noTextEdit="1"/>
              </p:cNvSpPr>
              <p:nvPr/>
            </p:nvSpPr>
            <p:spPr>
              <a:xfrm>
                <a:off x="5190509" y="835623"/>
                <a:ext cx="491986" cy="369332"/>
              </a:xfrm>
              <a:prstGeom prst="rect">
                <a:avLst/>
              </a:prstGeom>
              <a:blipFill>
                <a:blip r:embed="rId18"/>
                <a:stretch>
                  <a:fillRect r="-617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99" name="CuadroTexto 1098">
                <a:extLst>
                  <a:ext uri="{FF2B5EF4-FFF2-40B4-BE49-F238E27FC236}">
                    <a16:creationId xmlns:a16="http://schemas.microsoft.com/office/drawing/2014/main" id="{7D40CBD6-7708-15C9-5513-4C6AAE92FC38}"/>
                  </a:ext>
                </a:extLst>
              </p:cNvPr>
              <p:cNvSpPr txBox="1"/>
              <p:nvPr/>
            </p:nvSpPr>
            <p:spPr>
              <a:xfrm>
                <a:off x="4187147" y="1758945"/>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latin typeface="Cambria Math" panose="02040503050406030204" pitchFamily="18" charset="0"/>
                            </a:rPr>
                          </m:ctrlPr>
                        </m:sSubPr>
                        <m:e>
                          <m:r>
                            <a:rPr lang="es-ES" b="1" i="1">
                              <a:latin typeface="Cambria Math" panose="02040503050406030204" pitchFamily="18" charset="0"/>
                            </a:rPr>
                            <m:t>𝑵</m:t>
                          </m:r>
                        </m:e>
                        <m:sub>
                          <m:r>
                            <a:rPr lang="es-ES" b="1" i="1" smtClean="0">
                              <a:latin typeface="Cambria Math" panose="02040503050406030204" pitchFamily="18" charset="0"/>
                            </a:rPr>
                            <m:t>𝟒</m:t>
                          </m:r>
                          <m:r>
                            <a:rPr lang="es-ES" b="1" i="1" smtClean="0">
                              <a:latin typeface="Cambria Math" panose="02040503050406030204" pitchFamily="18" charset="0"/>
                            </a:rPr>
                            <m:t>𝑳</m:t>
                          </m:r>
                        </m:sub>
                      </m:sSub>
                    </m:oMath>
                  </m:oMathPara>
                </a14:m>
                <a:endParaRPr lang="es-ES" dirty="0"/>
              </a:p>
            </p:txBody>
          </p:sp>
        </mc:Choice>
        <mc:Fallback xmlns="">
          <p:sp>
            <p:nvSpPr>
              <p:cNvPr id="1099" name="CuadroTexto 1098">
                <a:extLst>
                  <a:ext uri="{FF2B5EF4-FFF2-40B4-BE49-F238E27FC236}">
                    <a16:creationId xmlns:a16="http://schemas.microsoft.com/office/drawing/2014/main" id="{7D40CBD6-7708-15C9-5513-4C6AAE92FC38}"/>
                  </a:ext>
                </a:extLst>
              </p:cNvPr>
              <p:cNvSpPr txBox="1">
                <a:spLocks noRot="1" noChangeAspect="1" noMove="1" noResize="1" noEditPoints="1" noAdjustHandles="1" noChangeArrowheads="1" noChangeShapeType="1" noTextEdit="1"/>
              </p:cNvSpPr>
              <p:nvPr/>
            </p:nvSpPr>
            <p:spPr>
              <a:xfrm>
                <a:off x="4187147" y="1758945"/>
                <a:ext cx="491986" cy="369332"/>
              </a:xfrm>
              <a:prstGeom prst="rect">
                <a:avLst/>
              </a:prstGeom>
              <a:blipFill>
                <a:blip r:embed="rId19"/>
                <a:stretch>
                  <a:fillRect r="-617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00" name="CuadroTexto 1099">
                <a:extLst>
                  <a:ext uri="{FF2B5EF4-FFF2-40B4-BE49-F238E27FC236}">
                    <a16:creationId xmlns:a16="http://schemas.microsoft.com/office/drawing/2014/main" id="{785B872A-9D9C-7993-7AF6-35D7DEC9E1AB}"/>
                  </a:ext>
                </a:extLst>
              </p:cNvPr>
              <p:cNvSpPr txBox="1"/>
              <p:nvPr/>
            </p:nvSpPr>
            <p:spPr>
              <a:xfrm>
                <a:off x="3154568" y="3980870"/>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latin typeface="Cambria Math" panose="02040503050406030204" pitchFamily="18" charset="0"/>
                            </a:rPr>
                          </m:ctrlPr>
                        </m:sSubPr>
                        <m:e>
                          <m:r>
                            <a:rPr lang="es-ES" b="1" i="1">
                              <a:latin typeface="Cambria Math" panose="02040503050406030204" pitchFamily="18" charset="0"/>
                            </a:rPr>
                            <m:t>𝑵</m:t>
                          </m:r>
                        </m:e>
                        <m:sub>
                          <m:r>
                            <a:rPr lang="es-ES" b="1" i="1" smtClean="0">
                              <a:latin typeface="Cambria Math" panose="02040503050406030204" pitchFamily="18" charset="0"/>
                            </a:rPr>
                            <m:t>𝟑</m:t>
                          </m:r>
                          <m:r>
                            <a:rPr lang="es-ES" b="1" i="1">
                              <a:latin typeface="Cambria Math" panose="02040503050406030204" pitchFamily="18" charset="0"/>
                            </a:rPr>
                            <m:t>𝑳</m:t>
                          </m:r>
                        </m:sub>
                      </m:sSub>
                    </m:oMath>
                  </m:oMathPara>
                </a14:m>
                <a:endParaRPr lang="es-ES" dirty="0"/>
              </a:p>
            </p:txBody>
          </p:sp>
        </mc:Choice>
        <mc:Fallback xmlns="">
          <p:sp>
            <p:nvSpPr>
              <p:cNvPr id="1100" name="CuadroTexto 1099">
                <a:extLst>
                  <a:ext uri="{FF2B5EF4-FFF2-40B4-BE49-F238E27FC236}">
                    <a16:creationId xmlns:a16="http://schemas.microsoft.com/office/drawing/2014/main" id="{785B872A-9D9C-7993-7AF6-35D7DEC9E1AB}"/>
                  </a:ext>
                </a:extLst>
              </p:cNvPr>
              <p:cNvSpPr txBox="1">
                <a:spLocks noRot="1" noChangeAspect="1" noMove="1" noResize="1" noEditPoints="1" noAdjustHandles="1" noChangeArrowheads="1" noChangeShapeType="1" noTextEdit="1"/>
              </p:cNvSpPr>
              <p:nvPr/>
            </p:nvSpPr>
            <p:spPr>
              <a:xfrm>
                <a:off x="3154568" y="3980870"/>
                <a:ext cx="491986" cy="369332"/>
              </a:xfrm>
              <a:prstGeom prst="rect">
                <a:avLst/>
              </a:prstGeom>
              <a:blipFill>
                <a:blip r:embed="rId20"/>
                <a:stretch>
                  <a:fillRect r="-617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01" name="CuadroTexto 1100">
                <a:extLst>
                  <a:ext uri="{FF2B5EF4-FFF2-40B4-BE49-F238E27FC236}">
                    <a16:creationId xmlns:a16="http://schemas.microsoft.com/office/drawing/2014/main" id="{8906D9EF-F475-5B87-60B9-C66D4FC26840}"/>
                  </a:ext>
                </a:extLst>
              </p:cNvPr>
              <p:cNvSpPr txBox="1"/>
              <p:nvPr/>
            </p:nvSpPr>
            <p:spPr>
              <a:xfrm>
                <a:off x="4009055" y="796766"/>
                <a:ext cx="49198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1" i="1" smtClean="0">
                              <a:latin typeface="Cambria Math" panose="02040503050406030204" pitchFamily="18" charset="0"/>
                            </a:rPr>
                          </m:ctrlPr>
                        </m:sSubPr>
                        <m:e>
                          <m:r>
                            <a:rPr lang="es-ES" b="1" i="1">
                              <a:latin typeface="Cambria Math" panose="02040503050406030204" pitchFamily="18" charset="0"/>
                            </a:rPr>
                            <m:t>𝑵</m:t>
                          </m:r>
                        </m:e>
                        <m:sub>
                          <m:r>
                            <a:rPr lang="es-ES" b="1" i="1" smtClean="0">
                              <a:latin typeface="Cambria Math" panose="02040503050406030204" pitchFamily="18" charset="0"/>
                            </a:rPr>
                            <m:t>𝟒</m:t>
                          </m:r>
                          <m:r>
                            <a:rPr lang="es-ES" b="1" i="1" smtClean="0">
                              <a:latin typeface="Cambria Math" panose="02040503050406030204" pitchFamily="18" charset="0"/>
                            </a:rPr>
                            <m:t>𝑹</m:t>
                          </m:r>
                        </m:sub>
                      </m:sSub>
                    </m:oMath>
                  </m:oMathPara>
                </a14:m>
                <a:endParaRPr lang="es-ES" dirty="0"/>
              </a:p>
            </p:txBody>
          </p:sp>
        </mc:Choice>
        <mc:Fallback xmlns="">
          <p:sp>
            <p:nvSpPr>
              <p:cNvPr id="1101" name="CuadroTexto 1100">
                <a:extLst>
                  <a:ext uri="{FF2B5EF4-FFF2-40B4-BE49-F238E27FC236}">
                    <a16:creationId xmlns:a16="http://schemas.microsoft.com/office/drawing/2014/main" id="{8906D9EF-F475-5B87-60B9-C66D4FC26840}"/>
                  </a:ext>
                </a:extLst>
              </p:cNvPr>
              <p:cNvSpPr txBox="1">
                <a:spLocks noRot="1" noChangeAspect="1" noMove="1" noResize="1" noEditPoints="1" noAdjustHandles="1" noChangeArrowheads="1" noChangeShapeType="1" noTextEdit="1"/>
              </p:cNvSpPr>
              <p:nvPr/>
            </p:nvSpPr>
            <p:spPr>
              <a:xfrm>
                <a:off x="4009055" y="796766"/>
                <a:ext cx="491986" cy="369332"/>
              </a:xfrm>
              <a:prstGeom prst="rect">
                <a:avLst/>
              </a:prstGeom>
              <a:blipFill>
                <a:blip r:embed="rId21"/>
                <a:stretch>
                  <a:fillRect r="-12500"/>
                </a:stretch>
              </a:blipFill>
            </p:spPr>
            <p:txBody>
              <a:bodyPr/>
              <a:lstStyle/>
              <a:p>
                <a:r>
                  <a:rPr lang="es-ES">
                    <a:noFill/>
                  </a:rPr>
                  <a:t> </a:t>
                </a:r>
              </a:p>
            </p:txBody>
          </p:sp>
        </mc:Fallback>
      </mc:AlternateContent>
      <p:sp>
        <p:nvSpPr>
          <p:cNvPr id="44" name="CuadroTexto 43">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mc:AlternateContent xmlns:mc="http://schemas.openxmlformats.org/markup-compatibility/2006" xmlns:a14="http://schemas.microsoft.com/office/drawing/2010/main">
        <mc:Choice Requires="a14">
          <p:sp>
            <p:nvSpPr>
              <p:cNvPr id="38" name="Rectángulo: esquinas redondeadas 37">
                <a:extLst>
                  <a:ext uri="{FF2B5EF4-FFF2-40B4-BE49-F238E27FC236}">
                    <a16:creationId xmlns:a16="http://schemas.microsoft.com/office/drawing/2014/main" id="{7AA1755E-6FE6-6C7F-6088-2B585974D623}"/>
                  </a:ext>
                </a:extLst>
              </p:cNvPr>
              <p:cNvSpPr/>
              <p:nvPr/>
            </p:nvSpPr>
            <p:spPr>
              <a:xfrm>
                <a:off x="9841542" y="124983"/>
                <a:ext cx="1274100" cy="982609"/>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14:m>
                  <m:oMathPara xmlns:m="http://schemas.openxmlformats.org/officeDocument/2006/math">
                    <m:oMathParaPr>
                      <m:jc m:val="centerGroup"/>
                    </m:oMathParaPr>
                    <m:oMath xmlns:m="http://schemas.openxmlformats.org/officeDocument/2006/math">
                      <m:sSub>
                        <m:sSubPr>
                          <m:ctrlPr>
                            <a:rPr lang="es-ES" b="1" i="1" smtClean="0">
                              <a:solidFill>
                                <a:schemeClr val="tx1"/>
                              </a:solidFill>
                              <a:latin typeface="Cambria Math" panose="02040503050406030204" pitchFamily="18" charset="0"/>
                            </a:rPr>
                          </m:ctrlPr>
                        </m:sSubPr>
                        <m:e>
                          <m:r>
                            <a:rPr lang="es-ES" b="1" i="1">
                              <a:solidFill>
                                <a:schemeClr val="tx1"/>
                              </a:solidFill>
                              <a:latin typeface="Cambria Math" panose="02040503050406030204" pitchFamily="18" charset="0"/>
                            </a:rPr>
                            <m:t>𝑵</m:t>
                          </m:r>
                        </m:e>
                        <m:sub>
                          <m:r>
                            <a:rPr lang="es-ES" b="1" i="1" smtClean="0">
                              <a:solidFill>
                                <a:schemeClr val="tx1"/>
                              </a:solidFill>
                              <a:latin typeface="Cambria Math" panose="02040503050406030204" pitchFamily="18" charset="0"/>
                            </a:rPr>
                            <m:t>𝟒</m:t>
                          </m:r>
                          <m:r>
                            <a:rPr lang="es-ES" b="1" i="1">
                              <a:solidFill>
                                <a:schemeClr val="tx1"/>
                              </a:solidFill>
                              <a:latin typeface="Cambria Math" panose="02040503050406030204" pitchFamily="18" charset="0"/>
                            </a:rPr>
                            <m:t>𝑹</m:t>
                          </m:r>
                        </m:sub>
                      </m:sSub>
                    </m:oMath>
                  </m:oMathPara>
                </a14:m>
                <a:endParaRPr lang="es-ES" b="1" dirty="0">
                  <a:solidFill>
                    <a:schemeClr val="tx2"/>
                  </a:solidFill>
                </a:endParaRPr>
              </a:p>
              <a:p>
                <a:pPr algn="ctr"/>
                <a:endParaRPr lang="es-ES" b="1" dirty="0">
                  <a:solidFill>
                    <a:schemeClr val="tx2"/>
                  </a:solidFill>
                </a:endParaRPr>
              </a:p>
            </p:txBody>
          </p:sp>
        </mc:Choice>
        <mc:Fallback xmlns="">
          <p:sp>
            <p:nvSpPr>
              <p:cNvPr id="38" name="Rectángulo: esquinas redondeadas 37">
                <a:extLst>
                  <a:ext uri="{FF2B5EF4-FFF2-40B4-BE49-F238E27FC236}">
                    <a16:creationId xmlns:a16="http://schemas.microsoft.com/office/drawing/2014/main" id="{7AA1755E-6FE6-6C7F-6088-2B585974D623}"/>
                  </a:ext>
                </a:extLst>
              </p:cNvPr>
              <p:cNvSpPr>
                <a:spLocks noRot="1" noChangeAspect="1" noMove="1" noResize="1" noEditPoints="1" noAdjustHandles="1" noChangeArrowheads="1" noChangeShapeType="1" noTextEdit="1"/>
              </p:cNvSpPr>
              <p:nvPr/>
            </p:nvSpPr>
            <p:spPr>
              <a:xfrm>
                <a:off x="9841542" y="124983"/>
                <a:ext cx="1274100" cy="982609"/>
              </a:xfrm>
              <a:prstGeom prst="roundRect">
                <a:avLst/>
              </a:prstGeom>
              <a:blipFill>
                <a:blip r:embed="rId22"/>
                <a:stretch>
                  <a:fillRect/>
                </a:stretch>
              </a:blipFill>
              <a:ln w="28575">
                <a:solidFill>
                  <a:schemeClr val="tx2"/>
                </a:solidFill>
              </a:ln>
            </p:spPr>
            <p:txBody>
              <a:bodyPr/>
              <a:lstStyle/>
              <a:p>
                <a:r>
                  <a:rPr lang="es-ES">
                    <a:noFill/>
                  </a:rPr>
                  <a:t> </a:t>
                </a:r>
              </a:p>
            </p:txBody>
          </p:sp>
        </mc:Fallback>
      </mc:AlternateContent>
      <p:sp>
        <p:nvSpPr>
          <p:cNvPr id="46" name="Elipse 45">
            <a:extLst>
              <a:ext uri="{FF2B5EF4-FFF2-40B4-BE49-F238E27FC236}">
                <a16:creationId xmlns:a16="http://schemas.microsoft.com/office/drawing/2014/main" id="{5CAA747F-0F03-4E53-DD40-94DB509C8EEF}"/>
              </a:ext>
            </a:extLst>
          </p:cNvPr>
          <p:cNvSpPr/>
          <p:nvPr/>
        </p:nvSpPr>
        <p:spPr>
          <a:xfrm>
            <a:off x="4285041" y="2593029"/>
            <a:ext cx="216000" cy="216000"/>
          </a:xfrm>
          <a:prstGeom prst="ellipse">
            <a:avLst/>
          </a:prstGeom>
          <a:solidFill>
            <a:srgbClr val="00B050"/>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s-ES" sz="1000" dirty="0"/>
              <a:t>¿?</a:t>
            </a:r>
          </a:p>
        </p:txBody>
      </p:sp>
      <p:sp>
        <p:nvSpPr>
          <p:cNvPr id="48" name="Rectángulo 47"/>
          <p:cNvSpPr/>
          <p:nvPr/>
        </p:nvSpPr>
        <p:spPr>
          <a:xfrm>
            <a:off x="428692" y="5599005"/>
            <a:ext cx="6221490" cy="830997"/>
          </a:xfrm>
          <a:prstGeom prst="rect">
            <a:avLst/>
          </a:prstGeom>
        </p:spPr>
        <p:txBody>
          <a:bodyPr wrap="square">
            <a:spAutoFit/>
          </a:bodyPr>
          <a:lstStyle/>
          <a:p>
            <a:pPr marL="285750" indent="-285750" algn="just">
              <a:buFont typeface="Arial" panose="020B0604020202020204" pitchFamily="34" charset="0"/>
              <a:buChar char="•"/>
            </a:pPr>
            <a:r>
              <a:rPr lang="es-ES" sz="1600" b="1" dirty="0">
                <a:solidFill>
                  <a:schemeClr val="accent1">
                    <a:lumMod val="50000"/>
                  </a:schemeClr>
                </a:solidFill>
              </a:rPr>
              <a:t>Dado un dato nuevo partimos del nodo raíz y atravesamos los nodos de decisión hasta llegar a una hoja que determinará la clase a la que pertenece el dato de entrada.</a:t>
            </a:r>
          </a:p>
        </p:txBody>
      </p:sp>
      <p:sp>
        <p:nvSpPr>
          <p:cNvPr id="49" name="CuadroTexto 48">
            <a:extLst>
              <a:ext uri="{FF2B5EF4-FFF2-40B4-BE49-F238E27FC236}">
                <a16:creationId xmlns:a16="http://schemas.microsoft.com/office/drawing/2014/main" id="{DC3463C5-C339-B1CF-28C7-F3A66C8D72D9}"/>
              </a:ext>
            </a:extLst>
          </p:cNvPr>
          <p:cNvSpPr txBox="1"/>
          <p:nvPr/>
        </p:nvSpPr>
        <p:spPr>
          <a:xfrm>
            <a:off x="11271865" y="2097691"/>
            <a:ext cx="1015663" cy="3007709"/>
          </a:xfrm>
          <a:prstGeom prst="rect">
            <a:avLst/>
          </a:prstGeom>
          <a:noFill/>
        </p:spPr>
        <p:txBody>
          <a:bodyPr vert="vert270" wrap="square" rtlCol="0">
            <a:spAutoFit/>
          </a:bodyPr>
          <a:lstStyle/>
          <a:p>
            <a:r>
              <a:rPr lang="es-ES" sz="5400" b="1" dirty="0">
                <a:solidFill>
                  <a:schemeClr val="accent1">
                    <a:lumMod val="50000"/>
                  </a:schemeClr>
                </a:solidFill>
              </a:rPr>
              <a:t>MODELO</a:t>
            </a:r>
          </a:p>
        </p:txBody>
      </p:sp>
    </p:spTree>
    <p:extLst>
      <p:ext uri="{BB962C8B-B14F-4D97-AF65-F5344CB8AC3E}">
        <p14:creationId xmlns:p14="http://schemas.microsoft.com/office/powerpoint/2010/main" val="310569459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19</a:t>
            </a:fld>
            <a:endParaRPr lang="es-ES">
              <a:solidFill>
                <a:prstClr val="black">
                  <a:tint val="75000"/>
                </a:prstClr>
              </a:solidFill>
            </a:endParaRPr>
          </a:p>
        </p:txBody>
      </p:sp>
      <p:sp>
        <p:nvSpPr>
          <p:cNvPr id="11" name="CuadroTexto 10">
            <a:extLst>
              <a:ext uri="{FF2B5EF4-FFF2-40B4-BE49-F238E27FC236}">
                <a16:creationId xmlns:a16="http://schemas.microsoft.com/office/drawing/2014/main" id="{BE7A0595-F997-C90C-2B48-DD52AEEF89B2}"/>
              </a:ext>
            </a:extLst>
          </p:cNvPr>
          <p:cNvSpPr txBox="1"/>
          <p:nvPr/>
        </p:nvSpPr>
        <p:spPr>
          <a:xfrm>
            <a:off x="5320145" y="2241592"/>
            <a:ext cx="6776427" cy="424731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s-ES" dirty="0">
                <a:solidFill>
                  <a:schemeClr val="accent1">
                    <a:lumMod val="50000"/>
                  </a:schemeClr>
                </a:solidFill>
              </a:rPr>
              <a:t>Los árboles de decisión son algoritmos de </a:t>
            </a:r>
            <a:r>
              <a:rPr lang="es-ES" b="1" dirty="0">
                <a:solidFill>
                  <a:schemeClr val="accent1">
                    <a:lumMod val="50000"/>
                  </a:schemeClr>
                </a:solidFill>
              </a:rPr>
              <a:t>aprendizaje supervisado</a:t>
            </a:r>
            <a:r>
              <a:rPr lang="es-ES" dirty="0">
                <a:solidFill>
                  <a:schemeClr val="accent1">
                    <a:lumMod val="50000"/>
                  </a:schemeClr>
                </a:solidFill>
              </a:rPr>
              <a:t>. Se necesita un conjunto de datos de entrenamiento que contenga tanto las características (inputs) como las etiquetas de clase o valores objetivo (outputs). </a:t>
            </a:r>
          </a:p>
          <a:p>
            <a:pPr marL="285750" indent="-285750">
              <a:lnSpc>
                <a:spcPct val="150000"/>
              </a:lnSpc>
              <a:buFont typeface="Arial" panose="020B0604020202020204" pitchFamily="34" charset="0"/>
              <a:buChar char="•"/>
            </a:pPr>
            <a:r>
              <a:rPr lang="es-ES" dirty="0">
                <a:solidFill>
                  <a:schemeClr val="accent1">
                    <a:lumMod val="50000"/>
                  </a:schemeClr>
                </a:solidFill>
              </a:rPr>
              <a:t>Los árboles de decisión son algoritmos </a:t>
            </a:r>
            <a:r>
              <a:rPr lang="es-ES" b="1" i="1" dirty="0" err="1">
                <a:solidFill>
                  <a:schemeClr val="accent1">
                    <a:lumMod val="50000"/>
                  </a:schemeClr>
                </a:solidFill>
              </a:rPr>
              <a:t>model-based</a:t>
            </a:r>
            <a:r>
              <a:rPr lang="es-ES" dirty="0">
                <a:solidFill>
                  <a:schemeClr val="accent1">
                    <a:lumMod val="50000"/>
                  </a:schemeClr>
                </a:solidFill>
              </a:rPr>
              <a:t>. El árbol se construye a partir de reglas de decisión, que pueden ser usadas para predecir nuevos datos.</a:t>
            </a:r>
          </a:p>
          <a:p>
            <a:pPr marL="285750" indent="-285750">
              <a:lnSpc>
                <a:spcPct val="150000"/>
              </a:lnSpc>
              <a:buFont typeface="Arial" panose="020B0604020202020204" pitchFamily="34" charset="0"/>
              <a:buChar char="•"/>
            </a:pPr>
            <a:r>
              <a:rPr lang="es-ES" dirty="0">
                <a:solidFill>
                  <a:schemeClr val="accent1">
                    <a:lumMod val="50000"/>
                  </a:schemeClr>
                </a:solidFill>
              </a:rPr>
              <a:t>Los árboles de decisión son algoritmos de </a:t>
            </a:r>
            <a:r>
              <a:rPr lang="es-ES" b="1" i="1" dirty="0" err="1">
                <a:solidFill>
                  <a:schemeClr val="accent1">
                    <a:lumMod val="50000"/>
                  </a:schemeClr>
                </a:solidFill>
              </a:rPr>
              <a:t>batch</a:t>
            </a:r>
            <a:r>
              <a:rPr lang="es-ES" b="1" i="1" dirty="0">
                <a:solidFill>
                  <a:schemeClr val="accent1">
                    <a:lumMod val="50000"/>
                  </a:schemeClr>
                </a:solidFill>
              </a:rPr>
              <a:t> </a:t>
            </a:r>
            <a:r>
              <a:rPr lang="es-ES" b="1" i="1" dirty="0" err="1">
                <a:solidFill>
                  <a:schemeClr val="accent1">
                    <a:lumMod val="50000"/>
                  </a:schemeClr>
                </a:solidFill>
              </a:rPr>
              <a:t>learning</a:t>
            </a:r>
            <a:r>
              <a:rPr lang="es-ES" b="1" i="1" dirty="0">
                <a:solidFill>
                  <a:schemeClr val="accent1">
                    <a:lumMod val="50000"/>
                  </a:schemeClr>
                </a:solidFill>
              </a:rPr>
              <a:t>. </a:t>
            </a:r>
            <a:r>
              <a:rPr lang="es-ES" dirty="0">
                <a:solidFill>
                  <a:schemeClr val="accent1">
                    <a:lumMod val="50000"/>
                  </a:schemeClr>
                </a:solidFill>
              </a:rPr>
              <a:t>No está diseñado para actualizarse de manera incremental con nuevos datos.</a:t>
            </a:r>
          </a:p>
        </p:txBody>
      </p:sp>
      <p:sp>
        <p:nvSpPr>
          <p:cNvPr id="9" name="CuadroTexto 8">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10" name="CuadroTexto 9">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pic>
        <p:nvPicPr>
          <p:cNvPr id="1026" name="Picture 2" descr="https://miro.medium.com/v2/resize:fit:700/1*ZqtEghMPFg4qq9I-5qDLqg.png"/>
          <p:cNvPicPr>
            <a:picLocks noChangeAspect="1" noChangeArrowheads="1"/>
          </p:cNvPicPr>
          <p:nvPr/>
        </p:nvPicPr>
        <p:blipFill rotWithShape="1">
          <a:blip r:embed="rId2">
            <a:extLst>
              <a:ext uri="{28A0092B-C50C-407E-A947-70E740481C1C}">
                <a14:useLocalDpi xmlns:a14="http://schemas.microsoft.com/office/drawing/2010/main" val="0"/>
              </a:ext>
            </a:extLst>
          </a:blip>
          <a:srcRect l="24852" r="21912"/>
          <a:stretch/>
        </p:blipFill>
        <p:spPr bwMode="auto">
          <a:xfrm>
            <a:off x="581893" y="2101251"/>
            <a:ext cx="4256116" cy="3997376"/>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BBAB2C66-7702-9F9D-E3A6-FB63B29B9727}"/>
              </a:ext>
            </a:extLst>
          </p:cNvPr>
          <p:cNvSpPr txBox="1"/>
          <p:nvPr/>
        </p:nvSpPr>
        <p:spPr>
          <a:xfrm>
            <a:off x="1324229" y="6436838"/>
            <a:ext cx="2321789" cy="338554"/>
          </a:xfrm>
          <a:prstGeom prst="rect">
            <a:avLst/>
          </a:prstGeom>
          <a:noFill/>
        </p:spPr>
        <p:txBody>
          <a:bodyPr wrap="none" rtlCol="0">
            <a:spAutoFit/>
          </a:bodyPr>
          <a:lstStyle/>
          <a:p>
            <a:r>
              <a:rPr lang="es-ES" sz="1600" dirty="0" err="1"/>
              <a:t>From</a:t>
            </a:r>
            <a:r>
              <a:rPr lang="es-ES" sz="1600" dirty="0"/>
              <a:t> </a:t>
            </a:r>
            <a:r>
              <a:rPr lang="es-ES" sz="1600" dirty="0" err="1">
                <a:hlinkClick r:id="rId3"/>
              </a:rPr>
              <a:t>towardsdatascience</a:t>
            </a:r>
            <a:endParaRPr lang="es-ES" sz="1600" dirty="0"/>
          </a:p>
        </p:txBody>
      </p:sp>
      <p:sp>
        <p:nvSpPr>
          <p:cNvPr id="13" name="CuadroTexto 12">
            <a:extLst>
              <a:ext uri="{FF2B5EF4-FFF2-40B4-BE49-F238E27FC236}">
                <a16:creationId xmlns:a16="http://schemas.microsoft.com/office/drawing/2014/main" id="{B721C4E8-F774-C602-C20C-95042CFF3868}"/>
              </a:ext>
            </a:extLst>
          </p:cNvPr>
          <p:cNvSpPr txBox="1"/>
          <p:nvPr/>
        </p:nvSpPr>
        <p:spPr>
          <a:xfrm>
            <a:off x="1589638" y="903443"/>
            <a:ext cx="8916415" cy="707886"/>
          </a:xfrm>
          <a:prstGeom prst="rect">
            <a:avLst/>
          </a:prstGeom>
          <a:noFill/>
        </p:spPr>
        <p:txBody>
          <a:bodyPr wrap="none" rtlCol="0">
            <a:spAutoFit/>
          </a:bodyPr>
          <a:lstStyle/>
          <a:p>
            <a:r>
              <a:rPr lang="es-ES" sz="4000" b="1" dirty="0">
                <a:solidFill>
                  <a:schemeClr val="accent1">
                    <a:lumMod val="50000"/>
                  </a:schemeClr>
                </a:solidFill>
              </a:rPr>
              <a:t>Árboles de Decisión: Clasificación en ML. </a:t>
            </a:r>
          </a:p>
        </p:txBody>
      </p:sp>
    </p:spTree>
    <p:extLst>
      <p:ext uri="{BB962C8B-B14F-4D97-AF65-F5344CB8AC3E}">
        <p14:creationId xmlns:p14="http://schemas.microsoft.com/office/powerpoint/2010/main" val="42526004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20</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9108141" y="136523"/>
            <a:ext cx="2988431" cy="461665"/>
          </a:xfrm>
          <a:prstGeom prst="rect">
            <a:avLst/>
          </a:prstGeom>
          <a:noFill/>
        </p:spPr>
        <p:txBody>
          <a:bodyPr wrap="square" rtlCol="0">
            <a:spAutoFit/>
          </a:bodyPr>
          <a:lstStyle/>
          <a:p>
            <a:r>
              <a:rPr lang="es-ES" sz="2400" b="1" dirty="0">
                <a:solidFill>
                  <a:schemeClr val="accent1">
                    <a:lumMod val="50000"/>
                  </a:schemeClr>
                </a:solidFill>
              </a:rPr>
              <a:t>Árboles de Decisión</a:t>
            </a:r>
          </a:p>
        </p:txBody>
      </p:sp>
      <p:sp>
        <p:nvSpPr>
          <p:cNvPr id="11" name="CuadroTexto 10">
            <a:extLst>
              <a:ext uri="{FF2B5EF4-FFF2-40B4-BE49-F238E27FC236}">
                <a16:creationId xmlns:a16="http://schemas.microsoft.com/office/drawing/2014/main" id="{BE7A0595-F997-C90C-2B48-DD52AEEF89B2}"/>
              </a:ext>
            </a:extLst>
          </p:cNvPr>
          <p:cNvSpPr txBox="1"/>
          <p:nvPr/>
        </p:nvSpPr>
        <p:spPr>
          <a:xfrm>
            <a:off x="774154" y="558392"/>
            <a:ext cx="11051338" cy="5934830"/>
          </a:xfrm>
          <a:prstGeom prst="rect">
            <a:avLst/>
          </a:prstGeom>
          <a:noFill/>
        </p:spPr>
        <p:txBody>
          <a:bodyPr wrap="square">
            <a:spAutoFit/>
          </a:bodyPr>
          <a:lstStyle/>
          <a:p>
            <a:r>
              <a:rPr lang="es-ES" sz="2800" b="1" dirty="0">
                <a:solidFill>
                  <a:schemeClr val="accent1">
                    <a:lumMod val="50000"/>
                  </a:schemeClr>
                </a:solidFill>
              </a:rPr>
              <a:t>Árboles de decisión:</a:t>
            </a:r>
          </a:p>
          <a:p>
            <a:endParaRPr lang="es-ES" sz="2800" b="1" dirty="0">
              <a:solidFill>
                <a:schemeClr val="accent1">
                  <a:lumMod val="50000"/>
                </a:schemeClr>
              </a:solidFill>
            </a:endParaRPr>
          </a:p>
          <a:p>
            <a:pPr marL="457200" indent="-457200">
              <a:lnSpc>
                <a:spcPct val="150000"/>
              </a:lnSpc>
              <a:buFont typeface="Arial" panose="020B0604020202020204" pitchFamily="34" charset="0"/>
              <a:buChar char="•"/>
            </a:pPr>
            <a:r>
              <a:rPr lang="es-ES" sz="2400" b="1" dirty="0">
                <a:solidFill>
                  <a:schemeClr val="accent1">
                    <a:lumMod val="50000"/>
                  </a:schemeClr>
                </a:solidFill>
              </a:rPr>
              <a:t>Construcción de Árboles de Decisión. </a:t>
            </a:r>
          </a:p>
          <a:p>
            <a:pPr marL="457200" indent="-457200">
              <a:lnSpc>
                <a:spcPct val="150000"/>
              </a:lnSpc>
              <a:buFont typeface="Arial" panose="020B0604020202020204" pitchFamily="34" charset="0"/>
              <a:buChar char="•"/>
            </a:pPr>
            <a:r>
              <a:rPr lang="es-ES" sz="2400" b="1" dirty="0">
                <a:solidFill>
                  <a:schemeClr val="accent1">
                    <a:lumMod val="50000"/>
                  </a:schemeClr>
                </a:solidFill>
              </a:rPr>
              <a:t>Criterios de Parada.</a:t>
            </a:r>
          </a:p>
          <a:p>
            <a:pPr marL="457200" indent="-457200">
              <a:lnSpc>
                <a:spcPct val="150000"/>
              </a:lnSpc>
              <a:buFont typeface="Arial" panose="020B0604020202020204" pitchFamily="34" charset="0"/>
              <a:buChar char="•"/>
            </a:pPr>
            <a:r>
              <a:rPr lang="es-ES" sz="2400" b="1" dirty="0">
                <a:solidFill>
                  <a:schemeClr val="accent1">
                    <a:lumMod val="50000"/>
                  </a:schemeClr>
                </a:solidFill>
              </a:rPr>
              <a:t>Árboles de Regresión. </a:t>
            </a:r>
          </a:p>
          <a:p>
            <a:pPr marL="457200" indent="-457200">
              <a:lnSpc>
                <a:spcPct val="150000"/>
              </a:lnSpc>
              <a:buFont typeface="Arial" panose="020B0604020202020204" pitchFamily="34" charset="0"/>
              <a:buChar char="•"/>
            </a:pPr>
            <a:r>
              <a:rPr lang="es-ES" sz="2400" b="1" dirty="0">
                <a:solidFill>
                  <a:schemeClr val="accent1">
                    <a:lumMod val="50000"/>
                  </a:schemeClr>
                </a:solidFill>
              </a:rPr>
              <a:t>Árboles de Decisión: Ventajas e inconvenientes. </a:t>
            </a:r>
          </a:p>
          <a:p>
            <a:pPr marL="457200" indent="-457200">
              <a:buFont typeface="Arial" panose="020B0604020202020204" pitchFamily="34" charset="0"/>
              <a:buChar char="•"/>
            </a:pPr>
            <a:endParaRPr lang="es-ES" sz="2800" b="1" dirty="0">
              <a:solidFill>
                <a:schemeClr val="accent1">
                  <a:lumMod val="50000"/>
                </a:schemeClr>
              </a:solidFill>
            </a:endParaRPr>
          </a:p>
          <a:p>
            <a:pPr>
              <a:lnSpc>
                <a:spcPct val="150000"/>
              </a:lnSpc>
            </a:pPr>
            <a:r>
              <a:rPr lang="es-ES" sz="2800" b="1" dirty="0">
                <a:solidFill>
                  <a:schemeClr val="accent1">
                    <a:lumMod val="50000"/>
                  </a:schemeClr>
                </a:solidFill>
              </a:rPr>
              <a:t>Bosques de Decisión y  Aprendizaje Conjunto (Ensemble </a:t>
            </a:r>
            <a:r>
              <a:rPr lang="es-ES" sz="2800" b="1" dirty="0" err="1">
                <a:solidFill>
                  <a:schemeClr val="accent1">
                    <a:lumMod val="50000"/>
                  </a:schemeClr>
                </a:solidFill>
              </a:rPr>
              <a:t>Methods</a:t>
            </a:r>
            <a:r>
              <a:rPr lang="es-ES" sz="2800" b="1" dirty="0">
                <a:solidFill>
                  <a:schemeClr val="accent1">
                    <a:lumMod val="50000"/>
                  </a:schemeClr>
                </a:solidFill>
              </a:rPr>
              <a:t>)</a:t>
            </a:r>
          </a:p>
          <a:p>
            <a:pPr marL="457200" indent="-457200">
              <a:lnSpc>
                <a:spcPct val="150000"/>
              </a:lnSpc>
              <a:buFont typeface="Arial" panose="020B0604020202020204" pitchFamily="34" charset="0"/>
              <a:buChar char="•"/>
            </a:pPr>
            <a:r>
              <a:rPr lang="es-ES" sz="2400" b="1" dirty="0">
                <a:solidFill>
                  <a:schemeClr val="accent1">
                    <a:lumMod val="50000"/>
                  </a:schemeClr>
                </a:solidFill>
              </a:rPr>
              <a:t>Clasificación.</a:t>
            </a:r>
          </a:p>
          <a:p>
            <a:pPr marL="457200" indent="-457200">
              <a:lnSpc>
                <a:spcPct val="150000"/>
              </a:lnSpc>
              <a:buFont typeface="Arial" panose="020B0604020202020204" pitchFamily="34" charset="0"/>
              <a:buChar char="•"/>
            </a:pPr>
            <a:r>
              <a:rPr lang="es-ES" sz="2400" b="1" dirty="0" err="1">
                <a:solidFill>
                  <a:schemeClr val="accent1">
                    <a:lumMod val="50000"/>
                  </a:schemeClr>
                </a:solidFill>
              </a:rPr>
              <a:t>Random</a:t>
            </a:r>
            <a:r>
              <a:rPr lang="es-ES" sz="2400" b="1" dirty="0">
                <a:solidFill>
                  <a:schemeClr val="accent1">
                    <a:lumMod val="50000"/>
                  </a:schemeClr>
                </a:solidFill>
              </a:rPr>
              <a:t> Forest.</a:t>
            </a:r>
          </a:p>
          <a:p>
            <a:pPr marL="457200" indent="-457200">
              <a:lnSpc>
                <a:spcPct val="150000"/>
              </a:lnSpc>
              <a:buFont typeface="Arial" panose="020B0604020202020204" pitchFamily="34" charset="0"/>
              <a:buChar char="•"/>
            </a:pPr>
            <a:r>
              <a:rPr lang="es-ES" sz="2400" b="1" dirty="0" err="1">
                <a:solidFill>
                  <a:schemeClr val="accent1">
                    <a:lumMod val="50000"/>
                  </a:schemeClr>
                </a:solidFill>
              </a:rPr>
              <a:t>Boosting</a:t>
            </a:r>
            <a:r>
              <a:rPr lang="es-ES" sz="2400" b="1" dirty="0">
                <a:solidFill>
                  <a:schemeClr val="accent1">
                    <a:lumMod val="50000"/>
                  </a:schemeClr>
                </a:solidFill>
              </a:rPr>
              <a:t>. </a:t>
            </a:r>
          </a:p>
        </p:txBody>
      </p:sp>
    </p:spTree>
    <p:extLst>
      <p:ext uri="{BB962C8B-B14F-4D97-AF65-F5344CB8AC3E}">
        <p14:creationId xmlns:p14="http://schemas.microsoft.com/office/powerpoint/2010/main" val="245139189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21</a:t>
            </a:fld>
            <a:endParaRPr lang="es-ES">
              <a:solidFill>
                <a:prstClr val="black">
                  <a:tint val="75000"/>
                </a:prstClr>
              </a:solidFill>
            </a:endParaRPr>
          </a:p>
        </p:txBody>
      </p:sp>
      <p:sp>
        <p:nvSpPr>
          <p:cNvPr id="11" name="CuadroTexto 10">
            <a:extLst>
              <a:ext uri="{FF2B5EF4-FFF2-40B4-BE49-F238E27FC236}">
                <a16:creationId xmlns:a16="http://schemas.microsoft.com/office/drawing/2014/main" id="{BE7A0595-F997-C90C-2B48-DD52AEEF89B2}"/>
              </a:ext>
            </a:extLst>
          </p:cNvPr>
          <p:cNvSpPr txBox="1"/>
          <p:nvPr/>
        </p:nvSpPr>
        <p:spPr>
          <a:xfrm>
            <a:off x="232042" y="1019781"/>
            <a:ext cx="11537352" cy="3788858"/>
          </a:xfrm>
          <a:prstGeom prst="rect">
            <a:avLst/>
          </a:prstGeom>
          <a:noFill/>
        </p:spPr>
        <p:txBody>
          <a:bodyPr wrap="square">
            <a:spAutoFit/>
          </a:bodyPr>
          <a:lstStyle/>
          <a:p>
            <a:r>
              <a:rPr lang="es-ES" dirty="0">
                <a:solidFill>
                  <a:schemeClr val="accent1">
                    <a:lumMod val="50000"/>
                  </a:schemeClr>
                </a:solidFill>
              </a:rPr>
              <a:t>La construcción de un árbol de decisión es un </a:t>
            </a:r>
            <a:r>
              <a:rPr lang="es-ES" b="1" dirty="0">
                <a:solidFill>
                  <a:schemeClr val="accent1">
                    <a:lumMod val="50000"/>
                  </a:schemeClr>
                </a:solidFill>
              </a:rPr>
              <a:t>proceso iterativo </a:t>
            </a:r>
            <a:r>
              <a:rPr lang="es-ES" dirty="0">
                <a:solidFill>
                  <a:schemeClr val="accent1">
                    <a:lumMod val="50000"/>
                  </a:schemeClr>
                </a:solidFill>
              </a:rPr>
              <a:t>que sigue una estructura jerárquica de decisiones para clasificar datos o hacer predicciones. La </a:t>
            </a:r>
            <a:r>
              <a:rPr lang="es-ES" b="1" dirty="0">
                <a:solidFill>
                  <a:schemeClr val="accent1">
                    <a:lumMod val="50000"/>
                  </a:schemeClr>
                </a:solidFill>
              </a:rPr>
              <a:t>idea</a:t>
            </a:r>
            <a:r>
              <a:rPr lang="es-ES" dirty="0">
                <a:solidFill>
                  <a:schemeClr val="accent1">
                    <a:lumMod val="50000"/>
                  </a:schemeClr>
                </a:solidFill>
              </a:rPr>
              <a:t> central es </a:t>
            </a:r>
            <a:r>
              <a:rPr lang="es-ES" b="1" dirty="0">
                <a:solidFill>
                  <a:schemeClr val="accent1">
                    <a:lumMod val="50000"/>
                  </a:schemeClr>
                </a:solidFill>
              </a:rPr>
              <a:t>dividir el espacio </a:t>
            </a:r>
            <a:r>
              <a:rPr lang="es-ES" dirty="0">
                <a:solidFill>
                  <a:schemeClr val="accent1">
                    <a:lumMod val="50000"/>
                  </a:schemeClr>
                </a:solidFill>
              </a:rPr>
              <a:t>de características </a:t>
            </a:r>
            <a:r>
              <a:rPr lang="es-ES" b="1" dirty="0">
                <a:solidFill>
                  <a:schemeClr val="accent1">
                    <a:lumMod val="50000"/>
                  </a:schemeClr>
                </a:solidFill>
              </a:rPr>
              <a:t>en subconjuntos </a:t>
            </a:r>
            <a:r>
              <a:rPr lang="es-ES" dirty="0">
                <a:solidFill>
                  <a:schemeClr val="accent1">
                    <a:lumMod val="50000"/>
                  </a:schemeClr>
                </a:solidFill>
              </a:rPr>
              <a:t>que tengan </a:t>
            </a:r>
            <a:r>
              <a:rPr lang="es-ES" b="1" dirty="0">
                <a:solidFill>
                  <a:schemeClr val="accent1">
                    <a:lumMod val="50000"/>
                  </a:schemeClr>
                </a:solidFill>
              </a:rPr>
              <a:t>mayor pureza </a:t>
            </a:r>
            <a:r>
              <a:rPr lang="es-ES" dirty="0">
                <a:solidFill>
                  <a:schemeClr val="accent1">
                    <a:lumMod val="50000"/>
                  </a:schemeClr>
                </a:solidFill>
              </a:rPr>
              <a:t>en términos de la clase objetivo.</a:t>
            </a:r>
          </a:p>
          <a:p>
            <a:pPr>
              <a:lnSpc>
                <a:spcPct val="150000"/>
              </a:lnSpc>
            </a:pPr>
            <a:endParaRPr lang="es-ES" dirty="0">
              <a:solidFill>
                <a:schemeClr val="accent1">
                  <a:lumMod val="50000"/>
                </a:schemeClr>
              </a:solidFill>
            </a:endParaRPr>
          </a:p>
          <a:p>
            <a:r>
              <a:rPr lang="es-ES" b="1" dirty="0">
                <a:solidFill>
                  <a:schemeClr val="accent1">
                    <a:lumMod val="50000"/>
                  </a:schemeClr>
                </a:solidFill>
              </a:rPr>
              <a:t>Algoritmo: </a:t>
            </a:r>
            <a:r>
              <a:rPr lang="es-ES" dirty="0">
                <a:solidFill>
                  <a:schemeClr val="accent1">
                    <a:lumMod val="50000"/>
                  </a:schemeClr>
                </a:solidFill>
              </a:rPr>
              <a:t>El algoritmo comienza en la raíz del árbol y examina todas las características (o atributos) disponibles para decidir cuál es la mejor para dividir los datos en subconjuntos más puros.</a:t>
            </a:r>
          </a:p>
          <a:p>
            <a:endParaRPr lang="es-ES" dirty="0">
              <a:solidFill>
                <a:schemeClr val="accent1">
                  <a:lumMod val="50000"/>
                </a:schemeClr>
              </a:solidFill>
            </a:endParaRPr>
          </a:p>
          <a:p>
            <a:pPr marL="800100" lvl="1" indent="-342900">
              <a:lnSpc>
                <a:spcPct val="150000"/>
              </a:lnSpc>
              <a:buFont typeface="+mj-lt"/>
              <a:buAutoNum type="arabicPeriod"/>
            </a:pPr>
            <a:r>
              <a:rPr lang="es-ES" b="1" dirty="0">
                <a:solidFill>
                  <a:schemeClr val="accent1">
                    <a:lumMod val="50000"/>
                  </a:schemeClr>
                </a:solidFill>
              </a:rPr>
              <a:t>Seleccionar la característica que mejor separa los datos:  -¿Cuál es la mejor pregunta?-</a:t>
            </a:r>
          </a:p>
          <a:p>
            <a:pPr lvl="2"/>
            <a:r>
              <a:rPr lang="es-ES" dirty="0">
                <a:solidFill>
                  <a:schemeClr val="accent1">
                    <a:lumMod val="50000"/>
                  </a:schemeClr>
                </a:solidFill>
              </a:rPr>
              <a:t>La mejor división posible es aquella que deja en cada región datos de una sola clase. Eso no siempre es posible. Vamos a definir métricas en los nodos que nos permitan conocer cuán homogéneo es un conjunto de datos.</a:t>
            </a:r>
          </a:p>
          <a:p>
            <a:pPr lvl="2"/>
            <a:endParaRPr lang="es-ES" dirty="0">
              <a:solidFill>
                <a:schemeClr val="accent1">
                  <a:lumMod val="50000"/>
                </a:schemeClr>
              </a:solidFill>
            </a:endParaRPr>
          </a:p>
          <a:p>
            <a:pPr lvl="2">
              <a:lnSpc>
                <a:spcPct val="150000"/>
              </a:lnSpc>
            </a:pPr>
            <a:endParaRPr lang="es-ES" dirty="0">
              <a:solidFill>
                <a:schemeClr val="accent1">
                  <a:lumMod val="50000"/>
                </a:schemeClr>
              </a:solidFill>
            </a:endParaRPr>
          </a:p>
        </p:txBody>
      </p:sp>
      <p:sp>
        <p:nvSpPr>
          <p:cNvPr id="9" name="CuadroTexto 8">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10" name="CuadroTexto 9">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13" name="CuadroTexto 12">
            <a:extLst>
              <a:ext uri="{FF2B5EF4-FFF2-40B4-BE49-F238E27FC236}">
                <a16:creationId xmlns:a16="http://schemas.microsoft.com/office/drawing/2014/main" id="{B721C4E8-F774-C602-C20C-95042CFF3868}"/>
              </a:ext>
            </a:extLst>
          </p:cNvPr>
          <p:cNvSpPr txBox="1"/>
          <p:nvPr/>
        </p:nvSpPr>
        <p:spPr>
          <a:xfrm>
            <a:off x="164744" y="619671"/>
            <a:ext cx="4179670" cy="400110"/>
          </a:xfrm>
          <a:prstGeom prst="rect">
            <a:avLst/>
          </a:prstGeom>
          <a:noFill/>
        </p:spPr>
        <p:txBody>
          <a:bodyPr wrap="none" rtlCol="0">
            <a:spAutoFit/>
          </a:bodyPr>
          <a:lstStyle/>
          <a:p>
            <a:r>
              <a:rPr lang="es-ES" sz="2000" b="1" dirty="0">
                <a:solidFill>
                  <a:schemeClr val="accent1">
                    <a:lumMod val="50000"/>
                  </a:schemeClr>
                </a:solidFill>
              </a:rPr>
              <a:t>Construcción de Árboles de Decisión. </a:t>
            </a:r>
          </a:p>
        </p:txBody>
      </p:sp>
      <mc:AlternateContent xmlns:mc="http://schemas.openxmlformats.org/markup-compatibility/2006" xmlns:a14="http://schemas.microsoft.com/office/drawing/2010/main">
        <mc:Choice Requires="a14">
          <p:graphicFrame>
            <p:nvGraphicFramePr>
              <p:cNvPr id="3" name="Tabla 2">
                <a:extLst>
                  <a:ext uri="{FF2B5EF4-FFF2-40B4-BE49-F238E27FC236}">
                    <a16:creationId xmlns:a16="http://schemas.microsoft.com/office/drawing/2014/main" id="{2D5F0057-F4FF-7703-8062-D4CDE69B467C}"/>
                  </a:ext>
                </a:extLst>
              </p:cNvPr>
              <p:cNvGraphicFramePr>
                <a:graphicFrameLocks noGrp="1"/>
              </p:cNvGraphicFramePr>
              <p:nvPr>
                <p:extLst>
                  <p:ext uri="{D42A27DB-BD31-4B8C-83A1-F6EECF244321}">
                    <p14:modId xmlns:p14="http://schemas.microsoft.com/office/powerpoint/2010/main" val="2147768786"/>
                  </p:ext>
                </p:extLst>
              </p:nvPr>
            </p:nvGraphicFramePr>
            <p:xfrm>
              <a:off x="422606" y="4418710"/>
              <a:ext cx="11023290" cy="2043050"/>
            </p:xfrm>
            <a:graphic>
              <a:graphicData uri="http://schemas.openxmlformats.org/drawingml/2006/table">
                <a:tbl>
                  <a:tblPr firstRow="1" bandRow="1">
                    <a:tableStyleId>{5C22544A-7EE6-4342-B048-85BDC9FD1C3A}</a:tableStyleId>
                  </a:tblPr>
                  <a:tblGrid>
                    <a:gridCol w="5511645">
                      <a:extLst>
                        <a:ext uri="{9D8B030D-6E8A-4147-A177-3AD203B41FA5}">
                          <a16:colId xmlns:a16="http://schemas.microsoft.com/office/drawing/2014/main" val="3705011071"/>
                        </a:ext>
                      </a:extLst>
                    </a:gridCol>
                    <a:gridCol w="5511645">
                      <a:extLst>
                        <a:ext uri="{9D8B030D-6E8A-4147-A177-3AD203B41FA5}">
                          <a16:colId xmlns:a16="http://schemas.microsoft.com/office/drawing/2014/main" val="1588234029"/>
                        </a:ext>
                      </a:extLst>
                    </a:gridCol>
                  </a:tblGrid>
                  <a:tr h="370840">
                    <a:tc>
                      <a:txBody>
                        <a:bodyPr/>
                        <a:lstStyle/>
                        <a:p>
                          <a:pPr algn="ctr"/>
                          <a:r>
                            <a:rPr lang="es-ES" dirty="0">
                              <a:solidFill>
                                <a:schemeClr val="accent1">
                                  <a:lumMod val="50000"/>
                                </a:schemeClr>
                              </a:solidFill>
                            </a:rPr>
                            <a:t>Coeficiente de Impureza de Gini</a:t>
                          </a:r>
                        </a:p>
                        <a:p>
                          <a:pPr algn="ctr"/>
                          <a:endParaRPr lang="es-ES" sz="1000" dirty="0">
                            <a:solidFill>
                              <a:schemeClr val="accent1">
                                <a:lumMod val="50000"/>
                              </a:schemeClr>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dirty="0">
                              <a:solidFill>
                                <a:schemeClr val="accent1">
                                  <a:lumMod val="50000"/>
                                </a:schemeClr>
                              </a:solidFill>
                            </a:rPr>
                            <a:t>Medida de Entropía</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46602529"/>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s-ES"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𝐺</m:t>
                                    </m:r>
                                  </m:e>
                                  <m:sub>
                                    <m:r>
                                      <a:rPr lang="es-ES" b="0" i="1" smtClean="0">
                                        <a:solidFill>
                                          <a:schemeClr val="accent1">
                                            <a:lumMod val="50000"/>
                                          </a:schemeClr>
                                        </a:solidFill>
                                        <a:latin typeface="Cambria Math" panose="02040503050406030204" pitchFamily="18" charset="0"/>
                                      </a:rPr>
                                      <m:t>𝑖</m:t>
                                    </m:r>
                                  </m:sub>
                                </m:sSub>
                                <m:r>
                                  <a:rPr lang="es-ES" b="0" i="1" smtClean="0">
                                    <a:solidFill>
                                      <a:schemeClr val="accent1">
                                        <a:lumMod val="50000"/>
                                      </a:schemeClr>
                                    </a:solidFill>
                                    <a:latin typeface="Cambria Math" panose="02040503050406030204" pitchFamily="18" charset="0"/>
                                  </a:rPr>
                                  <m:t>=1−</m:t>
                                </m:r>
                                <m:nary>
                                  <m:naryPr>
                                    <m:chr m:val="∑"/>
                                    <m:ctrlPr>
                                      <a:rPr lang="es-ES" b="0" i="1" smtClean="0">
                                        <a:solidFill>
                                          <a:schemeClr val="accent1">
                                            <a:lumMod val="50000"/>
                                          </a:schemeClr>
                                        </a:solidFill>
                                        <a:latin typeface="Cambria Math" panose="02040503050406030204" pitchFamily="18" charset="0"/>
                                      </a:rPr>
                                    </m:ctrlPr>
                                  </m:naryPr>
                                  <m:sub>
                                    <m:r>
                                      <m:rPr>
                                        <m:brk m:alnAt="23"/>
                                      </m:rPr>
                                      <a:rPr lang="es-ES" b="0" i="1" smtClean="0">
                                        <a:solidFill>
                                          <a:schemeClr val="accent1">
                                            <a:lumMod val="50000"/>
                                          </a:schemeClr>
                                        </a:solidFill>
                                        <a:latin typeface="Cambria Math" panose="02040503050406030204" pitchFamily="18" charset="0"/>
                                      </a:rPr>
                                      <m:t>𝑘</m:t>
                                    </m:r>
                                    <m:r>
                                      <a:rPr lang="es-ES" b="0" i="1" smtClean="0">
                                        <a:solidFill>
                                          <a:schemeClr val="accent1">
                                            <a:lumMod val="50000"/>
                                          </a:schemeClr>
                                        </a:solidFill>
                                        <a:latin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rPr>
                                      <m:t>𝐾</m:t>
                                    </m:r>
                                  </m:sup>
                                  <m:e>
                                    <m:sSubSup>
                                      <m:sSubSupPr>
                                        <m:ctrlPr>
                                          <a:rPr lang="es-ES" b="0" i="1" smtClean="0">
                                            <a:solidFill>
                                              <a:schemeClr val="accent1">
                                                <a:lumMod val="50000"/>
                                              </a:schemeClr>
                                            </a:solidFill>
                                            <a:latin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rPr>
                                          <m:t>𝑝</m:t>
                                        </m:r>
                                      </m:e>
                                      <m:sub>
                                        <m:r>
                                          <a:rPr lang="es-ES" b="0" i="1" smtClean="0">
                                            <a:solidFill>
                                              <a:schemeClr val="accent1">
                                                <a:lumMod val="50000"/>
                                              </a:schemeClr>
                                            </a:solidFill>
                                            <a:latin typeface="Cambria Math" panose="02040503050406030204" pitchFamily="18" charset="0"/>
                                          </a:rPr>
                                          <m:t>𝑖𝑘</m:t>
                                        </m:r>
                                      </m:sub>
                                      <m:sup>
                                        <m:r>
                                          <a:rPr lang="es-ES" b="0" i="1" smtClean="0">
                                            <a:solidFill>
                                              <a:schemeClr val="accent1">
                                                <a:lumMod val="50000"/>
                                              </a:schemeClr>
                                            </a:solidFill>
                                            <a:latin typeface="Cambria Math" panose="02040503050406030204" pitchFamily="18" charset="0"/>
                                          </a:rPr>
                                          <m:t>2</m:t>
                                        </m:r>
                                      </m:sup>
                                    </m:sSubSup>
                                  </m:e>
                                </m:nary>
                                <m:r>
                                  <a:rPr lang="es-ES" b="0" i="1" smtClean="0">
                                    <a:solidFill>
                                      <a:schemeClr val="accent1">
                                        <a:lumMod val="50000"/>
                                      </a:schemeClr>
                                    </a:solidFill>
                                    <a:latin typeface="Cambria Math" panose="02040503050406030204" pitchFamily="18" charset="0"/>
                                  </a:rPr>
                                  <m:t>;        </m:t>
                                </m:r>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𝑝</m:t>
                                    </m:r>
                                  </m:e>
                                  <m:sub>
                                    <m:r>
                                      <a:rPr lang="es-ES" b="0" i="1" smtClean="0">
                                        <a:solidFill>
                                          <a:schemeClr val="accent1">
                                            <a:lumMod val="50000"/>
                                          </a:schemeClr>
                                        </a:solidFill>
                                        <a:latin typeface="Cambria Math" panose="02040503050406030204" pitchFamily="18" charset="0"/>
                                      </a:rPr>
                                      <m:t>𝑖𝑘</m:t>
                                    </m:r>
                                  </m:sub>
                                </m:sSub>
                                <m:r>
                                  <a:rPr lang="es-ES" b="0" i="1" smtClean="0">
                                    <a:solidFill>
                                      <a:schemeClr val="accent1">
                                        <a:lumMod val="50000"/>
                                      </a:schemeClr>
                                    </a:solidFill>
                                    <a:latin typeface="Cambria Math" panose="02040503050406030204" pitchFamily="18" charset="0"/>
                                  </a:rPr>
                                  <m:t>=</m:t>
                                </m:r>
                                <m:f>
                                  <m:fPr>
                                    <m:ctrlPr>
                                      <a:rPr lang="es-ES" b="0" i="1" smtClean="0">
                                        <a:solidFill>
                                          <a:schemeClr val="accent1">
                                            <a:lumMod val="50000"/>
                                          </a:schemeClr>
                                        </a:solidFill>
                                        <a:latin typeface="Cambria Math" panose="02040503050406030204" pitchFamily="18" charset="0"/>
                                      </a:rPr>
                                    </m:ctrlPr>
                                  </m:fPr>
                                  <m:num>
                                    <m:r>
                                      <a:rPr lang="es-ES" b="0" i="1" smtClean="0">
                                        <a:solidFill>
                                          <a:schemeClr val="accent1">
                                            <a:lumMod val="50000"/>
                                          </a:schemeClr>
                                        </a:solidFill>
                                        <a:latin typeface="Cambria Math" panose="02040503050406030204" pitchFamily="18" charset="0"/>
                                      </a:rPr>
                                      <m:t>#</m:t>
                                    </m:r>
                                    <m:sSubSup>
                                      <m:sSubSupPr>
                                        <m:ctrlPr>
                                          <a:rPr lang="es-ES" b="0" i="1" smtClean="0">
                                            <a:solidFill>
                                              <a:schemeClr val="accent1">
                                                <a:lumMod val="50000"/>
                                              </a:schemeClr>
                                            </a:solidFill>
                                            <a:latin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rPr>
                                          <m:t>𝑁</m:t>
                                        </m:r>
                                      </m:e>
                                      <m:sub>
                                        <m:r>
                                          <a:rPr lang="es-ES" b="0" i="1" smtClean="0">
                                            <a:solidFill>
                                              <a:schemeClr val="accent1">
                                                <a:lumMod val="50000"/>
                                              </a:schemeClr>
                                            </a:solidFill>
                                            <a:latin typeface="Cambria Math" panose="02040503050406030204" pitchFamily="18" charset="0"/>
                                          </a:rPr>
                                          <m:t>𝑖</m:t>
                                        </m:r>
                                      </m:sub>
                                      <m:sup>
                                        <m:r>
                                          <a:rPr lang="es-ES" b="0" i="1" smtClean="0">
                                            <a:solidFill>
                                              <a:schemeClr val="accent1">
                                                <a:lumMod val="50000"/>
                                              </a:schemeClr>
                                            </a:solidFill>
                                            <a:latin typeface="Cambria Math" panose="02040503050406030204" pitchFamily="18" charset="0"/>
                                          </a:rPr>
                                          <m:t>𝑘</m:t>
                                        </m:r>
                                      </m:sup>
                                    </m:sSubSup>
                                  </m:num>
                                  <m:den>
                                    <m:r>
                                      <a:rPr lang="es-ES" b="0" i="1" smtClean="0">
                                        <a:solidFill>
                                          <a:schemeClr val="accent1">
                                            <a:lumMod val="50000"/>
                                          </a:schemeClr>
                                        </a:solidFill>
                                        <a:latin typeface="Cambria Math" panose="02040503050406030204" pitchFamily="18" charset="0"/>
                                      </a:rPr>
                                      <m:t>#</m:t>
                                    </m:r>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𝑁</m:t>
                                        </m:r>
                                      </m:e>
                                      <m:sub>
                                        <m:r>
                                          <a:rPr lang="es-ES" b="0" i="1" smtClean="0">
                                            <a:solidFill>
                                              <a:schemeClr val="accent1">
                                                <a:lumMod val="50000"/>
                                              </a:schemeClr>
                                            </a:solidFill>
                                            <a:latin typeface="Cambria Math" panose="02040503050406030204" pitchFamily="18" charset="0"/>
                                          </a:rPr>
                                          <m:t>𝑖</m:t>
                                        </m:r>
                                      </m:sub>
                                    </m:sSub>
                                  </m:den>
                                </m:f>
                              </m:oMath>
                            </m:oMathPara>
                          </a14:m>
                          <a:endParaRPr lang="es-ES" dirty="0">
                            <a:solidFill>
                              <a:schemeClr val="accent1">
                                <a:lumMod val="50000"/>
                              </a:schemeClr>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ES" b="0" i="1" smtClean="0">
                                    <a:solidFill>
                                      <a:schemeClr val="accent1">
                                        <a:lumMod val="50000"/>
                                      </a:schemeClr>
                                    </a:solidFill>
                                    <a:latin typeface="Cambria Math" panose="02040503050406030204" pitchFamily="18" charset="0"/>
                                  </a:rPr>
                                  <m:t> </m:t>
                                </m:r>
                                <m:sSub>
                                  <m:sSubPr>
                                    <m:ctrlPr>
                                      <a:rPr lang="es-ES"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𝐻</m:t>
                                    </m:r>
                                  </m:e>
                                  <m:sub>
                                    <m:r>
                                      <a:rPr lang="es-ES" b="0" i="1" smtClean="0">
                                        <a:solidFill>
                                          <a:schemeClr val="accent1">
                                            <a:lumMod val="50000"/>
                                          </a:schemeClr>
                                        </a:solidFill>
                                        <a:latin typeface="Cambria Math" panose="02040503050406030204" pitchFamily="18" charset="0"/>
                                      </a:rPr>
                                      <m:t>𝑖</m:t>
                                    </m:r>
                                  </m:sub>
                                </m:sSub>
                                <m:r>
                                  <a:rPr lang="es-ES" b="0" i="1" smtClean="0">
                                    <a:solidFill>
                                      <a:schemeClr val="accent1">
                                        <a:lumMod val="50000"/>
                                      </a:schemeClr>
                                    </a:solidFill>
                                    <a:latin typeface="Cambria Math" panose="02040503050406030204" pitchFamily="18" charset="0"/>
                                  </a:rPr>
                                  <m:t>=−</m:t>
                                </m:r>
                                <m:nary>
                                  <m:naryPr>
                                    <m:chr m:val="∑"/>
                                    <m:ctrlPr>
                                      <a:rPr lang="es-ES" b="0" i="1" smtClean="0">
                                        <a:solidFill>
                                          <a:schemeClr val="accent1">
                                            <a:lumMod val="50000"/>
                                          </a:schemeClr>
                                        </a:solidFill>
                                        <a:latin typeface="Cambria Math" panose="02040503050406030204" pitchFamily="18" charset="0"/>
                                      </a:rPr>
                                    </m:ctrlPr>
                                  </m:naryPr>
                                  <m:sub>
                                    <m:r>
                                      <m:rPr>
                                        <m:brk m:alnAt="23"/>
                                      </m:rPr>
                                      <a:rPr lang="es-ES" b="0" i="1" smtClean="0">
                                        <a:solidFill>
                                          <a:schemeClr val="accent1">
                                            <a:lumMod val="50000"/>
                                          </a:schemeClr>
                                        </a:solidFill>
                                        <a:latin typeface="Cambria Math" panose="02040503050406030204" pitchFamily="18" charset="0"/>
                                      </a:rPr>
                                      <m:t>𝑘</m:t>
                                    </m:r>
                                    <m:r>
                                      <a:rPr lang="es-ES" b="0" i="1" smtClean="0">
                                        <a:solidFill>
                                          <a:schemeClr val="accent1">
                                            <a:lumMod val="50000"/>
                                          </a:schemeClr>
                                        </a:solidFill>
                                        <a:latin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rPr>
                                      <m:t>𝐾</m:t>
                                    </m:r>
                                  </m:sup>
                                  <m:e>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𝑝</m:t>
                                        </m:r>
                                      </m:e>
                                      <m:sub>
                                        <m:r>
                                          <a:rPr lang="es-ES" i="1">
                                            <a:solidFill>
                                              <a:schemeClr val="accent1">
                                                <a:lumMod val="50000"/>
                                              </a:schemeClr>
                                            </a:solidFill>
                                            <a:latin typeface="Cambria Math" panose="02040503050406030204" pitchFamily="18" charset="0"/>
                                          </a:rPr>
                                          <m:t>𝑖𝑘</m:t>
                                        </m:r>
                                      </m:sub>
                                    </m:sSub>
                                    <m:func>
                                      <m:funcPr>
                                        <m:ctrlPr>
                                          <a:rPr lang="es-ES" i="1" smtClean="0">
                                            <a:solidFill>
                                              <a:schemeClr val="accent1">
                                                <a:lumMod val="50000"/>
                                              </a:schemeClr>
                                            </a:solidFill>
                                            <a:latin typeface="Cambria Math" panose="02040503050406030204" pitchFamily="18" charset="0"/>
                                          </a:rPr>
                                        </m:ctrlPr>
                                      </m:funcPr>
                                      <m:fName>
                                        <m:sSub>
                                          <m:sSubPr>
                                            <m:ctrlPr>
                                              <a:rPr lang="es-ES" i="1" smtClean="0">
                                                <a:solidFill>
                                                  <a:schemeClr val="accent1">
                                                    <a:lumMod val="50000"/>
                                                  </a:schemeClr>
                                                </a:solidFill>
                                                <a:latin typeface="Cambria Math" panose="02040503050406030204" pitchFamily="18" charset="0"/>
                                              </a:rPr>
                                            </m:ctrlPr>
                                          </m:sSubPr>
                                          <m:e>
                                            <m:r>
                                              <m:rPr>
                                                <m:sty m:val="p"/>
                                              </m:rPr>
                                              <a:rPr lang="es-ES" i="0" smtClean="0">
                                                <a:solidFill>
                                                  <a:schemeClr val="accent1">
                                                    <a:lumMod val="50000"/>
                                                  </a:schemeClr>
                                                </a:solidFill>
                                                <a:latin typeface="Cambria Math" panose="02040503050406030204" pitchFamily="18" charset="0"/>
                                              </a:rPr>
                                              <m:t>log</m:t>
                                            </m:r>
                                          </m:e>
                                          <m:sub>
                                            <m:r>
                                              <a:rPr lang="es-ES" b="0" i="1" smtClean="0">
                                                <a:solidFill>
                                                  <a:schemeClr val="accent1">
                                                    <a:lumMod val="50000"/>
                                                  </a:schemeClr>
                                                </a:solidFill>
                                                <a:latin typeface="Cambria Math" panose="02040503050406030204" pitchFamily="18" charset="0"/>
                                              </a:rPr>
                                              <m:t>2</m:t>
                                            </m:r>
                                          </m:sub>
                                        </m:sSub>
                                      </m:fName>
                                      <m:e>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𝑝</m:t>
                                            </m:r>
                                          </m:e>
                                          <m:sub>
                                            <m:r>
                                              <a:rPr lang="es-ES" i="1">
                                                <a:solidFill>
                                                  <a:schemeClr val="accent1">
                                                    <a:lumMod val="50000"/>
                                                  </a:schemeClr>
                                                </a:solidFill>
                                                <a:latin typeface="Cambria Math" panose="02040503050406030204" pitchFamily="18" charset="0"/>
                                              </a:rPr>
                                              <m:t>𝑖𝑘</m:t>
                                            </m:r>
                                          </m:sub>
                                        </m:sSub>
                                      </m:e>
                                    </m:func>
                                  </m:e>
                                </m:nary>
                                <m:r>
                                  <a:rPr lang="es-ES" b="0" i="1" smtClean="0">
                                    <a:solidFill>
                                      <a:schemeClr val="accent1">
                                        <a:lumMod val="50000"/>
                                      </a:schemeClr>
                                    </a:solidFill>
                                    <a:latin typeface="Cambria Math" panose="02040503050406030204" pitchFamily="18" charset="0"/>
                                  </a:rPr>
                                  <m:t>;         </m:t>
                                </m:r>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 </m:t>
                                    </m:r>
                                    <m:r>
                                      <a:rPr lang="es-ES" b="0" i="1" smtClean="0">
                                        <a:solidFill>
                                          <a:schemeClr val="accent1">
                                            <a:lumMod val="50000"/>
                                          </a:schemeClr>
                                        </a:solidFill>
                                        <a:latin typeface="Cambria Math" panose="02040503050406030204" pitchFamily="18" charset="0"/>
                                      </a:rPr>
                                      <m:t>𝑝</m:t>
                                    </m:r>
                                  </m:e>
                                  <m:sub>
                                    <m:r>
                                      <a:rPr lang="es-ES" b="0" i="1" smtClean="0">
                                        <a:solidFill>
                                          <a:schemeClr val="accent1">
                                            <a:lumMod val="50000"/>
                                          </a:schemeClr>
                                        </a:solidFill>
                                        <a:latin typeface="Cambria Math" panose="02040503050406030204" pitchFamily="18" charset="0"/>
                                      </a:rPr>
                                      <m:t>𝑖𝑘</m:t>
                                    </m:r>
                                  </m:sub>
                                </m:sSub>
                                <m:r>
                                  <a:rPr lang="es-ES" b="0" i="1" smtClean="0">
                                    <a:solidFill>
                                      <a:schemeClr val="accent1">
                                        <a:lumMod val="50000"/>
                                      </a:schemeClr>
                                    </a:solidFill>
                                    <a:latin typeface="Cambria Math" panose="02040503050406030204" pitchFamily="18" charset="0"/>
                                  </a:rPr>
                                  <m:t>=</m:t>
                                </m:r>
                                <m:f>
                                  <m:fPr>
                                    <m:ctrlPr>
                                      <a:rPr lang="es-ES" b="0" i="1" smtClean="0">
                                        <a:solidFill>
                                          <a:schemeClr val="accent1">
                                            <a:lumMod val="50000"/>
                                          </a:schemeClr>
                                        </a:solidFill>
                                        <a:latin typeface="Cambria Math" panose="02040503050406030204" pitchFamily="18" charset="0"/>
                                      </a:rPr>
                                    </m:ctrlPr>
                                  </m:fPr>
                                  <m:num>
                                    <m:r>
                                      <a:rPr lang="es-ES" b="0" i="1" smtClean="0">
                                        <a:solidFill>
                                          <a:schemeClr val="accent1">
                                            <a:lumMod val="50000"/>
                                          </a:schemeClr>
                                        </a:solidFill>
                                        <a:latin typeface="Cambria Math" panose="02040503050406030204" pitchFamily="18" charset="0"/>
                                      </a:rPr>
                                      <m:t>#</m:t>
                                    </m:r>
                                    <m:sSubSup>
                                      <m:sSubSupPr>
                                        <m:ctrlPr>
                                          <a:rPr lang="es-ES" b="0" i="1" smtClean="0">
                                            <a:solidFill>
                                              <a:schemeClr val="accent1">
                                                <a:lumMod val="50000"/>
                                              </a:schemeClr>
                                            </a:solidFill>
                                            <a:latin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rPr>
                                          <m:t>𝑁</m:t>
                                        </m:r>
                                      </m:e>
                                      <m:sub>
                                        <m:r>
                                          <a:rPr lang="es-ES" b="0" i="1" smtClean="0">
                                            <a:solidFill>
                                              <a:schemeClr val="accent1">
                                                <a:lumMod val="50000"/>
                                              </a:schemeClr>
                                            </a:solidFill>
                                            <a:latin typeface="Cambria Math" panose="02040503050406030204" pitchFamily="18" charset="0"/>
                                          </a:rPr>
                                          <m:t>𝑖</m:t>
                                        </m:r>
                                      </m:sub>
                                      <m:sup>
                                        <m:r>
                                          <a:rPr lang="es-ES" b="0" i="1" smtClean="0">
                                            <a:solidFill>
                                              <a:schemeClr val="accent1">
                                                <a:lumMod val="50000"/>
                                              </a:schemeClr>
                                            </a:solidFill>
                                            <a:latin typeface="Cambria Math" panose="02040503050406030204" pitchFamily="18" charset="0"/>
                                          </a:rPr>
                                          <m:t>𝑘</m:t>
                                        </m:r>
                                      </m:sup>
                                    </m:sSubSup>
                                  </m:num>
                                  <m:den>
                                    <m:r>
                                      <a:rPr lang="es-ES" b="0" i="1" smtClean="0">
                                        <a:solidFill>
                                          <a:schemeClr val="accent1">
                                            <a:lumMod val="50000"/>
                                          </a:schemeClr>
                                        </a:solidFill>
                                        <a:latin typeface="Cambria Math" panose="02040503050406030204" pitchFamily="18" charset="0"/>
                                      </a:rPr>
                                      <m:t>#</m:t>
                                    </m:r>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𝑁</m:t>
                                        </m:r>
                                      </m:e>
                                      <m:sub>
                                        <m:r>
                                          <a:rPr lang="es-ES" b="0" i="1" smtClean="0">
                                            <a:solidFill>
                                              <a:schemeClr val="accent1">
                                                <a:lumMod val="50000"/>
                                              </a:schemeClr>
                                            </a:solidFill>
                                            <a:latin typeface="Cambria Math" panose="02040503050406030204" pitchFamily="18" charset="0"/>
                                          </a:rPr>
                                          <m:t>𝑖</m:t>
                                        </m:r>
                                      </m:sub>
                                    </m:sSub>
                                  </m:den>
                                </m:f>
                              </m:oMath>
                            </m:oMathPara>
                          </a14:m>
                          <a:endParaRPr lang="es-ES" dirty="0">
                            <a:solidFill>
                              <a:schemeClr val="accent1">
                                <a:lumMod val="50000"/>
                              </a:schemeClr>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68270214"/>
                      </a:ext>
                    </a:extLst>
                  </a:tr>
                  <a:tr h="370840">
                    <a:tc gridSpan="2">
                      <a:txBody>
                        <a:bodyPr/>
                        <a:lstStyle/>
                        <a:p>
                          <a:pPr lvl="0" algn="ctr"/>
                          <a14:m>
                            <m:oMath xmlns:m="http://schemas.openxmlformats.org/officeDocument/2006/math">
                              <m:r>
                                <a:rPr lang="es-ES" b="0" i="1" smtClean="0">
                                  <a:solidFill>
                                    <a:schemeClr val="accent1">
                                      <a:lumMod val="50000"/>
                                    </a:schemeClr>
                                  </a:solidFill>
                                  <a:latin typeface="Cambria Math" panose="02040503050406030204" pitchFamily="18" charset="0"/>
                                </a:rPr>
                                <m:t>#</m:t>
                              </m:r>
                              <m:sSubSup>
                                <m:sSubSupPr>
                                  <m:ctrlPr>
                                    <a:rPr lang="es-ES" b="0" i="1" smtClean="0">
                                      <a:solidFill>
                                        <a:schemeClr val="accent1">
                                          <a:lumMod val="50000"/>
                                        </a:schemeClr>
                                      </a:solidFill>
                                      <a:latin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rPr>
                                    <m:t>𝑁</m:t>
                                  </m:r>
                                </m:e>
                                <m:sub>
                                  <m:r>
                                    <a:rPr lang="es-ES" b="0" i="1" smtClean="0">
                                      <a:solidFill>
                                        <a:schemeClr val="accent1">
                                          <a:lumMod val="50000"/>
                                        </a:schemeClr>
                                      </a:solidFill>
                                      <a:latin typeface="Cambria Math" panose="02040503050406030204" pitchFamily="18" charset="0"/>
                                    </a:rPr>
                                    <m:t>𝑖</m:t>
                                  </m:r>
                                </m:sub>
                                <m:sup>
                                  <m:r>
                                    <a:rPr lang="es-ES" b="0" i="1" smtClean="0">
                                      <a:solidFill>
                                        <a:schemeClr val="accent1">
                                          <a:lumMod val="50000"/>
                                        </a:schemeClr>
                                      </a:solidFill>
                                      <a:latin typeface="Cambria Math" panose="02040503050406030204" pitchFamily="18" charset="0"/>
                                    </a:rPr>
                                    <m:t>𝑘</m:t>
                                  </m:r>
                                </m:sup>
                              </m:sSubSup>
                            </m:oMath>
                          </a14:m>
                          <a:r>
                            <a:rPr lang="es-ES" dirty="0">
                              <a:solidFill>
                                <a:schemeClr val="accent1">
                                  <a:lumMod val="50000"/>
                                </a:schemeClr>
                              </a:solidFill>
                            </a:rPr>
                            <a:t> número de datos de la clase 𝑘 en el nodo 𝑖</a:t>
                          </a:r>
                        </a:p>
                        <a:p>
                          <a:pPr lvl="0" algn="ctr"/>
                          <a14:m>
                            <m:oMath xmlns:m="http://schemas.openxmlformats.org/officeDocument/2006/math">
                              <m:r>
                                <a:rPr lang="es-ES" b="0" i="1" smtClean="0">
                                  <a:solidFill>
                                    <a:schemeClr val="accent1">
                                      <a:lumMod val="50000"/>
                                    </a:schemeClr>
                                  </a:solidFill>
                                  <a:latin typeface="Cambria Math" panose="02040503050406030204" pitchFamily="18" charset="0"/>
                                </a:rPr>
                                <m:t>#</m:t>
                              </m:r>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𝑁</m:t>
                                  </m:r>
                                </m:e>
                                <m:sub>
                                  <m:r>
                                    <a:rPr lang="es-ES" b="0" i="1" smtClean="0">
                                      <a:solidFill>
                                        <a:schemeClr val="accent1">
                                          <a:lumMod val="50000"/>
                                        </a:schemeClr>
                                      </a:solidFill>
                                      <a:latin typeface="Cambria Math" panose="02040503050406030204" pitchFamily="18" charset="0"/>
                                    </a:rPr>
                                    <m:t>𝑖</m:t>
                                  </m:r>
                                </m:sub>
                              </m:sSub>
                            </m:oMath>
                          </a14:m>
                          <a:r>
                            <a:rPr lang="es-ES" dirty="0">
                              <a:solidFill>
                                <a:schemeClr val="accent1">
                                  <a:lumMod val="50000"/>
                                </a:schemeClr>
                              </a:solidFill>
                            </a:rPr>
                            <a:t> número de datos totales en el nodo 𝑖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s-ES" dirty="0">
                            <a:solidFill>
                              <a:schemeClr val="accent1">
                                <a:lumMod val="50000"/>
                              </a:schemeClr>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08118737"/>
                      </a:ext>
                    </a:extLst>
                  </a:tr>
                </a:tbl>
              </a:graphicData>
            </a:graphic>
          </p:graphicFrame>
        </mc:Choice>
        <mc:Fallback xmlns="">
          <p:graphicFrame>
            <p:nvGraphicFramePr>
              <p:cNvPr id="3" name="Tabla 2">
                <a:extLst>
                  <a:ext uri="{FF2B5EF4-FFF2-40B4-BE49-F238E27FC236}">
                    <a16:creationId xmlns:a16="http://schemas.microsoft.com/office/drawing/2014/main" id="{2D5F0057-F4FF-7703-8062-D4CDE69B467C}"/>
                  </a:ext>
                </a:extLst>
              </p:cNvPr>
              <p:cNvGraphicFramePr>
                <a:graphicFrameLocks noGrp="1"/>
              </p:cNvGraphicFramePr>
              <p:nvPr>
                <p:extLst>
                  <p:ext uri="{D42A27DB-BD31-4B8C-83A1-F6EECF244321}">
                    <p14:modId xmlns:p14="http://schemas.microsoft.com/office/powerpoint/2010/main" val="2147768786"/>
                  </p:ext>
                </p:extLst>
              </p:nvPr>
            </p:nvGraphicFramePr>
            <p:xfrm>
              <a:off x="422606" y="4418710"/>
              <a:ext cx="11023290" cy="2043050"/>
            </p:xfrm>
            <a:graphic>
              <a:graphicData uri="http://schemas.openxmlformats.org/drawingml/2006/table">
                <a:tbl>
                  <a:tblPr firstRow="1" bandRow="1">
                    <a:tableStyleId>{5C22544A-7EE6-4342-B048-85BDC9FD1C3A}</a:tableStyleId>
                  </a:tblPr>
                  <a:tblGrid>
                    <a:gridCol w="5511645">
                      <a:extLst>
                        <a:ext uri="{9D8B030D-6E8A-4147-A177-3AD203B41FA5}">
                          <a16:colId xmlns:a16="http://schemas.microsoft.com/office/drawing/2014/main" val="3705011071"/>
                        </a:ext>
                      </a:extLst>
                    </a:gridCol>
                    <a:gridCol w="5511645">
                      <a:extLst>
                        <a:ext uri="{9D8B030D-6E8A-4147-A177-3AD203B41FA5}">
                          <a16:colId xmlns:a16="http://schemas.microsoft.com/office/drawing/2014/main" val="1588234029"/>
                        </a:ext>
                      </a:extLst>
                    </a:gridCol>
                  </a:tblGrid>
                  <a:tr h="518160">
                    <a:tc>
                      <a:txBody>
                        <a:bodyPr/>
                        <a:lstStyle/>
                        <a:p>
                          <a:pPr algn="ctr"/>
                          <a:r>
                            <a:rPr lang="es-ES" dirty="0">
                              <a:solidFill>
                                <a:schemeClr val="accent1">
                                  <a:lumMod val="50000"/>
                                </a:schemeClr>
                              </a:solidFill>
                            </a:rPr>
                            <a:t>Coeficiente de Impureza de Gini</a:t>
                          </a:r>
                        </a:p>
                        <a:p>
                          <a:pPr algn="ctr"/>
                          <a:endParaRPr lang="es-ES" sz="1000" dirty="0">
                            <a:solidFill>
                              <a:schemeClr val="accent1">
                                <a:lumMod val="50000"/>
                              </a:schemeClr>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dirty="0">
                              <a:solidFill>
                                <a:schemeClr val="accent1">
                                  <a:lumMod val="50000"/>
                                </a:schemeClr>
                              </a:solidFill>
                            </a:rPr>
                            <a:t>Medida de Entropía</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46602529"/>
                      </a:ext>
                    </a:extLst>
                  </a:tr>
                  <a:tr h="862775">
                    <a:tc>
                      <a:txBody>
                        <a:bodyPr/>
                        <a:lstStyle/>
                        <a:p>
                          <a:endParaRPr lang="es-ES"/>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blipFill>
                          <a:blip r:embed="rId2"/>
                          <a:stretch>
                            <a:fillRect l="-110" t="-63380" r="-100110" b="-88028"/>
                          </a:stretch>
                        </a:blipFill>
                      </a:tcPr>
                    </a:tc>
                    <a:tc>
                      <a:txBody>
                        <a:bodyPr/>
                        <a:lstStyle/>
                        <a:p>
                          <a:endParaRPr lang="es-ES"/>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blipFill>
                          <a:blip r:embed="rId2"/>
                          <a:stretch>
                            <a:fillRect l="-100221" t="-63380" r="-221" b="-88028"/>
                          </a:stretch>
                        </a:blipFill>
                      </a:tcPr>
                    </a:tc>
                    <a:extLst>
                      <a:ext uri="{0D108BD9-81ED-4DB2-BD59-A6C34878D82A}">
                        <a16:rowId xmlns:a16="http://schemas.microsoft.com/office/drawing/2014/main" val="4168270214"/>
                      </a:ext>
                    </a:extLst>
                  </a:tr>
                  <a:tr h="662115">
                    <a:tc gridSpan="2">
                      <a:txBody>
                        <a:bodyPr/>
                        <a:lstStyle/>
                        <a:p>
                          <a:endParaRPr lang="es-E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55" t="-212844" r="-111" b="-14679"/>
                          </a:stretch>
                        </a:blipFill>
                      </a:tcPr>
                    </a:tc>
                    <a:tc hMerge="1">
                      <a:txBody>
                        <a:bodyPr/>
                        <a:lstStyle/>
                        <a:p>
                          <a:endParaRPr lang="es-ES" dirty="0">
                            <a:solidFill>
                              <a:schemeClr val="accent1">
                                <a:lumMod val="50000"/>
                              </a:schemeClr>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08118737"/>
                      </a:ext>
                    </a:extLst>
                  </a:tr>
                </a:tbl>
              </a:graphicData>
            </a:graphic>
          </p:graphicFrame>
        </mc:Fallback>
      </mc:AlternateContent>
    </p:spTree>
    <p:extLst>
      <p:ext uri="{BB962C8B-B14F-4D97-AF65-F5344CB8AC3E}">
        <p14:creationId xmlns:p14="http://schemas.microsoft.com/office/powerpoint/2010/main" val="68654421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22</a:t>
            </a:fld>
            <a:endParaRPr lang="es-ES">
              <a:solidFill>
                <a:prstClr val="black">
                  <a:tint val="75000"/>
                </a:prstClr>
              </a:solidFill>
            </a:endParaRPr>
          </a:p>
        </p:txBody>
      </p:sp>
      <p:sp>
        <p:nvSpPr>
          <p:cNvPr id="11" name="CuadroTexto 10">
            <a:extLst>
              <a:ext uri="{FF2B5EF4-FFF2-40B4-BE49-F238E27FC236}">
                <a16:creationId xmlns:a16="http://schemas.microsoft.com/office/drawing/2014/main" id="{BE7A0595-F997-C90C-2B48-DD52AEEF89B2}"/>
              </a:ext>
            </a:extLst>
          </p:cNvPr>
          <p:cNvSpPr txBox="1"/>
          <p:nvPr/>
        </p:nvSpPr>
        <p:spPr>
          <a:xfrm>
            <a:off x="232042" y="1019781"/>
            <a:ext cx="11537352" cy="1157368"/>
          </a:xfrm>
          <a:prstGeom prst="rect">
            <a:avLst/>
          </a:prstGeom>
          <a:noFill/>
        </p:spPr>
        <p:txBody>
          <a:bodyPr wrap="square">
            <a:spAutoFit/>
          </a:bodyPr>
          <a:lstStyle/>
          <a:p>
            <a:r>
              <a:rPr lang="es-ES" b="1" dirty="0">
                <a:solidFill>
                  <a:schemeClr val="accent1">
                    <a:lumMod val="50000"/>
                  </a:schemeClr>
                </a:solidFill>
              </a:rPr>
              <a:t>Algoritmo:</a:t>
            </a:r>
            <a:endParaRPr lang="es-ES" dirty="0">
              <a:solidFill>
                <a:schemeClr val="accent1">
                  <a:lumMod val="50000"/>
                </a:schemeClr>
              </a:solidFill>
            </a:endParaRPr>
          </a:p>
          <a:p>
            <a:pPr marL="800100" lvl="1" indent="-342900">
              <a:lnSpc>
                <a:spcPct val="150000"/>
              </a:lnSpc>
              <a:buFont typeface="+mj-lt"/>
              <a:buAutoNum type="arabicPeriod"/>
            </a:pPr>
            <a:r>
              <a:rPr lang="es-ES" b="1" dirty="0">
                <a:solidFill>
                  <a:schemeClr val="accent1">
                    <a:lumMod val="50000"/>
                  </a:schemeClr>
                </a:solidFill>
              </a:rPr>
              <a:t>Seleccionar la característica que mejor separa los datos</a:t>
            </a:r>
            <a:endParaRPr lang="es-ES" dirty="0">
              <a:solidFill>
                <a:schemeClr val="accent1">
                  <a:lumMod val="50000"/>
                </a:schemeClr>
              </a:solidFill>
            </a:endParaRPr>
          </a:p>
          <a:p>
            <a:pPr lvl="2">
              <a:lnSpc>
                <a:spcPct val="150000"/>
              </a:lnSpc>
            </a:pPr>
            <a:endParaRPr lang="es-ES" dirty="0">
              <a:solidFill>
                <a:schemeClr val="accent1">
                  <a:lumMod val="50000"/>
                </a:schemeClr>
              </a:solidFill>
            </a:endParaRPr>
          </a:p>
        </p:txBody>
      </p:sp>
      <p:sp>
        <p:nvSpPr>
          <p:cNvPr id="9" name="CuadroTexto 8">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10" name="CuadroTexto 9">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13" name="CuadroTexto 12">
            <a:extLst>
              <a:ext uri="{FF2B5EF4-FFF2-40B4-BE49-F238E27FC236}">
                <a16:creationId xmlns:a16="http://schemas.microsoft.com/office/drawing/2014/main" id="{B721C4E8-F774-C602-C20C-95042CFF3868}"/>
              </a:ext>
            </a:extLst>
          </p:cNvPr>
          <p:cNvSpPr txBox="1"/>
          <p:nvPr/>
        </p:nvSpPr>
        <p:spPr>
          <a:xfrm>
            <a:off x="164744" y="619671"/>
            <a:ext cx="4179670" cy="400110"/>
          </a:xfrm>
          <a:prstGeom prst="rect">
            <a:avLst/>
          </a:prstGeom>
          <a:noFill/>
        </p:spPr>
        <p:txBody>
          <a:bodyPr wrap="none" rtlCol="0">
            <a:spAutoFit/>
          </a:bodyPr>
          <a:lstStyle/>
          <a:p>
            <a:r>
              <a:rPr lang="es-ES" sz="2000" b="1" dirty="0">
                <a:solidFill>
                  <a:schemeClr val="accent1">
                    <a:lumMod val="50000"/>
                  </a:schemeClr>
                </a:solidFill>
              </a:rPr>
              <a:t>Construcción de Árboles de Decisión. </a:t>
            </a:r>
          </a:p>
        </p:txBody>
      </p:sp>
      <mc:AlternateContent xmlns:mc="http://schemas.openxmlformats.org/markup-compatibility/2006" xmlns:a14="http://schemas.microsoft.com/office/drawing/2010/main">
        <mc:Choice Requires="a14">
          <p:graphicFrame>
            <p:nvGraphicFramePr>
              <p:cNvPr id="3" name="Tabla 2">
                <a:extLst>
                  <a:ext uri="{FF2B5EF4-FFF2-40B4-BE49-F238E27FC236}">
                    <a16:creationId xmlns:a16="http://schemas.microsoft.com/office/drawing/2014/main" id="{2D5F0057-F4FF-7703-8062-D4CDE69B467C}"/>
                  </a:ext>
                </a:extLst>
              </p:cNvPr>
              <p:cNvGraphicFramePr>
                <a:graphicFrameLocks noGrp="1"/>
              </p:cNvGraphicFramePr>
              <p:nvPr>
                <p:extLst>
                  <p:ext uri="{D42A27DB-BD31-4B8C-83A1-F6EECF244321}">
                    <p14:modId xmlns:p14="http://schemas.microsoft.com/office/powerpoint/2010/main" val="1010959550"/>
                  </p:ext>
                </p:extLst>
              </p:nvPr>
            </p:nvGraphicFramePr>
            <p:xfrm>
              <a:off x="248575" y="1980892"/>
              <a:ext cx="11023290" cy="4456050"/>
            </p:xfrm>
            <a:graphic>
              <a:graphicData uri="http://schemas.openxmlformats.org/drawingml/2006/table">
                <a:tbl>
                  <a:tblPr firstRow="1" bandRow="1">
                    <a:tableStyleId>{5C22544A-7EE6-4342-B048-85BDC9FD1C3A}</a:tableStyleId>
                  </a:tblPr>
                  <a:tblGrid>
                    <a:gridCol w="5511645">
                      <a:extLst>
                        <a:ext uri="{9D8B030D-6E8A-4147-A177-3AD203B41FA5}">
                          <a16:colId xmlns:a16="http://schemas.microsoft.com/office/drawing/2014/main" val="3705011071"/>
                        </a:ext>
                      </a:extLst>
                    </a:gridCol>
                    <a:gridCol w="5511645">
                      <a:extLst>
                        <a:ext uri="{9D8B030D-6E8A-4147-A177-3AD203B41FA5}">
                          <a16:colId xmlns:a16="http://schemas.microsoft.com/office/drawing/2014/main" val="1588234029"/>
                        </a:ext>
                      </a:extLst>
                    </a:gridCol>
                  </a:tblGrid>
                  <a:tr h="370840">
                    <a:tc>
                      <a:txBody>
                        <a:bodyPr/>
                        <a:lstStyle/>
                        <a:p>
                          <a:pPr algn="ctr"/>
                          <a:r>
                            <a:rPr lang="es-ES" dirty="0">
                              <a:solidFill>
                                <a:schemeClr val="accent1">
                                  <a:lumMod val="50000"/>
                                </a:schemeClr>
                              </a:solidFill>
                            </a:rPr>
                            <a:t>Coeficiente de Impureza de Gini</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dirty="0">
                              <a:solidFill>
                                <a:schemeClr val="accent1">
                                  <a:lumMod val="50000"/>
                                </a:schemeClr>
                              </a:solidFill>
                            </a:rPr>
                            <a:t>Medida de Entropía</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46602529"/>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s-ES"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𝐺</m:t>
                                    </m:r>
                                  </m:e>
                                  <m:sub>
                                    <m:r>
                                      <a:rPr lang="es-ES" b="0" i="1" smtClean="0">
                                        <a:solidFill>
                                          <a:schemeClr val="accent1">
                                            <a:lumMod val="50000"/>
                                          </a:schemeClr>
                                        </a:solidFill>
                                        <a:latin typeface="Cambria Math" panose="02040503050406030204" pitchFamily="18" charset="0"/>
                                      </a:rPr>
                                      <m:t>𝑖</m:t>
                                    </m:r>
                                  </m:sub>
                                </m:sSub>
                                <m:r>
                                  <a:rPr lang="es-ES" b="0" i="1" smtClean="0">
                                    <a:solidFill>
                                      <a:schemeClr val="accent1">
                                        <a:lumMod val="50000"/>
                                      </a:schemeClr>
                                    </a:solidFill>
                                    <a:latin typeface="Cambria Math" panose="02040503050406030204" pitchFamily="18" charset="0"/>
                                  </a:rPr>
                                  <m:t>=1−</m:t>
                                </m:r>
                                <m:nary>
                                  <m:naryPr>
                                    <m:chr m:val="∑"/>
                                    <m:ctrlPr>
                                      <a:rPr lang="es-ES" b="0" i="1" smtClean="0">
                                        <a:solidFill>
                                          <a:schemeClr val="accent1">
                                            <a:lumMod val="50000"/>
                                          </a:schemeClr>
                                        </a:solidFill>
                                        <a:latin typeface="Cambria Math" panose="02040503050406030204" pitchFamily="18" charset="0"/>
                                      </a:rPr>
                                    </m:ctrlPr>
                                  </m:naryPr>
                                  <m:sub>
                                    <m:r>
                                      <m:rPr>
                                        <m:brk m:alnAt="23"/>
                                      </m:rPr>
                                      <a:rPr lang="es-ES" b="0" i="1" smtClean="0">
                                        <a:solidFill>
                                          <a:schemeClr val="accent1">
                                            <a:lumMod val="50000"/>
                                          </a:schemeClr>
                                        </a:solidFill>
                                        <a:latin typeface="Cambria Math" panose="02040503050406030204" pitchFamily="18" charset="0"/>
                                      </a:rPr>
                                      <m:t>𝑘</m:t>
                                    </m:r>
                                    <m:r>
                                      <a:rPr lang="es-ES" b="0" i="1" smtClean="0">
                                        <a:solidFill>
                                          <a:schemeClr val="accent1">
                                            <a:lumMod val="50000"/>
                                          </a:schemeClr>
                                        </a:solidFill>
                                        <a:latin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rPr>
                                      <m:t>𝐾</m:t>
                                    </m:r>
                                  </m:sup>
                                  <m:e>
                                    <m:sSubSup>
                                      <m:sSubSupPr>
                                        <m:ctrlPr>
                                          <a:rPr lang="es-ES" b="0" i="1" smtClean="0">
                                            <a:solidFill>
                                              <a:schemeClr val="accent1">
                                                <a:lumMod val="50000"/>
                                              </a:schemeClr>
                                            </a:solidFill>
                                            <a:latin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rPr>
                                          <m:t>𝑝</m:t>
                                        </m:r>
                                      </m:e>
                                      <m:sub>
                                        <m:r>
                                          <a:rPr lang="es-ES" b="0" i="1" smtClean="0">
                                            <a:solidFill>
                                              <a:schemeClr val="accent1">
                                                <a:lumMod val="50000"/>
                                              </a:schemeClr>
                                            </a:solidFill>
                                            <a:latin typeface="Cambria Math" panose="02040503050406030204" pitchFamily="18" charset="0"/>
                                          </a:rPr>
                                          <m:t>𝑖𝑘</m:t>
                                        </m:r>
                                      </m:sub>
                                      <m:sup>
                                        <m:r>
                                          <a:rPr lang="es-ES" b="0" i="1" smtClean="0">
                                            <a:solidFill>
                                              <a:schemeClr val="accent1">
                                                <a:lumMod val="50000"/>
                                              </a:schemeClr>
                                            </a:solidFill>
                                            <a:latin typeface="Cambria Math" panose="02040503050406030204" pitchFamily="18" charset="0"/>
                                          </a:rPr>
                                          <m:t>2</m:t>
                                        </m:r>
                                      </m:sup>
                                    </m:sSubSup>
                                  </m:e>
                                </m:nary>
                                <m:r>
                                  <a:rPr lang="es-ES" b="0" i="1" smtClean="0">
                                    <a:solidFill>
                                      <a:schemeClr val="accent1">
                                        <a:lumMod val="50000"/>
                                      </a:schemeClr>
                                    </a:solidFill>
                                    <a:latin typeface="Cambria Math" panose="02040503050406030204" pitchFamily="18" charset="0"/>
                                  </a:rPr>
                                  <m:t>;        </m:t>
                                </m:r>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𝑝</m:t>
                                    </m:r>
                                  </m:e>
                                  <m:sub>
                                    <m:r>
                                      <a:rPr lang="es-ES" b="0" i="1" smtClean="0">
                                        <a:solidFill>
                                          <a:schemeClr val="accent1">
                                            <a:lumMod val="50000"/>
                                          </a:schemeClr>
                                        </a:solidFill>
                                        <a:latin typeface="Cambria Math" panose="02040503050406030204" pitchFamily="18" charset="0"/>
                                      </a:rPr>
                                      <m:t>𝑖𝑘</m:t>
                                    </m:r>
                                  </m:sub>
                                </m:sSub>
                                <m:r>
                                  <a:rPr lang="es-ES" b="0" i="1" smtClean="0">
                                    <a:solidFill>
                                      <a:schemeClr val="accent1">
                                        <a:lumMod val="50000"/>
                                      </a:schemeClr>
                                    </a:solidFill>
                                    <a:latin typeface="Cambria Math" panose="02040503050406030204" pitchFamily="18" charset="0"/>
                                  </a:rPr>
                                  <m:t>=</m:t>
                                </m:r>
                                <m:f>
                                  <m:fPr>
                                    <m:ctrlPr>
                                      <a:rPr lang="es-ES" b="0" i="1" smtClean="0">
                                        <a:solidFill>
                                          <a:schemeClr val="accent1">
                                            <a:lumMod val="50000"/>
                                          </a:schemeClr>
                                        </a:solidFill>
                                        <a:latin typeface="Cambria Math" panose="02040503050406030204" pitchFamily="18" charset="0"/>
                                      </a:rPr>
                                    </m:ctrlPr>
                                  </m:fPr>
                                  <m:num>
                                    <m:r>
                                      <a:rPr lang="es-ES" b="0" i="1" smtClean="0">
                                        <a:solidFill>
                                          <a:schemeClr val="accent1">
                                            <a:lumMod val="50000"/>
                                          </a:schemeClr>
                                        </a:solidFill>
                                        <a:latin typeface="Cambria Math" panose="02040503050406030204" pitchFamily="18" charset="0"/>
                                      </a:rPr>
                                      <m:t>#</m:t>
                                    </m:r>
                                    <m:sSubSup>
                                      <m:sSubSupPr>
                                        <m:ctrlPr>
                                          <a:rPr lang="es-ES" b="0" i="1" smtClean="0">
                                            <a:solidFill>
                                              <a:schemeClr val="accent1">
                                                <a:lumMod val="50000"/>
                                              </a:schemeClr>
                                            </a:solidFill>
                                            <a:latin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rPr>
                                          <m:t>𝑁</m:t>
                                        </m:r>
                                      </m:e>
                                      <m:sub>
                                        <m:r>
                                          <a:rPr lang="es-ES" b="0" i="1" smtClean="0">
                                            <a:solidFill>
                                              <a:schemeClr val="accent1">
                                                <a:lumMod val="50000"/>
                                              </a:schemeClr>
                                            </a:solidFill>
                                            <a:latin typeface="Cambria Math" panose="02040503050406030204" pitchFamily="18" charset="0"/>
                                          </a:rPr>
                                          <m:t>𝑖</m:t>
                                        </m:r>
                                      </m:sub>
                                      <m:sup>
                                        <m:r>
                                          <a:rPr lang="es-ES" b="0" i="1" smtClean="0">
                                            <a:solidFill>
                                              <a:schemeClr val="accent1">
                                                <a:lumMod val="50000"/>
                                              </a:schemeClr>
                                            </a:solidFill>
                                            <a:latin typeface="Cambria Math" panose="02040503050406030204" pitchFamily="18" charset="0"/>
                                          </a:rPr>
                                          <m:t>𝑘</m:t>
                                        </m:r>
                                      </m:sup>
                                    </m:sSubSup>
                                  </m:num>
                                  <m:den>
                                    <m:r>
                                      <a:rPr lang="es-ES" b="0" i="1" smtClean="0">
                                        <a:solidFill>
                                          <a:schemeClr val="accent1">
                                            <a:lumMod val="50000"/>
                                          </a:schemeClr>
                                        </a:solidFill>
                                        <a:latin typeface="Cambria Math" panose="02040503050406030204" pitchFamily="18" charset="0"/>
                                      </a:rPr>
                                      <m:t>#</m:t>
                                    </m:r>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𝑁</m:t>
                                        </m:r>
                                      </m:e>
                                      <m:sub>
                                        <m:r>
                                          <a:rPr lang="es-ES" b="0" i="1" smtClean="0">
                                            <a:solidFill>
                                              <a:schemeClr val="accent1">
                                                <a:lumMod val="50000"/>
                                              </a:schemeClr>
                                            </a:solidFill>
                                            <a:latin typeface="Cambria Math" panose="02040503050406030204" pitchFamily="18" charset="0"/>
                                          </a:rPr>
                                          <m:t>𝑖</m:t>
                                        </m:r>
                                      </m:sub>
                                    </m:sSub>
                                  </m:den>
                                </m:f>
                              </m:oMath>
                            </m:oMathPara>
                          </a14:m>
                          <a:endParaRPr lang="es-ES" dirty="0">
                            <a:solidFill>
                              <a:schemeClr val="accent1">
                                <a:lumMod val="50000"/>
                              </a:schemeClr>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ES" b="0" i="1" smtClean="0">
                                    <a:solidFill>
                                      <a:schemeClr val="accent1">
                                        <a:lumMod val="50000"/>
                                      </a:schemeClr>
                                    </a:solidFill>
                                    <a:latin typeface="Cambria Math" panose="02040503050406030204" pitchFamily="18" charset="0"/>
                                  </a:rPr>
                                  <m:t> </m:t>
                                </m:r>
                                <m:sSub>
                                  <m:sSubPr>
                                    <m:ctrlPr>
                                      <a:rPr lang="es-ES"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𝐻</m:t>
                                    </m:r>
                                  </m:e>
                                  <m:sub>
                                    <m:r>
                                      <a:rPr lang="es-ES" b="0" i="1" smtClean="0">
                                        <a:solidFill>
                                          <a:schemeClr val="accent1">
                                            <a:lumMod val="50000"/>
                                          </a:schemeClr>
                                        </a:solidFill>
                                        <a:latin typeface="Cambria Math" panose="02040503050406030204" pitchFamily="18" charset="0"/>
                                      </a:rPr>
                                      <m:t>𝑖</m:t>
                                    </m:r>
                                  </m:sub>
                                </m:sSub>
                                <m:r>
                                  <a:rPr lang="es-ES" b="0" i="1" smtClean="0">
                                    <a:solidFill>
                                      <a:schemeClr val="accent1">
                                        <a:lumMod val="50000"/>
                                      </a:schemeClr>
                                    </a:solidFill>
                                    <a:latin typeface="Cambria Math" panose="02040503050406030204" pitchFamily="18" charset="0"/>
                                  </a:rPr>
                                  <m:t>=−</m:t>
                                </m:r>
                                <m:nary>
                                  <m:naryPr>
                                    <m:chr m:val="∑"/>
                                    <m:ctrlPr>
                                      <a:rPr lang="es-ES" b="0" i="1" smtClean="0">
                                        <a:solidFill>
                                          <a:schemeClr val="accent1">
                                            <a:lumMod val="50000"/>
                                          </a:schemeClr>
                                        </a:solidFill>
                                        <a:latin typeface="Cambria Math" panose="02040503050406030204" pitchFamily="18" charset="0"/>
                                      </a:rPr>
                                    </m:ctrlPr>
                                  </m:naryPr>
                                  <m:sub>
                                    <m:r>
                                      <m:rPr>
                                        <m:brk m:alnAt="23"/>
                                      </m:rPr>
                                      <a:rPr lang="es-ES" b="0" i="1" smtClean="0">
                                        <a:solidFill>
                                          <a:schemeClr val="accent1">
                                            <a:lumMod val="50000"/>
                                          </a:schemeClr>
                                        </a:solidFill>
                                        <a:latin typeface="Cambria Math" panose="02040503050406030204" pitchFamily="18" charset="0"/>
                                      </a:rPr>
                                      <m:t>𝑘</m:t>
                                    </m:r>
                                    <m:r>
                                      <a:rPr lang="es-ES" b="0" i="1" smtClean="0">
                                        <a:solidFill>
                                          <a:schemeClr val="accent1">
                                            <a:lumMod val="50000"/>
                                          </a:schemeClr>
                                        </a:solidFill>
                                        <a:latin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rPr>
                                      <m:t>𝐾</m:t>
                                    </m:r>
                                  </m:sup>
                                  <m:e>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𝑝</m:t>
                                        </m:r>
                                      </m:e>
                                      <m:sub>
                                        <m:r>
                                          <a:rPr lang="es-ES" i="1">
                                            <a:solidFill>
                                              <a:schemeClr val="accent1">
                                                <a:lumMod val="50000"/>
                                              </a:schemeClr>
                                            </a:solidFill>
                                            <a:latin typeface="Cambria Math" panose="02040503050406030204" pitchFamily="18" charset="0"/>
                                          </a:rPr>
                                          <m:t>𝑖𝑘</m:t>
                                        </m:r>
                                      </m:sub>
                                    </m:sSub>
                                    <m:func>
                                      <m:funcPr>
                                        <m:ctrlPr>
                                          <a:rPr lang="es-ES" i="1" smtClean="0">
                                            <a:solidFill>
                                              <a:schemeClr val="accent1">
                                                <a:lumMod val="50000"/>
                                              </a:schemeClr>
                                            </a:solidFill>
                                            <a:latin typeface="Cambria Math" panose="02040503050406030204" pitchFamily="18" charset="0"/>
                                          </a:rPr>
                                        </m:ctrlPr>
                                      </m:funcPr>
                                      <m:fName>
                                        <m:sSub>
                                          <m:sSubPr>
                                            <m:ctrlPr>
                                              <a:rPr lang="es-ES" i="1" smtClean="0">
                                                <a:solidFill>
                                                  <a:schemeClr val="accent1">
                                                    <a:lumMod val="50000"/>
                                                  </a:schemeClr>
                                                </a:solidFill>
                                                <a:latin typeface="Cambria Math" panose="02040503050406030204" pitchFamily="18" charset="0"/>
                                              </a:rPr>
                                            </m:ctrlPr>
                                          </m:sSubPr>
                                          <m:e>
                                            <m:r>
                                              <m:rPr>
                                                <m:sty m:val="p"/>
                                              </m:rPr>
                                              <a:rPr lang="es-ES" i="0" smtClean="0">
                                                <a:solidFill>
                                                  <a:schemeClr val="accent1">
                                                    <a:lumMod val="50000"/>
                                                  </a:schemeClr>
                                                </a:solidFill>
                                                <a:latin typeface="Cambria Math" panose="02040503050406030204" pitchFamily="18" charset="0"/>
                                              </a:rPr>
                                              <m:t>log</m:t>
                                            </m:r>
                                          </m:e>
                                          <m:sub>
                                            <m:r>
                                              <a:rPr lang="es-ES" b="0" i="1" smtClean="0">
                                                <a:solidFill>
                                                  <a:schemeClr val="accent1">
                                                    <a:lumMod val="50000"/>
                                                  </a:schemeClr>
                                                </a:solidFill>
                                                <a:latin typeface="Cambria Math" panose="02040503050406030204" pitchFamily="18" charset="0"/>
                                              </a:rPr>
                                              <m:t>2</m:t>
                                            </m:r>
                                          </m:sub>
                                        </m:sSub>
                                      </m:fName>
                                      <m:e>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𝑝</m:t>
                                            </m:r>
                                          </m:e>
                                          <m:sub>
                                            <m:r>
                                              <a:rPr lang="es-ES" i="1">
                                                <a:solidFill>
                                                  <a:schemeClr val="accent1">
                                                    <a:lumMod val="50000"/>
                                                  </a:schemeClr>
                                                </a:solidFill>
                                                <a:latin typeface="Cambria Math" panose="02040503050406030204" pitchFamily="18" charset="0"/>
                                              </a:rPr>
                                              <m:t>𝑖𝑘</m:t>
                                            </m:r>
                                          </m:sub>
                                        </m:sSub>
                                      </m:e>
                                    </m:func>
                                  </m:e>
                                </m:nary>
                                <m:r>
                                  <a:rPr lang="es-ES" b="0" i="1" smtClean="0">
                                    <a:solidFill>
                                      <a:schemeClr val="accent1">
                                        <a:lumMod val="50000"/>
                                      </a:schemeClr>
                                    </a:solidFill>
                                    <a:latin typeface="Cambria Math" panose="02040503050406030204" pitchFamily="18" charset="0"/>
                                  </a:rPr>
                                  <m:t>;         </m:t>
                                </m:r>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 </m:t>
                                    </m:r>
                                    <m:r>
                                      <a:rPr lang="es-ES" b="0" i="1" smtClean="0">
                                        <a:solidFill>
                                          <a:schemeClr val="accent1">
                                            <a:lumMod val="50000"/>
                                          </a:schemeClr>
                                        </a:solidFill>
                                        <a:latin typeface="Cambria Math" panose="02040503050406030204" pitchFamily="18" charset="0"/>
                                      </a:rPr>
                                      <m:t>𝑝</m:t>
                                    </m:r>
                                  </m:e>
                                  <m:sub>
                                    <m:r>
                                      <a:rPr lang="es-ES" b="0" i="1" smtClean="0">
                                        <a:solidFill>
                                          <a:schemeClr val="accent1">
                                            <a:lumMod val="50000"/>
                                          </a:schemeClr>
                                        </a:solidFill>
                                        <a:latin typeface="Cambria Math" panose="02040503050406030204" pitchFamily="18" charset="0"/>
                                      </a:rPr>
                                      <m:t>𝑖𝑘</m:t>
                                    </m:r>
                                  </m:sub>
                                </m:sSub>
                                <m:r>
                                  <a:rPr lang="es-ES" b="0" i="1" smtClean="0">
                                    <a:solidFill>
                                      <a:schemeClr val="accent1">
                                        <a:lumMod val="50000"/>
                                      </a:schemeClr>
                                    </a:solidFill>
                                    <a:latin typeface="Cambria Math" panose="02040503050406030204" pitchFamily="18" charset="0"/>
                                  </a:rPr>
                                  <m:t>=</m:t>
                                </m:r>
                                <m:f>
                                  <m:fPr>
                                    <m:ctrlPr>
                                      <a:rPr lang="es-ES" b="0" i="1" smtClean="0">
                                        <a:solidFill>
                                          <a:schemeClr val="accent1">
                                            <a:lumMod val="50000"/>
                                          </a:schemeClr>
                                        </a:solidFill>
                                        <a:latin typeface="Cambria Math" panose="02040503050406030204" pitchFamily="18" charset="0"/>
                                      </a:rPr>
                                    </m:ctrlPr>
                                  </m:fPr>
                                  <m:num>
                                    <m:r>
                                      <a:rPr lang="es-ES" b="0" i="1" smtClean="0">
                                        <a:solidFill>
                                          <a:schemeClr val="accent1">
                                            <a:lumMod val="50000"/>
                                          </a:schemeClr>
                                        </a:solidFill>
                                        <a:latin typeface="Cambria Math" panose="02040503050406030204" pitchFamily="18" charset="0"/>
                                      </a:rPr>
                                      <m:t>#</m:t>
                                    </m:r>
                                    <m:sSubSup>
                                      <m:sSubSupPr>
                                        <m:ctrlPr>
                                          <a:rPr lang="es-ES" b="0" i="1" smtClean="0">
                                            <a:solidFill>
                                              <a:schemeClr val="accent1">
                                                <a:lumMod val="50000"/>
                                              </a:schemeClr>
                                            </a:solidFill>
                                            <a:latin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rPr>
                                          <m:t>𝑁</m:t>
                                        </m:r>
                                      </m:e>
                                      <m:sub>
                                        <m:r>
                                          <a:rPr lang="es-ES" b="0" i="1" smtClean="0">
                                            <a:solidFill>
                                              <a:schemeClr val="accent1">
                                                <a:lumMod val="50000"/>
                                              </a:schemeClr>
                                            </a:solidFill>
                                            <a:latin typeface="Cambria Math" panose="02040503050406030204" pitchFamily="18" charset="0"/>
                                          </a:rPr>
                                          <m:t>𝑖</m:t>
                                        </m:r>
                                      </m:sub>
                                      <m:sup>
                                        <m:r>
                                          <a:rPr lang="es-ES" b="0" i="1" smtClean="0">
                                            <a:solidFill>
                                              <a:schemeClr val="accent1">
                                                <a:lumMod val="50000"/>
                                              </a:schemeClr>
                                            </a:solidFill>
                                            <a:latin typeface="Cambria Math" panose="02040503050406030204" pitchFamily="18" charset="0"/>
                                          </a:rPr>
                                          <m:t>𝑘</m:t>
                                        </m:r>
                                      </m:sup>
                                    </m:sSubSup>
                                  </m:num>
                                  <m:den>
                                    <m:r>
                                      <a:rPr lang="es-ES" b="0" i="1" smtClean="0">
                                        <a:solidFill>
                                          <a:schemeClr val="accent1">
                                            <a:lumMod val="50000"/>
                                          </a:schemeClr>
                                        </a:solidFill>
                                        <a:latin typeface="Cambria Math" panose="02040503050406030204" pitchFamily="18" charset="0"/>
                                      </a:rPr>
                                      <m:t>#</m:t>
                                    </m:r>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𝑁</m:t>
                                        </m:r>
                                      </m:e>
                                      <m:sub>
                                        <m:r>
                                          <a:rPr lang="es-ES" b="0" i="1" smtClean="0">
                                            <a:solidFill>
                                              <a:schemeClr val="accent1">
                                                <a:lumMod val="50000"/>
                                              </a:schemeClr>
                                            </a:solidFill>
                                            <a:latin typeface="Cambria Math" panose="02040503050406030204" pitchFamily="18" charset="0"/>
                                          </a:rPr>
                                          <m:t>𝑖</m:t>
                                        </m:r>
                                      </m:sub>
                                    </m:sSub>
                                  </m:den>
                                </m:f>
                              </m:oMath>
                            </m:oMathPara>
                          </a14:m>
                          <a:endParaRPr lang="es-ES" dirty="0">
                            <a:solidFill>
                              <a:schemeClr val="accent1">
                                <a:lumMod val="50000"/>
                              </a:schemeClr>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68270214"/>
                      </a:ext>
                    </a:extLst>
                  </a:tr>
                  <a:tr h="370840">
                    <a:tc gridSpan="2">
                      <a:txBody>
                        <a:bodyPr/>
                        <a:lstStyle/>
                        <a:p>
                          <a:pPr algn="ctr"/>
                          <a14:m>
                            <m:oMath xmlns:m="http://schemas.openxmlformats.org/officeDocument/2006/math">
                              <m:r>
                                <a:rPr lang="es-ES" b="0" i="1" smtClean="0">
                                  <a:solidFill>
                                    <a:schemeClr val="accent1">
                                      <a:lumMod val="50000"/>
                                    </a:schemeClr>
                                  </a:solidFill>
                                  <a:latin typeface="Cambria Math" panose="02040503050406030204" pitchFamily="18" charset="0"/>
                                </a:rPr>
                                <m:t>#</m:t>
                              </m:r>
                              <m:sSubSup>
                                <m:sSubSupPr>
                                  <m:ctrlPr>
                                    <a:rPr lang="es-ES" b="0" i="1" smtClean="0">
                                      <a:solidFill>
                                        <a:schemeClr val="accent1">
                                          <a:lumMod val="50000"/>
                                        </a:schemeClr>
                                      </a:solidFill>
                                      <a:latin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rPr>
                                    <m:t>𝑁</m:t>
                                  </m:r>
                                </m:e>
                                <m:sub>
                                  <m:r>
                                    <a:rPr lang="es-ES" b="0" i="1" smtClean="0">
                                      <a:solidFill>
                                        <a:schemeClr val="accent1">
                                          <a:lumMod val="50000"/>
                                        </a:schemeClr>
                                      </a:solidFill>
                                      <a:latin typeface="Cambria Math" panose="02040503050406030204" pitchFamily="18" charset="0"/>
                                    </a:rPr>
                                    <m:t>𝑖</m:t>
                                  </m:r>
                                </m:sub>
                                <m:sup>
                                  <m:r>
                                    <a:rPr lang="es-ES" b="0" i="1" smtClean="0">
                                      <a:solidFill>
                                        <a:schemeClr val="accent1">
                                          <a:lumMod val="50000"/>
                                        </a:schemeClr>
                                      </a:solidFill>
                                      <a:latin typeface="Cambria Math" panose="02040503050406030204" pitchFamily="18" charset="0"/>
                                    </a:rPr>
                                    <m:t>𝑘</m:t>
                                  </m:r>
                                </m:sup>
                              </m:sSubSup>
                            </m:oMath>
                          </a14:m>
                          <a:r>
                            <a:rPr lang="es-ES" dirty="0">
                              <a:solidFill>
                                <a:schemeClr val="accent1">
                                  <a:lumMod val="50000"/>
                                </a:schemeClr>
                              </a:solidFill>
                            </a:rPr>
                            <a:t> número de datos de la clase 𝑘 en el nodo 𝑖</a:t>
                          </a:r>
                        </a:p>
                        <a:p>
                          <a:pPr algn="ctr"/>
                          <a14:m>
                            <m:oMath xmlns:m="http://schemas.openxmlformats.org/officeDocument/2006/math">
                              <m:r>
                                <a:rPr lang="es-ES" b="0" i="1" smtClean="0">
                                  <a:solidFill>
                                    <a:schemeClr val="accent1">
                                      <a:lumMod val="50000"/>
                                    </a:schemeClr>
                                  </a:solidFill>
                                  <a:latin typeface="Cambria Math" panose="02040503050406030204" pitchFamily="18" charset="0"/>
                                </a:rPr>
                                <m:t>#</m:t>
                              </m:r>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𝑁</m:t>
                                  </m:r>
                                </m:e>
                                <m:sub>
                                  <m:r>
                                    <a:rPr lang="es-ES" b="0" i="1" smtClean="0">
                                      <a:solidFill>
                                        <a:schemeClr val="accent1">
                                          <a:lumMod val="50000"/>
                                        </a:schemeClr>
                                      </a:solidFill>
                                      <a:latin typeface="Cambria Math" panose="02040503050406030204" pitchFamily="18" charset="0"/>
                                    </a:rPr>
                                    <m:t>𝑖</m:t>
                                  </m:r>
                                </m:sub>
                              </m:sSub>
                            </m:oMath>
                          </a14:m>
                          <a:r>
                            <a:rPr lang="es-ES" dirty="0">
                              <a:solidFill>
                                <a:schemeClr val="accent1">
                                  <a:lumMod val="50000"/>
                                </a:schemeClr>
                              </a:solidFill>
                            </a:rPr>
                            <a:t> número de datos totales en el nodo 𝑖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s-ES" dirty="0">
                            <a:solidFill>
                              <a:schemeClr val="accent1">
                                <a:lumMod val="50000"/>
                              </a:schemeClr>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08118737"/>
                      </a:ext>
                    </a:extLst>
                  </a:tr>
                  <a:tr h="370840">
                    <a:tc>
                      <a:txBody>
                        <a:bodyPr/>
                        <a:lstStyle/>
                        <a:p>
                          <a:pPr marL="285750" indent="-285750">
                            <a:buFont typeface="Arial" panose="020B0604020202020204" pitchFamily="34" charset="0"/>
                            <a:buChar char="•"/>
                          </a:pPr>
                          <a:endParaRPr lang="es-ES" dirty="0">
                            <a:solidFill>
                              <a:schemeClr val="accent1">
                                <a:lumMod val="50000"/>
                              </a:schemeClr>
                            </a:solidFill>
                          </a:endParaRPr>
                        </a:p>
                        <a:p>
                          <a:pPr marL="742950" lvl="1" indent="-285750">
                            <a:buFont typeface="Arial" panose="020B0604020202020204" pitchFamily="34" charset="0"/>
                            <a:buChar char="•"/>
                          </a:pPr>
                          <a:r>
                            <a:rPr lang="es-ES" dirty="0">
                              <a:solidFill>
                                <a:schemeClr val="accent1">
                                  <a:lumMod val="50000"/>
                                </a:schemeClr>
                              </a:solidFill>
                            </a:rPr>
                            <a:t>El índice de Gini mide la pureza de un nodo. </a:t>
                          </a:r>
                        </a:p>
                        <a:p>
                          <a:pPr marL="742950" lvl="1" indent="-285750">
                            <a:buFont typeface="Arial" panose="020B0604020202020204" pitchFamily="34" charset="0"/>
                            <a:buChar char="•"/>
                          </a:pPr>
                          <a:r>
                            <a:rPr lang="es-ES" dirty="0">
                              <a:solidFill>
                                <a:schemeClr val="accent1">
                                  <a:lumMod val="50000"/>
                                </a:schemeClr>
                              </a:solidFill>
                            </a:rPr>
                            <a:t>Un nodo es puro cuando contiene datos que pertenecen a una sola clase.</a:t>
                          </a:r>
                        </a:p>
                        <a:p>
                          <a:pPr marL="742950" lvl="1" indent="-285750">
                            <a:buFont typeface="Arial" panose="020B0604020202020204" pitchFamily="34" charset="0"/>
                            <a:buChar char="•"/>
                          </a:pPr>
                          <a:r>
                            <a:rPr lang="es-ES" dirty="0">
                              <a:solidFill>
                                <a:schemeClr val="accent1">
                                  <a:lumMod val="50000"/>
                                </a:schemeClr>
                              </a:solidFill>
                            </a:rPr>
                            <a:t>Un valor de Gini cercano a 0 indica una alta pureza (todos los datos pertenecen a la misma clase), mientras que valores cercanos a 0.5 indican máxima impureza (las clases están equilibradas).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dirty="0">
                            <a:solidFill>
                              <a:schemeClr val="accent1">
                                <a:lumMod val="50000"/>
                              </a:schemeClr>
                            </a:solidFill>
                          </a:endParaRPr>
                        </a:p>
                        <a:p>
                          <a:pPr marL="742950" lvl="1" indent="-285750">
                            <a:buFont typeface="Arial" panose="020B0604020202020204" pitchFamily="34" charset="0"/>
                            <a:buChar char="•"/>
                          </a:pPr>
                          <a:r>
                            <a:rPr lang="es-ES" dirty="0">
                              <a:solidFill>
                                <a:schemeClr val="accent1">
                                  <a:lumMod val="50000"/>
                                </a:schemeClr>
                              </a:solidFill>
                            </a:rPr>
                            <a:t>La entropía mide la incertidumbre en un nodo. </a:t>
                          </a:r>
                        </a:p>
                        <a:p>
                          <a:pPr marL="742950" lvl="1" indent="-285750">
                            <a:buFont typeface="Arial" panose="020B0604020202020204" pitchFamily="34" charset="0"/>
                            <a:buChar char="•"/>
                          </a:pPr>
                          <a:r>
                            <a:rPr lang="es-ES" dirty="0">
                              <a:solidFill>
                                <a:schemeClr val="accent1">
                                  <a:lumMod val="50000"/>
                                </a:schemeClr>
                              </a:solidFill>
                            </a:rPr>
                            <a:t>La entropía es </a:t>
                          </a:r>
                          <a:r>
                            <a:rPr lang="es-ES" dirty="0" smtClean="0">
                              <a:solidFill>
                                <a:schemeClr val="accent1">
                                  <a:lumMod val="50000"/>
                                </a:schemeClr>
                              </a:solidFill>
                            </a:rPr>
                            <a:t>máxima</a:t>
                          </a:r>
                          <a:r>
                            <a:rPr lang="es-ES" baseline="0" dirty="0" smtClean="0">
                              <a:solidFill>
                                <a:schemeClr val="accent1">
                                  <a:lumMod val="50000"/>
                                </a:schemeClr>
                              </a:solidFill>
                            </a:rPr>
                            <a:t> (1)</a:t>
                          </a:r>
                          <a:r>
                            <a:rPr lang="es-ES" dirty="0" smtClean="0">
                              <a:solidFill>
                                <a:schemeClr val="accent1">
                                  <a:lumMod val="50000"/>
                                </a:schemeClr>
                              </a:solidFill>
                            </a:rPr>
                            <a:t> </a:t>
                          </a:r>
                          <a:r>
                            <a:rPr lang="es-ES" dirty="0">
                              <a:solidFill>
                                <a:schemeClr val="accent1">
                                  <a:lumMod val="50000"/>
                                </a:schemeClr>
                              </a:solidFill>
                            </a:rPr>
                            <a:t>cuando todas las clases tienen </a:t>
                          </a:r>
                          <a:r>
                            <a:rPr lang="es-ES" dirty="0" smtClean="0">
                              <a:solidFill>
                                <a:schemeClr val="accent1">
                                  <a:lumMod val="50000"/>
                                </a:schemeClr>
                              </a:solidFill>
                            </a:rPr>
                            <a:t>porcentajes </a:t>
                          </a:r>
                          <a:r>
                            <a:rPr lang="es-ES" dirty="0">
                              <a:solidFill>
                                <a:schemeClr val="accent1">
                                  <a:lumMod val="50000"/>
                                </a:schemeClr>
                              </a:solidFill>
                            </a:rPr>
                            <a:t>iguales y es 0 cuando todas las instancias pertenecen a una misma clase.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8888660"/>
                      </a:ext>
                    </a:extLst>
                  </a:tr>
                </a:tbl>
              </a:graphicData>
            </a:graphic>
          </p:graphicFrame>
        </mc:Choice>
        <mc:Fallback xmlns="">
          <p:graphicFrame>
            <p:nvGraphicFramePr>
              <p:cNvPr id="3" name="Tabla 2">
                <a:extLst>
                  <a:ext uri="{FF2B5EF4-FFF2-40B4-BE49-F238E27FC236}">
                    <a16:creationId xmlns:a16="http://schemas.microsoft.com/office/drawing/2014/main" id="{2D5F0057-F4FF-7703-8062-D4CDE69B467C}"/>
                  </a:ext>
                </a:extLst>
              </p:cNvPr>
              <p:cNvGraphicFramePr>
                <a:graphicFrameLocks noGrp="1"/>
              </p:cNvGraphicFramePr>
              <p:nvPr>
                <p:extLst>
                  <p:ext uri="{D42A27DB-BD31-4B8C-83A1-F6EECF244321}">
                    <p14:modId xmlns:p14="http://schemas.microsoft.com/office/powerpoint/2010/main" val="1010959550"/>
                  </p:ext>
                </p:extLst>
              </p:nvPr>
            </p:nvGraphicFramePr>
            <p:xfrm>
              <a:off x="248575" y="1980892"/>
              <a:ext cx="11023290" cy="4456050"/>
            </p:xfrm>
            <a:graphic>
              <a:graphicData uri="http://schemas.openxmlformats.org/drawingml/2006/table">
                <a:tbl>
                  <a:tblPr firstRow="1" bandRow="1">
                    <a:tableStyleId>{5C22544A-7EE6-4342-B048-85BDC9FD1C3A}</a:tableStyleId>
                  </a:tblPr>
                  <a:tblGrid>
                    <a:gridCol w="5511645">
                      <a:extLst>
                        <a:ext uri="{9D8B030D-6E8A-4147-A177-3AD203B41FA5}">
                          <a16:colId xmlns:a16="http://schemas.microsoft.com/office/drawing/2014/main" val="3705011071"/>
                        </a:ext>
                      </a:extLst>
                    </a:gridCol>
                    <a:gridCol w="5511645">
                      <a:extLst>
                        <a:ext uri="{9D8B030D-6E8A-4147-A177-3AD203B41FA5}">
                          <a16:colId xmlns:a16="http://schemas.microsoft.com/office/drawing/2014/main" val="1588234029"/>
                        </a:ext>
                      </a:extLst>
                    </a:gridCol>
                  </a:tblGrid>
                  <a:tr h="370840">
                    <a:tc>
                      <a:txBody>
                        <a:bodyPr/>
                        <a:lstStyle/>
                        <a:p>
                          <a:pPr algn="ctr"/>
                          <a:r>
                            <a:rPr lang="es-ES" dirty="0">
                              <a:solidFill>
                                <a:schemeClr val="accent1">
                                  <a:lumMod val="50000"/>
                                </a:schemeClr>
                              </a:solidFill>
                            </a:rPr>
                            <a:t>Coeficiente de Impureza de Gini</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dirty="0">
                              <a:solidFill>
                                <a:schemeClr val="accent1">
                                  <a:lumMod val="50000"/>
                                </a:schemeClr>
                              </a:solidFill>
                            </a:rPr>
                            <a:t>Medida de Entropía</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46602529"/>
                      </a:ext>
                    </a:extLst>
                  </a:tr>
                  <a:tr h="862775">
                    <a:tc>
                      <a:txBody>
                        <a:bodyPr/>
                        <a:lstStyle/>
                        <a:p>
                          <a:endParaRPr lang="es-ES"/>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blipFill>
                          <a:blip r:embed="rId2"/>
                          <a:stretch>
                            <a:fillRect l="-110" t="-46479" r="-100221" b="-383803"/>
                          </a:stretch>
                        </a:blipFill>
                      </a:tcPr>
                    </a:tc>
                    <a:tc>
                      <a:txBody>
                        <a:bodyPr/>
                        <a:lstStyle/>
                        <a:p>
                          <a:endParaRPr lang="es-ES"/>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blipFill>
                          <a:blip r:embed="rId2"/>
                          <a:stretch>
                            <a:fillRect l="-100110" t="-46479" r="-221" b="-383803"/>
                          </a:stretch>
                        </a:blipFill>
                      </a:tcPr>
                    </a:tc>
                    <a:extLst>
                      <a:ext uri="{0D108BD9-81ED-4DB2-BD59-A6C34878D82A}">
                        <a16:rowId xmlns:a16="http://schemas.microsoft.com/office/drawing/2014/main" val="4168270214"/>
                      </a:ext>
                    </a:extLst>
                  </a:tr>
                  <a:tr h="662115">
                    <a:tc gridSpan="2">
                      <a:txBody>
                        <a:bodyPr/>
                        <a:lstStyle/>
                        <a:p>
                          <a:endParaRPr lang="es-E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55" t="-192593" r="-110" b="-404630"/>
                          </a:stretch>
                        </a:blipFill>
                      </a:tcPr>
                    </a:tc>
                    <a:tc hMerge="1">
                      <a:txBody>
                        <a:bodyPr/>
                        <a:lstStyle/>
                        <a:p>
                          <a:endParaRPr lang="es-ES" dirty="0">
                            <a:solidFill>
                              <a:schemeClr val="accent1">
                                <a:lumMod val="50000"/>
                              </a:schemeClr>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08118737"/>
                      </a:ext>
                    </a:extLst>
                  </a:tr>
                  <a:tr h="2560320">
                    <a:tc>
                      <a:txBody>
                        <a:bodyPr/>
                        <a:lstStyle/>
                        <a:p>
                          <a:pPr marL="285750" indent="-285750">
                            <a:buFont typeface="Arial" panose="020B0604020202020204" pitchFamily="34" charset="0"/>
                            <a:buChar char="•"/>
                          </a:pPr>
                          <a:endParaRPr lang="es-ES" dirty="0">
                            <a:solidFill>
                              <a:schemeClr val="accent1">
                                <a:lumMod val="50000"/>
                              </a:schemeClr>
                            </a:solidFill>
                          </a:endParaRPr>
                        </a:p>
                        <a:p>
                          <a:pPr marL="742950" lvl="1" indent="-285750">
                            <a:buFont typeface="Arial" panose="020B0604020202020204" pitchFamily="34" charset="0"/>
                            <a:buChar char="•"/>
                          </a:pPr>
                          <a:r>
                            <a:rPr lang="es-ES" dirty="0">
                              <a:solidFill>
                                <a:schemeClr val="accent1">
                                  <a:lumMod val="50000"/>
                                </a:schemeClr>
                              </a:solidFill>
                            </a:rPr>
                            <a:t>El índice de Gini mide la pureza de un nodo. </a:t>
                          </a:r>
                        </a:p>
                        <a:p>
                          <a:pPr marL="742950" lvl="1" indent="-285750">
                            <a:buFont typeface="Arial" panose="020B0604020202020204" pitchFamily="34" charset="0"/>
                            <a:buChar char="•"/>
                          </a:pPr>
                          <a:r>
                            <a:rPr lang="es-ES" dirty="0">
                              <a:solidFill>
                                <a:schemeClr val="accent1">
                                  <a:lumMod val="50000"/>
                                </a:schemeClr>
                              </a:solidFill>
                            </a:rPr>
                            <a:t>Un nodo es puro cuando contiene datos que pertenecen a una sola clase.</a:t>
                          </a:r>
                        </a:p>
                        <a:p>
                          <a:pPr marL="742950" lvl="1" indent="-285750">
                            <a:buFont typeface="Arial" panose="020B0604020202020204" pitchFamily="34" charset="0"/>
                            <a:buChar char="•"/>
                          </a:pPr>
                          <a:r>
                            <a:rPr lang="es-ES" dirty="0">
                              <a:solidFill>
                                <a:schemeClr val="accent1">
                                  <a:lumMod val="50000"/>
                                </a:schemeClr>
                              </a:solidFill>
                            </a:rPr>
                            <a:t>Un valor de Gini cercano a 0 indica una alta pureza (todos los datos pertenecen a la misma clase), mientras que valores cercanos a 0.5 indican máxima impureza (las clases están equilibradas).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s-ES" dirty="0">
                            <a:solidFill>
                              <a:schemeClr val="accent1">
                                <a:lumMod val="50000"/>
                              </a:schemeClr>
                            </a:solidFill>
                          </a:endParaRPr>
                        </a:p>
                        <a:p>
                          <a:pPr marL="742950" lvl="1" indent="-285750">
                            <a:buFont typeface="Arial" panose="020B0604020202020204" pitchFamily="34" charset="0"/>
                            <a:buChar char="•"/>
                          </a:pPr>
                          <a:r>
                            <a:rPr lang="es-ES" dirty="0">
                              <a:solidFill>
                                <a:schemeClr val="accent1">
                                  <a:lumMod val="50000"/>
                                </a:schemeClr>
                              </a:solidFill>
                            </a:rPr>
                            <a:t>La entropía mide la incertidumbre en un nodo. </a:t>
                          </a:r>
                        </a:p>
                        <a:p>
                          <a:pPr marL="742950" lvl="1" indent="-285750">
                            <a:buFont typeface="Arial" panose="020B0604020202020204" pitchFamily="34" charset="0"/>
                            <a:buChar char="•"/>
                          </a:pPr>
                          <a:r>
                            <a:rPr lang="es-ES" dirty="0">
                              <a:solidFill>
                                <a:schemeClr val="accent1">
                                  <a:lumMod val="50000"/>
                                </a:schemeClr>
                              </a:solidFill>
                            </a:rPr>
                            <a:t>La entropía es </a:t>
                          </a:r>
                          <a:r>
                            <a:rPr lang="es-ES" dirty="0" smtClean="0">
                              <a:solidFill>
                                <a:schemeClr val="accent1">
                                  <a:lumMod val="50000"/>
                                </a:schemeClr>
                              </a:solidFill>
                            </a:rPr>
                            <a:t>máxima</a:t>
                          </a:r>
                          <a:r>
                            <a:rPr lang="es-ES" baseline="0" dirty="0" smtClean="0">
                              <a:solidFill>
                                <a:schemeClr val="accent1">
                                  <a:lumMod val="50000"/>
                                </a:schemeClr>
                              </a:solidFill>
                            </a:rPr>
                            <a:t> (1)</a:t>
                          </a:r>
                          <a:r>
                            <a:rPr lang="es-ES" dirty="0" smtClean="0">
                              <a:solidFill>
                                <a:schemeClr val="accent1">
                                  <a:lumMod val="50000"/>
                                </a:schemeClr>
                              </a:solidFill>
                            </a:rPr>
                            <a:t> </a:t>
                          </a:r>
                          <a:r>
                            <a:rPr lang="es-ES" dirty="0">
                              <a:solidFill>
                                <a:schemeClr val="accent1">
                                  <a:lumMod val="50000"/>
                                </a:schemeClr>
                              </a:solidFill>
                            </a:rPr>
                            <a:t>cuando todas las clases tienen </a:t>
                          </a:r>
                          <a:r>
                            <a:rPr lang="es-ES" dirty="0" smtClean="0">
                              <a:solidFill>
                                <a:schemeClr val="accent1">
                                  <a:lumMod val="50000"/>
                                </a:schemeClr>
                              </a:solidFill>
                            </a:rPr>
                            <a:t>porcentajes </a:t>
                          </a:r>
                          <a:r>
                            <a:rPr lang="es-ES" dirty="0">
                              <a:solidFill>
                                <a:schemeClr val="accent1">
                                  <a:lumMod val="50000"/>
                                </a:schemeClr>
                              </a:solidFill>
                            </a:rPr>
                            <a:t>iguales y es 0 cuando todas las instancias pertenecen a una misma clase.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8888660"/>
                      </a:ext>
                    </a:extLst>
                  </a:tr>
                </a:tbl>
              </a:graphicData>
            </a:graphic>
          </p:graphicFrame>
        </mc:Fallback>
      </mc:AlternateContent>
    </p:spTree>
    <p:extLst>
      <p:ext uri="{BB962C8B-B14F-4D97-AF65-F5344CB8AC3E}">
        <p14:creationId xmlns:p14="http://schemas.microsoft.com/office/powerpoint/2010/main" val="15167966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uadroTexto 9">
            <a:extLst>
              <a:ext uri="{FF2B5EF4-FFF2-40B4-BE49-F238E27FC236}">
                <a16:creationId xmlns:a16="http://schemas.microsoft.com/office/drawing/2014/main" id="{45F806D1-FC0F-E0E0-26A0-B5CA62F50D6F}"/>
              </a:ext>
            </a:extLst>
          </p:cNvPr>
          <p:cNvSpPr txBox="1"/>
          <p:nvPr/>
        </p:nvSpPr>
        <p:spPr>
          <a:xfrm>
            <a:off x="259947" y="661994"/>
            <a:ext cx="5667140" cy="400110"/>
          </a:xfrm>
          <a:prstGeom prst="rect">
            <a:avLst/>
          </a:prstGeom>
          <a:noFill/>
        </p:spPr>
        <p:txBody>
          <a:bodyPr wrap="square" rtlCol="0">
            <a:spAutoFit/>
          </a:bodyPr>
          <a:lstStyle/>
          <a:p>
            <a:pPr marL="342900" indent="-342900">
              <a:buFont typeface="Arial" panose="020B0604020202020204" pitchFamily="34" charset="0"/>
              <a:buChar char="•"/>
            </a:pPr>
            <a:r>
              <a:rPr lang="es-ES" sz="2000" b="1" dirty="0">
                <a:solidFill>
                  <a:schemeClr val="accent1">
                    <a:lumMod val="50000"/>
                  </a:schemeClr>
                </a:solidFill>
              </a:rPr>
              <a:t>Veamos un ejemplo</a:t>
            </a:r>
          </a:p>
        </p:txBody>
      </p:sp>
      <mc:AlternateContent xmlns:mc="http://schemas.openxmlformats.org/markup-compatibility/2006" xmlns:p14="http://schemas.microsoft.com/office/powerpoint/2010/main">
        <mc:Choice Requires="p14">
          <p:contentPart p14:bwMode="auto" r:id="rId2">
            <p14:nvContentPartPr>
              <p14:cNvPr id="2" name="Entrada de lápiz 1">
                <a:extLst>
                  <a:ext uri="{FF2B5EF4-FFF2-40B4-BE49-F238E27FC236}">
                    <a16:creationId xmlns:a16="http://schemas.microsoft.com/office/drawing/2014/main" id="{B6E3DFD6-F1CF-B52D-B506-B19AB5331129}"/>
                  </a:ext>
                </a:extLst>
              </p14:cNvPr>
              <p14:cNvContentPartPr/>
              <p14:nvPr/>
            </p14:nvContentPartPr>
            <p14:xfrm>
              <a:off x="627658" y="1462634"/>
              <a:ext cx="2529720" cy="1396440"/>
            </p14:xfrm>
          </p:contentPart>
        </mc:Choice>
        <mc:Fallback xmlns="">
          <p:pic>
            <p:nvPicPr>
              <p:cNvPr id="2" name="Entrada de lápiz 1">
                <a:extLst>
                  <a:ext uri="{FF2B5EF4-FFF2-40B4-BE49-F238E27FC236}">
                    <a16:creationId xmlns:a16="http://schemas.microsoft.com/office/drawing/2014/main" id="{B6E3DFD6-F1CF-B52D-B506-B19AB5331129}"/>
                  </a:ext>
                </a:extLst>
              </p:cNvPr>
              <p:cNvPicPr/>
              <p:nvPr/>
            </p:nvPicPr>
            <p:blipFill>
              <a:blip r:embed="rId3"/>
              <a:stretch>
                <a:fillRect/>
              </a:stretch>
            </p:blipFill>
            <p:spPr>
              <a:xfrm>
                <a:off x="610018" y="1444634"/>
                <a:ext cx="2565360" cy="1432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2" name="Entrada de lápiz 31">
                <a:extLst>
                  <a:ext uri="{FF2B5EF4-FFF2-40B4-BE49-F238E27FC236}">
                    <a16:creationId xmlns:a16="http://schemas.microsoft.com/office/drawing/2014/main" id="{1E1B4014-BC9F-1B3B-2F8A-B3293233164E}"/>
                  </a:ext>
                </a:extLst>
              </p14:cNvPr>
              <p14:cNvContentPartPr/>
              <p14:nvPr/>
            </p14:nvContentPartPr>
            <p14:xfrm>
              <a:off x="2525938" y="1880594"/>
              <a:ext cx="67680" cy="58320"/>
            </p14:xfrm>
          </p:contentPart>
        </mc:Choice>
        <mc:Fallback xmlns="">
          <p:pic>
            <p:nvPicPr>
              <p:cNvPr id="32" name="Entrada de lápiz 31">
                <a:extLst>
                  <a:ext uri="{FF2B5EF4-FFF2-40B4-BE49-F238E27FC236}">
                    <a16:creationId xmlns:a16="http://schemas.microsoft.com/office/drawing/2014/main" id="{1E1B4014-BC9F-1B3B-2F8A-B3293233164E}"/>
                  </a:ext>
                </a:extLst>
              </p:cNvPr>
              <p:cNvPicPr/>
              <p:nvPr/>
            </p:nvPicPr>
            <p:blipFill>
              <a:blip r:embed="rId5"/>
              <a:stretch>
                <a:fillRect/>
              </a:stretch>
            </p:blipFill>
            <p:spPr>
              <a:xfrm>
                <a:off x="2507938" y="1862594"/>
                <a:ext cx="10332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7" name="Entrada de lápiz 36">
                <a:extLst>
                  <a:ext uri="{FF2B5EF4-FFF2-40B4-BE49-F238E27FC236}">
                    <a16:creationId xmlns:a16="http://schemas.microsoft.com/office/drawing/2014/main" id="{AE8D48C4-8381-0681-8524-F46281E3B18F}"/>
                  </a:ext>
                </a:extLst>
              </p14:cNvPr>
              <p14:cNvContentPartPr/>
              <p14:nvPr/>
            </p14:nvContentPartPr>
            <p14:xfrm>
              <a:off x="2174218" y="1823714"/>
              <a:ext cx="70200" cy="64440"/>
            </p14:xfrm>
          </p:contentPart>
        </mc:Choice>
        <mc:Fallback xmlns="">
          <p:pic>
            <p:nvPicPr>
              <p:cNvPr id="37" name="Entrada de lápiz 36">
                <a:extLst>
                  <a:ext uri="{FF2B5EF4-FFF2-40B4-BE49-F238E27FC236}">
                    <a16:creationId xmlns:a16="http://schemas.microsoft.com/office/drawing/2014/main" id="{AE8D48C4-8381-0681-8524-F46281E3B18F}"/>
                  </a:ext>
                </a:extLst>
              </p:cNvPr>
              <p:cNvPicPr/>
              <p:nvPr/>
            </p:nvPicPr>
            <p:blipFill>
              <a:blip r:embed="rId7"/>
              <a:stretch>
                <a:fillRect/>
              </a:stretch>
            </p:blipFill>
            <p:spPr>
              <a:xfrm>
                <a:off x="2156578" y="1806074"/>
                <a:ext cx="10584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8" name="Entrada de lápiz 37">
                <a:extLst>
                  <a:ext uri="{FF2B5EF4-FFF2-40B4-BE49-F238E27FC236}">
                    <a16:creationId xmlns:a16="http://schemas.microsoft.com/office/drawing/2014/main" id="{08EB3985-859A-5A13-EAB0-F52277F90977}"/>
                  </a:ext>
                </a:extLst>
              </p14:cNvPr>
              <p14:cNvContentPartPr/>
              <p14:nvPr/>
            </p14:nvContentPartPr>
            <p14:xfrm>
              <a:off x="1563298" y="1902194"/>
              <a:ext cx="58680" cy="58680"/>
            </p14:xfrm>
          </p:contentPart>
        </mc:Choice>
        <mc:Fallback xmlns="">
          <p:pic>
            <p:nvPicPr>
              <p:cNvPr id="38" name="Entrada de lápiz 37">
                <a:extLst>
                  <a:ext uri="{FF2B5EF4-FFF2-40B4-BE49-F238E27FC236}">
                    <a16:creationId xmlns:a16="http://schemas.microsoft.com/office/drawing/2014/main" id="{08EB3985-859A-5A13-EAB0-F52277F90977}"/>
                  </a:ext>
                </a:extLst>
              </p:cNvPr>
              <p:cNvPicPr/>
              <p:nvPr/>
            </p:nvPicPr>
            <p:blipFill>
              <a:blip r:embed="rId9"/>
              <a:stretch>
                <a:fillRect/>
              </a:stretch>
            </p:blipFill>
            <p:spPr>
              <a:xfrm>
                <a:off x="1545298" y="1884554"/>
                <a:ext cx="9432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0" name="Entrada de lápiz 39">
                <a:extLst>
                  <a:ext uri="{FF2B5EF4-FFF2-40B4-BE49-F238E27FC236}">
                    <a16:creationId xmlns:a16="http://schemas.microsoft.com/office/drawing/2014/main" id="{C66E077A-65F9-05BC-8C5C-CE5B9B85328A}"/>
                  </a:ext>
                </a:extLst>
              </p14:cNvPr>
              <p14:cNvContentPartPr/>
              <p14:nvPr/>
            </p14:nvContentPartPr>
            <p14:xfrm>
              <a:off x="1481218" y="1615994"/>
              <a:ext cx="97560" cy="72000"/>
            </p14:xfrm>
          </p:contentPart>
        </mc:Choice>
        <mc:Fallback xmlns="">
          <p:pic>
            <p:nvPicPr>
              <p:cNvPr id="40" name="Entrada de lápiz 39">
                <a:extLst>
                  <a:ext uri="{FF2B5EF4-FFF2-40B4-BE49-F238E27FC236}">
                    <a16:creationId xmlns:a16="http://schemas.microsoft.com/office/drawing/2014/main" id="{C66E077A-65F9-05BC-8C5C-CE5B9B85328A}"/>
                  </a:ext>
                </a:extLst>
              </p:cNvPr>
              <p:cNvPicPr/>
              <p:nvPr/>
            </p:nvPicPr>
            <p:blipFill>
              <a:blip r:embed="rId11"/>
              <a:stretch>
                <a:fillRect/>
              </a:stretch>
            </p:blipFill>
            <p:spPr>
              <a:xfrm>
                <a:off x="1463578" y="1597994"/>
                <a:ext cx="13320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1" name="Entrada de lápiz 40">
                <a:extLst>
                  <a:ext uri="{FF2B5EF4-FFF2-40B4-BE49-F238E27FC236}">
                    <a16:creationId xmlns:a16="http://schemas.microsoft.com/office/drawing/2014/main" id="{3F2BD7EF-B5B8-A533-FFE1-6CF6F48BCF37}"/>
                  </a:ext>
                </a:extLst>
              </p14:cNvPr>
              <p14:cNvContentPartPr/>
              <p14:nvPr/>
            </p14:nvContentPartPr>
            <p14:xfrm>
              <a:off x="1242898" y="1925594"/>
              <a:ext cx="86760" cy="77040"/>
            </p14:xfrm>
          </p:contentPart>
        </mc:Choice>
        <mc:Fallback xmlns="">
          <p:pic>
            <p:nvPicPr>
              <p:cNvPr id="41" name="Entrada de lápiz 40">
                <a:extLst>
                  <a:ext uri="{FF2B5EF4-FFF2-40B4-BE49-F238E27FC236}">
                    <a16:creationId xmlns:a16="http://schemas.microsoft.com/office/drawing/2014/main" id="{3F2BD7EF-B5B8-A533-FFE1-6CF6F48BCF37}"/>
                  </a:ext>
                </a:extLst>
              </p:cNvPr>
              <p:cNvPicPr/>
              <p:nvPr/>
            </p:nvPicPr>
            <p:blipFill>
              <a:blip r:embed="rId13"/>
              <a:stretch>
                <a:fillRect/>
              </a:stretch>
            </p:blipFill>
            <p:spPr>
              <a:xfrm>
                <a:off x="1225258" y="1907594"/>
                <a:ext cx="12240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2" name="Entrada de lápiz 41">
                <a:extLst>
                  <a:ext uri="{FF2B5EF4-FFF2-40B4-BE49-F238E27FC236}">
                    <a16:creationId xmlns:a16="http://schemas.microsoft.com/office/drawing/2014/main" id="{A1DE50C7-CF4A-AADE-696C-68E693E8D8D6}"/>
                  </a:ext>
                </a:extLst>
              </p14:cNvPr>
              <p14:cNvContentPartPr/>
              <p14:nvPr/>
            </p14:nvContentPartPr>
            <p14:xfrm>
              <a:off x="2203738" y="2226194"/>
              <a:ext cx="97560" cy="87840"/>
            </p14:xfrm>
          </p:contentPart>
        </mc:Choice>
        <mc:Fallback xmlns="">
          <p:pic>
            <p:nvPicPr>
              <p:cNvPr id="42" name="Entrada de lápiz 41">
                <a:extLst>
                  <a:ext uri="{FF2B5EF4-FFF2-40B4-BE49-F238E27FC236}">
                    <a16:creationId xmlns:a16="http://schemas.microsoft.com/office/drawing/2014/main" id="{A1DE50C7-CF4A-AADE-696C-68E693E8D8D6}"/>
                  </a:ext>
                </a:extLst>
              </p:cNvPr>
              <p:cNvPicPr/>
              <p:nvPr/>
            </p:nvPicPr>
            <p:blipFill>
              <a:blip r:embed="rId15"/>
              <a:stretch>
                <a:fillRect/>
              </a:stretch>
            </p:blipFill>
            <p:spPr>
              <a:xfrm>
                <a:off x="2185738" y="2208194"/>
                <a:ext cx="13320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3" name="Entrada de lápiz 42">
                <a:extLst>
                  <a:ext uri="{FF2B5EF4-FFF2-40B4-BE49-F238E27FC236}">
                    <a16:creationId xmlns:a16="http://schemas.microsoft.com/office/drawing/2014/main" id="{F62AA5B4-23E2-D373-4F4A-5F62617CBC3A}"/>
                  </a:ext>
                </a:extLst>
              </p14:cNvPr>
              <p14:cNvContentPartPr/>
              <p14:nvPr/>
            </p14:nvContentPartPr>
            <p14:xfrm>
              <a:off x="2512618" y="2099834"/>
              <a:ext cx="65520" cy="72720"/>
            </p14:xfrm>
          </p:contentPart>
        </mc:Choice>
        <mc:Fallback xmlns="">
          <p:pic>
            <p:nvPicPr>
              <p:cNvPr id="43" name="Entrada de lápiz 42">
                <a:extLst>
                  <a:ext uri="{FF2B5EF4-FFF2-40B4-BE49-F238E27FC236}">
                    <a16:creationId xmlns:a16="http://schemas.microsoft.com/office/drawing/2014/main" id="{F62AA5B4-23E2-D373-4F4A-5F62617CBC3A}"/>
                  </a:ext>
                </a:extLst>
              </p:cNvPr>
              <p:cNvPicPr/>
              <p:nvPr/>
            </p:nvPicPr>
            <p:blipFill>
              <a:blip r:embed="rId17"/>
              <a:stretch>
                <a:fillRect/>
              </a:stretch>
            </p:blipFill>
            <p:spPr>
              <a:xfrm>
                <a:off x="2494978" y="2082194"/>
                <a:ext cx="10116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5" name="Entrada de lápiz 44">
                <a:extLst>
                  <a:ext uri="{FF2B5EF4-FFF2-40B4-BE49-F238E27FC236}">
                    <a16:creationId xmlns:a16="http://schemas.microsoft.com/office/drawing/2014/main" id="{ADBC0BFF-BEE5-A494-6CDE-01242A9FD6C6}"/>
                  </a:ext>
                </a:extLst>
              </p14:cNvPr>
              <p14:cNvContentPartPr/>
              <p14:nvPr/>
            </p14:nvContentPartPr>
            <p14:xfrm>
              <a:off x="2885938" y="2092994"/>
              <a:ext cx="70560" cy="76320"/>
            </p14:xfrm>
          </p:contentPart>
        </mc:Choice>
        <mc:Fallback xmlns="">
          <p:pic>
            <p:nvPicPr>
              <p:cNvPr id="45" name="Entrada de lápiz 44">
                <a:extLst>
                  <a:ext uri="{FF2B5EF4-FFF2-40B4-BE49-F238E27FC236}">
                    <a16:creationId xmlns:a16="http://schemas.microsoft.com/office/drawing/2014/main" id="{ADBC0BFF-BEE5-A494-6CDE-01242A9FD6C6}"/>
                  </a:ext>
                </a:extLst>
              </p:cNvPr>
              <p:cNvPicPr/>
              <p:nvPr/>
            </p:nvPicPr>
            <p:blipFill>
              <a:blip r:embed="rId19"/>
              <a:stretch>
                <a:fillRect/>
              </a:stretch>
            </p:blipFill>
            <p:spPr>
              <a:xfrm>
                <a:off x="2868298" y="2074994"/>
                <a:ext cx="10620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6" name="Entrada de lápiz 45">
                <a:extLst>
                  <a:ext uri="{FF2B5EF4-FFF2-40B4-BE49-F238E27FC236}">
                    <a16:creationId xmlns:a16="http://schemas.microsoft.com/office/drawing/2014/main" id="{97390D99-B86A-A75D-5249-6B34A01F01A0}"/>
                  </a:ext>
                </a:extLst>
              </p14:cNvPr>
              <p14:cNvContentPartPr/>
              <p14:nvPr/>
            </p14:nvContentPartPr>
            <p14:xfrm>
              <a:off x="2650498" y="2374874"/>
              <a:ext cx="66960" cy="73440"/>
            </p14:xfrm>
          </p:contentPart>
        </mc:Choice>
        <mc:Fallback xmlns="">
          <p:pic>
            <p:nvPicPr>
              <p:cNvPr id="46" name="Entrada de lápiz 45">
                <a:extLst>
                  <a:ext uri="{FF2B5EF4-FFF2-40B4-BE49-F238E27FC236}">
                    <a16:creationId xmlns:a16="http://schemas.microsoft.com/office/drawing/2014/main" id="{97390D99-B86A-A75D-5249-6B34A01F01A0}"/>
                  </a:ext>
                </a:extLst>
              </p:cNvPr>
              <p:cNvPicPr/>
              <p:nvPr/>
            </p:nvPicPr>
            <p:blipFill>
              <a:blip r:embed="rId21"/>
              <a:stretch>
                <a:fillRect/>
              </a:stretch>
            </p:blipFill>
            <p:spPr>
              <a:xfrm>
                <a:off x="2632858" y="2357234"/>
                <a:ext cx="10260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Entrada de lápiz 19">
                <a:extLst>
                  <a:ext uri="{FF2B5EF4-FFF2-40B4-BE49-F238E27FC236}">
                    <a16:creationId xmlns:a16="http://schemas.microsoft.com/office/drawing/2014/main" id="{D3493408-4727-4875-7FE4-24ED58274FF9}"/>
                  </a:ext>
                </a:extLst>
              </p14:cNvPr>
              <p14:cNvContentPartPr/>
              <p14:nvPr/>
            </p14:nvContentPartPr>
            <p14:xfrm>
              <a:off x="1557538" y="1896794"/>
              <a:ext cx="60480" cy="50400"/>
            </p14:xfrm>
          </p:contentPart>
        </mc:Choice>
        <mc:Fallback xmlns="">
          <p:pic>
            <p:nvPicPr>
              <p:cNvPr id="20" name="Entrada de lápiz 19">
                <a:extLst>
                  <a:ext uri="{FF2B5EF4-FFF2-40B4-BE49-F238E27FC236}">
                    <a16:creationId xmlns:a16="http://schemas.microsoft.com/office/drawing/2014/main" id="{D3493408-4727-4875-7FE4-24ED58274FF9}"/>
                  </a:ext>
                </a:extLst>
              </p:cNvPr>
              <p:cNvPicPr/>
              <p:nvPr/>
            </p:nvPicPr>
            <p:blipFill>
              <a:blip r:embed="rId23"/>
              <a:stretch>
                <a:fillRect/>
              </a:stretch>
            </p:blipFill>
            <p:spPr>
              <a:xfrm>
                <a:off x="1539898" y="1878794"/>
                <a:ext cx="9612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3" name="Entrada de lápiz 22">
                <a:extLst>
                  <a:ext uri="{FF2B5EF4-FFF2-40B4-BE49-F238E27FC236}">
                    <a16:creationId xmlns:a16="http://schemas.microsoft.com/office/drawing/2014/main" id="{52950527-9C0E-04E9-FBAD-BA8A4F6C3568}"/>
                  </a:ext>
                </a:extLst>
              </p14:cNvPr>
              <p14:cNvContentPartPr/>
              <p14:nvPr/>
            </p14:nvContentPartPr>
            <p14:xfrm>
              <a:off x="1579138" y="2175794"/>
              <a:ext cx="58320" cy="53640"/>
            </p14:xfrm>
          </p:contentPart>
        </mc:Choice>
        <mc:Fallback xmlns="">
          <p:pic>
            <p:nvPicPr>
              <p:cNvPr id="23" name="Entrada de lápiz 22">
                <a:extLst>
                  <a:ext uri="{FF2B5EF4-FFF2-40B4-BE49-F238E27FC236}">
                    <a16:creationId xmlns:a16="http://schemas.microsoft.com/office/drawing/2014/main" id="{52950527-9C0E-04E9-FBAD-BA8A4F6C3568}"/>
                  </a:ext>
                </a:extLst>
              </p:cNvPr>
              <p:cNvPicPr/>
              <p:nvPr/>
            </p:nvPicPr>
            <p:blipFill>
              <a:blip r:embed="rId25"/>
              <a:stretch>
                <a:fillRect/>
              </a:stretch>
            </p:blipFill>
            <p:spPr>
              <a:xfrm>
                <a:off x="1561498" y="2157794"/>
                <a:ext cx="939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5" name="Entrada de lápiz 24">
                <a:extLst>
                  <a:ext uri="{FF2B5EF4-FFF2-40B4-BE49-F238E27FC236}">
                    <a16:creationId xmlns:a16="http://schemas.microsoft.com/office/drawing/2014/main" id="{D25FED73-5048-66A3-7E76-798D774533FC}"/>
                  </a:ext>
                </a:extLst>
              </p14:cNvPr>
              <p14:cNvContentPartPr/>
              <p14:nvPr/>
            </p14:nvContentPartPr>
            <p14:xfrm>
              <a:off x="1861018" y="1829474"/>
              <a:ext cx="64800" cy="52200"/>
            </p14:xfrm>
          </p:contentPart>
        </mc:Choice>
        <mc:Fallback xmlns="">
          <p:pic>
            <p:nvPicPr>
              <p:cNvPr id="25" name="Entrada de lápiz 24">
                <a:extLst>
                  <a:ext uri="{FF2B5EF4-FFF2-40B4-BE49-F238E27FC236}">
                    <a16:creationId xmlns:a16="http://schemas.microsoft.com/office/drawing/2014/main" id="{D25FED73-5048-66A3-7E76-798D774533FC}"/>
                  </a:ext>
                </a:extLst>
              </p:cNvPr>
              <p:cNvPicPr/>
              <p:nvPr/>
            </p:nvPicPr>
            <p:blipFill>
              <a:blip r:embed="rId27"/>
              <a:stretch>
                <a:fillRect/>
              </a:stretch>
            </p:blipFill>
            <p:spPr>
              <a:xfrm>
                <a:off x="1843378" y="1811474"/>
                <a:ext cx="1004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8" name="Entrada de lápiz 27">
                <a:extLst>
                  <a:ext uri="{FF2B5EF4-FFF2-40B4-BE49-F238E27FC236}">
                    <a16:creationId xmlns:a16="http://schemas.microsoft.com/office/drawing/2014/main" id="{C74C1CF1-E57B-2F27-F5D9-EDE75AD21FD8}"/>
                  </a:ext>
                </a:extLst>
              </p14:cNvPr>
              <p14:cNvContentPartPr/>
              <p14:nvPr/>
            </p14:nvContentPartPr>
            <p14:xfrm>
              <a:off x="1845538" y="2328794"/>
              <a:ext cx="58680" cy="62280"/>
            </p14:xfrm>
          </p:contentPart>
        </mc:Choice>
        <mc:Fallback xmlns="">
          <p:pic>
            <p:nvPicPr>
              <p:cNvPr id="28" name="Entrada de lápiz 27">
                <a:extLst>
                  <a:ext uri="{FF2B5EF4-FFF2-40B4-BE49-F238E27FC236}">
                    <a16:creationId xmlns:a16="http://schemas.microsoft.com/office/drawing/2014/main" id="{C74C1CF1-E57B-2F27-F5D9-EDE75AD21FD8}"/>
                  </a:ext>
                </a:extLst>
              </p:cNvPr>
              <p:cNvPicPr/>
              <p:nvPr/>
            </p:nvPicPr>
            <p:blipFill>
              <a:blip r:embed="rId29"/>
              <a:stretch>
                <a:fillRect/>
              </a:stretch>
            </p:blipFill>
            <p:spPr>
              <a:xfrm>
                <a:off x="1827538" y="2311154"/>
                <a:ext cx="9432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8" name="Entrada de lápiz 47">
                <a:extLst>
                  <a:ext uri="{FF2B5EF4-FFF2-40B4-BE49-F238E27FC236}">
                    <a16:creationId xmlns:a16="http://schemas.microsoft.com/office/drawing/2014/main" id="{4E83AFAD-E9BF-05DD-BCD6-1CF2820FC2AC}"/>
                  </a:ext>
                </a:extLst>
              </p14:cNvPr>
              <p14:cNvContentPartPr/>
              <p14:nvPr/>
            </p14:nvContentPartPr>
            <p14:xfrm>
              <a:off x="2033098" y="2038274"/>
              <a:ext cx="93600" cy="70200"/>
            </p14:xfrm>
          </p:contentPart>
        </mc:Choice>
        <mc:Fallback xmlns="">
          <p:pic>
            <p:nvPicPr>
              <p:cNvPr id="48" name="Entrada de lápiz 47">
                <a:extLst>
                  <a:ext uri="{FF2B5EF4-FFF2-40B4-BE49-F238E27FC236}">
                    <a16:creationId xmlns:a16="http://schemas.microsoft.com/office/drawing/2014/main" id="{4E83AFAD-E9BF-05DD-BCD6-1CF2820FC2AC}"/>
                  </a:ext>
                </a:extLst>
              </p:cNvPr>
              <p:cNvPicPr/>
              <p:nvPr/>
            </p:nvPicPr>
            <p:blipFill>
              <a:blip r:embed="rId31"/>
              <a:stretch>
                <a:fillRect/>
              </a:stretch>
            </p:blipFill>
            <p:spPr>
              <a:xfrm>
                <a:off x="2015098" y="2020274"/>
                <a:ext cx="12924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9" name="Entrada de lápiz 48">
                <a:extLst>
                  <a:ext uri="{FF2B5EF4-FFF2-40B4-BE49-F238E27FC236}">
                    <a16:creationId xmlns:a16="http://schemas.microsoft.com/office/drawing/2014/main" id="{71F50217-997C-79FF-9E05-9E1C594ED8E6}"/>
                  </a:ext>
                </a:extLst>
              </p14:cNvPr>
              <p14:cNvContentPartPr/>
              <p14:nvPr/>
            </p14:nvContentPartPr>
            <p14:xfrm>
              <a:off x="1492018" y="2454794"/>
              <a:ext cx="81000" cy="73440"/>
            </p14:xfrm>
          </p:contentPart>
        </mc:Choice>
        <mc:Fallback xmlns="">
          <p:pic>
            <p:nvPicPr>
              <p:cNvPr id="49" name="Entrada de lápiz 48">
                <a:extLst>
                  <a:ext uri="{FF2B5EF4-FFF2-40B4-BE49-F238E27FC236}">
                    <a16:creationId xmlns:a16="http://schemas.microsoft.com/office/drawing/2014/main" id="{71F50217-997C-79FF-9E05-9E1C594ED8E6}"/>
                  </a:ext>
                </a:extLst>
              </p:cNvPr>
              <p:cNvPicPr/>
              <p:nvPr/>
            </p:nvPicPr>
            <p:blipFill>
              <a:blip r:embed="rId33"/>
              <a:stretch>
                <a:fillRect/>
              </a:stretch>
            </p:blipFill>
            <p:spPr>
              <a:xfrm>
                <a:off x="1474378" y="2437154"/>
                <a:ext cx="11664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50" name="Entrada de lápiz 49">
                <a:extLst>
                  <a:ext uri="{FF2B5EF4-FFF2-40B4-BE49-F238E27FC236}">
                    <a16:creationId xmlns:a16="http://schemas.microsoft.com/office/drawing/2014/main" id="{2D2AAF07-E510-5411-6152-F1FF9D13C7EA}"/>
                  </a:ext>
                </a:extLst>
              </p14:cNvPr>
              <p14:cNvContentPartPr/>
              <p14:nvPr/>
            </p14:nvContentPartPr>
            <p14:xfrm>
              <a:off x="1161538" y="2264714"/>
              <a:ext cx="102600" cy="73080"/>
            </p14:xfrm>
          </p:contentPart>
        </mc:Choice>
        <mc:Fallback xmlns="">
          <p:pic>
            <p:nvPicPr>
              <p:cNvPr id="50" name="Entrada de lápiz 49">
                <a:extLst>
                  <a:ext uri="{FF2B5EF4-FFF2-40B4-BE49-F238E27FC236}">
                    <a16:creationId xmlns:a16="http://schemas.microsoft.com/office/drawing/2014/main" id="{2D2AAF07-E510-5411-6152-F1FF9D13C7EA}"/>
                  </a:ext>
                </a:extLst>
              </p:cNvPr>
              <p:cNvPicPr/>
              <p:nvPr/>
            </p:nvPicPr>
            <p:blipFill>
              <a:blip r:embed="rId35"/>
              <a:stretch>
                <a:fillRect/>
              </a:stretch>
            </p:blipFill>
            <p:spPr>
              <a:xfrm>
                <a:off x="1143898" y="2246714"/>
                <a:ext cx="13824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51" name="Entrada de lápiz 50">
                <a:extLst>
                  <a:ext uri="{FF2B5EF4-FFF2-40B4-BE49-F238E27FC236}">
                    <a16:creationId xmlns:a16="http://schemas.microsoft.com/office/drawing/2014/main" id="{7354D61B-B8A0-A2B3-202F-C501874CE520}"/>
                  </a:ext>
                </a:extLst>
              </p14:cNvPr>
              <p14:cNvContentPartPr/>
              <p14:nvPr/>
            </p14:nvContentPartPr>
            <p14:xfrm>
              <a:off x="1175578" y="2641274"/>
              <a:ext cx="79560" cy="76320"/>
            </p14:xfrm>
          </p:contentPart>
        </mc:Choice>
        <mc:Fallback xmlns="">
          <p:pic>
            <p:nvPicPr>
              <p:cNvPr id="51" name="Entrada de lápiz 50">
                <a:extLst>
                  <a:ext uri="{FF2B5EF4-FFF2-40B4-BE49-F238E27FC236}">
                    <a16:creationId xmlns:a16="http://schemas.microsoft.com/office/drawing/2014/main" id="{7354D61B-B8A0-A2B3-202F-C501874CE520}"/>
                  </a:ext>
                </a:extLst>
              </p:cNvPr>
              <p:cNvPicPr/>
              <p:nvPr/>
            </p:nvPicPr>
            <p:blipFill>
              <a:blip r:embed="rId37"/>
              <a:stretch>
                <a:fillRect/>
              </a:stretch>
            </p:blipFill>
            <p:spPr>
              <a:xfrm>
                <a:off x="1157578" y="2623634"/>
                <a:ext cx="11520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52" name="Entrada de lápiz 51">
                <a:extLst>
                  <a:ext uri="{FF2B5EF4-FFF2-40B4-BE49-F238E27FC236}">
                    <a16:creationId xmlns:a16="http://schemas.microsoft.com/office/drawing/2014/main" id="{303AEC9E-32E6-A821-F918-6ADFFEDCC294}"/>
                  </a:ext>
                </a:extLst>
              </p14:cNvPr>
              <p14:cNvContentPartPr/>
              <p14:nvPr/>
            </p14:nvContentPartPr>
            <p14:xfrm>
              <a:off x="939058" y="2504474"/>
              <a:ext cx="66960" cy="65160"/>
            </p14:xfrm>
          </p:contentPart>
        </mc:Choice>
        <mc:Fallback xmlns="">
          <p:pic>
            <p:nvPicPr>
              <p:cNvPr id="52" name="Entrada de lápiz 51">
                <a:extLst>
                  <a:ext uri="{FF2B5EF4-FFF2-40B4-BE49-F238E27FC236}">
                    <a16:creationId xmlns:a16="http://schemas.microsoft.com/office/drawing/2014/main" id="{303AEC9E-32E6-A821-F918-6ADFFEDCC294}"/>
                  </a:ext>
                </a:extLst>
              </p:cNvPr>
              <p:cNvPicPr/>
              <p:nvPr/>
            </p:nvPicPr>
            <p:blipFill>
              <a:blip r:embed="rId39"/>
              <a:stretch>
                <a:fillRect/>
              </a:stretch>
            </p:blipFill>
            <p:spPr>
              <a:xfrm>
                <a:off x="921418" y="2486474"/>
                <a:ext cx="10260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53" name="Entrada de lápiz 52">
                <a:extLst>
                  <a:ext uri="{FF2B5EF4-FFF2-40B4-BE49-F238E27FC236}">
                    <a16:creationId xmlns:a16="http://schemas.microsoft.com/office/drawing/2014/main" id="{4C4DDE08-A7BE-2825-9740-E5A1831E8D8F}"/>
                  </a:ext>
                </a:extLst>
              </p14:cNvPr>
              <p14:cNvContentPartPr/>
              <p14:nvPr/>
            </p14:nvContentPartPr>
            <p14:xfrm>
              <a:off x="769858" y="2237714"/>
              <a:ext cx="80280" cy="68400"/>
            </p14:xfrm>
          </p:contentPart>
        </mc:Choice>
        <mc:Fallback xmlns="">
          <p:pic>
            <p:nvPicPr>
              <p:cNvPr id="53" name="Entrada de lápiz 52">
                <a:extLst>
                  <a:ext uri="{FF2B5EF4-FFF2-40B4-BE49-F238E27FC236}">
                    <a16:creationId xmlns:a16="http://schemas.microsoft.com/office/drawing/2014/main" id="{4C4DDE08-A7BE-2825-9740-E5A1831E8D8F}"/>
                  </a:ext>
                </a:extLst>
              </p:cNvPr>
              <p:cNvPicPr/>
              <p:nvPr/>
            </p:nvPicPr>
            <p:blipFill>
              <a:blip r:embed="rId41"/>
              <a:stretch>
                <a:fillRect/>
              </a:stretch>
            </p:blipFill>
            <p:spPr>
              <a:xfrm>
                <a:off x="751858" y="2220074"/>
                <a:ext cx="11592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54" name="Entrada de lápiz 53">
                <a:extLst>
                  <a:ext uri="{FF2B5EF4-FFF2-40B4-BE49-F238E27FC236}">
                    <a16:creationId xmlns:a16="http://schemas.microsoft.com/office/drawing/2014/main" id="{EFBAE8D3-F10B-0DA9-A3C8-DDB1800D18BD}"/>
                  </a:ext>
                </a:extLst>
              </p14:cNvPr>
              <p14:cNvContentPartPr/>
              <p14:nvPr/>
            </p14:nvContentPartPr>
            <p14:xfrm>
              <a:off x="1002778" y="2067794"/>
              <a:ext cx="86400" cy="78480"/>
            </p14:xfrm>
          </p:contentPart>
        </mc:Choice>
        <mc:Fallback xmlns="">
          <p:pic>
            <p:nvPicPr>
              <p:cNvPr id="54" name="Entrada de lápiz 53">
                <a:extLst>
                  <a:ext uri="{FF2B5EF4-FFF2-40B4-BE49-F238E27FC236}">
                    <a16:creationId xmlns:a16="http://schemas.microsoft.com/office/drawing/2014/main" id="{EFBAE8D3-F10B-0DA9-A3C8-DDB1800D18BD}"/>
                  </a:ext>
                </a:extLst>
              </p:cNvPr>
              <p:cNvPicPr/>
              <p:nvPr/>
            </p:nvPicPr>
            <p:blipFill>
              <a:blip r:embed="rId43"/>
              <a:stretch>
                <a:fillRect/>
              </a:stretch>
            </p:blipFill>
            <p:spPr>
              <a:xfrm>
                <a:off x="985138" y="2050154"/>
                <a:ext cx="12204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55" name="Entrada de lápiz 54">
                <a:extLst>
                  <a:ext uri="{FF2B5EF4-FFF2-40B4-BE49-F238E27FC236}">
                    <a16:creationId xmlns:a16="http://schemas.microsoft.com/office/drawing/2014/main" id="{BA295D54-C27A-6AC3-088C-AF3B3896FAA1}"/>
                  </a:ext>
                </a:extLst>
              </p14:cNvPr>
              <p14:cNvContentPartPr/>
              <p14:nvPr/>
            </p14:nvContentPartPr>
            <p14:xfrm>
              <a:off x="1175938" y="2315114"/>
              <a:ext cx="35280" cy="38160"/>
            </p14:xfrm>
          </p:contentPart>
        </mc:Choice>
        <mc:Fallback xmlns="">
          <p:pic>
            <p:nvPicPr>
              <p:cNvPr id="55" name="Entrada de lápiz 54">
                <a:extLst>
                  <a:ext uri="{FF2B5EF4-FFF2-40B4-BE49-F238E27FC236}">
                    <a16:creationId xmlns:a16="http://schemas.microsoft.com/office/drawing/2014/main" id="{BA295D54-C27A-6AC3-088C-AF3B3896FAA1}"/>
                  </a:ext>
                </a:extLst>
              </p:cNvPr>
              <p:cNvPicPr/>
              <p:nvPr/>
            </p:nvPicPr>
            <p:blipFill>
              <a:blip r:embed="rId45"/>
              <a:stretch>
                <a:fillRect/>
              </a:stretch>
            </p:blipFill>
            <p:spPr>
              <a:xfrm>
                <a:off x="1157938" y="2297114"/>
                <a:ext cx="7092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0" name="Entrada de lápiz 59">
                <a:extLst>
                  <a:ext uri="{FF2B5EF4-FFF2-40B4-BE49-F238E27FC236}">
                    <a16:creationId xmlns:a16="http://schemas.microsoft.com/office/drawing/2014/main" id="{158E77F1-937B-54AF-8323-E204B2DF9B09}"/>
                  </a:ext>
                </a:extLst>
              </p14:cNvPr>
              <p14:cNvContentPartPr/>
              <p14:nvPr/>
            </p14:nvContentPartPr>
            <p14:xfrm>
              <a:off x="1549258" y="1911554"/>
              <a:ext cx="71280" cy="74880"/>
            </p14:xfrm>
          </p:contentPart>
        </mc:Choice>
        <mc:Fallback xmlns="">
          <p:pic>
            <p:nvPicPr>
              <p:cNvPr id="60" name="Entrada de lápiz 59">
                <a:extLst>
                  <a:ext uri="{FF2B5EF4-FFF2-40B4-BE49-F238E27FC236}">
                    <a16:creationId xmlns:a16="http://schemas.microsoft.com/office/drawing/2014/main" id="{158E77F1-937B-54AF-8323-E204B2DF9B09}"/>
                  </a:ext>
                </a:extLst>
              </p:cNvPr>
              <p:cNvPicPr/>
              <p:nvPr/>
            </p:nvPicPr>
            <p:blipFill>
              <a:blip r:embed="rId47"/>
              <a:stretch>
                <a:fillRect/>
              </a:stretch>
            </p:blipFill>
            <p:spPr>
              <a:xfrm>
                <a:off x="1531618" y="1893914"/>
                <a:ext cx="10692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2" name="Entrada de lápiz 61">
                <a:extLst>
                  <a:ext uri="{FF2B5EF4-FFF2-40B4-BE49-F238E27FC236}">
                    <a16:creationId xmlns:a16="http://schemas.microsoft.com/office/drawing/2014/main" id="{43F5A7BF-251D-E15D-473A-4BE6AD4295AE}"/>
                  </a:ext>
                </a:extLst>
              </p14:cNvPr>
              <p14:cNvContentPartPr/>
              <p14:nvPr/>
            </p14:nvContentPartPr>
            <p14:xfrm>
              <a:off x="1543858" y="2182274"/>
              <a:ext cx="74160" cy="67320"/>
            </p14:xfrm>
          </p:contentPart>
        </mc:Choice>
        <mc:Fallback xmlns="">
          <p:pic>
            <p:nvPicPr>
              <p:cNvPr id="62" name="Entrada de lápiz 61">
                <a:extLst>
                  <a:ext uri="{FF2B5EF4-FFF2-40B4-BE49-F238E27FC236}">
                    <a16:creationId xmlns:a16="http://schemas.microsoft.com/office/drawing/2014/main" id="{43F5A7BF-251D-E15D-473A-4BE6AD4295AE}"/>
                  </a:ext>
                </a:extLst>
              </p:cNvPr>
              <p:cNvPicPr/>
              <p:nvPr/>
            </p:nvPicPr>
            <p:blipFill>
              <a:blip r:embed="rId49"/>
              <a:stretch>
                <a:fillRect/>
              </a:stretch>
            </p:blipFill>
            <p:spPr>
              <a:xfrm>
                <a:off x="1525858" y="2164634"/>
                <a:ext cx="10980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4" name="Entrada de lápiz 63">
                <a:extLst>
                  <a:ext uri="{FF2B5EF4-FFF2-40B4-BE49-F238E27FC236}">
                    <a16:creationId xmlns:a16="http://schemas.microsoft.com/office/drawing/2014/main" id="{F3A7C799-F0D4-F2CD-DC7E-011ABF6291B5}"/>
                  </a:ext>
                </a:extLst>
              </p14:cNvPr>
              <p14:cNvContentPartPr/>
              <p14:nvPr/>
            </p14:nvContentPartPr>
            <p14:xfrm>
              <a:off x="629998" y="4315315"/>
              <a:ext cx="2529720" cy="1396440"/>
            </p14:xfrm>
          </p:contentPart>
        </mc:Choice>
        <mc:Fallback xmlns="">
          <p:pic>
            <p:nvPicPr>
              <p:cNvPr id="64" name="Entrada de lápiz 63">
                <a:extLst>
                  <a:ext uri="{FF2B5EF4-FFF2-40B4-BE49-F238E27FC236}">
                    <a16:creationId xmlns:a16="http://schemas.microsoft.com/office/drawing/2014/main" id="{F3A7C799-F0D4-F2CD-DC7E-011ABF6291B5}"/>
                  </a:ext>
                </a:extLst>
              </p:cNvPr>
              <p:cNvPicPr/>
              <p:nvPr/>
            </p:nvPicPr>
            <p:blipFill>
              <a:blip r:embed="rId3"/>
              <a:stretch>
                <a:fillRect/>
              </a:stretch>
            </p:blipFill>
            <p:spPr>
              <a:xfrm>
                <a:off x="612358" y="4297315"/>
                <a:ext cx="2565360" cy="14320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5" name="Entrada de lápiz 64">
                <a:extLst>
                  <a:ext uri="{FF2B5EF4-FFF2-40B4-BE49-F238E27FC236}">
                    <a16:creationId xmlns:a16="http://schemas.microsoft.com/office/drawing/2014/main" id="{32408C4C-9D5A-6686-A2F1-AB11C04AFABA}"/>
                  </a:ext>
                </a:extLst>
              </p14:cNvPr>
              <p14:cNvContentPartPr/>
              <p14:nvPr/>
            </p14:nvContentPartPr>
            <p14:xfrm>
              <a:off x="2528278" y="4733275"/>
              <a:ext cx="67680" cy="58320"/>
            </p14:xfrm>
          </p:contentPart>
        </mc:Choice>
        <mc:Fallback xmlns="">
          <p:pic>
            <p:nvPicPr>
              <p:cNvPr id="65" name="Entrada de lápiz 64">
                <a:extLst>
                  <a:ext uri="{FF2B5EF4-FFF2-40B4-BE49-F238E27FC236}">
                    <a16:creationId xmlns:a16="http://schemas.microsoft.com/office/drawing/2014/main" id="{32408C4C-9D5A-6686-A2F1-AB11C04AFABA}"/>
                  </a:ext>
                </a:extLst>
              </p:cNvPr>
              <p:cNvPicPr/>
              <p:nvPr/>
            </p:nvPicPr>
            <p:blipFill>
              <a:blip r:embed="rId5"/>
              <a:stretch>
                <a:fillRect/>
              </a:stretch>
            </p:blipFill>
            <p:spPr>
              <a:xfrm>
                <a:off x="2510278" y="4715275"/>
                <a:ext cx="10332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6" name="Entrada de lápiz 65">
                <a:extLst>
                  <a:ext uri="{FF2B5EF4-FFF2-40B4-BE49-F238E27FC236}">
                    <a16:creationId xmlns:a16="http://schemas.microsoft.com/office/drawing/2014/main" id="{59E20886-6736-CBCF-4025-FB5A08D37923}"/>
                  </a:ext>
                </a:extLst>
              </p14:cNvPr>
              <p14:cNvContentPartPr/>
              <p14:nvPr/>
            </p14:nvContentPartPr>
            <p14:xfrm>
              <a:off x="2176558" y="4676395"/>
              <a:ext cx="70200" cy="64440"/>
            </p14:xfrm>
          </p:contentPart>
        </mc:Choice>
        <mc:Fallback xmlns="">
          <p:pic>
            <p:nvPicPr>
              <p:cNvPr id="66" name="Entrada de lápiz 65">
                <a:extLst>
                  <a:ext uri="{FF2B5EF4-FFF2-40B4-BE49-F238E27FC236}">
                    <a16:creationId xmlns:a16="http://schemas.microsoft.com/office/drawing/2014/main" id="{59E20886-6736-CBCF-4025-FB5A08D37923}"/>
                  </a:ext>
                </a:extLst>
              </p:cNvPr>
              <p:cNvPicPr/>
              <p:nvPr/>
            </p:nvPicPr>
            <p:blipFill>
              <a:blip r:embed="rId53"/>
              <a:stretch>
                <a:fillRect/>
              </a:stretch>
            </p:blipFill>
            <p:spPr>
              <a:xfrm>
                <a:off x="2158918" y="4658755"/>
                <a:ext cx="10584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67" name="Entrada de lápiz 66">
                <a:extLst>
                  <a:ext uri="{FF2B5EF4-FFF2-40B4-BE49-F238E27FC236}">
                    <a16:creationId xmlns:a16="http://schemas.microsoft.com/office/drawing/2014/main" id="{ECDB1A1E-EDB6-DAFA-3F51-B88577C83259}"/>
                  </a:ext>
                </a:extLst>
              </p14:cNvPr>
              <p14:cNvContentPartPr/>
              <p14:nvPr/>
            </p14:nvContentPartPr>
            <p14:xfrm>
              <a:off x="1565638" y="4754875"/>
              <a:ext cx="58680" cy="58680"/>
            </p14:xfrm>
          </p:contentPart>
        </mc:Choice>
        <mc:Fallback xmlns="">
          <p:pic>
            <p:nvPicPr>
              <p:cNvPr id="67" name="Entrada de lápiz 66">
                <a:extLst>
                  <a:ext uri="{FF2B5EF4-FFF2-40B4-BE49-F238E27FC236}">
                    <a16:creationId xmlns:a16="http://schemas.microsoft.com/office/drawing/2014/main" id="{ECDB1A1E-EDB6-DAFA-3F51-B88577C83259}"/>
                  </a:ext>
                </a:extLst>
              </p:cNvPr>
              <p:cNvPicPr/>
              <p:nvPr/>
            </p:nvPicPr>
            <p:blipFill>
              <a:blip r:embed="rId9"/>
              <a:stretch>
                <a:fillRect/>
              </a:stretch>
            </p:blipFill>
            <p:spPr>
              <a:xfrm>
                <a:off x="1547638" y="4737235"/>
                <a:ext cx="9432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68" name="Entrada de lápiz 67">
                <a:extLst>
                  <a:ext uri="{FF2B5EF4-FFF2-40B4-BE49-F238E27FC236}">
                    <a16:creationId xmlns:a16="http://schemas.microsoft.com/office/drawing/2014/main" id="{8FDCC4CE-EB50-6495-E0B6-3D9A7C7240DD}"/>
                  </a:ext>
                </a:extLst>
              </p14:cNvPr>
              <p14:cNvContentPartPr/>
              <p14:nvPr/>
            </p14:nvContentPartPr>
            <p14:xfrm>
              <a:off x="1483558" y="4468675"/>
              <a:ext cx="97560" cy="72000"/>
            </p14:xfrm>
          </p:contentPart>
        </mc:Choice>
        <mc:Fallback xmlns="">
          <p:pic>
            <p:nvPicPr>
              <p:cNvPr id="68" name="Entrada de lápiz 67">
                <a:extLst>
                  <a:ext uri="{FF2B5EF4-FFF2-40B4-BE49-F238E27FC236}">
                    <a16:creationId xmlns:a16="http://schemas.microsoft.com/office/drawing/2014/main" id="{8FDCC4CE-EB50-6495-E0B6-3D9A7C7240DD}"/>
                  </a:ext>
                </a:extLst>
              </p:cNvPr>
              <p:cNvPicPr/>
              <p:nvPr/>
            </p:nvPicPr>
            <p:blipFill>
              <a:blip r:embed="rId56"/>
              <a:stretch>
                <a:fillRect/>
              </a:stretch>
            </p:blipFill>
            <p:spPr>
              <a:xfrm>
                <a:off x="1465918" y="4450675"/>
                <a:ext cx="13320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69" name="Entrada de lápiz 68">
                <a:extLst>
                  <a:ext uri="{FF2B5EF4-FFF2-40B4-BE49-F238E27FC236}">
                    <a16:creationId xmlns:a16="http://schemas.microsoft.com/office/drawing/2014/main" id="{52FEE3C8-497C-4BBB-9935-54668CE51A67}"/>
                  </a:ext>
                </a:extLst>
              </p14:cNvPr>
              <p14:cNvContentPartPr/>
              <p14:nvPr/>
            </p14:nvContentPartPr>
            <p14:xfrm>
              <a:off x="1245238" y="4778275"/>
              <a:ext cx="86760" cy="77040"/>
            </p14:xfrm>
          </p:contentPart>
        </mc:Choice>
        <mc:Fallback xmlns="">
          <p:pic>
            <p:nvPicPr>
              <p:cNvPr id="69" name="Entrada de lápiz 68">
                <a:extLst>
                  <a:ext uri="{FF2B5EF4-FFF2-40B4-BE49-F238E27FC236}">
                    <a16:creationId xmlns:a16="http://schemas.microsoft.com/office/drawing/2014/main" id="{52FEE3C8-497C-4BBB-9935-54668CE51A67}"/>
                  </a:ext>
                </a:extLst>
              </p:cNvPr>
              <p:cNvPicPr/>
              <p:nvPr/>
            </p:nvPicPr>
            <p:blipFill>
              <a:blip r:embed="rId13"/>
              <a:stretch>
                <a:fillRect/>
              </a:stretch>
            </p:blipFill>
            <p:spPr>
              <a:xfrm>
                <a:off x="1227598" y="4760275"/>
                <a:ext cx="12240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0" name="Entrada de lápiz 69">
                <a:extLst>
                  <a:ext uri="{FF2B5EF4-FFF2-40B4-BE49-F238E27FC236}">
                    <a16:creationId xmlns:a16="http://schemas.microsoft.com/office/drawing/2014/main" id="{6AD72508-922C-B983-7FFF-9762620DD902}"/>
                  </a:ext>
                </a:extLst>
              </p14:cNvPr>
              <p14:cNvContentPartPr/>
              <p14:nvPr/>
            </p14:nvContentPartPr>
            <p14:xfrm>
              <a:off x="2206078" y="5078875"/>
              <a:ext cx="97560" cy="87840"/>
            </p14:xfrm>
          </p:contentPart>
        </mc:Choice>
        <mc:Fallback xmlns="">
          <p:pic>
            <p:nvPicPr>
              <p:cNvPr id="70" name="Entrada de lápiz 69">
                <a:extLst>
                  <a:ext uri="{FF2B5EF4-FFF2-40B4-BE49-F238E27FC236}">
                    <a16:creationId xmlns:a16="http://schemas.microsoft.com/office/drawing/2014/main" id="{6AD72508-922C-B983-7FFF-9762620DD902}"/>
                  </a:ext>
                </a:extLst>
              </p:cNvPr>
              <p:cNvPicPr/>
              <p:nvPr/>
            </p:nvPicPr>
            <p:blipFill>
              <a:blip r:embed="rId15"/>
              <a:stretch>
                <a:fillRect/>
              </a:stretch>
            </p:blipFill>
            <p:spPr>
              <a:xfrm>
                <a:off x="2188078" y="5060875"/>
                <a:ext cx="13320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71" name="Entrada de lápiz 70">
                <a:extLst>
                  <a:ext uri="{FF2B5EF4-FFF2-40B4-BE49-F238E27FC236}">
                    <a16:creationId xmlns:a16="http://schemas.microsoft.com/office/drawing/2014/main" id="{035FDD8A-78DF-FC14-1D48-8F38D16595C0}"/>
                  </a:ext>
                </a:extLst>
              </p14:cNvPr>
              <p14:cNvContentPartPr/>
              <p14:nvPr/>
            </p14:nvContentPartPr>
            <p14:xfrm>
              <a:off x="2514958" y="4952515"/>
              <a:ext cx="65520" cy="72720"/>
            </p14:xfrm>
          </p:contentPart>
        </mc:Choice>
        <mc:Fallback xmlns="">
          <p:pic>
            <p:nvPicPr>
              <p:cNvPr id="71" name="Entrada de lápiz 70">
                <a:extLst>
                  <a:ext uri="{FF2B5EF4-FFF2-40B4-BE49-F238E27FC236}">
                    <a16:creationId xmlns:a16="http://schemas.microsoft.com/office/drawing/2014/main" id="{035FDD8A-78DF-FC14-1D48-8F38D16595C0}"/>
                  </a:ext>
                </a:extLst>
              </p:cNvPr>
              <p:cNvPicPr/>
              <p:nvPr/>
            </p:nvPicPr>
            <p:blipFill>
              <a:blip r:embed="rId17"/>
              <a:stretch>
                <a:fillRect/>
              </a:stretch>
            </p:blipFill>
            <p:spPr>
              <a:xfrm>
                <a:off x="2497318" y="4934875"/>
                <a:ext cx="10116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2" name="Entrada de lápiz 71">
                <a:extLst>
                  <a:ext uri="{FF2B5EF4-FFF2-40B4-BE49-F238E27FC236}">
                    <a16:creationId xmlns:a16="http://schemas.microsoft.com/office/drawing/2014/main" id="{C0A5E368-2BE3-FFE1-60CA-E6C3C96BD77A}"/>
                  </a:ext>
                </a:extLst>
              </p14:cNvPr>
              <p14:cNvContentPartPr/>
              <p14:nvPr/>
            </p14:nvContentPartPr>
            <p14:xfrm>
              <a:off x="2888278" y="4945675"/>
              <a:ext cx="70560" cy="76320"/>
            </p14:xfrm>
          </p:contentPart>
        </mc:Choice>
        <mc:Fallback xmlns="">
          <p:pic>
            <p:nvPicPr>
              <p:cNvPr id="72" name="Entrada de lápiz 71">
                <a:extLst>
                  <a:ext uri="{FF2B5EF4-FFF2-40B4-BE49-F238E27FC236}">
                    <a16:creationId xmlns:a16="http://schemas.microsoft.com/office/drawing/2014/main" id="{C0A5E368-2BE3-FFE1-60CA-E6C3C96BD77A}"/>
                  </a:ext>
                </a:extLst>
              </p:cNvPr>
              <p:cNvPicPr/>
              <p:nvPr/>
            </p:nvPicPr>
            <p:blipFill>
              <a:blip r:embed="rId19"/>
              <a:stretch>
                <a:fillRect/>
              </a:stretch>
            </p:blipFill>
            <p:spPr>
              <a:xfrm>
                <a:off x="2870638" y="4927675"/>
                <a:ext cx="10620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73" name="Entrada de lápiz 72">
                <a:extLst>
                  <a:ext uri="{FF2B5EF4-FFF2-40B4-BE49-F238E27FC236}">
                    <a16:creationId xmlns:a16="http://schemas.microsoft.com/office/drawing/2014/main" id="{CF2F5511-AF1C-53F2-490C-6E3DF7D4C334}"/>
                  </a:ext>
                </a:extLst>
              </p14:cNvPr>
              <p14:cNvContentPartPr/>
              <p14:nvPr/>
            </p14:nvContentPartPr>
            <p14:xfrm>
              <a:off x="2652838" y="5227555"/>
              <a:ext cx="66960" cy="73440"/>
            </p14:xfrm>
          </p:contentPart>
        </mc:Choice>
        <mc:Fallback xmlns="">
          <p:pic>
            <p:nvPicPr>
              <p:cNvPr id="73" name="Entrada de lápiz 72">
                <a:extLst>
                  <a:ext uri="{FF2B5EF4-FFF2-40B4-BE49-F238E27FC236}">
                    <a16:creationId xmlns:a16="http://schemas.microsoft.com/office/drawing/2014/main" id="{CF2F5511-AF1C-53F2-490C-6E3DF7D4C334}"/>
                  </a:ext>
                </a:extLst>
              </p:cNvPr>
              <p:cNvPicPr/>
              <p:nvPr/>
            </p:nvPicPr>
            <p:blipFill>
              <a:blip r:embed="rId21"/>
              <a:stretch>
                <a:fillRect/>
              </a:stretch>
            </p:blipFill>
            <p:spPr>
              <a:xfrm>
                <a:off x="2635198" y="5209915"/>
                <a:ext cx="102600" cy="109080"/>
              </a:xfrm>
              <a:prstGeom prst="rect">
                <a:avLst/>
              </a:prstGeom>
            </p:spPr>
          </p:pic>
        </mc:Fallback>
      </mc:AlternateContent>
      <p:grpSp>
        <p:nvGrpSpPr>
          <p:cNvPr id="74" name="Grupo 73">
            <a:extLst>
              <a:ext uri="{FF2B5EF4-FFF2-40B4-BE49-F238E27FC236}">
                <a16:creationId xmlns:a16="http://schemas.microsoft.com/office/drawing/2014/main" id="{03BF7634-F32E-38B3-F199-06CF3482C3BC}"/>
              </a:ext>
            </a:extLst>
          </p:cNvPr>
          <p:cNvGrpSpPr/>
          <p:nvPr/>
        </p:nvGrpSpPr>
        <p:grpSpPr>
          <a:xfrm>
            <a:off x="772198" y="4682155"/>
            <a:ext cx="1356840" cy="888120"/>
            <a:chOff x="6659342" y="1265174"/>
            <a:chExt cx="1356840" cy="888120"/>
          </a:xfrm>
        </p:grpSpPr>
        <mc:AlternateContent xmlns:mc="http://schemas.openxmlformats.org/markup-compatibility/2006" xmlns:p14="http://schemas.microsoft.com/office/powerpoint/2010/main">
          <mc:Choice Requires="p14">
            <p:contentPart p14:bwMode="auto" r:id="rId62">
              <p14:nvContentPartPr>
                <p14:cNvPr id="75" name="Entrada de lápiz 74">
                  <a:extLst>
                    <a:ext uri="{FF2B5EF4-FFF2-40B4-BE49-F238E27FC236}">
                      <a16:creationId xmlns:a16="http://schemas.microsoft.com/office/drawing/2014/main" id="{886767A0-86CC-4942-7075-44C25851FB85}"/>
                    </a:ext>
                  </a:extLst>
                </p14:cNvPr>
                <p14:cNvContentPartPr/>
                <p14:nvPr/>
              </p14:nvContentPartPr>
              <p14:xfrm>
                <a:off x="7447022" y="1332494"/>
                <a:ext cx="60480" cy="50400"/>
              </p14:xfrm>
            </p:contentPart>
          </mc:Choice>
          <mc:Fallback xmlns="">
            <p:pic>
              <p:nvPicPr>
                <p:cNvPr id="75" name="Entrada de lápiz 74">
                  <a:extLst>
                    <a:ext uri="{FF2B5EF4-FFF2-40B4-BE49-F238E27FC236}">
                      <a16:creationId xmlns:a16="http://schemas.microsoft.com/office/drawing/2014/main" id="{886767A0-86CC-4942-7075-44C25851FB85}"/>
                    </a:ext>
                  </a:extLst>
                </p:cNvPr>
                <p:cNvPicPr/>
                <p:nvPr/>
              </p:nvPicPr>
              <p:blipFill>
                <a:blip r:embed="rId23"/>
                <a:stretch>
                  <a:fillRect/>
                </a:stretch>
              </p:blipFill>
              <p:spPr>
                <a:xfrm>
                  <a:off x="7429382" y="1314494"/>
                  <a:ext cx="9612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76" name="Entrada de lápiz 75">
                  <a:extLst>
                    <a:ext uri="{FF2B5EF4-FFF2-40B4-BE49-F238E27FC236}">
                      <a16:creationId xmlns:a16="http://schemas.microsoft.com/office/drawing/2014/main" id="{89956090-9AFC-C3B0-5880-02891D254ED0}"/>
                    </a:ext>
                  </a:extLst>
                </p14:cNvPr>
                <p14:cNvContentPartPr/>
                <p14:nvPr/>
              </p14:nvContentPartPr>
              <p14:xfrm>
                <a:off x="7468622" y="1611494"/>
                <a:ext cx="58320" cy="53640"/>
              </p14:xfrm>
            </p:contentPart>
          </mc:Choice>
          <mc:Fallback xmlns="">
            <p:pic>
              <p:nvPicPr>
                <p:cNvPr id="76" name="Entrada de lápiz 75">
                  <a:extLst>
                    <a:ext uri="{FF2B5EF4-FFF2-40B4-BE49-F238E27FC236}">
                      <a16:creationId xmlns:a16="http://schemas.microsoft.com/office/drawing/2014/main" id="{89956090-9AFC-C3B0-5880-02891D254ED0}"/>
                    </a:ext>
                  </a:extLst>
                </p:cNvPr>
                <p:cNvPicPr/>
                <p:nvPr/>
              </p:nvPicPr>
              <p:blipFill>
                <a:blip r:embed="rId25"/>
                <a:stretch>
                  <a:fillRect/>
                </a:stretch>
              </p:blipFill>
              <p:spPr>
                <a:xfrm>
                  <a:off x="7450982" y="1593494"/>
                  <a:ext cx="939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77" name="Entrada de lápiz 76">
                  <a:extLst>
                    <a:ext uri="{FF2B5EF4-FFF2-40B4-BE49-F238E27FC236}">
                      <a16:creationId xmlns:a16="http://schemas.microsoft.com/office/drawing/2014/main" id="{0421DE67-6785-78DF-C9BB-B72662A6A28A}"/>
                    </a:ext>
                  </a:extLst>
                </p14:cNvPr>
                <p14:cNvContentPartPr/>
                <p14:nvPr/>
              </p14:nvContentPartPr>
              <p14:xfrm>
                <a:off x="7750502" y="1265174"/>
                <a:ext cx="64800" cy="52200"/>
              </p14:xfrm>
            </p:contentPart>
          </mc:Choice>
          <mc:Fallback xmlns="">
            <p:pic>
              <p:nvPicPr>
                <p:cNvPr id="77" name="Entrada de lápiz 76">
                  <a:extLst>
                    <a:ext uri="{FF2B5EF4-FFF2-40B4-BE49-F238E27FC236}">
                      <a16:creationId xmlns:a16="http://schemas.microsoft.com/office/drawing/2014/main" id="{0421DE67-6785-78DF-C9BB-B72662A6A28A}"/>
                    </a:ext>
                  </a:extLst>
                </p:cNvPr>
                <p:cNvPicPr/>
                <p:nvPr/>
              </p:nvPicPr>
              <p:blipFill>
                <a:blip r:embed="rId65"/>
                <a:stretch>
                  <a:fillRect/>
                </a:stretch>
              </p:blipFill>
              <p:spPr>
                <a:xfrm>
                  <a:off x="7732862" y="1247174"/>
                  <a:ext cx="1004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78" name="Entrada de lápiz 77">
                  <a:extLst>
                    <a:ext uri="{FF2B5EF4-FFF2-40B4-BE49-F238E27FC236}">
                      <a16:creationId xmlns:a16="http://schemas.microsoft.com/office/drawing/2014/main" id="{CC70203B-D57B-3C3C-8C63-33B5AB03581B}"/>
                    </a:ext>
                  </a:extLst>
                </p14:cNvPr>
                <p14:cNvContentPartPr/>
                <p14:nvPr/>
              </p14:nvContentPartPr>
              <p14:xfrm>
                <a:off x="7742582" y="1506374"/>
                <a:ext cx="53280" cy="68400"/>
              </p14:xfrm>
            </p:contentPart>
          </mc:Choice>
          <mc:Fallback xmlns="">
            <p:pic>
              <p:nvPicPr>
                <p:cNvPr id="78" name="Entrada de lápiz 77">
                  <a:extLst>
                    <a:ext uri="{FF2B5EF4-FFF2-40B4-BE49-F238E27FC236}">
                      <a16:creationId xmlns:a16="http://schemas.microsoft.com/office/drawing/2014/main" id="{CC70203B-D57B-3C3C-8C63-33B5AB03581B}"/>
                    </a:ext>
                  </a:extLst>
                </p:cNvPr>
                <p:cNvPicPr/>
                <p:nvPr/>
              </p:nvPicPr>
              <p:blipFill>
                <a:blip r:embed="rId67"/>
                <a:stretch>
                  <a:fillRect/>
                </a:stretch>
              </p:blipFill>
              <p:spPr>
                <a:xfrm>
                  <a:off x="7724582" y="1488734"/>
                  <a:ext cx="8892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79" name="Entrada de lápiz 78">
                  <a:extLst>
                    <a:ext uri="{FF2B5EF4-FFF2-40B4-BE49-F238E27FC236}">
                      <a16:creationId xmlns:a16="http://schemas.microsoft.com/office/drawing/2014/main" id="{80CBFF6B-247D-FFD6-28B9-46862451EC70}"/>
                    </a:ext>
                  </a:extLst>
                </p14:cNvPr>
                <p14:cNvContentPartPr/>
                <p14:nvPr/>
              </p14:nvContentPartPr>
              <p14:xfrm>
                <a:off x="7735022" y="1764494"/>
                <a:ext cx="58680" cy="62280"/>
              </p14:xfrm>
            </p:contentPart>
          </mc:Choice>
          <mc:Fallback xmlns="">
            <p:pic>
              <p:nvPicPr>
                <p:cNvPr id="79" name="Entrada de lápiz 78">
                  <a:extLst>
                    <a:ext uri="{FF2B5EF4-FFF2-40B4-BE49-F238E27FC236}">
                      <a16:creationId xmlns:a16="http://schemas.microsoft.com/office/drawing/2014/main" id="{80CBFF6B-247D-FFD6-28B9-46862451EC70}"/>
                    </a:ext>
                  </a:extLst>
                </p:cNvPr>
                <p:cNvPicPr/>
                <p:nvPr/>
              </p:nvPicPr>
              <p:blipFill>
                <a:blip r:embed="rId29"/>
                <a:stretch>
                  <a:fillRect/>
                </a:stretch>
              </p:blipFill>
              <p:spPr>
                <a:xfrm>
                  <a:off x="7717022" y="1746854"/>
                  <a:ext cx="9432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80" name="Entrada de lápiz 79">
                  <a:extLst>
                    <a:ext uri="{FF2B5EF4-FFF2-40B4-BE49-F238E27FC236}">
                      <a16:creationId xmlns:a16="http://schemas.microsoft.com/office/drawing/2014/main" id="{FDFFF714-2943-75B2-8875-C82E30695F13}"/>
                    </a:ext>
                  </a:extLst>
                </p14:cNvPr>
                <p14:cNvContentPartPr/>
                <p14:nvPr/>
              </p14:nvContentPartPr>
              <p14:xfrm>
                <a:off x="7922582" y="1473974"/>
                <a:ext cx="93600" cy="70200"/>
              </p14:xfrm>
            </p:contentPart>
          </mc:Choice>
          <mc:Fallback xmlns="">
            <p:pic>
              <p:nvPicPr>
                <p:cNvPr id="80" name="Entrada de lápiz 79">
                  <a:extLst>
                    <a:ext uri="{FF2B5EF4-FFF2-40B4-BE49-F238E27FC236}">
                      <a16:creationId xmlns:a16="http://schemas.microsoft.com/office/drawing/2014/main" id="{FDFFF714-2943-75B2-8875-C82E30695F13}"/>
                    </a:ext>
                  </a:extLst>
                </p:cNvPr>
                <p:cNvPicPr/>
                <p:nvPr/>
              </p:nvPicPr>
              <p:blipFill>
                <a:blip r:embed="rId70"/>
                <a:stretch>
                  <a:fillRect/>
                </a:stretch>
              </p:blipFill>
              <p:spPr>
                <a:xfrm>
                  <a:off x="7904582" y="1455974"/>
                  <a:ext cx="12924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1" name="Entrada de lápiz 80">
                  <a:extLst>
                    <a:ext uri="{FF2B5EF4-FFF2-40B4-BE49-F238E27FC236}">
                      <a16:creationId xmlns:a16="http://schemas.microsoft.com/office/drawing/2014/main" id="{FA101536-1704-02CB-7FDA-395CCFD4E17E}"/>
                    </a:ext>
                  </a:extLst>
                </p14:cNvPr>
                <p14:cNvContentPartPr/>
                <p14:nvPr/>
              </p14:nvContentPartPr>
              <p14:xfrm>
                <a:off x="7381502" y="1890494"/>
                <a:ext cx="81000" cy="73440"/>
              </p14:xfrm>
            </p:contentPart>
          </mc:Choice>
          <mc:Fallback xmlns="">
            <p:pic>
              <p:nvPicPr>
                <p:cNvPr id="81" name="Entrada de lápiz 80">
                  <a:extLst>
                    <a:ext uri="{FF2B5EF4-FFF2-40B4-BE49-F238E27FC236}">
                      <a16:creationId xmlns:a16="http://schemas.microsoft.com/office/drawing/2014/main" id="{FA101536-1704-02CB-7FDA-395CCFD4E17E}"/>
                    </a:ext>
                  </a:extLst>
                </p:cNvPr>
                <p:cNvPicPr/>
                <p:nvPr/>
              </p:nvPicPr>
              <p:blipFill>
                <a:blip r:embed="rId33"/>
                <a:stretch>
                  <a:fillRect/>
                </a:stretch>
              </p:blipFill>
              <p:spPr>
                <a:xfrm>
                  <a:off x="7363862" y="1872854"/>
                  <a:ext cx="11664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2" name="Entrada de lápiz 81">
                  <a:extLst>
                    <a:ext uri="{FF2B5EF4-FFF2-40B4-BE49-F238E27FC236}">
                      <a16:creationId xmlns:a16="http://schemas.microsoft.com/office/drawing/2014/main" id="{97C09AC1-031F-39F8-0984-0CC12A45419F}"/>
                    </a:ext>
                  </a:extLst>
                </p14:cNvPr>
                <p14:cNvContentPartPr/>
                <p14:nvPr/>
              </p14:nvContentPartPr>
              <p14:xfrm>
                <a:off x="7051022" y="1700414"/>
                <a:ext cx="102600" cy="73080"/>
              </p14:xfrm>
            </p:contentPart>
          </mc:Choice>
          <mc:Fallback xmlns="">
            <p:pic>
              <p:nvPicPr>
                <p:cNvPr id="82" name="Entrada de lápiz 81">
                  <a:extLst>
                    <a:ext uri="{FF2B5EF4-FFF2-40B4-BE49-F238E27FC236}">
                      <a16:creationId xmlns:a16="http://schemas.microsoft.com/office/drawing/2014/main" id="{97C09AC1-031F-39F8-0984-0CC12A45419F}"/>
                    </a:ext>
                  </a:extLst>
                </p:cNvPr>
                <p:cNvPicPr/>
                <p:nvPr/>
              </p:nvPicPr>
              <p:blipFill>
                <a:blip r:embed="rId35"/>
                <a:stretch>
                  <a:fillRect/>
                </a:stretch>
              </p:blipFill>
              <p:spPr>
                <a:xfrm>
                  <a:off x="7033382" y="1682414"/>
                  <a:ext cx="13824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83" name="Entrada de lápiz 82">
                  <a:extLst>
                    <a:ext uri="{FF2B5EF4-FFF2-40B4-BE49-F238E27FC236}">
                      <a16:creationId xmlns:a16="http://schemas.microsoft.com/office/drawing/2014/main" id="{5107850F-5D79-1324-E26F-B894798F3B5C}"/>
                    </a:ext>
                  </a:extLst>
                </p14:cNvPr>
                <p14:cNvContentPartPr/>
                <p14:nvPr/>
              </p14:nvContentPartPr>
              <p14:xfrm>
                <a:off x="7065062" y="2076974"/>
                <a:ext cx="79560" cy="76320"/>
              </p14:xfrm>
            </p:contentPart>
          </mc:Choice>
          <mc:Fallback xmlns="">
            <p:pic>
              <p:nvPicPr>
                <p:cNvPr id="83" name="Entrada de lápiz 82">
                  <a:extLst>
                    <a:ext uri="{FF2B5EF4-FFF2-40B4-BE49-F238E27FC236}">
                      <a16:creationId xmlns:a16="http://schemas.microsoft.com/office/drawing/2014/main" id="{5107850F-5D79-1324-E26F-B894798F3B5C}"/>
                    </a:ext>
                  </a:extLst>
                </p:cNvPr>
                <p:cNvPicPr/>
                <p:nvPr/>
              </p:nvPicPr>
              <p:blipFill>
                <a:blip r:embed="rId37"/>
                <a:stretch>
                  <a:fillRect/>
                </a:stretch>
              </p:blipFill>
              <p:spPr>
                <a:xfrm>
                  <a:off x="7047062" y="2059334"/>
                  <a:ext cx="11520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84" name="Entrada de lápiz 83">
                  <a:extLst>
                    <a:ext uri="{FF2B5EF4-FFF2-40B4-BE49-F238E27FC236}">
                      <a16:creationId xmlns:a16="http://schemas.microsoft.com/office/drawing/2014/main" id="{EB6DB9AA-8812-FAE8-EAC1-6B21F6DA88A9}"/>
                    </a:ext>
                  </a:extLst>
                </p14:cNvPr>
                <p14:cNvContentPartPr/>
                <p14:nvPr/>
              </p14:nvContentPartPr>
              <p14:xfrm>
                <a:off x="6828542" y="1940174"/>
                <a:ext cx="66960" cy="65160"/>
              </p14:xfrm>
            </p:contentPart>
          </mc:Choice>
          <mc:Fallback xmlns="">
            <p:pic>
              <p:nvPicPr>
                <p:cNvPr id="84" name="Entrada de lápiz 83">
                  <a:extLst>
                    <a:ext uri="{FF2B5EF4-FFF2-40B4-BE49-F238E27FC236}">
                      <a16:creationId xmlns:a16="http://schemas.microsoft.com/office/drawing/2014/main" id="{EB6DB9AA-8812-FAE8-EAC1-6B21F6DA88A9}"/>
                    </a:ext>
                  </a:extLst>
                </p:cNvPr>
                <p:cNvPicPr/>
                <p:nvPr/>
              </p:nvPicPr>
              <p:blipFill>
                <a:blip r:embed="rId39"/>
                <a:stretch>
                  <a:fillRect/>
                </a:stretch>
              </p:blipFill>
              <p:spPr>
                <a:xfrm>
                  <a:off x="6810902" y="1922174"/>
                  <a:ext cx="10260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85" name="Entrada de lápiz 84">
                  <a:extLst>
                    <a:ext uri="{FF2B5EF4-FFF2-40B4-BE49-F238E27FC236}">
                      <a16:creationId xmlns:a16="http://schemas.microsoft.com/office/drawing/2014/main" id="{D88FDEF8-CF36-2FBD-7BC4-3C9B0BDB08F4}"/>
                    </a:ext>
                  </a:extLst>
                </p14:cNvPr>
                <p14:cNvContentPartPr/>
                <p14:nvPr/>
              </p14:nvContentPartPr>
              <p14:xfrm>
                <a:off x="6659342" y="1673414"/>
                <a:ext cx="80280" cy="68400"/>
              </p14:xfrm>
            </p:contentPart>
          </mc:Choice>
          <mc:Fallback xmlns="">
            <p:pic>
              <p:nvPicPr>
                <p:cNvPr id="85" name="Entrada de lápiz 84">
                  <a:extLst>
                    <a:ext uri="{FF2B5EF4-FFF2-40B4-BE49-F238E27FC236}">
                      <a16:creationId xmlns:a16="http://schemas.microsoft.com/office/drawing/2014/main" id="{D88FDEF8-CF36-2FBD-7BC4-3C9B0BDB08F4}"/>
                    </a:ext>
                  </a:extLst>
                </p:cNvPr>
                <p:cNvPicPr/>
                <p:nvPr/>
              </p:nvPicPr>
              <p:blipFill>
                <a:blip r:embed="rId41"/>
                <a:stretch>
                  <a:fillRect/>
                </a:stretch>
              </p:blipFill>
              <p:spPr>
                <a:xfrm>
                  <a:off x="6641342" y="1655774"/>
                  <a:ext cx="11592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86" name="Entrada de lápiz 85">
                  <a:extLst>
                    <a:ext uri="{FF2B5EF4-FFF2-40B4-BE49-F238E27FC236}">
                      <a16:creationId xmlns:a16="http://schemas.microsoft.com/office/drawing/2014/main" id="{8F5C9865-1208-D6FB-3899-F6532162A435}"/>
                    </a:ext>
                  </a:extLst>
                </p14:cNvPr>
                <p14:cNvContentPartPr/>
                <p14:nvPr/>
              </p14:nvContentPartPr>
              <p14:xfrm>
                <a:off x="6892262" y="1503494"/>
                <a:ext cx="86400" cy="78480"/>
              </p14:xfrm>
            </p:contentPart>
          </mc:Choice>
          <mc:Fallback xmlns="">
            <p:pic>
              <p:nvPicPr>
                <p:cNvPr id="86" name="Entrada de lápiz 85">
                  <a:extLst>
                    <a:ext uri="{FF2B5EF4-FFF2-40B4-BE49-F238E27FC236}">
                      <a16:creationId xmlns:a16="http://schemas.microsoft.com/office/drawing/2014/main" id="{8F5C9865-1208-D6FB-3899-F6532162A435}"/>
                    </a:ext>
                  </a:extLst>
                </p:cNvPr>
                <p:cNvPicPr/>
                <p:nvPr/>
              </p:nvPicPr>
              <p:blipFill>
                <a:blip r:embed="rId43"/>
                <a:stretch>
                  <a:fillRect/>
                </a:stretch>
              </p:blipFill>
              <p:spPr>
                <a:xfrm>
                  <a:off x="6874622" y="1485854"/>
                  <a:ext cx="12204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87" name="Entrada de lápiz 86">
                  <a:extLst>
                    <a:ext uri="{FF2B5EF4-FFF2-40B4-BE49-F238E27FC236}">
                      <a16:creationId xmlns:a16="http://schemas.microsoft.com/office/drawing/2014/main" id="{DB4432D2-F0E2-E8F4-AECB-008044C247FC}"/>
                    </a:ext>
                  </a:extLst>
                </p14:cNvPr>
                <p14:cNvContentPartPr/>
                <p14:nvPr/>
              </p14:nvContentPartPr>
              <p14:xfrm>
                <a:off x="7065422" y="1750814"/>
                <a:ext cx="35280" cy="38160"/>
              </p14:xfrm>
            </p:contentPart>
          </mc:Choice>
          <mc:Fallback xmlns="">
            <p:pic>
              <p:nvPicPr>
                <p:cNvPr id="87" name="Entrada de lápiz 86">
                  <a:extLst>
                    <a:ext uri="{FF2B5EF4-FFF2-40B4-BE49-F238E27FC236}">
                      <a16:creationId xmlns:a16="http://schemas.microsoft.com/office/drawing/2014/main" id="{DB4432D2-F0E2-E8F4-AECB-008044C247FC}"/>
                    </a:ext>
                  </a:extLst>
                </p:cNvPr>
                <p:cNvPicPr/>
                <p:nvPr/>
              </p:nvPicPr>
              <p:blipFill>
                <a:blip r:embed="rId45"/>
                <a:stretch>
                  <a:fillRect/>
                </a:stretch>
              </p:blipFill>
              <p:spPr>
                <a:xfrm>
                  <a:off x="7047422" y="1732814"/>
                  <a:ext cx="7092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88" name="Entrada de lápiz 87">
                  <a:extLst>
                    <a:ext uri="{FF2B5EF4-FFF2-40B4-BE49-F238E27FC236}">
                      <a16:creationId xmlns:a16="http://schemas.microsoft.com/office/drawing/2014/main" id="{A057BD4E-2C5D-83E3-5343-C67042619820}"/>
                    </a:ext>
                  </a:extLst>
                </p14:cNvPr>
                <p14:cNvContentPartPr/>
                <p14:nvPr/>
              </p14:nvContentPartPr>
              <p14:xfrm>
                <a:off x="7715582" y="1529774"/>
                <a:ext cx="55800" cy="64080"/>
              </p14:xfrm>
            </p:contentPart>
          </mc:Choice>
          <mc:Fallback xmlns="">
            <p:pic>
              <p:nvPicPr>
                <p:cNvPr id="88" name="Entrada de lápiz 87">
                  <a:extLst>
                    <a:ext uri="{FF2B5EF4-FFF2-40B4-BE49-F238E27FC236}">
                      <a16:creationId xmlns:a16="http://schemas.microsoft.com/office/drawing/2014/main" id="{A057BD4E-2C5D-83E3-5343-C67042619820}"/>
                    </a:ext>
                  </a:extLst>
                </p:cNvPr>
                <p:cNvPicPr/>
                <p:nvPr/>
              </p:nvPicPr>
              <p:blipFill>
                <a:blip r:embed="rId79"/>
                <a:stretch>
                  <a:fillRect/>
                </a:stretch>
              </p:blipFill>
              <p:spPr>
                <a:xfrm>
                  <a:off x="7697942" y="1512134"/>
                  <a:ext cx="9144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89" name="Entrada de lápiz 88">
                  <a:extLst>
                    <a:ext uri="{FF2B5EF4-FFF2-40B4-BE49-F238E27FC236}">
                      <a16:creationId xmlns:a16="http://schemas.microsoft.com/office/drawing/2014/main" id="{C95C15DC-3758-3736-ADDA-D01F785AC970}"/>
                    </a:ext>
                  </a:extLst>
                </p14:cNvPr>
                <p14:cNvContentPartPr/>
                <p14:nvPr/>
              </p14:nvContentPartPr>
              <p14:xfrm>
                <a:off x="7707302" y="1530134"/>
                <a:ext cx="68040" cy="79560"/>
              </p14:xfrm>
            </p:contentPart>
          </mc:Choice>
          <mc:Fallback xmlns="">
            <p:pic>
              <p:nvPicPr>
                <p:cNvPr id="89" name="Entrada de lápiz 88">
                  <a:extLst>
                    <a:ext uri="{FF2B5EF4-FFF2-40B4-BE49-F238E27FC236}">
                      <a16:creationId xmlns:a16="http://schemas.microsoft.com/office/drawing/2014/main" id="{C95C15DC-3758-3736-ADDA-D01F785AC970}"/>
                    </a:ext>
                  </a:extLst>
                </p:cNvPr>
                <p:cNvPicPr/>
                <p:nvPr/>
              </p:nvPicPr>
              <p:blipFill>
                <a:blip r:embed="rId81"/>
                <a:stretch>
                  <a:fillRect/>
                </a:stretch>
              </p:blipFill>
              <p:spPr>
                <a:xfrm>
                  <a:off x="7689662" y="1512494"/>
                  <a:ext cx="10368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90" name="Entrada de lápiz 89">
                  <a:extLst>
                    <a:ext uri="{FF2B5EF4-FFF2-40B4-BE49-F238E27FC236}">
                      <a16:creationId xmlns:a16="http://schemas.microsoft.com/office/drawing/2014/main" id="{483DCC3C-A0D2-3E59-316E-8624EE45FD4F}"/>
                    </a:ext>
                  </a:extLst>
                </p14:cNvPr>
                <p14:cNvContentPartPr/>
                <p14:nvPr/>
              </p14:nvContentPartPr>
              <p14:xfrm>
                <a:off x="7438742" y="1347254"/>
                <a:ext cx="71280" cy="74880"/>
              </p14:xfrm>
            </p:contentPart>
          </mc:Choice>
          <mc:Fallback xmlns="">
            <p:pic>
              <p:nvPicPr>
                <p:cNvPr id="90" name="Entrada de lápiz 89">
                  <a:extLst>
                    <a:ext uri="{FF2B5EF4-FFF2-40B4-BE49-F238E27FC236}">
                      <a16:creationId xmlns:a16="http://schemas.microsoft.com/office/drawing/2014/main" id="{483DCC3C-A0D2-3E59-316E-8624EE45FD4F}"/>
                    </a:ext>
                  </a:extLst>
                </p:cNvPr>
                <p:cNvPicPr/>
                <p:nvPr/>
              </p:nvPicPr>
              <p:blipFill>
                <a:blip r:embed="rId47"/>
                <a:stretch>
                  <a:fillRect/>
                </a:stretch>
              </p:blipFill>
              <p:spPr>
                <a:xfrm>
                  <a:off x="7421102" y="1329614"/>
                  <a:ext cx="10692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91" name="Entrada de lápiz 90">
                  <a:extLst>
                    <a:ext uri="{FF2B5EF4-FFF2-40B4-BE49-F238E27FC236}">
                      <a16:creationId xmlns:a16="http://schemas.microsoft.com/office/drawing/2014/main" id="{04900FFE-D538-9A35-BA99-87BC4E37E4E0}"/>
                    </a:ext>
                  </a:extLst>
                </p14:cNvPr>
                <p14:cNvContentPartPr/>
                <p14:nvPr/>
              </p14:nvContentPartPr>
              <p14:xfrm>
                <a:off x="7433342" y="1617974"/>
                <a:ext cx="74160" cy="67320"/>
              </p14:xfrm>
            </p:contentPart>
          </mc:Choice>
          <mc:Fallback xmlns="">
            <p:pic>
              <p:nvPicPr>
                <p:cNvPr id="91" name="Entrada de lápiz 90">
                  <a:extLst>
                    <a:ext uri="{FF2B5EF4-FFF2-40B4-BE49-F238E27FC236}">
                      <a16:creationId xmlns:a16="http://schemas.microsoft.com/office/drawing/2014/main" id="{04900FFE-D538-9A35-BA99-87BC4E37E4E0}"/>
                    </a:ext>
                  </a:extLst>
                </p:cNvPr>
                <p:cNvPicPr/>
                <p:nvPr/>
              </p:nvPicPr>
              <p:blipFill>
                <a:blip r:embed="rId49"/>
                <a:stretch>
                  <a:fillRect/>
                </a:stretch>
              </p:blipFill>
              <p:spPr>
                <a:xfrm>
                  <a:off x="7415342" y="1600334"/>
                  <a:ext cx="109800" cy="102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4">
            <p14:nvContentPartPr>
              <p14:cNvPr id="92" name="Entrada de lápiz 91">
                <a:extLst>
                  <a:ext uri="{FF2B5EF4-FFF2-40B4-BE49-F238E27FC236}">
                    <a16:creationId xmlns:a16="http://schemas.microsoft.com/office/drawing/2014/main" id="{EA3369AD-2886-0C2E-C63D-823AEAC36EC9}"/>
                  </a:ext>
                </a:extLst>
              </p14:cNvPr>
              <p14:cNvContentPartPr/>
              <p14:nvPr/>
            </p14:nvContentPartPr>
            <p14:xfrm>
              <a:off x="1756078" y="2062557"/>
              <a:ext cx="75600" cy="87120"/>
            </p14:xfrm>
          </p:contentPart>
        </mc:Choice>
        <mc:Fallback xmlns="">
          <p:pic>
            <p:nvPicPr>
              <p:cNvPr id="92" name="Entrada de lápiz 91">
                <a:extLst>
                  <a:ext uri="{FF2B5EF4-FFF2-40B4-BE49-F238E27FC236}">
                    <a16:creationId xmlns:a16="http://schemas.microsoft.com/office/drawing/2014/main" id="{EA3369AD-2886-0C2E-C63D-823AEAC36EC9}"/>
                  </a:ext>
                </a:extLst>
              </p:cNvPr>
              <p:cNvPicPr/>
              <p:nvPr/>
            </p:nvPicPr>
            <p:blipFill>
              <a:blip r:embed="rId85"/>
              <a:stretch>
                <a:fillRect/>
              </a:stretch>
            </p:blipFill>
            <p:spPr>
              <a:xfrm>
                <a:off x="1738078" y="2044557"/>
                <a:ext cx="111240" cy="122760"/>
              </a:xfrm>
              <a:prstGeom prst="rect">
                <a:avLst/>
              </a:prstGeom>
            </p:spPr>
          </p:pic>
        </mc:Fallback>
      </mc:AlternateContent>
      <p:grpSp>
        <p:nvGrpSpPr>
          <p:cNvPr id="18" name="Grupo 17">
            <a:extLst>
              <a:ext uri="{FF2B5EF4-FFF2-40B4-BE49-F238E27FC236}">
                <a16:creationId xmlns:a16="http://schemas.microsoft.com/office/drawing/2014/main" id="{FF492FFA-B48C-BA39-4146-65A24599DBCF}"/>
              </a:ext>
            </a:extLst>
          </p:cNvPr>
          <p:cNvGrpSpPr/>
          <p:nvPr/>
        </p:nvGrpSpPr>
        <p:grpSpPr>
          <a:xfrm>
            <a:off x="3455342" y="1057454"/>
            <a:ext cx="745200" cy="200160"/>
            <a:chOff x="3455342" y="1057454"/>
            <a:chExt cx="745200" cy="200160"/>
          </a:xfrm>
        </p:grpSpPr>
        <mc:AlternateContent xmlns:mc="http://schemas.openxmlformats.org/markup-compatibility/2006" xmlns:p14="http://schemas.microsoft.com/office/powerpoint/2010/main">
          <mc:Choice Requires="p14">
            <p:contentPart p14:bwMode="auto" r:id="rId86">
              <p14:nvContentPartPr>
                <p14:cNvPr id="5" name="Entrada de lápiz 4">
                  <a:extLst>
                    <a:ext uri="{FF2B5EF4-FFF2-40B4-BE49-F238E27FC236}">
                      <a16:creationId xmlns:a16="http://schemas.microsoft.com/office/drawing/2014/main" id="{2977AE53-BD64-69E9-999E-161C3E3F81EB}"/>
                    </a:ext>
                  </a:extLst>
                </p14:cNvPr>
                <p14:cNvContentPartPr/>
                <p14:nvPr/>
              </p14:nvContentPartPr>
              <p14:xfrm>
                <a:off x="3455342" y="1066454"/>
                <a:ext cx="188640" cy="191160"/>
              </p14:xfrm>
            </p:contentPart>
          </mc:Choice>
          <mc:Fallback xmlns="">
            <p:pic>
              <p:nvPicPr>
                <p:cNvPr id="5" name="Entrada de lápiz 4">
                  <a:extLst>
                    <a:ext uri="{FF2B5EF4-FFF2-40B4-BE49-F238E27FC236}">
                      <a16:creationId xmlns:a16="http://schemas.microsoft.com/office/drawing/2014/main" id="{2977AE53-BD64-69E9-999E-161C3E3F81EB}"/>
                    </a:ext>
                  </a:extLst>
                </p:cNvPr>
                <p:cNvPicPr/>
                <p:nvPr/>
              </p:nvPicPr>
              <p:blipFill>
                <a:blip r:embed="rId87"/>
                <a:stretch>
                  <a:fillRect/>
                </a:stretch>
              </p:blipFill>
              <p:spPr>
                <a:xfrm>
                  <a:off x="3446342" y="1057814"/>
                  <a:ext cx="20628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 name="Entrada de lápiz 5">
                  <a:extLst>
                    <a:ext uri="{FF2B5EF4-FFF2-40B4-BE49-F238E27FC236}">
                      <a16:creationId xmlns:a16="http://schemas.microsoft.com/office/drawing/2014/main" id="{023043DB-56EF-8F85-9970-255B11B1033C}"/>
                    </a:ext>
                  </a:extLst>
                </p14:cNvPr>
                <p14:cNvContentPartPr/>
                <p14:nvPr/>
              </p14:nvContentPartPr>
              <p14:xfrm>
                <a:off x="3616622" y="1147094"/>
                <a:ext cx="163080" cy="93960"/>
              </p14:xfrm>
            </p:contentPart>
          </mc:Choice>
          <mc:Fallback xmlns="">
            <p:pic>
              <p:nvPicPr>
                <p:cNvPr id="6" name="Entrada de lápiz 5">
                  <a:extLst>
                    <a:ext uri="{FF2B5EF4-FFF2-40B4-BE49-F238E27FC236}">
                      <a16:creationId xmlns:a16="http://schemas.microsoft.com/office/drawing/2014/main" id="{023043DB-56EF-8F85-9970-255B11B1033C}"/>
                    </a:ext>
                  </a:extLst>
                </p:cNvPr>
                <p:cNvPicPr/>
                <p:nvPr/>
              </p:nvPicPr>
              <p:blipFill>
                <a:blip r:embed="rId89"/>
                <a:stretch>
                  <a:fillRect/>
                </a:stretch>
              </p:blipFill>
              <p:spPr>
                <a:xfrm>
                  <a:off x="3607622" y="1138454"/>
                  <a:ext cx="18072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7" name="Entrada de lápiz 6">
                  <a:extLst>
                    <a:ext uri="{FF2B5EF4-FFF2-40B4-BE49-F238E27FC236}">
                      <a16:creationId xmlns:a16="http://schemas.microsoft.com/office/drawing/2014/main" id="{F3AEB537-F159-CAF7-9079-990ED0DE3954}"/>
                    </a:ext>
                  </a:extLst>
                </p14:cNvPr>
                <p14:cNvContentPartPr/>
                <p14:nvPr/>
              </p14:nvContentPartPr>
              <p14:xfrm>
                <a:off x="3780422" y="1126574"/>
                <a:ext cx="100800" cy="106200"/>
              </p14:xfrm>
            </p:contentPart>
          </mc:Choice>
          <mc:Fallback xmlns="">
            <p:pic>
              <p:nvPicPr>
                <p:cNvPr id="7" name="Entrada de lápiz 6">
                  <a:extLst>
                    <a:ext uri="{FF2B5EF4-FFF2-40B4-BE49-F238E27FC236}">
                      <a16:creationId xmlns:a16="http://schemas.microsoft.com/office/drawing/2014/main" id="{F3AEB537-F159-CAF7-9079-990ED0DE3954}"/>
                    </a:ext>
                  </a:extLst>
                </p:cNvPr>
                <p:cNvPicPr/>
                <p:nvPr/>
              </p:nvPicPr>
              <p:blipFill>
                <a:blip r:embed="rId91"/>
                <a:stretch>
                  <a:fillRect/>
                </a:stretch>
              </p:blipFill>
              <p:spPr>
                <a:xfrm>
                  <a:off x="3771782" y="1117574"/>
                  <a:ext cx="11844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8" name="Entrada de lápiz 7">
                  <a:extLst>
                    <a:ext uri="{FF2B5EF4-FFF2-40B4-BE49-F238E27FC236}">
                      <a16:creationId xmlns:a16="http://schemas.microsoft.com/office/drawing/2014/main" id="{7861BD2A-6699-5DB0-D517-CC3ED445DAF8}"/>
                    </a:ext>
                  </a:extLst>
                </p14:cNvPr>
                <p14:cNvContentPartPr/>
                <p14:nvPr/>
              </p14:nvContentPartPr>
              <p14:xfrm>
                <a:off x="3889142" y="1140974"/>
                <a:ext cx="114480" cy="87120"/>
              </p14:xfrm>
            </p:contentPart>
          </mc:Choice>
          <mc:Fallback xmlns="">
            <p:pic>
              <p:nvPicPr>
                <p:cNvPr id="8" name="Entrada de lápiz 7">
                  <a:extLst>
                    <a:ext uri="{FF2B5EF4-FFF2-40B4-BE49-F238E27FC236}">
                      <a16:creationId xmlns:a16="http://schemas.microsoft.com/office/drawing/2014/main" id="{7861BD2A-6699-5DB0-D517-CC3ED445DAF8}"/>
                    </a:ext>
                  </a:extLst>
                </p:cNvPr>
                <p:cNvPicPr/>
                <p:nvPr/>
              </p:nvPicPr>
              <p:blipFill>
                <a:blip r:embed="rId93"/>
                <a:stretch>
                  <a:fillRect/>
                </a:stretch>
              </p:blipFill>
              <p:spPr>
                <a:xfrm>
                  <a:off x="3880502" y="1132334"/>
                  <a:ext cx="13212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9" name="Entrada de lápiz 8">
                  <a:extLst>
                    <a:ext uri="{FF2B5EF4-FFF2-40B4-BE49-F238E27FC236}">
                      <a16:creationId xmlns:a16="http://schemas.microsoft.com/office/drawing/2014/main" id="{9EC1D09D-8A0D-8FC6-3E5F-226A9DE1F5D5}"/>
                    </a:ext>
                  </a:extLst>
                </p14:cNvPr>
                <p14:cNvContentPartPr/>
                <p14:nvPr/>
              </p14:nvContentPartPr>
              <p14:xfrm>
                <a:off x="4100102" y="1077614"/>
                <a:ext cx="25920" cy="113040"/>
              </p14:xfrm>
            </p:contentPart>
          </mc:Choice>
          <mc:Fallback xmlns="">
            <p:pic>
              <p:nvPicPr>
                <p:cNvPr id="9" name="Entrada de lápiz 8">
                  <a:extLst>
                    <a:ext uri="{FF2B5EF4-FFF2-40B4-BE49-F238E27FC236}">
                      <a16:creationId xmlns:a16="http://schemas.microsoft.com/office/drawing/2014/main" id="{9EC1D09D-8A0D-8FC6-3E5F-226A9DE1F5D5}"/>
                    </a:ext>
                  </a:extLst>
                </p:cNvPr>
                <p:cNvPicPr/>
                <p:nvPr/>
              </p:nvPicPr>
              <p:blipFill>
                <a:blip r:embed="rId95"/>
                <a:stretch>
                  <a:fillRect/>
                </a:stretch>
              </p:blipFill>
              <p:spPr>
                <a:xfrm>
                  <a:off x="4091102" y="1068614"/>
                  <a:ext cx="4356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6" name="Entrada de lápiz 15">
                  <a:extLst>
                    <a:ext uri="{FF2B5EF4-FFF2-40B4-BE49-F238E27FC236}">
                      <a16:creationId xmlns:a16="http://schemas.microsoft.com/office/drawing/2014/main" id="{B6A3CACC-4F8D-EAB5-8205-D205ACEEAFCB}"/>
                    </a:ext>
                  </a:extLst>
                </p14:cNvPr>
                <p14:cNvContentPartPr/>
                <p14:nvPr/>
              </p14:nvContentPartPr>
              <p14:xfrm>
                <a:off x="4018742" y="1057454"/>
                <a:ext cx="163080" cy="21240"/>
              </p14:xfrm>
            </p:contentPart>
          </mc:Choice>
          <mc:Fallback xmlns="">
            <p:pic>
              <p:nvPicPr>
                <p:cNvPr id="16" name="Entrada de lápiz 15">
                  <a:extLst>
                    <a:ext uri="{FF2B5EF4-FFF2-40B4-BE49-F238E27FC236}">
                      <a16:creationId xmlns:a16="http://schemas.microsoft.com/office/drawing/2014/main" id="{B6A3CACC-4F8D-EAB5-8205-D205ACEEAFCB}"/>
                    </a:ext>
                  </a:extLst>
                </p:cNvPr>
                <p:cNvPicPr/>
                <p:nvPr/>
              </p:nvPicPr>
              <p:blipFill>
                <a:blip r:embed="rId97"/>
                <a:stretch>
                  <a:fillRect/>
                </a:stretch>
              </p:blipFill>
              <p:spPr>
                <a:xfrm>
                  <a:off x="4010102" y="1048454"/>
                  <a:ext cx="18072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7" name="Entrada de lápiz 16">
                  <a:extLst>
                    <a:ext uri="{FF2B5EF4-FFF2-40B4-BE49-F238E27FC236}">
                      <a16:creationId xmlns:a16="http://schemas.microsoft.com/office/drawing/2014/main" id="{5937C96A-FF4B-C17D-F311-9C717946D9B1}"/>
                    </a:ext>
                  </a:extLst>
                </p14:cNvPr>
                <p14:cNvContentPartPr/>
                <p14:nvPr/>
              </p14:nvContentPartPr>
              <p14:xfrm>
                <a:off x="4053302" y="1200374"/>
                <a:ext cx="147240" cy="12240"/>
              </p14:xfrm>
            </p:contentPart>
          </mc:Choice>
          <mc:Fallback xmlns="">
            <p:pic>
              <p:nvPicPr>
                <p:cNvPr id="17" name="Entrada de lápiz 16">
                  <a:extLst>
                    <a:ext uri="{FF2B5EF4-FFF2-40B4-BE49-F238E27FC236}">
                      <a16:creationId xmlns:a16="http://schemas.microsoft.com/office/drawing/2014/main" id="{5937C96A-FF4B-C17D-F311-9C717946D9B1}"/>
                    </a:ext>
                  </a:extLst>
                </p:cNvPr>
                <p:cNvPicPr/>
                <p:nvPr/>
              </p:nvPicPr>
              <p:blipFill>
                <a:blip r:embed="rId99"/>
                <a:stretch>
                  <a:fillRect/>
                </a:stretch>
              </p:blipFill>
              <p:spPr>
                <a:xfrm>
                  <a:off x="4044662" y="1191734"/>
                  <a:ext cx="164880" cy="29880"/>
                </a:xfrm>
                <a:prstGeom prst="rect">
                  <a:avLst/>
                </a:prstGeom>
              </p:spPr>
            </p:pic>
          </mc:Fallback>
        </mc:AlternateContent>
      </p:grpSp>
      <p:grpSp>
        <p:nvGrpSpPr>
          <p:cNvPr id="131" name="Grupo 130">
            <a:extLst>
              <a:ext uri="{FF2B5EF4-FFF2-40B4-BE49-F238E27FC236}">
                <a16:creationId xmlns:a16="http://schemas.microsoft.com/office/drawing/2014/main" id="{144199F4-828D-604E-537A-01EA882399E7}"/>
              </a:ext>
            </a:extLst>
          </p:cNvPr>
          <p:cNvGrpSpPr/>
          <p:nvPr/>
        </p:nvGrpSpPr>
        <p:grpSpPr>
          <a:xfrm>
            <a:off x="3765302" y="1629854"/>
            <a:ext cx="555840" cy="236880"/>
            <a:chOff x="3765302" y="1629854"/>
            <a:chExt cx="555840" cy="236880"/>
          </a:xfrm>
        </p:grpSpPr>
        <mc:AlternateContent xmlns:mc="http://schemas.openxmlformats.org/markup-compatibility/2006" xmlns:p14="http://schemas.microsoft.com/office/powerpoint/2010/main">
          <mc:Choice Requires="p14">
            <p:contentPart p14:bwMode="auto" r:id="rId100">
              <p14:nvContentPartPr>
                <p14:cNvPr id="525" name="Entrada de lápiz 524">
                  <a:extLst>
                    <a:ext uri="{FF2B5EF4-FFF2-40B4-BE49-F238E27FC236}">
                      <a16:creationId xmlns:a16="http://schemas.microsoft.com/office/drawing/2014/main" id="{A63DBC91-240D-9D5F-555F-D1EBE3928A75}"/>
                    </a:ext>
                  </a:extLst>
                </p14:cNvPr>
                <p14:cNvContentPartPr/>
                <p14:nvPr/>
              </p14:nvContentPartPr>
              <p14:xfrm>
                <a:off x="3765302" y="1629854"/>
                <a:ext cx="190440" cy="202680"/>
              </p14:xfrm>
            </p:contentPart>
          </mc:Choice>
          <mc:Fallback xmlns="">
            <p:pic>
              <p:nvPicPr>
                <p:cNvPr id="525" name="Entrada de lápiz 524">
                  <a:extLst>
                    <a:ext uri="{FF2B5EF4-FFF2-40B4-BE49-F238E27FC236}">
                      <a16:creationId xmlns:a16="http://schemas.microsoft.com/office/drawing/2014/main" id="{A63DBC91-240D-9D5F-555F-D1EBE3928A75}"/>
                    </a:ext>
                  </a:extLst>
                </p:cNvPr>
                <p:cNvPicPr/>
                <p:nvPr/>
              </p:nvPicPr>
              <p:blipFill>
                <a:blip r:embed="rId101"/>
                <a:stretch>
                  <a:fillRect/>
                </a:stretch>
              </p:blipFill>
              <p:spPr>
                <a:xfrm>
                  <a:off x="3756662" y="1621214"/>
                  <a:ext cx="20808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33" name="Entrada de lápiz 532">
                  <a:extLst>
                    <a:ext uri="{FF2B5EF4-FFF2-40B4-BE49-F238E27FC236}">
                      <a16:creationId xmlns:a16="http://schemas.microsoft.com/office/drawing/2014/main" id="{2EE51429-82AC-E63C-BBA6-B8A6A7CC5012}"/>
                    </a:ext>
                  </a:extLst>
                </p14:cNvPr>
                <p14:cNvContentPartPr/>
                <p14:nvPr/>
              </p14:nvContentPartPr>
              <p14:xfrm>
                <a:off x="3974462" y="1755854"/>
                <a:ext cx="61200" cy="110880"/>
              </p14:xfrm>
            </p:contentPart>
          </mc:Choice>
          <mc:Fallback xmlns="">
            <p:pic>
              <p:nvPicPr>
                <p:cNvPr id="533" name="Entrada de lápiz 532">
                  <a:extLst>
                    <a:ext uri="{FF2B5EF4-FFF2-40B4-BE49-F238E27FC236}">
                      <a16:creationId xmlns:a16="http://schemas.microsoft.com/office/drawing/2014/main" id="{2EE51429-82AC-E63C-BBA6-B8A6A7CC5012}"/>
                    </a:ext>
                  </a:extLst>
                </p:cNvPr>
                <p:cNvPicPr/>
                <p:nvPr/>
              </p:nvPicPr>
              <p:blipFill>
                <a:blip r:embed="rId103"/>
                <a:stretch>
                  <a:fillRect/>
                </a:stretch>
              </p:blipFill>
              <p:spPr>
                <a:xfrm>
                  <a:off x="3965462" y="1746854"/>
                  <a:ext cx="7884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39" name="Entrada de lápiz 538">
                  <a:extLst>
                    <a:ext uri="{FF2B5EF4-FFF2-40B4-BE49-F238E27FC236}">
                      <a16:creationId xmlns:a16="http://schemas.microsoft.com/office/drawing/2014/main" id="{260D2A09-E6C3-9AEB-A844-61362779D860}"/>
                    </a:ext>
                  </a:extLst>
                </p14:cNvPr>
                <p14:cNvContentPartPr/>
                <p14:nvPr/>
              </p14:nvContentPartPr>
              <p14:xfrm>
                <a:off x="4011182" y="1682774"/>
                <a:ext cx="31680" cy="38880"/>
              </p14:xfrm>
            </p:contentPart>
          </mc:Choice>
          <mc:Fallback xmlns="">
            <p:pic>
              <p:nvPicPr>
                <p:cNvPr id="539" name="Entrada de lápiz 538">
                  <a:extLst>
                    <a:ext uri="{FF2B5EF4-FFF2-40B4-BE49-F238E27FC236}">
                      <a16:creationId xmlns:a16="http://schemas.microsoft.com/office/drawing/2014/main" id="{260D2A09-E6C3-9AEB-A844-61362779D860}"/>
                    </a:ext>
                  </a:extLst>
                </p:cNvPr>
                <p:cNvPicPr/>
                <p:nvPr/>
              </p:nvPicPr>
              <p:blipFill>
                <a:blip r:embed="rId105"/>
                <a:stretch>
                  <a:fillRect/>
                </a:stretch>
              </p:blipFill>
              <p:spPr>
                <a:xfrm>
                  <a:off x="4002542" y="1673774"/>
                  <a:ext cx="4932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63" name="Entrada de lápiz 562">
                  <a:extLst>
                    <a:ext uri="{FF2B5EF4-FFF2-40B4-BE49-F238E27FC236}">
                      <a16:creationId xmlns:a16="http://schemas.microsoft.com/office/drawing/2014/main" id="{F873CAE7-6867-3557-D6BB-0AD8990100F4}"/>
                    </a:ext>
                  </a:extLst>
                </p14:cNvPr>
                <p14:cNvContentPartPr/>
                <p14:nvPr/>
              </p14:nvContentPartPr>
              <p14:xfrm>
                <a:off x="4197662" y="1709414"/>
                <a:ext cx="102240" cy="7560"/>
              </p14:xfrm>
            </p:contentPart>
          </mc:Choice>
          <mc:Fallback xmlns="">
            <p:pic>
              <p:nvPicPr>
                <p:cNvPr id="563" name="Entrada de lápiz 562">
                  <a:extLst>
                    <a:ext uri="{FF2B5EF4-FFF2-40B4-BE49-F238E27FC236}">
                      <a16:creationId xmlns:a16="http://schemas.microsoft.com/office/drawing/2014/main" id="{F873CAE7-6867-3557-D6BB-0AD8990100F4}"/>
                    </a:ext>
                  </a:extLst>
                </p:cNvPr>
                <p:cNvPicPr/>
                <p:nvPr/>
              </p:nvPicPr>
              <p:blipFill>
                <a:blip r:embed="rId107"/>
                <a:stretch>
                  <a:fillRect/>
                </a:stretch>
              </p:blipFill>
              <p:spPr>
                <a:xfrm>
                  <a:off x="4188662" y="1700774"/>
                  <a:ext cx="11988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74" name="Entrada de lápiz 573">
                  <a:extLst>
                    <a:ext uri="{FF2B5EF4-FFF2-40B4-BE49-F238E27FC236}">
                      <a16:creationId xmlns:a16="http://schemas.microsoft.com/office/drawing/2014/main" id="{98D5ED62-25C8-0F74-0856-AA0192618622}"/>
                    </a:ext>
                  </a:extLst>
                </p14:cNvPr>
                <p14:cNvContentPartPr/>
                <p14:nvPr/>
              </p14:nvContentPartPr>
              <p14:xfrm>
                <a:off x="4181102" y="1784654"/>
                <a:ext cx="140040" cy="8280"/>
              </p14:xfrm>
            </p:contentPart>
          </mc:Choice>
          <mc:Fallback xmlns="">
            <p:pic>
              <p:nvPicPr>
                <p:cNvPr id="574" name="Entrada de lápiz 573">
                  <a:extLst>
                    <a:ext uri="{FF2B5EF4-FFF2-40B4-BE49-F238E27FC236}">
                      <a16:creationId xmlns:a16="http://schemas.microsoft.com/office/drawing/2014/main" id="{98D5ED62-25C8-0F74-0856-AA0192618622}"/>
                    </a:ext>
                  </a:extLst>
                </p:cNvPr>
                <p:cNvPicPr/>
                <p:nvPr/>
              </p:nvPicPr>
              <p:blipFill>
                <a:blip r:embed="rId109"/>
                <a:stretch>
                  <a:fillRect/>
                </a:stretch>
              </p:blipFill>
              <p:spPr>
                <a:xfrm>
                  <a:off x="4172102" y="1775654"/>
                  <a:ext cx="157680" cy="25920"/>
                </a:xfrm>
                <a:prstGeom prst="rect">
                  <a:avLst/>
                </a:prstGeom>
              </p:spPr>
            </p:pic>
          </mc:Fallback>
        </mc:AlternateContent>
      </p:grpSp>
      <p:grpSp>
        <p:nvGrpSpPr>
          <p:cNvPr id="143" name="Grupo 142">
            <a:extLst>
              <a:ext uri="{FF2B5EF4-FFF2-40B4-BE49-F238E27FC236}">
                <a16:creationId xmlns:a16="http://schemas.microsoft.com/office/drawing/2014/main" id="{AD4F178E-16B5-C8B5-25CC-DAC4D46DD1D5}"/>
              </a:ext>
            </a:extLst>
          </p:cNvPr>
          <p:cNvGrpSpPr/>
          <p:nvPr/>
        </p:nvGrpSpPr>
        <p:grpSpPr>
          <a:xfrm>
            <a:off x="4514462" y="1555694"/>
            <a:ext cx="385920" cy="276480"/>
            <a:chOff x="4514462" y="1555694"/>
            <a:chExt cx="385920" cy="276480"/>
          </a:xfrm>
        </p:grpSpPr>
        <mc:AlternateContent xmlns:mc="http://schemas.openxmlformats.org/markup-compatibility/2006" xmlns:p14="http://schemas.microsoft.com/office/powerpoint/2010/main">
          <mc:Choice Requires="p14">
            <p:contentPart p14:bwMode="auto" r:id="rId110">
              <p14:nvContentPartPr>
                <p14:cNvPr id="136" name="Entrada de lápiz 135">
                  <a:extLst>
                    <a:ext uri="{FF2B5EF4-FFF2-40B4-BE49-F238E27FC236}">
                      <a16:creationId xmlns:a16="http://schemas.microsoft.com/office/drawing/2014/main" id="{B1B83028-4802-DBEF-38E8-6FCA39F1D296}"/>
                    </a:ext>
                  </a:extLst>
                </p14:cNvPr>
                <p14:cNvContentPartPr/>
                <p14:nvPr/>
              </p14:nvContentPartPr>
              <p14:xfrm>
                <a:off x="4514462" y="1555694"/>
                <a:ext cx="154080" cy="276480"/>
              </p14:xfrm>
            </p:contentPart>
          </mc:Choice>
          <mc:Fallback xmlns="">
            <p:pic>
              <p:nvPicPr>
                <p:cNvPr id="136" name="Entrada de lápiz 135">
                  <a:extLst>
                    <a:ext uri="{FF2B5EF4-FFF2-40B4-BE49-F238E27FC236}">
                      <a16:creationId xmlns:a16="http://schemas.microsoft.com/office/drawing/2014/main" id="{B1B83028-4802-DBEF-38E8-6FCA39F1D296}"/>
                    </a:ext>
                  </a:extLst>
                </p:cNvPr>
                <p:cNvPicPr/>
                <p:nvPr/>
              </p:nvPicPr>
              <p:blipFill>
                <a:blip r:embed="rId111"/>
                <a:stretch>
                  <a:fillRect/>
                </a:stretch>
              </p:blipFill>
              <p:spPr>
                <a:xfrm>
                  <a:off x="4505822" y="1547054"/>
                  <a:ext cx="17172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41" name="Entrada de lápiz 140">
                  <a:extLst>
                    <a:ext uri="{FF2B5EF4-FFF2-40B4-BE49-F238E27FC236}">
                      <a16:creationId xmlns:a16="http://schemas.microsoft.com/office/drawing/2014/main" id="{C58FA83A-F10E-B644-18E8-23EAD0C6BDF7}"/>
                    </a:ext>
                  </a:extLst>
                </p14:cNvPr>
                <p14:cNvContentPartPr/>
                <p14:nvPr/>
              </p14:nvContentPartPr>
              <p14:xfrm>
                <a:off x="4801742" y="1707254"/>
                <a:ext cx="98640" cy="20880"/>
              </p14:xfrm>
            </p:contentPart>
          </mc:Choice>
          <mc:Fallback xmlns="">
            <p:pic>
              <p:nvPicPr>
                <p:cNvPr id="141" name="Entrada de lápiz 140">
                  <a:extLst>
                    <a:ext uri="{FF2B5EF4-FFF2-40B4-BE49-F238E27FC236}">
                      <a16:creationId xmlns:a16="http://schemas.microsoft.com/office/drawing/2014/main" id="{C58FA83A-F10E-B644-18E8-23EAD0C6BDF7}"/>
                    </a:ext>
                  </a:extLst>
                </p:cNvPr>
                <p:cNvPicPr/>
                <p:nvPr/>
              </p:nvPicPr>
              <p:blipFill>
                <a:blip r:embed="rId113"/>
                <a:stretch>
                  <a:fillRect/>
                </a:stretch>
              </p:blipFill>
              <p:spPr>
                <a:xfrm>
                  <a:off x="4792742" y="1698614"/>
                  <a:ext cx="116280" cy="38520"/>
                </a:xfrm>
                <a:prstGeom prst="rect">
                  <a:avLst/>
                </a:prstGeom>
              </p:spPr>
            </p:pic>
          </mc:Fallback>
        </mc:AlternateContent>
      </p:grpSp>
      <p:grpSp>
        <p:nvGrpSpPr>
          <p:cNvPr id="163" name="Grupo 162">
            <a:extLst>
              <a:ext uri="{FF2B5EF4-FFF2-40B4-BE49-F238E27FC236}">
                <a16:creationId xmlns:a16="http://schemas.microsoft.com/office/drawing/2014/main" id="{B17A269F-B34B-7412-DD9B-0CA90482307B}"/>
              </a:ext>
            </a:extLst>
          </p:cNvPr>
          <p:cNvGrpSpPr/>
          <p:nvPr/>
        </p:nvGrpSpPr>
        <p:grpSpPr>
          <a:xfrm>
            <a:off x="5099462" y="1396574"/>
            <a:ext cx="1817280" cy="533880"/>
            <a:chOff x="5099462" y="1396574"/>
            <a:chExt cx="1817280" cy="533880"/>
          </a:xfrm>
        </p:grpSpPr>
        <mc:AlternateContent xmlns:mc="http://schemas.openxmlformats.org/markup-compatibility/2006" xmlns:p14="http://schemas.microsoft.com/office/powerpoint/2010/main">
          <mc:Choice Requires="p14">
            <p:contentPart p14:bwMode="auto" r:id="rId114">
              <p14:nvContentPartPr>
                <p14:cNvPr id="144" name="Entrada de lápiz 143">
                  <a:extLst>
                    <a:ext uri="{FF2B5EF4-FFF2-40B4-BE49-F238E27FC236}">
                      <a16:creationId xmlns:a16="http://schemas.microsoft.com/office/drawing/2014/main" id="{91E557F6-C4E5-197B-848E-8BBC30FF869D}"/>
                    </a:ext>
                  </a:extLst>
                </p14:cNvPr>
                <p14:cNvContentPartPr/>
                <p14:nvPr/>
              </p14:nvContentPartPr>
              <p14:xfrm>
                <a:off x="5099462" y="1502414"/>
                <a:ext cx="97920" cy="428040"/>
              </p14:xfrm>
            </p:contentPart>
          </mc:Choice>
          <mc:Fallback xmlns="">
            <p:pic>
              <p:nvPicPr>
                <p:cNvPr id="144" name="Entrada de lápiz 143">
                  <a:extLst>
                    <a:ext uri="{FF2B5EF4-FFF2-40B4-BE49-F238E27FC236}">
                      <a16:creationId xmlns:a16="http://schemas.microsoft.com/office/drawing/2014/main" id="{91E557F6-C4E5-197B-848E-8BBC30FF869D}"/>
                    </a:ext>
                  </a:extLst>
                </p:cNvPr>
                <p:cNvPicPr/>
                <p:nvPr/>
              </p:nvPicPr>
              <p:blipFill>
                <a:blip r:embed="rId115"/>
                <a:stretch>
                  <a:fillRect/>
                </a:stretch>
              </p:blipFill>
              <p:spPr>
                <a:xfrm>
                  <a:off x="5090462" y="1493774"/>
                  <a:ext cx="115560" cy="4456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45" name="Entrada de lápiz 144">
                  <a:extLst>
                    <a:ext uri="{FF2B5EF4-FFF2-40B4-BE49-F238E27FC236}">
                      <a16:creationId xmlns:a16="http://schemas.microsoft.com/office/drawing/2014/main" id="{CD0234DD-483B-AAAA-8D2F-5C3EF2967108}"/>
                    </a:ext>
                  </a:extLst>
                </p14:cNvPr>
                <p14:cNvContentPartPr/>
                <p14:nvPr/>
              </p14:nvContentPartPr>
              <p14:xfrm>
                <a:off x="5249942" y="1697174"/>
                <a:ext cx="302760" cy="15840"/>
              </p14:xfrm>
            </p:contentPart>
          </mc:Choice>
          <mc:Fallback xmlns="">
            <p:pic>
              <p:nvPicPr>
                <p:cNvPr id="145" name="Entrada de lápiz 144">
                  <a:extLst>
                    <a:ext uri="{FF2B5EF4-FFF2-40B4-BE49-F238E27FC236}">
                      <a16:creationId xmlns:a16="http://schemas.microsoft.com/office/drawing/2014/main" id="{CD0234DD-483B-AAAA-8D2F-5C3EF2967108}"/>
                    </a:ext>
                  </a:extLst>
                </p:cNvPr>
                <p:cNvPicPr/>
                <p:nvPr/>
              </p:nvPicPr>
              <p:blipFill>
                <a:blip r:embed="rId117"/>
                <a:stretch>
                  <a:fillRect/>
                </a:stretch>
              </p:blipFill>
              <p:spPr>
                <a:xfrm>
                  <a:off x="5241302" y="1688534"/>
                  <a:ext cx="32040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47" name="Entrada de lápiz 146">
                  <a:extLst>
                    <a:ext uri="{FF2B5EF4-FFF2-40B4-BE49-F238E27FC236}">
                      <a16:creationId xmlns:a16="http://schemas.microsoft.com/office/drawing/2014/main" id="{014FE75B-7C90-ED34-349D-AC87B3C7A96D}"/>
                    </a:ext>
                  </a:extLst>
                </p14:cNvPr>
                <p14:cNvContentPartPr/>
                <p14:nvPr/>
              </p14:nvContentPartPr>
              <p14:xfrm>
                <a:off x="5333102" y="1799054"/>
                <a:ext cx="100800" cy="110160"/>
              </p14:xfrm>
            </p:contentPart>
          </mc:Choice>
          <mc:Fallback xmlns="">
            <p:pic>
              <p:nvPicPr>
                <p:cNvPr id="147" name="Entrada de lápiz 146">
                  <a:extLst>
                    <a:ext uri="{FF2B5EF4-FFF2-40B4-BE49-F238E27FC236}">
                      <a16:creationId xmlns:a16="http://schemas.microsoft.com/office/drawing/2014/main" id="{014FE75B-7C90-ED34-349D-AC87B3C7A96D}"/>
                    </a:ext>
                  </a:extLst>
                </p:cNvPr>
                <p:cNvPicPr/>
                <p:nvPr/>
              </p:nvPicPr>
              <p:blipFill>
                <a:blip r:embed="rId119"/>
                <a:stretch>
                  <a:fillRect/>
                </a:stretch>
              </p:blipFill>
              <p:spPr>
                <a:xfrm>
                  <a:off x="5324102" y="1790414"/>
                  <a:ext cx="11844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48" name="Entrada de lápiz 147">
                  <a:extLst>
                    <a:ext uri="{FF2B5EF4-FFF2-40B4-BE49-F238E27FC236}">
                      <a16:creationId xmlns:a16="http://schemas.microsoft.com/office/drawing/2014/main" id="{0C799209-631A-B46F-E59E-15A92133AE60}"/>
                    </a:ext>
                  </a:extLst>
                </p14:cNvPr>
                <p14:cNvContentPartPr/>
                <p14:nvPr/>
              </p14:nvContentPartPr>
              <p14:xfrm>
                <a:off x="5448302" y="1808414"/>
                <a:ext cx="99000" cy="86400"/>
              </p14:xfrm>
            </p:contentPart>
          </mc:Choice>
          <mc:Fallback xmlns="">
            <p:pic>
              <p:nvPicPr>
                <p:cNvPr id="148" name="Entrada de lápiz 147">
                  <a:extLst>
                    <a:ext uri="{FF2B5EF4-FFF2-40B4-BE49-F238E27FC236}">
                      <a16:creationId xmlns:a16="http://schemas.microsoft.com/office/drawing/2014/main" id="{0C799209-631A-B46F-E59E-15A92133AE60}"/>
                    </a:ext>
                  </a:extLst>
                </p:cNvPr>
                <p:cNvPicPr/>
                <p:nvPr/>
              </p:nvPicPr>
              <p:blipFill>
                <a:blip r:embed="rId121"/>
                <a:stretch>
                  <a:fillRect/>
                </a:stretch>
              </p:blipFill>
              <p:spPr>
                <a:xfrm>
                  <a:off x="5439302" y="1799774"/>
                  <a:ext cx="11664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50" name="Entrada de lápiz 149">
                  <a:extLst>
                    <a:ext uri="{FF2B5EF4-FFF2-40B4-BE49-F238E27FC236}">
                      <a16:creationId xmlns:a16="http://schemas.microsoft.com/office/drawing/2014/main" id="{629ECD8C-74F7-4F3F-81BA-41841D66FE52}"/>
                    </a:ext>
                  </a:extLst>
                </p14:cNvPr>
                <p14:cNvContentPartPr/>
                <p14:nvPr/>
              </p14:nvContentPartPr>
              <p14:xfrm>
                <a:off x="5617142" y="1484054"/>
                <a:ext cx="99360" cy="407520"/>
              </p14:xfrm>
            </p:contentPart>
          </mc:Choice>
          <mc:Fallback xmlns="">
            <p:pic>
              <p:nvPicPr>
                <p:cNvPr id="150" name="Entrada de lápiz 149">
                  <a:extLst>
                    <a:ext uri="{FF2B5EF4-FFF2-40B4-BE49-F238E27FC236}">
                      <a16:creationId xmlns:a16="http://schemas.microsoft.com/office/drawing/2014/main" id="{629ECD8C-74F7-4F3F-81BA-41841D66FE52}"/>
                    </a:ext>
                  </a:extLst>
                </p:cNvPr>
                <p:cNvPicPr/>
                <p:nvPr/>
              </p:nvPicPr>
              <p:blipFill>
                <a:blip r:embed="rId123"/>
                <a:stretch>
                  <a:fillRect/>
                </a:stretch>
              </p:blipFill>
              <p:spPr>
                <a:xfrm>
                  <a:off x="5608502" y="1475414"/>
                  <a:ext cx="117000" cy="4251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51" name="Entrada de lápiz 150">
                  <a:extLst>
                    <a:ext uri="{FF2B5EF4-FFF2-40B4-BE49-F238E27FC236}">
                      <a16:creationId xmlns:a16="http://schemas.microsoft.com/office/drawing/2014/main" id="{9D5EB10F-F8BF-7362-DC9F-237C60DABC33}"/>
                    </a:ext>
                  </a:extLst>
                </p14:cNvPr>
                <p14:cNvContentPartPr/>
                <p14:nvPr/>
              </p14:nvContentPartPr>
              <p14:xfrm>
                <a:off x="5723342" y="1396574"/>
                <a:ext cx="102600" cy="128880"/>
              </p14:xfrm>
            </p:contentPart>
          </mc:Choice>
          <mc:Fallback xmlns="">
            <p:pic>
              <p:nvPicPr>
                <p:cNvPr id="151" name="Entrada de lápiz 150">
                  <a:extLst>
                    <a:ext uri="{FF2B5EF4-FFF2-40B4-BE49-F238E27FC236}">
                      <a16:creationId xmlns:a16="http://schemas.microsoft.com/office/drawing/2014/main" id="{9D5EB10F-F8BF-7362-DC9F-237C60DABC33}"/>
                    </a:ext>
                  </a:extLst>
                </p:cNvPr>
                <p:cNvPicPr/>
                <p:nvPr/>
              </p:nvPicPr>
              <p:blipFill>
                <a:blip r:embed="rId125"/>
                <a:stretch>
                  <a:fillRect/>
                </a:stretch>
              </p:blipFill>
              <p:spPr>
                <a:xfrm>
                  <a:off x="5714702" y="1387574"/>
                  <a:ext cx="12024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52" name="Entrada de lápiz 151">
                  <a:extLst>
                    <a:ext uri="{FF2B5EF4-FFF2-40B4-BE49-F238E27FC236}">
                      <a16:creationId xmlns:a16="http://schemas.microsoft.com/office/drawing/2014/main" id="{A90BFDFC-BA98-3999-03C4-E642D011AFB6}"/>
                    </a:ext>
                  </a:extLst>
                </p14:cNvPr>
                <p14:cNvContentPartPr/>
                <p14:nvPr/>
              </p14:nvContentPartPr>
              <p14:xfrm>
                <a:off x="5867342" y="1705454"/>
                <a:ext cx="88200" cy="15480"/>
              </p14:xfrm>
            </p:contentPart>
          </mc:Choice>
          <mc:Fallback xmlns="">
            <p:pic>
              <p:nvPicPr>
                <p:cNvPr id="152" name="Entrada de lápiz 151">
                  <a:extLst>
                    <a:ext uri="{FF2B5EF4-FFF2-40B4-BE49-F238E27FC236}">
                      <a16:creationId xmlns:a16="http://schemas.microsoft.com/office/drawing/2014/main" id="{A90BFDFC-BA98-3999-03C4-E642D011AFB6}"/>
                    </a:ext>
                  </a:extLst>
                </p:cNvPr>
                <p:cNvPicPr/>
                <p:nvPr/>
              </p:nvPicPr>
              <p:blipFill>
                <a:blip r:embed="rId127"/>
                <a:stretch>
                  <a:fillRect/>
                </a:stretch>
              </p:blipFill>
              <p:spPr>
                <a:xfrm>
                  <a:off x="5858342" y="1696814"/>
                  <a:ext cx="10584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53" name="Entrada de lápiz 152">
                  <a:extLst>
                    <a:ext uri="{FF2B5EF4-FFF2-40B4-BE49-F238E27FC236}">
                      <a16:creationId xmlns:a16="http://schemas.microsoft.com/office/drawing/2014/main" id="{2E1A4AFB-534B-EB2E-53BD-64C3A85CD529}"/>
                    </a:ext>
                  </a:extLst>
                </p14:cNvPr>
                <p14:cNvContentPartPr/>
                <p14:nvPr/>
              </p14:nvContentPartPr>
              <p14:xfrm>
                <a:off x="6050942" y="1470734"/>
                <a:ext cx="96120" cy="419400"/>
              </p14:xfrm>
            </p:contentPart>
          </mc:Choice>
          <mc:Fallback xmlns="">
            <p:pic>
              <p:nvPicPr>
                <p:cNvPr id="153" name="Entrada de lápiz 152">
                  <a:extLst>
                    <a:ext uri="{FF2B5EF4-FFF2-40B4-BE49-F238E27FC236}">
                      <a16:creationId xmlns:a16="http://schemas.microsoft.com/office/drawing/2014/main" id="{2E1A4AFB-534B-EB2E-53BD-64C3A85CD529}"/>
                    </a:ext>
                  </a:extLst>
                </p:cNvPr>
                <p:cNvPicPr/>
                <p:nvPr/>
              </p:nvPicPr>
              <p:blipFill>
                <a:blip r:embed="rId129"/>
                <a:stretch>
                  <a:fillRect/>
                </a:stretch>
              </p:blipFill>
              <p:spPr>
                <a:xfrm>
                  <a:off x="6041942" y="1461734"/>
                  <a:ext cx="113760" cy="4370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55" name="Entrada de lápiz 154">
                  <a:extLst>
                    <a:ext uri="{FF2B5EF4-FFF2-40B4-BE49-F238E27FC236}">
                      <a16:creationId xmlns:a16="http://schemas.microsoft.com/office/drawing/2014/main" id="{EBFC0877-0C06-1DFE-6B46-F810462C7F7E}"/>
                    </a:ext>
                  </a:extLst>
                </p14:cNvPr>
                <p14:cNvContentPartPr/>
                <p14:nvPr/>
              </p14:nvContentPartPr>
              <p14:xfrm>
                <a:off x="6515342" y="1484774"/>
                <a:ext cx="77400" cy="396000"/>
              </p14:xfrm>
            </p:contentPart>
          </mc:Choice>
          <mc:Fallback xmlns="">
            <p:pic>
              <p:nvPicPr>
                <p:cNvPr id="155" name="Entrada de lápiz 154">
                  <a:extLst>
                    <a:ext uri="{FF2B5EF4-FFF2-40B4-BE49-F238E27FC236}">
                      <a16:creationId xmlns:a16="http://schemas.microsoft.com/office/drawing/2014/main" id="{EBFC0877-0C06-1DFE-6B46-F810462C7F7E}"/>
                    </a:ext>
                  </a:extLst>
                </p:cNvPr>
                <p:cNvPicPr/>
                <p:nvPr/>
              </p:nvPicPr>
              <p:blipFill>
                <a:blip r:embed="rId131"/>
                <a:stretch>
                  <a:fillRect/>
                </a:stretch>
              </p:blipFill>
              <p:spPr>
                <a:xfrm>
                  <a:off x="6506342" y="1475774"/>
                  <a:ext cx="95040" cy="4136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56" name="Entrada de lápiz 155">
                  <a:extLst>
                    <a:ext uri="{FF2B5EF4-FFF2-40B4-BE49-F238E27FC236}">
                      <a16:creationId xmlns:a16="http://schemas.microsoft.com/office/drawing/2014/main" id="{B7B1517C-4FE8-FE50-EC7E-04FB6F7F31F0}"/>
                    </a:ext>
                  </a:extLst>
                </p14:cNvPr>
                <p14:cNvContentPartPr/>
                <p14:nvPr/>
              </p14:nvContentPartPr>
              <p14:xfrm>
                <a:off x="6198182" y="1680614"/>
                <a:ext cx="297720" cy="14400"/>
              </p14:xfrm>
            </p:contentPart>
          </mc:Choice>
          <mc:Fallback xmlns="">
            <p:pic>
              <p:nvPicPr>
                <p:cNvPr id="156" name="Entrada de lápiz 155">
                  <a:extLst>
                    <a:ext uri="{FF2B5EF4-FFF2-40B4-BE49-F238E27FC236}">
                      <a16:creationId xmlns:a16="http://schemas.microsoft.com/office/drawing/2014/main" id="{B7B1517C-4FE8-FE50-EC7E-04FB6F7F31F0}"/>
                    </a:ext>
                  </a:extLst>
                </p:cNvPr>
                <p:cNvPicPr/>
                <p:nvPr/>
              </p:nvPicPr>
              <p:blipFill>
                <a:blip r:embed="rId133"/>
                <a:stretch>
                  <a:fillRect/>
                </a:stretch>
              </p:blipFill>
              <p:spPr>
                <a:xfrm>
                  <a:off x="6189542" y="1671614"/>
                  <a:ext cx="31536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57" name="Entrada de lápiz 156">
                  <a:extLst>
                    <a:ext uri="{FF2B5EF4-FFF2-40B4-BE49-F238E27FC236}">
                      <a16:creationId xmlns:a16="http://schemas.microsoft.com/office/drawing/2014/main" id="{FA5B0BD1-2936-BC69-3161-DC2634E76DA1}"/>
                    </a:ext>
                  </a:extLst>
                </p14:cNvPr>
                <p14:cNvContentPartPr/>
                <p14:nvPr/>
              </p14:nvContentPartPr>
              <p14:xfrm>
                <a:off x="6232742" y="1787534"/>
                <a:ext cx="85680" cy="99360"/>
              </p14:xfrm>
            </p:contentPart>
          </mc:Choice>
          <mc:Fallback xmlns="">
            <p:pic>
              <p:nvPicPr>
                <p:cNvPr id="157" name="Entrada de lápiz 156">
                  <a:extLst>
                    <a:ext uri="{FF2B5EF4-FFF2-40B4-BE49-F238E27FC236}">
                      <a16:creationId xmlns:a16="http://schemas.microsoft.com/office/drawing/2014/main" id="{FA5B0BD1-2936-BC69-3161-DC2634E76DA1}"/>
                    </a:ext>
                  </a:extLst>
                </p:cNvPr>
                <p:cNvPicPr/>
                <p:nvPr/>
              </p:nvPicPr>
              <p:blipFill>
                <a:blip r:embed="rId135"/>
                <a:stretch>
                  <a:fillRect/>
                </a:stretch>
              </p:blipFill>
              <p:spPr>
                <a:xfrm>
                  <a:off x="6224102" y="1778534"/>
                  <a:ext cx="10332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58" name="Entrada de lápiz 157">
                  <a:extLst>
                    <a:ext uri="{FF2B5EF4-FFF2-40B4-BE49-F238E27FC236}">
                      <a16:creationId xmlns:a16="http://schemas.microsoft.com/office/drawing/2014/main" id="{FE105BA1-E83E-66D1-5ACC-4B627AC7FBD3}"/>
                    </a:ext>
                  </a:extLst>
                </p14:cNvPr>
                <p14:cNvContentPartPr/>
                <p14:nvPr/>
              </p14:nvContentPartPr>
              <p14:xfrm>
                <a:off x="6359462" y="1788254"/>
                <a:ext cx="109800" cy="95040"/>
              </p14:xfrm>
            </p:contentPart>
          </mc:Choice>
          <mc:Fallback xmlns="">
            <p:pic>
              <p:nvPicPr>
                <p:cNvPr id="158" name="Entrada de lápiz 157">
                  <a:extLst>
                    <a:ext uri="{FF2B5EF4-FFF2-40B4-BE49-F238E27FC236}">
                      <a16:creationId xmlns:a16="http://schemas.microsoft.com/office/drawing/2014/main" id="{FE105BA1-E83E-66D1-5ACC-4B627AC7FBD3}"/>
                    </a:ext>
                  </a:extLst>
                </p:cNvPr>
                <p:cNvPicPr/>
                <p:nvPr/>
              </p:nvPicPr>
              <p:blipFill>
                <a:blip r:embed="rId137"/>
                <a:stretch>
                  <a:fillRect/>
                </a:stretch>
              </p:blipFill>
              <p:spPr>
                <a:xfrm>
                  <a:off x="6350822" y="1779614"/>
                  <a:ext cx="12744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59" name="Entrada de lápiz 158">
                  <a:extLst>
                    <a:ext uri="{FF2B5EF4-FFF2-40B4-BE49-F238E27FC236}">
                      <a16:creationId xmlns:a16="http://schemas.microsoft.com/office/drawing/2014/main" id="{7C2667A6-5C68-425D-5DD0-218AD9A810C6}"/>
                    </a:ext>
                  </a:extLst>
                </p14:cNvPr>
                <p14:cNvContentPartPr/>
                <p14:nvPr/>
              </p14:nvContentPartPr>
              <p14:xfrm>
                <a:off x="6601382" y="1399814"/>
                <a:ext cx="93240" cy="111600"/>
              </p14:xfrm>
            </p:contentPart>
          </mc:Choice>
          <mc:Fallback xmlns="">
            <p:pic>
              <p:nvPicPr>
                <p:cNvPr id="159" name="Entrada de lápiz 158">
                  <a:extLst>
                    <a:ext uri="{FF2B5EF4-FFF2-40B4-BE49-F238E27FC236}">
                      <a16:creationId xmlns:a16="http://schemas.microsoft.com/office/drawing/2014/main" id="{7C2667A6-5C68-425D-5DD0-218AD9A810C6}"/>
                    </a:ext>
                  </a:extLst>
                </p:cNvPr>
                <p:cNvPicPr/>
                <p:nvPr/>
              </p:nvPicPr>
              <p:blipFill>
                <a:blip r:embed="rId139"/>
                <a:stretch>
                  <a:fillRect/>
                </a:stretch>
              </p:blipFill>
              <p:spPr>
                <a:xfrm>
                  <a:off x="6592742" y="1390814"/>
                  <a:ext cx="11088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60" name="Entrada de lápiz 159">
                  <a:extLst>
                    <a:ext uri="{FF2B5EF4-FFF2-40B4-BE49-F238E27FC236}">
                      <a16:creationId xmlns:a16="http://schemas.microsoft.com/office/drawing/2014/main" id="{74D7E414-A123-514F-41F5-A227250F8A20}"/>
                    </a:ext>
                  </a:extLst>
                </p14:cNvPr>
                <p14:cNvContentPartPr/>
                <p14:nvPr/>
              </p14:nvContentPartPr>
              <p14:xfrm>
                <a:off x="6784982" y="1676654"/>
                <a:ext cx="131760" cy="17640"/>
              </p14:xfrm>
            </p:contentPart>
          </mc:Choice>
          <mc:Fallback xmlns="">
            <p:pic>
              <p:nvPicPr>
                <p:cNvPr id="160" name="Entrada de lápiz 159">
                  <a:extLst>
                    <a:ext uri="{FF2B5EF4-FFF2-40B4-BE49-F238E27FC236}">
                      <a16:creationId xmlns:a16="http://schemas.microsoft.com/office/drawing/2014/main" id="{74D7E414-A123-514F-41F5-A227250F8A20}"/>
                    </a:ext>
                  </a:extLst>
                </p:cNvPr>
                <p:cNvPicPr/>
                <p:nvPr/>
              </p:nvPicPr>
              <p:blipFill>
                <a:blip r:embed="rId141"/>
                <a:stretch>
                  <a:fillRect/>
                </a:stretch>
              </p:blipFill>
              <p:spPr>
                <a:xfrm>
                  <a:off x="6776342" y="1668014"/>
                  <a:ext cx="14940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61" name="Entrada de lápiz 160">
                  <a:extLst>
                    <a:ext uri="{FF2B5EF4-FFF2-40B4-BE49-F238E27FC236}">
                      <a16:creationId xmlns:a16="http://schemas.microsoft.com/office/drawing/2014/main" id="{A757EEBC-C930-A46B-73DA-65A26D8F09C3}"/>
                    </a:ext>
                  </a:extLst>
                </p14:cNvPr>
                <p14:cNvContentPartPr/>
                <p14:nvPr/>
              </p14:nvContentPartPr>
              <p14:xfrm>
                <a:off x="6797222" y="1750094"/>
                <a:ext cx="112680" cy="11160"/>
              </p14:xfrm>
            </p:contentPart>
          </mc:Choice>
          <mc:Fallback xmlns="">
            <p:pic>
              <p:nvPicPr>
                <p:cNvPr id="161" name="Entrada de lápiz 160">
                  <a:extLst>
                    <a:ext uri="{FF2B5EF4-FFF2-40B4-BE49-F238E27FC236}">
                      <a16:creationId xmlns:a16="http://schemas.microsoft.com/office/drawing/2014/main" id="{A757EEBC-C930-A46B-73DA-65A26D8F09C3}"/>
                    </a:ext>
                  </a:extLst>
                </p:cNvPr>
                <p:cNvPicPr/>
                <p:nvPr/>
              </p:nvPicPr>
              <p:blipFill>
                <a:blip r:embed="rId143"/>
                <a:stretch>
                  <a:fillRect/>
                </a:stretch>
              </p:blipFill>
              <p:spPr>
                <a:xfrm>
                  <a:off x="6788222" y="1741094"/>
                  <a:ext cx="130320" cy="28800"/>
                </a:xfrm>
                <a:prstGeom prst="rect">
                  <a:avLst/>
                </a:prstGeom>
              </p:spPr>
            </p:pic>
          </mc:Fallback>
        </mc:AlternateContent>
      </p:grpSp>
      <p:grpSp>
        <p:nvGrpSpPr>
          <p:cNvPr id="178" name="Grupo 177">
            <a:extLst>
              <a:ext uri="{FF2B5EF4-FFF2-40B4-BE49-F238E27FC236}">
                <a16:creationId xmlns:a16="http://schemas.microsoft.com/office/drawing/2014/main" id="{EECCE196-1822-346C-910E-F870DAEA7156}"/>
              </a:ext>
            </a:extLst>
          </p:cNvPr>
          <p:cNvGrpSpPr/>
          <p:nvPr/>
        </p:nvGrpSpPr>
        <p:grpSpPr>
          <a:xfrm>
            <a:off x="7155062" y="1394054"/>
            <a:ext cx="1412280" cy="503640"/>
            <a:chOff x="7155062" y="1394054"/>
            <a:chExt cx="1412280" cy="503640"/>
          </a:xfrm>
        </p:grpSpPr>
        <mc:AlternateContent xmlns:mc="http://schemas.openxmlformats.org/markup-compatibility/2006" xmlns:p14="http://schemas.microsoft.com/office/powerpoint/2010/main">
          <mc:Choice Requires="p14">
            <p:contentPart p14:bwMode="auto" r:id="rId144">
              <p14:nvContentPartPr>
                <p14:cNvPr id="164" name="Entrada de lápiz 163">
                  <a:extLst>
                    <a:ext uri="{FF2B5EF4-FFF2-40B4-BE49-F238E27FC236}">
                      <a16:creationId xmlns:a16="http://schemas.microsoft.com/office/drawing/2014/main" id="{4413308A-6FBF-8403-C4C8-0F5D22E6B0AC}"/>
                    </a:ext>
                  </a:extLst>
                </p14:cNvPr>
                <p14:cNvContentPartPr/>
                <p14:nvPr/>
              </p14:nvContentPartPr>
              <p14:xfrm>
                <a:off x="7155062" y="1484774"/>
                <a:ext cx="177120" cy="297360"/>
              </p14:xfrm>
            </p:contentPart>
          </mc:Choice>
          <mc:Fallback xmlns="">
            <p:pic>
              <p:nvPicPr>
                <p:cNvPr id="164" name="Entrada de lápiz 163">
                  <a:extLst>
                    <a:ext uri="{FF2B5EF4-FFF2-40B4-BE49-F238E27FC236}">
                      <a16:creationId xmlns:a16="http://schemas.microsoft.com/office/drawing/2014/main" id="{4413308A-6FBF-8403-C4C8-0F5D22E6B0AC}"/>
                    </a:ext>
                  </a:extLst>
                </p:cNvPr>
                <p:cNvPicPr/>
                <p:nvPr/>
              </p:nvPicPr>
              <p:blipFill>
                <a:blip r:embed="rId145"/>
                <a:stretch>
                  <a:fillRect/>
                </a:stretch>
              </p:blipFill>
              <p:spPr>
                <a:xfrm>
                  <a:off x="7146062" y="1475774"/>
                  <a:ext cx="19476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65" name="Entrada de lápiz 164">
                  <a:extLst>
                    <a:ext uri="{FF2B5EF4-FFF2-40B4-BE49-F238E27FC236}">
                      <a16:creationId xmlns:a16="http://schemas.microsoft.com/office/drawing/2014/main" id="{2AC1EF12-4A48-7689-6D4D-6C1BFE381F4B}"/>
                    </a:ext>
                  </a:extLst>
                </p14:cNvPr>
                <p14:cNvContentPartPr/>
                <p14:nvPr/>
              </p14:nvContentPartPr>
              <p14:xfrm>
                <a:off x="7456742" y="1641374"/>
                <a:ext cx="102960" cy="12960"/>
              </p14:xfrm>
            </p:contentPart>
          </mc:Choice>
          <mc:Fallback xmlns="">
            <p:pic>
              <p:nvPicPr>
                <p:cNvPr id="165" name="Entrada de lápiz 164">
                  <a:extLst>
                    <a:ext uri="{FF2B5EF4-FFF2-40B4-BE49-F238E27FC236}">
                      <a16:creationId xmlns:a16="http://schemas.microsoft.com/office/drawing/2014/main" id="{2AC1EF12-4A48-7689-6D4D-6C1BFE381F4B}"/>
                    </a:ext>
                  </a:extLst>
                </p:cNvPr>
                <p:cNvPicPr/>
                <p:nvPr/>
              </p:nvPicPr>
              <p:blipFill>
                <a:blip r:embed="rId147"/>
                <a:stretch>
                  <a:fillRect/>
                </a:stretch>
              </p:blipFill>
              <p:spPr>
                <a:xfrm>
                  <a:off x="7447742" y="1632374"/>
                  <a:ext cx="12060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67" name="Entrada de lápiz 166">
                  <a:extLst>
                    <a:ext uri="{FF2B5EF4-FFF2-40B4-BE49-F238E27FC236}">
                      <a16:creationId xmlns:a16="http://schemas.microsoft.com/office/drawing/2014/main" id="{B6283201-4737-3E7E-ECD3-7D4713F3C7DD}"/>
                    </a:ext>
                  </a:extLst>
                </p14:cNvPr>
                <p14:cNvContentPartPr/>
                <p14:nvPr/>
              </p14:nvContentPartPr>
              <p14:xfrm>
                <a:off x="7764182" y="1440134"/>
                <a:ext cx="27360" cy="150120"/>
              </p14:xfrm>
            </p:contentPart>
          </mc:Choice>
          <mc:Fallback xmlns="">
            <p:pic>
              <p:nvPicPr>
                <p:cNvPr id="167" name="Entrada de lápiz 166">
                  <a:extLst>
                    <a:ext uri="{FF2B5EF4-FFF2-40B4-BE49-F238E27FC236}">
                      <a16:creationId xmlns:a16="http://schemas.microsoft.com/office/drawing/2014/main" id="{B6283201-4737-3E7E-ECD3-7D4713F3C7DD}"/>
                    </a:ext>
                  </a:extLst>
                </p:cNvPr>
                <p:cNvPicPr/>
                <p:nvPr/>
              </p:nvPicPr>
              <p:blipFill>
                <a:blip r:embed="rId149"/>
                <a:stretch>
                  <a:fillRect/>
                </a:stretch>
              </p:blipFill>
              <p:spPr>
                <a:xfrm>
                  <a:off x="7755182" y="1431134"/>
                  <a:ext cx="4500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68" name="Entrada de lápiz 167">
                  <a:extLst>
                    <a:ext uri="{FF2B5EF4-FFF2-40B4-BE49-F238E27FC236}">
                      <a16:creationId xmlns:a16="http://schemas.microsoft.com/office/drawing/2014/main" id="{FB771944-440D-D543-44EE-58A433063134}"/>
                    </a:ext>
                  </a:extLst>
                </p14:cNvPr>
                <p14:cNvContentPartPr/>
                <p14:nvPr/>
              </p14:nvContentPartPr>
              <p14:xfrm>
                <a:off x="7705862" y="1661894"/>
                <a:ext cx="207360" cy="4320"/>
              </p14:xfrm>
            </p:contentPart>
          </mc:Choice>
          <mc:Fallback xmlns="">
            <p:pic>
              <p:nvPicPr>
                <p:cNvPr id="168" name="Entrada de lápiz 167">
                  <a:extLst>
                    <a:ext uri="{FF2B5EF4-FFF2-40B4-BE49-F238E27FC236}">
                      <a16:creationId xmlns:a16="http://schemas.microsoft.com/office/drawing/2014/main" id="{FB771944-440D-D543-44EE-58A433063134}"/>
                    </a:ext>
                  </a:extLst>
                </p:cNvPr>
                <p:cNvPicPr/>
                <p:nvPr/>
              </p:nvPicPr>
              <p:blipFill>
                <a:blip r:embed="rId151"/>
                <a:stretch>
                  <a:fillRect/>
                </a:stretch>
              </p:blipFill>
              <p:spPr>
                <a:xfrm>
                  <a:off x="7696862" y="1653254"/>
                  <a:ext cx="2250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69" name="Entrada de lápiz 168">
                  <a:extLst>
                    <a:ext uri="{FF2B5EF4-FFF2-40B4-BE49-F238E27FC236}">
                      <a16:creationId xmlns:a16="http://schemas.microsoft.com/office/drawing/2014/main" id="{56CED6EB-343F-846E-B1A3-98B66568EA5F}"/>
                    </a:ext>
                  </a:extLst>
                </p14:cNvPr>
                <p14:cNvContentPartPr/>
                <p14:nvPr/>
              </p14:nvContentPartPr>
              <p14:xfrm>
                <a:off x="7753742" y="1736774"/>
                <a:ext cx="115200" cy="89640"/>
              </p14:xfrm>
            </p:contentPart>
          </mc:Choice>
          <mc:Fallback xmlns="">
            <p:pic>
              <p:nvPicPr>
                <p:cNvPr id="169" name="Entrada de lápiz 168">
                  <a:extLst>
                    <a:ext uri="{FF2B5EF4-FFF2-40B4-BE49-F238E27FC236}">
                      <a16:creationId xmlns:a16="http://schemas.microsoft.com/office/drawing/2014/main" id="{56CED6EB-343F-846E-B1A3-98B66568EA5F}"/>
                    </a:ext>
                  </a:extLst>
                </p:cNvPr>
                <p:cNvPicPr/>
                <p:nvPr/>
              </p:nvPicPr>
              <p:blipFill>
                <a:blip r:embed="rId153"/>
                <a:stretch>
                  <a:fillRect/>
                </a:stretch>
              </p:blipFill>
              <p:spPr>
                <a:xfrm>
                  <a:off x="7745102" y="1728134"/>
                  <a:ext cx="13284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70" name="Entrada de lápiz 169">
                  <a:extLst>
                    <a:ext uri="{FF2B5EF4-FFF2-40B4-BE49-F238E27FC236}">
                      <a16:creationId xmlns:a16="http://schemas.microsoft.com/office/drawing/2014/main" id="{D2C4D23F-1C46-7E90-1874-D5A3825F85EC}"/>
                    </a:ext>
                  </a:extLst>
                </p14:cNvPr>
                <p14:cNvContentPartPr/>
                <p14:nvPr/>
              </p14:nvContentPartPr>
              <p14:xfrm>
                <a:off x="7858862" y="1767374"/>
                <a:ext cx="15480" cy="121320"/>
              </p14:xfrm>
            </p:contentPart>
          </mc:Choice>
          <mc:Fallback xmlns="">
            <p:pic>
              <p:nvPicPr>
                <p:cNvPr id="170" name="Entrada de lápiz 169">
                  <a:extLst>
                    <a:ext uri="{FF2B5EF4-FFF2-40B4-BE49-F238E27FC236}">
                      <a16:creationId xmlns:a16="http://schemas.microsoft.com/office/drawing/2014/main" id="{D2C4D23F-1C46-7E90-1874-D5A3825F85EC}"/>
                    </a:ext>
                  </a:extLst>
                </p:cNvPr>
                <p:cNvPicPr/>
                <p:nvPr/>
              </p:nvPicPr>
              <p:blipFill>
                <a:blip r:embed="rId155"/>
                <a:stretch>
                  <a:fillRect/>
                </a:stretch>
              </p:blipFill>
              <p:spPr>
                <a:xfrm>
                  <a:off x="7849862" y="1758374"/>
                  <a:ext cx="3312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71" name="Entrada de lápiz 170">
                  <a:extLst>
                    <a:ext uri="{FF2B5EF4-FFF2-40B4-BE49-F238E27FC236}">
                      <a16:creationId xmlns:a16="http://schemas.microsoft.com/office/drawing/2014/main" id="{04E00B0D-A41D-51DA-125F-EF3B42C6819B}"/>
                    </a:ext>
                  </a:extLst>
                </p14:cNvPr>
                <p14:cNvContentPartPr/>
                <p14:nvPr/>
              </p14:nvContentPartPr>
              <p14:xfrm>
                <a:off x="7999982" y="1662614"/>
                <a:ext cx="64800" cy="10440"/>
              </p14:xfrm>
            </p:contentPart>
          </mc:Choice>
          <mc:Fallback xmlns="">
            <p:pic>
              <p:nvPicPr>
                <p:cNvPr id="171" name="Entrada de lápiz 170">
                  <a:extLst>
                    <a:ext uri="{FF2B5EF4-FFF2-40B4-BE49-F238E27FC236}">
                      <a16:creationId xmlns:a16="http://schemas.microsoft.com/office/drawing/2014/main" id="{04E00B0D-A41D-51DA-125F-EF3B42C6819B}"/>
                    </a:ext>
                  </a:extLst>
                </p:cNvPr>
                <p:cNvPicPr/>
                <p:nvPr/>
              </p:nvPicPr>
              <p:blipFill>
                <a:blip r:embed="rId157"/>
                <a:stretch>
                  <a:fillRect/>
                </a:stretch>
              </p:blipFill>
              <p:spPr>
                <a:xfrm>
                  <a:off x="7991342" y="1653974"/>
                  <a:ext cx="8244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72" name="Entrada de lápiz 171">
                  <a:extLst>
                    <a:ext uri="{FF2B5EF4-FFF2-40B4-BE49-F238E27FC236}">
                      <a16:creationId xmlns:a16="http://schemas.microsoft.com/office/drawing/2014/main" id="{F96D1314-BED7-4FCC-18EB-E732B3FE8D16}"/>
                    </a:ext>
                  </a:extLst>
                </p14:cNvPr>
                <p14:cNvContentPartPr/>
                <p14:nvPr/>
              </p14:nvContentPartPr>
              <p14:xfrm>
                <a:off x="8231462" y="1394054"/>
                <a:ext cx="25200" cy="180720"/>
              </p14:xfrm>
            </p:contentPart>
          </mc:Choice>
          <mc:Fallback xmlns="">
            <p:pic>
              <p:nvPicPr>
                <p:cNvPr id="172" name="Entrada de lápiz 171">
                  <a:extLst>
                    <a:ext uri="{FF2B5EF4-FFF2-40B4-BE49-F238E27FC236}">
                      <a16:creationId xmlns:a16="http://schemas.microsoft.com/office/drawing/2014/main" id="{F96D1314-BED7-4FCC-18EB-E732B3FE8D16}"/>
                    </a:ext>
                  </a:extLst>
                </p:cNvPr>
                <p:cNvPicPr/>
                <p:nvPr/>
              </p:nvPicPr>
              <p:blipFill>
                <a:blip r:embed="rId159"/>
                <a:stretch>
                  <a:fillRect/>
                </a:stretch>
              </p:blipFill>
              <p:spPr>
                <a:xfrm>
                  <a:off x="8222822" y="1385414"/>
                  <a:ext cx="4284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73" name="Entrada de lápiz 172">
                  <a:extLst>
                    <a:ext uri="{FF2B5EF4-FFF2-40B4-BE49-F238E27FC236}">
                      <a16:creationId xmlns:a16="http://schemas.microsoft.com/office/drawing/2014/main" id="{96B4BCAB-D430-821C-6309-8CE02B549D79}"/>
                    </a:ext>
                  </a:extLst>
                </p14:cNvPr>
                <p14:cNvContentPartPr/>
                <p14:nvPr/>
              </p14:nvContentPartPr>
              <p14:xfrm>
                <a:off x="8179262" y="1664054"/>
                <a:ext cx="183960" cy="15840"/>
              </p14:xfrm>
            </p:contentPart>
          </mc:Choice>
          <mc:Fallback xmlns="">
            <p:pic>
              <p:nvPicPr>
                <p:cNvPr id="173" name="Entrada de lápiz 172">
                  <a:extLst>
                    <a:ext uri="{FF2B5EF4-FFF2-40B4-BE49-F238E27FC236}">
                      <a16:creationId xmlns:a16="http://schemas.microsoft.com/office/drawing/2014/main" id="{96B4BCAB-D430-821C-6309-8CE02B549D79}"/>
                    </a:ext>
                  </a:extLst>
                </p:cNvPr>
                <p:cNvPicPr/>
                <p:nvPr/>
              </p:nvPicPr>
              <p:blipFill>
                <a:blip r:embed="rId161"/>
                <a:stretch>
                  <a:fillRect/>
                </a:stretch>
              </p:blipFill>
              <p:spPr>
                <a:xfrm>
                  <a:off x="8170262" y="1655054"/>
                  <a:ext cx="20160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74" name="Entrada de lápiz 173">
                  <a:extLst>
                    <a:ext uri="{FF2B5EF4-FFF2-40B4-BE49-F238E27FC236}">
                      <a16:creationId xmlns:a16="http://schemas.microsoft.com/office/drawing/2014/main" id="{9B5150DA-1670-2847-69F5-C34D2A69512E}"/>
                    </a:ext>
                  </a:extLst>
                </p14:cNvPr>
                <p14:cNvContentPartPr/>
                <p14:nvPr/>
              </p14:nvContentPartPr>
              <p14:xfrm>
                <a:off x="8217422" y="1750814"/>
                <a:ext cx="85680" cy="96480"/>
              </p14:xfrm>
            </p:contentPart>
          </mc:Choice>
          <mc:Fallback xmlns="">
            <p:pic>
              <p:nvPicPr>
                <p:cNvPr id="174" name="Entrada de lápiz 173">
                  <a:extLst>
                    <a:ext uri="{FF2B5EF4-FFF2-40B4-BE49-F238E27FC236}">
                      <a16:creationId xmlns:a16="http://schemas.microsoft.com/office/drawing/2014/main" id="{9B5150DA-1670-2847-69F5-C34D2A69512E}"/>
                    </a:ext>
                  </a:extLst>
                </p:cNvPr>
                <p:cNvPicPr/>
                <p:nvPr/>
              </p:nvPicPr>
              <p:blipFill>
                <a:blip r:embed="rId163"/>
                <a:stretch>
                  <a:fillRect/>
                </a:stretch>
              </p:blipFill>
              <p:spPr>
                <a:xfrm>
                  <a:off x="8208782" y="1741814"/>
                  <a:ext cx="10332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75" name="Entrada de lápiz 174">
                  <a:extLst>
                    <a:ext uri="{FF2B5EF4-FFF2-40B4-BE49-F238E27FC236}">
                      <a16:creationId xmlns:a16="http://schemas.microsoft.com/office/drawing/2014/main" id="{76CFA787-73B4-ACA6-1303-1DA59F9A8653}"/>
                    </a:ext>
                  </a:extLst>
                </p14:cNvPr>
                <p14:cNvContentPartPr/>
                <p14:nvPr/>
              </p14:nvContentPartPr>
              <p14:xfrm>
                <a:off x="8302022" y="1755134"/>
                <a:ext cx="14400" cy="142560"/>
              </p14:xfrm>
            </p:contentPart>
          </mc:Choice>
          <mc:Fallback xmlns="">
            <p:pic>
              <p:nvPicPr>
                <p:cNvPr id="175" name="Entrada de lápiz 174">
                  <a:extLst>
                    <a:ext uri="{FF2B5EF4-FFF2-40B4-BE49-F238E27FC236}">
                      <a16:creationId xmlns:a16="http://schemas.microsoft.com/office/drawing/2014/main" id="{76CFA787-73B4-ACA6-1303-1DA59F9A8653}"/>
                    </a:ext>
                  </a:extLst>
                </p:cNvPr>
                <p:cNvPicPr/>
                <p:nvPr/>
              </p:nvPicPr>
              <p:blipFill>
                <a:blip r:embed="rId165"/>
                <a:stretch>
                  <a:fillRect/>
                </a:stretch>
              </p:blipFill>
              <p:spPr>
                <a:xfrm>
                  <a:off x="8293382" y="1746494"/>
                  <a:ext cx="3204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76" name="Entrada de lápiz 175">
                  <a:extLst>
                    <a:ext uri="{FF2B5EF4-FFF2-40B4-BE49-F238E27FC236}">
                      <a16:creationId xmlns:a16="http://schemas.microsoft.com/office/drawing/2014/main" id="{41AB72EB-1859-2DBC-292B-58CC00F2CD1B}"/>
                    </a:ext>
                  </a:extLst>
                </p14:cNvPr>
                <p14:cNvContentPartPr/>
                <p14:nvPr/>
              </p14:nvContentPartPr>
              <p14:xfrm>
                <a:off x="8494262" y="1611854"/>
                <a:ext cx="68760" cy="4680"/>
              </p14:xfrm>
            </p:contentPart>
          </mc:Choice>
          <mc:Fallback xmlns="">
            <p:pic>
              <p:nvPicPr>
                <p:cNvPr id="176" name="Entrada de lápiz 175">
                  <a:extLst>
                    <a:ext uri="{FF2B5EF4-FFF2-40B4-BE49-F238E27FC236}">
                      <a16:creationId xmlns:a16="http://schemas.microsoft.com/office/drawing/2014/main" id="{41AB72EB-1859-2DBC-292B-58CC00F2CD1B}"/>
                    </a:ext>
                  </a:extLst>
                </p:cNvPr>
                <p:cNvPicPr/>
                <p:nvPr/>
              </p:nvPicPr>
              <p:blipFill>
                <a:blip r:embed="rId167"/>
                <a:stretch>
                  <a:fillRect/>
                </a:stretch>
              </p:blipFill>
              <p:spPr>
                <a:xfrm>
                  <a:off x="8485622" y="1603214"/>
                  <a:ext cx="8640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77" name="Entrada de lápiz 176">
                  <a:extLst>
                    <a:ext uri="{FF2B5EF4-FFF2-40B4-BE49-F238E27FC236}">
                      <a16:creationId xmlns:a16="http://schemas.microsoft.com/office/drawing/2014/main" id="{76B005D8-A4FE-6471-B171-BA75BB2E1F4F}"/>
                    </a:ext>
                  </a:extLst>
                </p14:cNvPr>
                <p14:cNvContentPartPr/>
                <p14:nvPr/>
              </p14:nvContentPartPr>
              <p14:xfrm>
                <a:off x="8472662" y="1697894"/>
                <a:ext cx="94680" cy="13680"/>
              </p14:xfrm>
            </p:contentPart>
          </mc:Choice>
          <mc:Fallback xmlns="">
            <p:pic>
              <p:nvPicPr>
                <p:cNvPr id="177" name="Entrada de lápiz 176">
                  <a:extLst>
                    <a:ext uri="{FF2B5EF4-FFF2-40B4-BE49-F238E27FC236}">
                      <a16:creationId xmlns:a16="http://schemas.microsoft.com/office/drawing/2014/main" id="{76B005D8-A4FE-6471-B171-BA75BB2E1F4F}"/>
                    </a:ext>
                  </a:extLst>
                </p:cNvPr>
                <p:cNvPicPr/>
                <p:nvPr/>
              </p:nvPicPr>
              <p:blipFill>
                <a:blip r:embed="rId169"/>
                <a:stretch>
                  <a:fillRect/>
                </a:stretch>
              </p:blipFill>
              <p:spPr>
                <a:xfrm>
                  <a:off x="8463662" y="1688894"/>
                  <a:ext cx="112320" cy="31320"/>
                </a:xfrm>
                <a:prstGeom prst="rect">
                  <a:avLst/>
                </a:prstGeom>
              </p:spPr>
            </p:pic>
          </mc:Fallback>
        </mc:AlternateContent>
      </p:grpSp>
      <p:grpSp>
        <p:nvGrpSpPr>
          <p:cNvPr id="182" name="Grupo 181">
            <a:extLst>
              <a:ext uri="{FF2B5EF4-FFF2-40B4-BE49-F238E27FC236}">
                <a16:creationId xmlns:a16="http://schemas.microsoft.com/office/drawing/2014/main" id="{55F0F7AC-842C-B2FC-2435-48C9F2460849}"/>
              </a:ext>
            </a:extLst>
          </p:cNvPr>
          <p:cNvGrpSpPr/>
          <p:nvPr/>
        </p:nvGrpSpPr>
        <p:grpSpPr>
          <a:xfrm>
            <a:off x="8736542" y="1394054"/>
            <a:ext cx="248760" cy="484560"/>
            <a:chOff x="8736542" y="1394054"/>
            <a:chExt cx="248760" cy="484560"/>
          </a:xfrm>
        </p:grpSpPr>
        <mc:AlternateContent xmlns:mc="http://schemas.openxmlformats.org/markup-compatibility/2006" xmlns:p14="http://schemas.microsoft.com/office/powerpoint/2010/main">
          <mc:Choice Requires="p14">
            <p:contentPart p14:bwMode="auto" r:id="rId170">
              <p14:nvContentPartPr>
                <p14:cNvPr id="179" name="Entrada de lápiz 178">
                  <a:extLst>
                    <a:ext uri="{FF2B5EF4-FFF2-40B4-BE49-F238E27FC236}">
                      <a16:creationId xmlns:a16="http://schemas.microsoft.com/office/drawing/2014/main" id="{B0BE0714-4ABB-539C-A512-ADE5502DE0EA}"/>
                    </a:ext>
                  </a:extLst>
                </p14:cNvPr>
                <p14:cNvContentPartPr/>
                <p14:nvPr/>
              </p14:nvContentPartPr>
              <p14:xfrm>
                <a:off x="8813222" y="1394054"/>
                <a:ext cx="30960" cy="168120"/>
              </p14:xfrm>
            </p:contentPart>
          </mc:Choice>
          <mc:Fallback xmlns="">
            <p:pic>
              <p:nvPicPr>
                <p:cNvPr id="179" name="Entrada de lápiz 178">
                  <a:extLst>
                    <a:ext uri="{FF2B5EF4-FFF2-40B4-BE49-F238E27FC236}">
                      <a16:creationId xmlns:a16="http://schemas.microsoft.com/office/drawing/2014/main" id="{B0BE0714-4ABB-539C-A512-ADE5502DE0EA}"/>
                    </a:ext>
                  </a:extLst>
                </p:cNvPr>
                <p:cNvPicPr/>
                <p:nvPr/>
              </p:nvPicPr>
              <p:blipFill>
                <a:blip r:embed="rId171"/>
                <a:stretch>
                  <a:fillRect/>
                </a:stretch>
              </p:blipFill>
              <p:spPr>
                <a:xfrm>
                  <a:off x="8804222" y="1385414"/>
                  <a:ext cx="4860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80" name="Entrada de lápiz 179">
                  <a:extLst>
                    <a:ext uri="{FF2B5EF4-FFF2-40B4-BE49-F238E27FC236}">
                      <a16:creationId xmlns:a16="http://schemas.microsoft.com/office/drawing/2014/main" id="{0A7F40B3-B553-EE10-AC88-1496616AF657}"/>
                    </a:ext>
                  </a:extLst>
                </p14:cNvPr>
                <p14:cNvContentPartPr/>
                <p14:nvPr/>
              </p14:nvContentPartPr>
              <p14:xfrm>
                <a:off x="8736542" y="1638134"/>
                <a:ext cx="248760" cy="16560"/>
              </p14:xfrm>
            </p:contentPart>
          </mc:Choice>
          <mc:Fallback xmlns="">
            <p:pic>
              <p:nvPicPr>
                <p:cNvPr id="180" name="Entrada de lápiz 179">
                  <a:extLst>
                    <a:ext uri="{FF2B5EF4-FFF2-40B4-BE49-F238E27FC236}">
                      <a16:creationId xmlns:a16="http://schemas.microsoft.com/office/drawing/2014/main" id="{0A7F40B3-B553-EE10-AC88-1496616AF657}"/>
                    </a:ext>
                  </a:extLst>
                </p:cNvPr>
                <p:cNvPicPr/>
                <p:nvPr/>
              </p:nvPicPr>
              <p:blipFill>
                <a:blip r:embed="rId173"/>
                <a:stretch>
                  <a:fillRect/>
                </a:stretch>
              </p:blipFill>
              <p:spPr>
                <a:xfrm>
                  <a:off x="8727542" y="1629494"/>
                  <a:ext cx="26640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81" name="Entrada de lápiz 180">
                  <a:extLst>
                    <a:ext uri="{FF2B5EF4-FFF2-40B4-BE49-F238E27FC236}">
                      <a16:creationId xmlns:a16="http://schemas.microsoft.com/office/drawing/2014/main" id="{3B3E495E-5141-749C-50E9-78EF621E3560}"/>
                    </a:ext>
                  </a:extLst>
                </p14:cNvPr>
                <p14:cNvContentPartPr/>
                <p14:nvPr/>
              </p14:nvContentPartPr>
              <p14:xfrm>
                <a:off x="8800982" y="1722734"/>
                <a:ext cx="146160" cy="155880"/>
              </p14:xfrm>
            </p:contentPart>
          </mc:Choice>
          <mc:Fallback xmlns="">
            <p:pic>
              <p:nvPicPr>
                <p:cNvPr id="181" name="Entrada de lápiz 180">
                  <a:extLst>
                    <a:ext uri="{FF2B5EF4-FFF2-40B4-BE49-F238E27FC236}">
                      <a16:creationId xmlns:a16="http://schemas.microsoft.com/office/drawing/2014/main" id="{3B3E495E-5141-749C-50E9-78EF621E3560}"/>
                    </a:ext>
                  </a:extLst>
                </p:cNvPr>
                <p:cNvPicPr/>
                <p:nvPr/>
              </p:nvPicPr>
              <p:blipFill>
                <a:blip r:embed="rId175"/>
                <a:stretch>
                  <a:fillRect/>
                </a:stretch>
              </p:blipFill>
              <p:spPr>
                <a:xfrm>
                  <a:off x="8791982" y="1713734"/>
                  <a:ext cx="163800" cy="173520"/>
                </a:xfrm>
                <a:prstGeom prst="rect">
                  <a:avLst/>
                </a:prstGeom>
              </p:spPr>
            </p:pic>
          </mc:Fallback>
        </mc:AlternateContent>
      </p:grpSp>
      <p:grpSp>
        <p:nvGrpSpPr>
          <p:cNvPr id="191" name="Grupo 190">
            <a:extLst>
              <a:ext uri="{FF2B5EF4-FFF2-40B4-BE49-F238E27FC236}">
                <a16:creationId xmlns:a16="http://schemas.microsoft.com/office/drawing/2014/main" id="{B1BFD7F6-1EDC-0895-E3F1-60EB6FB5FF56}"/>
              </a:ext>
            </a:extLst>
          </p:cNvPr>
          <p:cNvGrpSpPr/>
          <p:nvPr/>
        </p:nvGrpSpPr>
        <p:grpSpPr>
          <a:xfrm>
            <a:off x="3785102" y="2263094"/>
            <a:ext cx="570240" cy="323280"/>
            <a:chOff x="3785102" y="2263094"/>
            <a:chExt cx="570240" cy="323280"/>
          </a:xfrm>
        </p:grpSpPr>
        <mc:AlternateContent xmlns:mc="http://schemas.openxmlformats.org/markup-compatibility/2006" xmlns:p14="http://schemas.microsoft.com/office/powerpoint/2010/main">
          <mc:Choice Requires="p14">
            <p:contentPart p14:bwMode="auto" r:id="rId176">
              <p14:nvContentPartPr>
                <p14:cNvPr id="183" name="Entrada de lápiz 182">
                  <a:extLst>
                    <a:ext uri="{FF2B5EF4-FFF2-40B4-BE49-F238E27FC236}">
                      <a16:creationId xmlns:a16="http://schemas.microsoft.com/office/drawing/2014/main" id="{DFD56134-DD0D-4D8B-66C5-8F8324336B4D}"/>
                    </a:ext>
                  </a:extLst>
                </p14:cNvPr>
                <p14:cNvContentPartPr/>
                <p14:nvPr/>
              </p14:nvContentPartPr>
              <p14:xfrm>
                <a:off x="3785102" y="2270294"/>
                <a:ext cx="26280" cy="228600"/>
              </p14:xfrm>
            </p:contentPart>
          </mc:Choice>
          <mc:Fallback xmlns="">
            <p:pic>
              <p:nvPicPr>
                <p:cNvPr id="183" name="Entrada de lápiz 182">
                  <a:extLst>
                    <a:ext uri="{FF2B5EF4-FFF2-40B4-BE49-F238E27FC236}">
                      <a16:creationId xmlns:a16="http://schemas.microsoft.com/office/drawing/2014/main" id="{DFD56134-DD0D-4D8B-66C5-8F8324336B4D}"/>
                    </a:ext>
                  </a:extLst>
                </p:cNvPr>
                <p:cNvPicPr/>
                <p:nvPr/>
              </p:nvPicPr>
              <p:blipFill>
                <a:blip r:embed="rId177"/>
                <a:stretch>
                  <a:fillRect/>
                </a:stretch>
              </p:blipFill>
              <p:spPr>
                <a:xfrm>
                  <a:off x="3776102" y="2261654"/>
                  <a:ext cx="4392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84" name="Entrada de lápiz 183">
                  <a:extLst>
                    <a:ext uri="{FF2B5EF4-FFF2-40B4-BE49-F238E27FC236}">
                      <a16:creationId xmlns:a16="http://schemas.microsoft.com/office/drawing/2014/main" id="{2EF3826D-296A-B09F-F1E1-369340355D89}"/>
                    </a:ext>
                  </a:extLst>
                </p14:cNvPr>
                <p14:cNvContentPartPr/>
                <p14:nvPr/>
              </p14:nvContentPartPr>
              <p14:xfrm>
                <a:off x="3790142" y="2395574"/>
                <a:ext cx="145080" cy="9000"/>
              </p14:xfrm>
            </p:contentPart>
          </mc:Choice>
          <mc:Fallback xmlns="">
            <p:pic>
              <p:nvPicPr>
                <p:cNvPr id="184" name="Entrada de lápiz 183">
                  <a:extLst>
                    <a:ext uri="{FF2B5EF4-FFF2-40B4-BE49-F238E27FC236}">
                      <a16:creationId xmlns:a16="http://schemas.microsoft.com/office/drawing/2014/main" id="{2EF3826D-296A-B09F-F1E1-369340355D89}"/>
                    </a:ext>
                  </a:extLst>
                </p:cNvPr>
                <p:cNvPicPr/>
                <p:nvPr/>
              </p:nvPicPr>
              <p:blipFill>
                <a:blip r:embed="rId179"/>
                <a:stretch>
                  <a:fillRect/>
                </a:stretch>
              </p:blipFill>
              <p:spPr>
                <a:xfrm>
                  <a:off x="3781142" y="2386934"/>
                  <a:ext cx="16272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85" name="Entrada de lápiz 184">
                  <a:extLst>
                    <a:ext uri="{FF2B5EF4-FFF2-40B4-BE49-F238E27FC236}">
                      <a16:creationId xmlns:a16="http://schemas.microsoft.com/office/drawing/2014/main" id="{C8C171A3-8993-CC23-0B0D-49247A51BECD}"/>
                    </a:ext>
                  </a:extLst>
                </p14:cNvPr>
                <p14:cNvContentPartPr/>
                <p14:nvPr/>
              </p14:nvContentPartPr>
              <p14:xfrm>
                <a:off x="3947102" y="2263094"/>
                <a:ext cx="17640" cy="235440"/>
              </p14:xfrm>
            </p:contentPart>
          </mc:Choice>
          <mc:Fallback xmlns="">
            <p:pic>
              <p:nvPicPr>
                <p:cNvPr id="185" name="Entrada de lápiz 184">
                  <a:extLst>
                    <a:ext uri="{FF2B5EF4-FFF2-40B4-BE49-F238E27FC236}">
                      <a16:creationId xmlns:a16="http://schemas.microsoft.com/office/drawing/2014/main" id="{C8C171A3-8993-CC23-0B0D-49247A51BECD}"/>
                    </a:ext>
                  </a:extLst>
                </p:cNvPr>
                <p:cNvPicPr/>
                <p:nvPr/>
              </p:nvPicPr>
              <p:blipFill>
                <a:blip r:embed="rId181"/>
                <a:stretch>
                  <a:fillRect/>
                </a:stretch>
              </p:blipFill>
              <p:spPr>
                <a:xfrm>
                  <a:off x="3938102" y="2254094"/>
                  <a:ext cx="3528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86" name="Entrada de lápiz 185">
                  <a:extLst>
                    <a:ext uri="{FF2B5EF4-FFF2-40B4-BE49-F238E27FC236}">
                      <a16:creationId xmlns:a16="http://schemas.microsoft.com/office/drawing/2014/main" id="{4D43201D-912C-F9F2-AA9A-B09ACA4FFD79}"/>
                    </a:ext>
                  </a:extLst>
                </p14:cNvPr>
                <p14:cNvContentPartPr/>
                <p14:nvPr/>
              </p14:nvContentPartPr>
              <p14:xfrm>
                <a:off x="4038182" y="2474054"/>
                <a:ext cx="50760" cy="112320"/>
              </p14:xfrm>
            </p:contentPart>
          </mc:Choice>
          <mc:Fallback xmlns="">
            <p:pic>
              <p:nvPicPr>
                <p:cNvPr id="186" name="Entrada de lápiz 185">
                  <a:extLst>
                    <a:ext uri="{FF2B5EF4-FFF2-40B4-BE49-F238E27FC236}">
                      <a16:creationId xmlns:a16="http://schemas.microsoft.com/office/drawing/2014/main" id="{4D43201D-912C-F9F2-AA9A-B09ACA4FFD79}"/>
                    </a:ext>
                  </a:extLst>
                </p:cNvPr>
                <p:cNvPicPr/>
                <p:nvPr/>
              </p:nvPicPr>
              <p:blipFill>
                <a:blip r:embed="rId183"/>
                <a:stretch>
                  <a:fillRect/>
                </a:stretch>
              </p:blipFill>
              <p:spPr>
                <a:xfrm>
                  <a:off x="4029182" y="2465054"/>
                  <a:ext cx="6840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87" name="Entrada de lápiz 186">
                  <a:extLst>
                    <a:ext uri="{FF2B5EF4-FFF2-40B4-BE49-F238E27FC236}">
                      <a16:creationId xmlns:a16="http://schemas.microsoft.com/office/drawing/2014/main" id="{E6EC5714-E588-2ABC-FA5B-77009ABF9C01}"/>
                    </a:ext>
                  </a:extLst>
                </p14:cNvPr>
                <p14:cNvContentPartPr/>
                <p14:nvPr/>
              </p14:nvContentPartPr>
              <p14:xfrm>
                <a:off x="4038182" y="2389814"/>
                <a:ext cx="27000" cy="29520"/>
              </p14:xfrm>
            </p:contentPart>
          </mc:Choice>
          <mc:Fallback xmlns="">
            <p:pic>
              <p:nvPicPr>
                <p:cNvPr id="187" name="Entrada de lápiz 186">
                  <a:extLst>
                    <a:ext uri="{FF2B5EF4-FFF2-40B4-BE49-F238E27FC236}">
                      <a16:creationId xmlns:a16="http://schemas.microsoft.com/office/drawing/2014/main" id="{E6EC5714-E588-2ABC-FA5B-77009ABF9C01}"/>
                    </a:ext>
                  </a:extLst>
                </p:cNvPr>
                <p:cNvPicPr/>
                <p:nvPr/>
              </p:nvPicPr>
              <p:blipFill>
                <a:blip r:embed="rId185"/>
                <a:stretch>
                  <a:fillRect/>
                </a:stretch>
              </p:blipFill>
              <p:spPr>
                <a:xfrm>
                  <a:off x="4029182" y="2380814"/>
                  <a:ext cx="4464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89" name="Entrada de lápiz 188">
                  <a:extLst>
                    <a:ext uri="{FF2B5EF4-FFF2-40B4-BE49-F238E27FC236}">
                      <a16:creationId xmlns:a16="http://schemas.microsoft.com/office/drawing/2014/main" id="{9FA9FBCF-2650-3B5F-797E-03A78144AA1F}"/>
                    </a:ext>
                  </a:extLst>
                </p14:cNvPr>
                <p14:cNvContentPartPr/>
                <p14:nvPr/>
              </p14:nvContentPartPr>
              <p14:xfrm>
                <a:off x="4264262" y="2376494"/>
                <a:ext cx="91080" cy="16200"/>
              </p14:xfrm>
            </p:contentPart>
          </mc:Choice>
          <mc:Fallback xmlns="">
            <p:pic>
              <p:nvPicPr>
                <p:cNvPr id="189" name="Entrada de lápiz 188">
                  <a:extLst>
                    <a:ext uri="{FF2B5EF4-FFF2-40B4-BE49-F238E27FC236}">
                      <a16:creationId xmlns:a16="http://schemas.microsoft.com/office/drawing/2014/main" id="{9FA9FBCF-2650-3B5F-797E-03A78144AA1F}"/>
                    </a:ext>
                  </a:extLst>
                </p:cNvPr>
                <p:cNvPicPr/>
                <p:nvPr/>
              </p:nvPicPr>
              <p:blipFill>
                <a:blip r:embed="rId187"/>
                <a:stretch>
                  <a:fillRect/>
                </a:stretch>
              </p:blipFill>
              <p:spPr>
                <a:xfrm>
                  <a:off x="4255262" y="2367494"/>
                  <a:ext cx="10872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90" name="Entrada de lápiz 189">
                  <a:extLst>
                    <a:ext uri="{FF2B5EF4-FFF2-40B4-BE49-F238E27FC236}">
                      <a16:creationId xmlns:a16="http://schemas.microsoft.com/office/drawing/2014/main" id="{0D6ACD62-7F1B-6A7D-3BA4-87846DC082B7}"/>
                    </a:ext>
                  </a:extLst>
                </p14:cNvPr>
                <p14:cNvContentPartPr/>
                <p14:nvPr/>
              </p14:nvContentPartPr>
              <p14:xfrm>
                <a:off x="4240502" y="2469374"/>
                <a:ext cx="95400" cy="16200"/>
              </p14:xfrm>
            </p:contentPart>
          </mc:Choice>
          <mc:Fallback xmlns="">
            <p:pic>
              <p:nvPicPr>
                <p:cNvPr id="190" name="Entrada de lápiz 189">
                  <a:extLst>
                    <a:ext uri="{FF2B5EF4-FFF2-40B4-BE49-F238E27FC236}">
                      <a16:creationId xmlns:a16="http://schemas.microsoft.com/office/drawing/2014/main" id="{0D6ACD62-7F1B-6A7D-3BA4-87846DC082B7}"/>
                    </a:ext>
                  </a:extLst>
                </p:cNvPr>
                <p:cNvPicPr/>
                <p:nvPr/>
              </p:nvPicPr>
              <p:blipFill>
                <a:blip r:embed="rId189"/>
                <a:stretch>
                  <a:fillRect/>
                </a:stretch>
              </p:blipFill>
              <p:spPr>
                <a:xfrm>
                  <a:off x="4231502" y="2460734"/>
                  <a:ext cx="113040" cy="33840"/>
                </a:xfrm>
                <a:prstGeom prst="rect">
                  <a:avLst/>
                </a:prstGeom>
              </p:spPr>
            </p:pic>
          </mc:Fallback>
        </mc:AlternateContent>
      </p:grpSp>
      <p:grpSp>
        <p:nvGrpSpPr>
          <p:cNvPr id="222" name="Grupo 221">
            <a:extLst>
              <a:ext uri="{FF2B5EF4-FFF2-40B4-BE49-F238E27FC236}">
                <a16:creationId xmlns:a16="http://schemas.microsoft.com/office/drawing/2014/main" id="{127405A7-6C7D-65C2-F2A2-E2A1D1FB1FDA}"/>
              </a:ext>
            </a:extLst>
          </p:cNvPr>
          <p:cNvGrpSpPr/>
          <p:nvPr/>
        </p:nvGrpSpPr>
        <p:grpSpPr>
          <a:xfrm>
            <a:off x="4525982" y="2139254"/>
            <a:ext cx="2839680" cy="735480"/>
            <a:chOff x="4525982" y="2139254"/>
            <a:chExt cx="2839680" cy="735480"/>
          </a:xfrm>
        </p:grpSpPr>
        <mc:AlternateContent xmlns:mc="http://schemas.openxmlformats.org/markup-compatibility/2006" xmlns:p14="http://schemas.microsoft.com/office/powerpoint/2010/main">
          <mc:Choice Requires="p14">
            <p:contentPart p14:bwMode="auto" r:id="rId190">
              <p14:nvContentPartPr>
                <p14:cNvPr id="580" name="Entrada de lápiz 579">
                  <a:extLst>
                    <a:ext uri="{FF2B5EF4-FFF2-40B4-BE49-F238E27FC236}">
                      <a16:creationId xmlns:a16="http://schemas.microsoft.com/office/drawing/2014/main" id="{FF464513-F0BF-FEB9-4478-C6958E32485A}"/>
                    </a:ext>
                  </a:extLst>
                </p14:cNvPr>
                <p14:cNvContentPartPr/>
                <p14:nvPr/>
              </p14:nvContentPartPr>
              <p14:xfrm>
                <a:off x="4609142" y="2236454"/>
                <a:ext cx="19080" cy="160560"/>
              </p14:xfrm>
            </p:contentPart>
          </mc:Choice>
          <mc:Fallback xmlns="">
            <p:pic>
              <p:nvPicPr>
                <p:cNvPr id="580" name="Entrada de lápiz 579">
                  <a:extLst>
                    <a:ext uri="{FF2B5EF4-FFF2-40B4-BE49-F238E27FC236}">
                      <a16:creationId xmlns:a16="http://schemas.microsoft.com/office/drawing/2014/main" id="{FF464513-F0BF-FEB9-4478-C6958E32485A}"/>
                    </a:ext>
                  </a:extLst>
                </p:cNvPr>
                <p:cNvPicPr/>
                <p:nvPr/>
              </p:nvPicPr>
              <p:blipFill>
                <a:blip r:embed="rId191"/>
                <a:stretch>
                  <a:fillRect/>
                </a:stretch>
              </p:blipFill>
              <p:spPr>
                <a:xfrm>
                  <a:off x="4600142" y="2227814"/>
                  <a:ext cx="3672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604" name="Entrada de lápiz 603">
                  <a:extLst>
                    <a:ext uri="{FF2B5EF4-FFF2-40B4-BE49-F238E27FC236}">
                      <a16:creationId xmlns:a16="http://schemas.microsoft.com/office/drawing/2014/main" id="{32BB216D-C974-EB50-A501-59E455D62F19}"/>
                    </a:ext>
                  </a:extLst>
                </p14:cNvPr>
                <p14:cNvContentPartPr/>
                <p14:nvPr/>
              </p14:nvContentPartPr>
              <p14:xfrm>
                <a:off x="4525982" y="2453894"/>
                <a:ext cx="234720" cy="15840"/>
              </p14:xfrm>
            </p:contentPart>
          </mc:Choice>
          <mc:Fallback xmlns="">
            <p:pic>
              <p:nvPicPr>
                <p:cNvPr id="604" name="Entrada de lápiz 603">
                  <a:extLst>
                    <a:ext uri="{FF2B5EF4-FFF2-40B4-BE49-F238E27FC236}">
                      <a16:creationId xmlns:a16="http://schemas.microsoft.com/office/drawing/2014/main" id="{32BB216D-C974-EB50-A501-59E455D62F19}"/>
                    </a:ext>
                  </a:extLst>
                </p:cNvPr>
                <p:cNvPicPr/>
                <p:nvPr/>
              </p:nvPicPr>
              <p:blipFill>
                <a:blip r:embed="rId193"/>
                <a:stretch>
                  <a:fillRect/>
                </a:stretch>
              </p:blipFill>
              <p:spPr>
                <a:xfrm>
                  <a:off x="4517342" y="2444894"/>
                  <a:ext cx="25236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607" name="Entrada de lápiz 606">
                  <a:extLst>
                    <a:ext uri="{FF2B5EF4-FFF2-40B4-BE49-F238E27FC236}">
                      <a16:creationId xmlns:a16="http://schemas.microsoft.com/office/drawing/2014/main" id="{5A573B4A-CDE8-1E25-978C-078C658B82EE}"/>
                    </a:ext>
                  </a:extLst>
                </p14:cNvPr>
                <p14:cNvContentPartPr/>
                <p14:nvPr/>
              </p14:nvContentPartPr>
              <p14:xfrm>
                <a:off x="4565582" y="2545694"/>
                <a:ext cx="139680" cy="136440"/>
              </p14:xfrm>
            </p:contentPart>
          </mc:Choice>
          <mc:Fallback xmlns="">
            <p:pic>
              <p:nvPicPr>
                <p:cNvPr id="607" name="Entrada de lápiz 606">
                  <a:extLst>
                    <a:ext uri="{FF2B5EF4-FFF2-40B4-BE49-F238E27FC236}">
                      <a16:creationId xmlns:a16="http://schemas.microsoft.com/office/drawing/2014/main" id="{5A573B4A-CDE8-1E25-978C-078C658B82EE}"/>
                    </a:ext>
                  </a:extLst>
                </p:cNvPr>
                <p:cNvPicPr/>
                <p:nvPr/>
              </p:nvPicPr>
              <p:blipFill>
                <a:blip r:embed="rId195"/>
                <a:stretch>
                  <a:fillRect/>
                </a:stretch>
              </p:blipFill>
              <p:spPr>
                <a:xfrm>
                  <a:off x="4556942" y="2537054"/>
                  <a:ext cx="15732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617" name="Entrada de lápiz 616">
                  <a:extLst>
                    <a:ext uri="{FF2B5EF4-FFF2-40B4-BE49-F238E27FC236}">
                      <a16:creationId xmlns:a16="http://schemas.microsoft.com/office/drawing/2014/main" id="{9D04A6A3-E78A-DD41-7ED9-822A9042932B}"/>
                    </a:ext>
                  </a:extLst>
                </p14:cNvPr>
                <p14:cNvContentPartPr/>
                <p14:nvPr/>
              </p14:nvContentPartPr>
              <p14:xfrm>
                <a:off x="4869782" y="2139254"/>
                <a:ext cx="180360" cy="14400"/>
              </p14:xfrm>
            </p:contentPart>
          </mc:Choice>
          <mc:Fallback xmlns="">
            <p:pic>
              <p:nvPicPr>
                <p:cNvPr id="617" name="Entrada de lápiz 616">
                  <a:extLst>
                    <a:ext uri="{FF2B5EF4-FFF2-40B4-BE49-F238E27FC236}">
                      <a16:creationId xmlns:a16="http://schemas.microsoft.com/office/drawing/2014/main" id="{9D04A6A3-E78A-DD41-7ED9-822A9042932B}"/>
                    </a:ext>
                  </a:extLst>
                </p:cNvPr>
                <p:cNvPicPr/>
                <p:nvPr/>
              </p:nvPicPr>
              <p:blipFill>
                <a:blip r:embed="rId197"/>
                <a:stretch>
                  <a:fillRect/>
                </a:stretch>
              </p:blipFill>
              <p:spPr>
                <a:xfrm>
                  <a:off x="4861142" y="2130254"/>
                  <a:ext cx="19800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625" name="Entrada de lápiz 624">
                  <a:extLst>
                    <a:ext uri="{FF2B5EF4-FFF2-40B4-BE49-F238E27FC236}">
                      <a16:creationId xmlns:a16="http://schemas.microsoft.com/office/drawing/2014/main" id="{7DDCC572-92DB-DE36-B3FA-EEC9042FF9FD}"/>
                    </a:ext>
                  </a:extLst>
                </p14:cNvPr>
                <p14:cNvContentPartPr/>
                <p14:nvPr/>
              </p14:nvContentPartPr>
              <p14:xfrm>
                <a:off x="4861502" y="2164454"/>
                <a:ext cx="181440" cy="710280"/>
              </p14:xfrm>
            </p:contentPart>
          </mc:Choice>
          <mc:Fallback xmlns="">
            <p:pic>
              <p:nvPicPr>
                <p:cNvPr id="625" name="Entrada de lápiz 624">
                  <a:extLst>
                    <a:ext uri="{FF2B5EF4-FFF2-40B4-BE49-F238E27FC236}">
                      <a16:creationId xmlns:a16="http://schemas.microsoft.com/office/drawing/2014/main" id="{7DDCC572-92DB-DE36-B3FA-EEC9042FF9FD}"/>
                    </a:ext>
                  </a:extLst>
                </p:cNvPr>
                <p:cNvPicPr/>
                <p:nvPr/>
              </p:nvPicPr>
              <p:blipFill>
                <a:blip r:embed="rId199"/>
                <a:stretch>
                  <a:fillRect/>
                </a:stretch>
              </p:blipFill>
              <p:spPr>
                <a:xfrm>
                  <a:off x="4852862" y="2155814"/>
                  <a:ext cx="199080" cy="72792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636" name="Entrada de lápiz 635">
                  <a:extLst>
                    <a:ext uri="{FF2B5EF4-FFF2-40B4-BE49-F238E27FC236}">
                      <a16:creationId xmlns:a16="http://schemas.microsoft.com/office/drawing/2014/main" id="{7FE99417-AF26-4D44-C2D0-9E56D823294C}"/>
                    </a:ext>
                  </a:extLst>
                </p14:cNvPr>
                <p14:cNvContentPartPr/>
                <p14:nvPr/>
              </p14:nvContentPartPr>
              <p14:xfrm>
                <a:off x="5151662" y="2465054"/>
                <a:ext cx="120960" cy="13680"/>
              </p14:xfrm>
            </p:contentPart>
          </mc:Choice>
          <mc:Fallback xmlns="">
            <p:pic>
              <p:nvPicPr>
                <p:cNvPr id="636" name="Entrada de lápiz 635">
                  <a:extLst>
                    <a:ext uri="{FF2B5EF4-FFF2-40B4-BE49-F238E27FC236}">
                      <a16:creationId xmlns:a16="http://schemas.microsoft.com/office/drawing/2014/main" id="{7FE99417-AF26-4D44-C2D0-9E56D823294C}"/>
                    </a:ext>
                  </a:extLst>
                </p:cNvPr>
                <p:cNvPicPr/>
                <p:nvPr/>
              </p:nvPicPr>
              <p:blipFill>
                <a:blip r:embed="rId201"/>
                <a:stretch>
                  <a:fillRect/>
                </a:stretch>
              </p:blipFill>
              <p:spPr>
                <a:xfrm>
                  <a:off x="5143022" y="2456054"/>
                  <a:ext cx="13860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92" name="Entrada de lápiz 191">
                  <a:extLst>
                    <a:ext uri="{FF2B5EF4-FFF2-40B4-BE49-F238E27FC236}">
                      <a16:creationId xmlns:a16="http://schemas.microsoft.com/office/drawing/2014/main" id="{7448CC8E-C34E-2BDD-FAB1-2B05398525F2}"/>
                    </a:ext>
                  </a:extLst>
                </p14:cNvPr>
                <p14:cNvContentPartPr/>
                <p14:nvPr/>
              </p14:nvContentPartPr>
              <p14:xfrm>
                <a:off x="5384942" y="2232854"/>
                <a:ext cx="77040" cy="391320"/>
              </p14:xfrm>
            </p:contentPart>
          </mc:Choice>
          <mc:Fallback xmlns="">
            <p:pic>
              <p:nvPicPr>
                <p:cNvPr id="192" name="Entrada de lápiz 191">
                  <a:extLst>
                    <a:ext uri="{FF2B5EF4-FFF2-40B4-BE49-F238E27FC236}">
                      <a16:creationId xmlns:a16="http://schemas.microsoft.com/office/drawing/2014/main" id="{7448CC8E-C34E-2BDD-FAB1-2B05398525F2}"/>
                    </a:ext>
                  </a:extLst>
                </p:cNvPr>
                <p:cNvPicPr/>
                <p:nvPr/>
              </p:nvPicPr>
              <p:blipFill>
                <a:blip r:embed="rId203"/>
                <a:stretch>
                  <a:fillRect/>
                </a:stretch>
              </p:blipFill>
              <p:spPr>
                <a:xfrm>
                  <a:off x="5375942" y="2223854"/>
                  <a:ext cx="94680" cy="4089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93" name="Entrada de lápiz 192">
                  <a:extLst>
                    <a:ext uri="{FF2B5EF4-FFF2-40B4-BE49-F238E27FC236}">
                      <a16:creationId xmlns:a16="http://schemas.microsoft.com/office/drawing/2014/main" id="{81AF82C8-EF07-BE91-CC04-664E4159BA52}"/>
                    </a:ext>
                  </a:extLst>
                </p14:cNvPr>
                <p14:cNvContentPartPr/>
                <p14:nvPr/>
              </p14:nvContentPartPr>
              <p14:xfrm>
                <a:off x="5507702" y="2421134"/>
                <a:ext cx="249120" cy="17640"/>
              </p14:xfrm>
            </p:contentPart>
          </mc:Choice>
          <mc:Fallback xmlns="">
            <p:pic>
              <p:nvPicPr>
                <p:cNvPr id="193" name="Entrada de lápiz 192">
                  <a:extLst>
                    <a:ext uri="{FF2B5EF4-FFF2-40B4-BE49-F238E27FC236}">
                      <a16:creationId xmlns:a16="http://schemas.microsoft.com/office/drawing/2014/main" id="{81AF82C8-EF07-BE91-CC04-664E4159BA52}"/>
                    </a:ext>
                  </a:extLst>
                </p:cNvPr>
                <p:cNvPicPr/>
                <p:nvPr/>
              </p:nvPicPr>
              <p:blipFill>
                <a:blip r:embed="rId205"/>
                <a:stretch>
                  <a:fillRect/>
                </a:stretch>
              </p:blipFill>
              <p:spPr>
                <a:xfrm>
                  <a:off x="5499062" y="2412134"/>
                  <a:ext cx="26676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94" name="Entrada de lápiz 193">
                  <a:extLst>
                    <a:ext uri="{FF2B5EF4-FFF2-40B4-BE49-F238E27FC236}">
                      <a16:creationId xmlns:a16="http://schemas.microsoft.com/office/drawing/2014/main" id="{EB1EB2FA-A585-980C-E10B-879118A7C253}"/>
                    </a:ext>
                  </a:extLst>
                </p14:cNvPr>
                <p14:cNvContentPartPr/>
                <p14:nvPr/>
              </p14:nvContentPartPr>
              <p14:xfrm>
                <a:off x="5550902" y="2508614"/>
                <a:ext cx="77400" cy="84600"/>
              </p14:xfrm>
            </p:contentPart>
          </mc:Choice>
          <mc:Fallback xmlns="">
            <p:pic>
              <p:nvPicPr>
                <p:cNvPr id="194" name="Entrada de lápiz 193">
                  <a:extLst>
                    <a:ext uri="{FF2B5EF4-FFF2-40B4-BE49-F238E27FC236}">
                      <a16:creationId xmlns:a16="http://schemas.microsoft.com/office/drawing/2014/main" id="{EB1EB2FA-A585-980C-E10B-879118A7C253}"/>
                    </a:ext>
                  </a:extLst>
                </p:cNvPr>
                <p:cNvPicPr/>
                <p:nvPr/>
              </p:nvPicPr>
              <p:blipFill>
                <a:blip r:embed="rId207"/>
                <a:stretch>
                  <a:fillRect/>
                </a:stretch>
              </p:blipFill>
              <p:spPr>
                <a:xfrm>
                  <a:off x="5542262" y="2499614"/>
                  <a:ext cx="9504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95" name="Entrada de lápiz 194">
                  <a:extLst>
                    <a:ext uri="{FF2B5EF4-FFF2-40B4-BE49-F238E27FC236}">
                      <a16:creationId xmlns:a16="http://schemas.microsoft.com/office/drawing/2014/main" id="{A6846D28-9CE3-7C03-1EE9-2BEFF91E5E69}"/>
                    </a:ext>
                  </a:extLst>
                </p14:cNvPr>
                <p14:cNvContentPartPr/>
                <p14:nvPr/>
              </p14:nvContentPartPr>
              <p14:xfrm>
                <a:off x="5636222" y="2524454"/>
                <a:ext cx="94680" cy="82800"/>
              </p14:xfrm>
            </p:contentPart>
          </mc:Choice>
          <mc:Fallback xmlns="">
            <p:pic>
              <p:nvPicPr>
                <p:cNvPr id="195" name="Entrada de lápiz 194">
                  <a:extLst>
                    <a:ext uri="{FF2B5EF4-FFF2-40B4-BE49-F238E27FC236}">
                      <a16:creationId xmlns:a16="http://schemas.microsoft.com/office/drawing/2014/main" id="{A6846D28-9CE3-7C03-1EE9-2BEFF91E5E69}"/>
                    </a:ext>
                  </a:extLst>
                </p:cNvPr>
                <p:cNvPicPr/>
                <p:nvPr/>
              </p:nvPicPr>
              <p:blipFill>
                <a:blip r:embed="rId209"/>
                <a:stretch>
                  <a:fillRect/>
                </a:stretch>
              </p:blipFill>
              <p:spPr>
                <a:xfrm>
                  <a:off x="5627222" y="2515814"/>
                  <a:ext cx="11232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96" name="Entrada de lápiz 195">
                  <a:extLst>
                    <a:ext uri="{FF2B5EF4-FFF2-40B4-BE49-F238E27FC236}">
                      <a16:creationId xmlns:a16="http://schemas.microsoft.com/office/drawing/2014/main" id="{BDE8BE76-BF9D-CE9B-47EB-7E5920FCE943}"/>
                    </a:ext>
                  </a:extLst>
                </p14:cNvPr>
                <p14:cNvContentPartPr/>
                <p14:nvPr/>
              </p14:nvContentPartPr>
              <p14:xfrm>
                <a:off x="5813702" y="2216294"/>
                <a:ext cx="75240" cy="395640"/>
              </p14:xfrm>
            </p:contentPart>
          </mc:Choice>
          <mc:Fallback xmlns="">
            <p:pic>
              <p:nvPicPr>
                <p:cNvPr id="196" name="Entrada de lápiz 195">
                  <a:extLst>
                    <a:ext uri="{FF2B5EF4-FFF2-40B4-BE49-F238E27FC236}">
                      <a16:creationId xmlns:a16="http://schemas.microsoft.com/office/drawing/2014/main" id="{BDE8BE76-BF9D-CE9B-47EB-7E5920FCE943}"/>
                    </a:ext>
                  </a:extLst>
                </p:cNvPr>
                <p:cNvPicPr/>
                <p:nvPr/>
              </p:nvPicPr>
              <p:blipFill>
                <a:blip r:embed="rId211"/>
                <a:stretch>
                  <a:fillRect/>
                </a:stretch>
              </p:blipFill>
              <p:spPr>
                <a:xfrm>
                  <a:off x="5805062" y="2207654"/>
                  <a:ext cx="92880" cy="4132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98" name="Entrada de lápiz 197">
                  <a:extLst>
                    <a:ext uri="{FF2B5EF4-FFF2-40B4-BE49-F238E27FC236}">
                      <a16:creationId xmlns:a16="http://schemas.microsoft.com/office/drawing/2014/main" id="{E6ED02B2-AA75-15CC-859E-7750F6D3082E}"/>
                    </a:ext>
                  </a:extLst>
                </p14:cNvPr>
                <p14:cNvContentPartPr/>
                <p14:nvPr/>
              </p14:nvContentPartPr>
              <p14:xfrm>
                <a:off x="5992262" y="2209814"/>
                <a:ext cx="132120" cy="287280"/>
              </p14:xfrm>
            </p:contentPart>
          </mc:Choice>
          <mc:Fallback xmlns="">
            <p:pic>
              <p:nvPicPr>
                <p:cNvPr id="198" name="Entrada de lápiz 197">
                  <a:extLst>
                    <a:ext uri="{FF2B5EF4-FFF2-40B4-BE49-F238E27FC236}">
                      <a16:creationId xmlns:a16="http://schemas.microsoft.com/office/drawing/2014/main" id="{E6ED02B2-AA75-15CC-859E-7750F6D3082E}"/>
                    </a:ext>
                  </a:extLst>
                </p:cNvPr>
                <p:cNvPicPr/>
                <p:nvPr/>
              </p:nvPicPr>
              <p:blipFill>
                <a:blip r:embed="rId213"/>
                <a:stretch>
                  <a:fillRect/>
                </a:stretch>
              </p:blipFill>
              <p:spPr>
                <a:xfrm>
                  <a:off x="5983622" y="2201174"/>
                  <a:ext cx="14976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99" name="Entrada de lápiz 198">
                  <a:extLst>
                    <a:ext uri="{FF2B5EF4-FFF2-40B4-BE49-F238E27FC236}">
                      <a16:creationId xmlns:a16="http://schemas.microsoft.com/office/drawing/2014/main" id="{605CDE25-98BB-6BF9-025A-6F55D5A72B9B}"/>
                    </a:ext>
                  </a:extLst>
                </p14:cNvPr>
                <p14:cNvContentPartPr/>
                <p14:nvPr/>
              </p14:nvContentPartPr>
              <p14:xfrm>
                <a:off x="6125462" y="2397014"/>
                <a:ext cx="109440" cy="91440"/>
              </p14:xfrm>
            </p:contentPart>
          </mc:Choice>
          <mc:Fallback xmlns="">
            <p:pic>
              <p:nvPicPr>
                <p:cNvPr id="199" name="Entrada de lápiz 198">
                  <a:extLst>
                    <a:ext uri="{FF2B5EF4-FFF2-40B4-BE49-F238E27FC236}">
                      <a16:creationId xmlns:a16="http://schemas.microsoft.com/office/drawing/2014/main" id="{605CDE25-98BB-6BF9-025A-6F55D5A72B9B}"/>
                    </a:ext>
                  </a:extLst>
                </p:cNvPr>
                <p:cNvPicPr/>
                <p:nvPr/>
              </p:nvPicPr>
              <p:blipFill>
                <a:blip r:embed="rId215"/>
                <a:stretch>
                  <a:fillRect/>
                </a:stretch>
              </p:blipFill>
              <p:spPr>
                <a:xfrm>
                  <a:off x="6116462" y="2388014"/>
                  <a:ext cx="12708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200" name="Entrada de lápiz 199">
                  <a:extLst>
                    <a:ext uri="{FF2B5EF4-FFF2-40B4-BE49-F238E27FC236}">
                      <a16:creationId xmlns:a16="http://schemas.microsoft.com/office/drawing/2014/main" id="{0485A452-E1EA-C33C-7BA6-CE8B5D42AEF8}"/>
                    </a:ext>
                  </a:extLst>
                </p14:cNvPr>
                <p14:cNvContentPartPr/>
                <p14:nvPr/>
              </p14:nvContentPartPr>
              <p14:xfrm>
                <a:off x="6217262" y="2394854"/>
                <a:ext cx="140760" cy="312840"/>
              </p14:xfrm>
            </p:contentPart>
          </mc:Choice>
          <mc:Fallback xmlns="">
            <p:pic>
              <p:nvPicPr>
                <p:cNvPr id="200" name="Entrada de lápiz 199">
                  <a:extLst>
                    <a:ext uri="{FF2B5EF4-FFF2-40B4-BE49-F238E27FC236}">
                      <a16:creationId xmlns:a16="http://schemas.microsoft.com/office/drawing/2014/main" id="{0485A452-E1EA-C33C-7BA6-CE8B5D42AEF8}"/>
                    </a:ext>
                  </a:extLst>
                </p:cNvPr>
                <p:cNvPicPr/>
                <p:nvPr/>
              </p:nvPicPr>
              <p:blipFill>
                <a:blip r:embed="rId217"/>
                <a:stretch>
                  <a:fillRect/>
                </a:stretch>
              </p:blipFill>
              <p:spPr>
                <a:xfrm>
                  <a:off x="6208262" y="2385854"/>
                  <a:ext cx="15840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202" name="Entrada de lápiz 201">
                  <a:extLst>
                    <a:ext uri="{FF2B5EF4-FFF2-40B4-BE49-F238E27FC236}">
                      <a16:creationId xmlns:a16="http://schemas.microsoft.com/office/drawing/2014/main" id="{8F0CD597-4517-D8D6-B662-4CE68CA18901}"/>
                    </a:ext>
                  </a:extLst>
                </p14:cNvPr>
                <p14:cNvContentPartPr/>
                <p14:nvPr/>
              </p14:nvContentPartPr>
              <p14:xfrm>
                <a:off x="6397982" y="2494934"/>
                <a:ext cx="84600" cy="84600"/>
              </p14:xfrm>
            </p:contentPart>
          </mc:Choice>
          <mc:Fallback xmlns="">
            <p:pic>
              <p:nvPicPr>
                <p:cNvPr id="202" name="Entrada de lápiz 201">
                  <a:extLst>
                    <a:ext uri="{FF2B5EF4-FFF2-40B4-BE49-F238E27FC236}">
                      <a16:creationId xmlns:a16="http://schemas.microsoft.com/office/drawing/2014/main" id="{8F0CD597-4517-D8D6-B662-4CE68CA18901}"/>
                    </a:ext>
                  </a:extLst>
                </p:cNvPr>
                <p:cNvPicPr/>
                <p:nvPr/>
              </p:nvPicPr>
              <p:blipFill>
                <a:blip r:embed="rId219"/>
                <a:stretch>
                  <a:fillRect/>
                </a:stretch>
              </p:blipFill>
              <p:spPr>
                <a:xfrm>
                  <a:off x="6388982" y="2486294"/>
                  <a:ext cx="10224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204" name="Entrada de lápiz 203">
                  <a:extLst>
                    <a:ext uri="{FF2B5EF4-FFF2-40B4-BE49-F238E27FC236}">
                      <a16:creationId xmlns:a16="http://schemas.microsoft.com/office/drawing/2014/main" id="{3B4EFFF6-4930-484D-41B8-4AA2B7EF913C}"/>
                    </a:ext>
                  </a:extLst>
                </p14:cNvPr>
                <p14:cNvContentPartPr/>
                <p14:nvPr/>
              </p14:nvContentPartPr>
              <p14:xfrm>
                <a:off x="6576542" y="2142854"/>
                <a:ext cx="81000" cy="456480"/>
              </p14:xfrm>
            </p:contentPart>
          </mc:Choice>
          <mc:Fallback xmlns="">
            <p:pic>
              <p:nvPicPr>
                <p:cNvPr id="204" name="Entrada de lápiz 203">
                  <a:extLst>
                    <a:ext uri="{FF2B5EF4-FFF2-40B4-BE49-F238E27FC236}">
                      <a16:creationId xmlns:a16="http://schemas.microsoft.com/office/drawing/2014/main" id="{3B4EFFF6-4930-484D-41B8-4AA2B7EF913C}"/>
                    </a:ext>
                  </a:extLst>
                </p:cNvPr>
                <p:cNvPicPr/>
                <p:nvPr/>
              </p:nvPicPr>
              <p:blipFill>
                <a:blip r:embed="rId221"/>
                <a:stretch>
                  <a:fillRect/>
                </a:stretch>
              </p:blipFill>
              <p:spPr>
                <a:xfrm>
                  <a:off x="6567902" y="2134214"/>
                  <a:ext cx="98640" cy="47412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205" name="Entrada de lápiz 204">
                  <a:extLst>
                    <a:ext uri="{FF2B5EF4-FFF2-40B4-BE49-F238E27FC236}">
                      <a16:creationId xmlns:a16="http://schemas.microsoft.com/office/drawing/2014/main" id="{30F89713-95DD-0FD2-3455-BBDE940C9127}"/>
                    </a:ext>
                  </a:extLst>
                </p14:cNvPr>
                <p14:cNvContentPartPr/>
                <p14:nvPr/>
              </p14:nvContentPartPr>
              <p14:xfrm>
                <a:off x="6708662" y="2391614"/>
                <a:ext cx="255960" cy="18720"/>
              </p14:xfrm>
            </p:contentPart>
          </mc:Choice>
          <mc:Fallback xmlns="">
            <p:pic>
              <p:nvPicPr>
                <p:cNvPr id="205" name="Entrada de lápiz 204">
                  <a:extLst>
                    <a:ext uri="{FF2B5EF4-FFF2-40B4-BE49-F238E27FC236}">
                      <a16:creationId xmlns:a16="http://schemas.microsoft.com/office/drawing/2014/main" id="{30F89713-95DD-0FD2-3455-BBDE940C9127}"/>
                    </a:ext>
                  </a:extLst>
                </p:cNvPr>
                <p:cNvPicPr/>
                <p:nvPr/>
              </p:nvPicPr>
              <p:blipFill>
                <a:blip r:embed="rId223"/>
                <a:stretch>
                  <a:fillRect/>
                </a:stretch>
              </p:blipFill>
              <p:spPr>
                <a:xfrm>
                  <a:off x="6699662" y="2382614"/>
                  <a:ext cx="27360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206" name="Entrada de lápiz 205">
                  <a:extLst>
                    <a:ext uri="{FF2B5EF4-FFF2-40B4-BE49-F238E27FC236}">
                      <a16:creationId xmlns:a16="http://schemas.microsoft.com/office/drawing/2014/main" id="{433DDE76-B5FC-A56F-AFE2-886BA72E7C1F}"/>
                    </a:ext>
                  </a:extLst>
                </p14:cNvPr>
                <p14:cNvContentPartPr/>
                <p14:nvPr/>
              </p14:nvContentPartPr>
              <p14:xfrm>
                <a:off x="6763022" y="2502134"/>
                <a:ext cx="99000" cy="84600"/>
              </p14:xfrm>
            </p:contentPart>
          </mc:Choice>
          <mc:Fallback xmlns="">
            <p:pic>
              <p:nvPicPr>
                <p:cNvPr id="206" name="Entrada de lápiz 205">
                  <a:extLst>
                    <a:ext uri="{FF2B5EF4-FFF2-40B4-BE49-F238E27FC236}">
                      <a16:creationId xmlns:a16="http://schemas.microsoft.com/office/drawing/2014/main" id="{433DDE76-B5FC-A56F-AFE2-886BA72E7C1F}"/>
                    </a:ext>
                  </a:extLst>
                </p:cNvPr>
                <p:cNvPicPr/>
                <p:nvPr/>
              </p:nvPicPr>
              <p:blipFill>
                <a:blip r:embed="rId225"/>
                <a:stretch>
                  <a:fillRect/>
                </a:stretch>
              </p:blipFill>
              <p:spPr>
                <a:xfrm>
                  <a:off x="6754382" y="2493494"/>
                  <a:ext cx="11664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207" name="Entrada de lápiz 206">
                  <a:extLst>
                    <a:ext uri="{FF2B5EF4-FFF2-40B4-BE49-F238E27FC236}">
                      <a16:creationId xmlns:a16="http://schemas.microsoft.com/office/drawing/2014/main" id="{88E37850-3F7F-72BC-7851-1D6146B4A9D8}"/>
                    </a:ext>
                  </a:extLst>
                </p14:cNvPr>
                <p14:cNvContentPartPr/>
                <p14:nvPr/>
              </p14:nvContentPartPr>
              <p14:xfrm>
                <a:off x="6872462" y="2510054"/>
                <a:ext cx="92880" cy="83880"/>
              </p14:xfrm>
            </p:contentPart>
          </mc:Choice>
          <mc:Fallback xmlns="">
            <p:pic>
              <p:nvPicPr>
                <p:cNvPr id="207" name="Entrada de lápiz 206">
                  <a:extLst>
                    <a:ext uri="{FF2B5EF4-FFF2-40B4-BE49-F238E27FC236}">
                      <a16:creationId xmlns:a16="http://schemas.microsoft.com/office/drawing/2014/main" id="{88E37850-3F7F-72BC-7851-1D6146B4A9D8}"/>
                    </a:ext>
                  </a:extLst>
                </p:cNvPr>
                <p:cNvPicPr/>
                <p:nvPr/>
              </p:nvPicPr>
              <p:blipFill>
                <a:blip r:embed="rId227"/>
                <a:stretch>
                  <a:fillRect/>
                </a:stretch>
              </p:blipFill>
              <p:spPr>
                <a:xfrm>
                  <a:off x="6863462" y="2501414"/>
                  <a:ext cx="11052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208" name="Entrada de lápiz 207">
                  <a:extLst>
                    <a:ext uri="{FF2B5EF4-FFF2-40B4-BE49-F238E27FC236}">
                      <a16:creationId xmlns:a16="http://schemas.microsoft.com/office/drawing/2014/main" id="{77CD7004-956E-83A4-8E3C-017B426F8694}"/>
                    </a:ext>
                  </a:extLst>
                </p14:cNvPr>
                <p14:cNvContentPartPr/>
                <p14:nvPr/>
              </p14:nvContentPartPr>
              <p14:xfrm>
                <a:off x="6998102" y="2154734"/>
                <a:ext cx="97200" cy="547560"/>
              </p14:xfrm>
            </p:contentPart>
          </mc:Choice>
          <mc:Fallback xmlns="">
            <p:pic>
              <p:nvPicPr>
                <p:cNvPr id="208" name="Entrada de lápiz 207">
                  <a:extLst>
                    <a:ext uri="{FF2B5EF4-FFF2-40B4-BE49-F238E27FC236}">
                      <a16:creationId xmlns:a16="http://schemas.microsoft.com/office/drawing/2014/main" id="{77CD7004-956E-83A4-8E3C-017B426F8694}"/>
                    </a:ext>
                  </a:extLst>
                </p:cNvPr>
                <p:cNvPicPr/>
                <p:nvPr/>
              </p:nvPicPr>
              <p:blipFill>
                <a:blip r:embed="rId229"/>
                <a:stretch>
                  <a:fillRect/>
                </a:stretch>
              </p:blipFill>
              <p:spPr>
                <a:xfrm>
                  <a:off x="6989102" y="2146094"/>
                  <a:ext cx="114840" cy="56520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210" name="Entrada de lápiz 209">
                  <a:extLst>
                    <a:ext uri="{FF2B5EF4-FFF2-40B4-BE49-F238E27FC236}">
                      <a16:creationId xmlns:a16="http://schemas.microsoft.com/office/drawing/2014/main" id="{588834FC-A8C3-CFF9-66B8-9B4688D5271F}"/>
                    </a:ext>
                  </a:extLst>
                </p14:cNvPr>
                <p14:cNvContentPartPr/>
                <p14:nvPr/>
              </p14:nvContentPartPr>
              <p14:xfrm>
                <a:off x="7234622" y="2401694"/>
                <a:ext cx="131040" cy="26640"/>
              </p14:xfrm>
            </p:contentPart>
          </mc:Choice>
          <mc:Fallback xmlns="">
            <p:pic>
              <p:nvPicPr>
                <p:cNvPr id="210" name="Entrada de lápiz 209">
                  <a:extLst>
                    <a:ext uri="{FF2B5EF4-FFF2-40B4-BE49-F238E27FC236}">
                      <a16:creationId xmlns:a16="http://schemas.microsoft.com/office/drawing/2014/main" id="{588834FC-A8C3-CFF9-66B8-9B4688D5271F}"/>
                    </a:ext>
                  </a:extLst>
                </p:cNvPr>
                <p:cNvPicPr/>
                <p:nvPr/>
              </p:nvPicPr>
              <p:blipFill>
                <a:blip r:embed="rId231"/>
                <a:stretch>
                  <a:fillRect/>
                </a:stretch>
              </p:blipFill>
              <p:spPr>
                <a:xfrm>
                  <a:off x="7225982" y="2393054"/>
                  <a:ext cx="148680" cy="44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2">
            <p14:nvContentPartPr>
              <p14:cNvPr id="211" name="Entrada de lápiz 210">
                <a:extLst>
                  <a:ext uri="{FF2B5EF4-FFF2-40B4-BE49-F238E27FC236}">
                    <a16:creationId xmlns:a16="http://schemas.microsoft.com/office/drawing/2014/main" id="{BD586BE2-5FD1-F58B-D472-460B2C4D568A}"/>
                  </a:ext>
                </a:extLst>
              </p14:cNvPr>
              <p14:cNvContentPartPr/>
              <p14:nvPr/>
            </p14:nvContentPartPr>
            <p14:xfrm>
              <a:off x="7543862" y="2162654"/>
              <a:ext cx="96840" cy="455400"/>
            </p14:xfrm>
          </p:contentPart>
        </mc:Choice>
        <mc:Fallback xmlns="">
          <p:pic>
            <p:nvPicPr>
              <p:cNvPr id="211" name="Entrada de lápiz 210">
                <a:extLst>
                  <a:ext uri="{FF2B5EF4-FFF2-40B4-BE49-F238E27FC236}">
                    <a16:creationId xmlns:a16="http://schemas.microsoft.com/office/drawing/2014/main" id="{BD586BE2-5FD1-F58B-D472-460B2C4D568A}"/>
                  </a:ext>
                </a:extLst>
              </p:cNvPr>
              <p:cNvPicPr/>
              <p:nvPr/>
            </p:nvPicPr>
            <p:blipFill>
              <a:blip r:embed="rId233"/>
              <a:stretch>
                <a:fillRect/>
              </a:stretch>
            </p:blipFill>
            <p:spPr>
              <a:xfrm>
                <a:off x="7534862" y="2154014"/>
                <a:ext cx="114480" cy="47304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212" name="Entrada de lápiz 211">
                <a:extLst>
                  <a:ext uri="{FF2B5EF4-FFF2-40B4-BE49-F238E27FC236}">
                    <a16:creationId xmlns:a16="http://schemas.microsoft.com/office/drawing/2014/main" id="{1B924C0B-F1A9-C052-0F9E-F1D519CFE271}"/>
                  </a:ext>
                </a:extLst>
              </p14:cNvPr>
              <p14:cNvContentPartPr/>
              <p14:nvPr/>
            </p14:nvContentPartPr>
            <p14:xfrm>
              <a:off x="7987382" y="2182454"/>
              <a:ext cx="59400" cy="450720"/>
            </p14:xfrm>
          </p:contentPart>
        </mc:Choice>
        <mc:Fallback xmlns="">
          <p:pic>
            <p:nvPicPr>
              <p:cNvPr id="212" name="Entrada de lápiz 211">
                <a:extLst>
                  <a:ext uri="{FF2B5EF4-FFF2-40B4-BE49-F238E27FC236}">
                    <a16:creationId xmlns:a16="http://schemas.microsoft.com/office/drawing/2014/main" id="{1B924C0B-F1A9-C052-0F9E-F1D519CFE271}"/>
                  </a:ext>
                </a:extLst>
              </p:cNvPr>
              <p:cNvPicPr/>
              <p:nvPr/>
            </p:nvPicPr>
            <p:blipFill>
              <a:blip r:embed="rId235"/>
              <a:stretch>
                <a:fillRect/>
              </a:stretch>
            </p:blipFill>
            <p:spPr>
              <a:xfrm>
                <a:off x="7978382" y="2173454"/>
                <a:ext cx="77040" cy="46836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213" name="Entrada de lápiz 212">
                <a:extLst>
                  <a:ext uri="{FF2B5EF4-FFF2-40B4-BE49-F238E27FC236}">
                    <a16:creationId xmlns:a16="http://schemas.microsoft.com/office/drawing/2014/main" id="{DA1D7839-33D4-2364-6F88-CD116B64B666}"/>
                  </a:ext>
                </a:extLst>
              </p14:cNvPr>
              <p14:cNvContentPartPr/>
              <p14:nvPr/>
            </p14:nvContentPartPr>
            <p14:xfrm>
              <a:off x="7695422" y="2422574"/>
              <a:ext cx="267480" cy="21600"/>
            </p14:xfrm>
          </p:contentPart>
        </mc:Choice>
        <mc:Fallback xmlns="">
          <p:pic>
            <p:nvPicPr>
              <p:cNvPr id="213" name="Entrada de lápiz 212">
                <a:extLst>
                  <a:ext uri="{FF2B5EF4-FFF2-40B4-BE49-F238E27FC236}">
                    <a16:creationId xmlns:a16="http://schemas.microsoft.com/office/drawing/2014/main" id="{DA1D7839-33D4-2364-6F88-CD116B64B666}"/>
                  </a:ext>
                </a:extLst>
              </p:cNvPr>
              <p:cNvPicPr/>
              <p:nvPr/>
            </p:nvPicPr>
            <p:blipFill>
              <a:blip r:embed="rId237"/>
              <a:stretch>
                <a:fillRect/>
              </a:stretch>
            </p:blipFill>
            <p:spPr>
              <a:xfrm>
                <a:off x="7686422" y="2413934"/>
                <a:ext cx="28512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214" name="Entrada de lápiz 213">
                <a:extLst>
                  <a:ext uri="{FF2B5EF4-FFF2-40B4-BE49-F238E27FC236}">
                    <a16:creationId xmlns:a16="http://schemas.microsoft.com/office/drawing/2014/main" id="{8C044F61-666E-7A8C-0502-EAE70CD55765}"/>
                  </a:ext>
                </a:extLst>
              </p14:cNvPr>
              <p14:cNvContentPartPr/>
              <p14:nvPr/>
            </p14:nvContentPartPr>
            <p14:xfrm>
              <a:off x="7698302" y="2519054"/>
              <a:ext cx="113400" cy="90360"/>
            </p14:xfrm>
          </p:contentPart>
        </mc:Choice>
        <mc:Fallback xmlns="">
          <p:pic>
            <p:nvPicPr>
              <p:cNvPr id="214" name="Entrada de lápiz 213">
                <a:extLst>
                  <a:ext uri="{FF2B5EF4-FFF2-40B4-BE49-F238E27FC236}">
                    <a16:creationId xmlns:a16="http://schemas.microsoft.com/office/drawing/2014/main" id="{8C044F61-666E-7A8C-0502-EAE70CD55765}"/>
                  </a:ext>
                </a:extLst>
              </p:cNvPr>
              <p:cNvPicPr/>
              <p:nvPr/>
            </p:nvPicPr>
            <p:blipFill>
              <a:blip r:embed="rId239"/>
              <a:stretch>
                <a:fillRect/>
              </a:stretch>
            </p:blipFill>
            <p:spPr>
              <a:xfrm>
                <a:off x="7689662" y="2510414"/>
                <a:ext cx="13104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215" name="Entrada de lápiz 214">
                <a:extLst>
                  <a:ext uri="{FF2B5EF4-FFF2-40B4-BE49-F238E27FC236}">
                    <a16:creationId xmlns:a16="http://schemas.microsoft.com/office/drawing/2014/main" id="{F21BCFCA-72C1-CDA9-A0DD-6676C11BED96}"/>
                  </a:ext>
                </a:extLst>
              </p14:cNvPr>
              <p14:cNvContentPartPr/>
              <p14:nvPr/>
            </p14:nvContentPartPr>
            <p14:xfrm>
              <a:off x="7809902" y="2531294"/>
              <a:ext cx="104040" cy="80280"/>
            </p14:xfrm>
          </p:contentPart>
        </mc:Choice>
        <mc:Fallback xmlns="">
          <p:pic>
            <p:nvPicPr>
              <p:cNvPr id="215" name="Entrada de lápiz 214">
                <a:extLst>
                  <a:ext uri="{FF2B5EF4-FFF2-40B4-BE49-F238E27FC236}">
                    <a16:creationId xmlns:a16="http://schemas.microsoft.com/office/drawing/2014/main" id="{F21BCFCA-72C1-CDA9-A0DD-6676C11BED96}"/>
                  </a:ext>
                </a:extLst>
              </p:cNvPr>
              <p:cNvPicPr/>
              <p:nvPr/>
            </p:nvPicPr>
            <p:blipFill>
              <a:blip r:embed="rId241"/>
              <a:stretch>
                <a:fillRect/>
              </a:stretch>
            </p:blipFill>
            <p:spPr>
              <a:xfrm>
                <a:off x="7801262" y="2522654"/>
                <a:ext cx="121680" cy="97920"/>
              </a:xfrm>
              <a:prstGeom prst="rect">
                <a:avLst/>
              </a:prstGeom>
            </p:spPr>
          </p:pic>
        </mc:Fallback>
      </mc:AlternateContent>
      <p:grpSp>
        <p:nvGrpSpPr>
          <p:cNvPr id="678" name="Grupo 677">
            <a:extLst>
              <a:ext uri="{FF2B5EF4-FFF2-40B4-BE49-F238E27FC236}">
                <a16:creationId xmlns:a16="http://schemas.microsoft.com/office/drawing/2014/main" id="{5E02AA43-6F86-628C-BC83-504DDB6B21AF}"/>
              </a:ext>
            </a:extLst>
          </p:cNvPr>
          <p:cNvGrpSpPr/>
          <p:nvPr/>
        </p:nvGrpSpPr>
        <p:grpSpPr>
          <a:xfrm>
            <a:off x="8173502" y="2020454"/>
            <a:ext cx="3320640" cy="744480"/>
            <a:chOff x="8173502" y="2020454"/>
            <a:chExt cx="3320640" cy="744480"/>
          </a:xfrm>
        </p:grpSpPr>
        <mc:AlternateContent xmlns:mc="http://schemas.openxmlformats.org/markup-compatibility/2006" xmlns:p14="http://schemas.microsoft.com/office/powerpoint/2010/main">
          <mc:Choice Requires="p14">
            <p:contentPart p14:bwMode="auto" r:id="rId242">
              <p14:nvContentPartPr>
                <p14:cNvPr id="216" name="Entrada de lápiz 215">
                  <a:extLst>
                    <a:ext uri="{FF2B5EF4-FFF2-40B4-BE49-F238E27FC236}">
                      <a16:creationId xmlns:a16="http://schemas.microsoft.com/office/drawing/2014/main" id="{FAD5A118-8950-3EC0-37DE-89EE9B649577}"/>
                    </a:ext>
                  </a:extLst>
                </p14:cNvPr>
                <p14:cNvContentPartPr/>
                <p14:nvPr/>
              </p14:nvContentPartPr>
              <p14:xfrm>
                <a:off x="8173502" y="2192534"/>
                <a:ext cx="111960" cy="261000"/>
              </p14:xfrm>
            </p:contentPart>
          </mc:Choice>
          <mc:Fallback xmlns="">
            <p:pic>
              <p:nvPicPr>
                <p:cNvPr id="216" name="Entrada de lápiz 215">
                  <a:extLst>
                    <a:ext uri="{FF2B5EF4-FFF2-40B4-BE49-F238E27FC236}">
                      <a16:creationId xmlns:a16="http://schemas.microsoft.com/office/drawing/2014/main" id="{FAD5A118-8950-3EC0-37DE-89EE9B649577}"/>
                    </a:ext>
                  </a:extLst>
                </p:cNvPr>
                <p:cNvPicPr/>
                <p:nvPr/>
              </p:nvPicPr>
              <p:blipFill>
                <a:blip r:embed="rId243"/>
                <a:stretch>
                  <a:fillRect/>
                </a:stretch>
              </p:blipFill>
              <p:spPr>
                <a:xfrm>
                  <a:off x="8164502" y="2183534"/>
                  <a:ext cx="129600" cy="27864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217" name="Entrada de lápiz 216">
                  <a:extLst>
                    <a:ext uri="{FF2B5EF4-FFF2-40B4-BE49-F238E27FC236}">
                      <a16:creationId xmlns:a16="http://schemas.microsoft.com/office/drawing/2014/main" id="{BE81FDCF-134D-DC7C-9CBF-0DD61BFF2C37}"/>
                    </a:ext>
                  </a:extLst>
                </p14:cNvPr>
                <p14:cNvContentPartPr/>
                <p14:nvPr/>
              </p14:nvContentPartPr>
              <p14:xfrm>
                <a:off x="8291582" y="2350214"/>
                <a:ext cx="138600" cy="103680"/>
              </p14:xfrm>
            </p:contentPart>
          </mc:Choice>
          <mc:Fallback xmlns="">
            <p:pic>
              <p:nvPicPr>
                <p:cNvPr id="217" name="Entrada de lápiz 216">
                  <a:extLst>
                    <a:ext uri="{FF2B5EF4-FFF2-40B4-BE49-F238E27FC236}">
                      <a16:creationId xmlns:a16="http://schemas.microsoft.com/office/drawing/2014/main" id="{BE81FDCF-134D-DC7C-9CBF-0DD61BFF2C37}"/>
                    </a:ext>
                  </a:extLst>
                </p:cNvPr>
                <p:cNvPicPr/>
                <p:nvPr/>
              </p:nvPicPr>
              <p:blipFill>
                <a:blip r:embed="rId245"/>
                <a:stretch>
                  <a:fillRect/>
                </a:stretch>
              </p:blipFill>
              <p:spPr>
                <a:xfrm>
                  <a:off x="8282942" y="2341574"/>
                  <a:ext cx="15624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218" name="Entrada de lápiz 217">
                  <a:extLst>
                    <a:ext uri="{FF2B5EF4-FFF2-40B4-BE49-F238E27FC236}">
                      <a16:creationId xmlns:a16="http://schemas.microsoft.com/office/drawing/2014/main" id="{BC73B341-4710-01EC-FFD3-89B116487733}"/>
                    </a:ext>
                  </a:extLst>
                </p14:cNvPr>
                <p14:cNvContentPartPr/>
                <p14:nvPr/>
              </p14:nvContentPartPr>
              <p14:xfrm>
                <a:off x="8418662" y="2340134"/>
                <a:ext cx="134280" cy="308160"/>
              </p14:xfrm>
            </p:contentPart>
          </mc:Choice>
          <mc:Fallback xmlns="">
            <p:pic>
              <p:nvPicPr>
                <p:cNvPr id="218" name="Entrada de lápiz 217">
                  <a:extLst>
                    <a:ext uri="{FF2B5EF4-FFF2-40B4-BE49-F238E27FC236}">
                      <a16:creationId xmlns:a16="http://schemas.microsoft.com/office/drawing/2014/main" id="{BC73B341-4710-01EC-FFD3-89B116487733}"/>
                    </a:ext>
                  </a:extLst>
                </p:cNvPr>
                <p:cNvPicPr/>
                <p:nvPr/>
              </p:nvPicPr>
              <p:blipFill>
                <a:blip r:embed="rId247"/>
                <a:stretch>
                  <a:fillRect/>
                </a:stretch>
              </p:blipFill>
              <p:spPr>
                <a:xfrm>
                  <a:off x="8410022" y="2331494"/>
                  <a:ext cx="151920" cy="32580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219" name="Entrada de lápiz 218">
                  <a:extLst>
                    <a:ext uri="{FF2B5EF4-FFF2-40B4-BE49-F238E27FC236}">
                      <a16:creationId xmlns:a16="http://schemas.microsoft.com/office/drawing/2014/main" id="{F3601267-85D4-5633-F825-E5DF3A248C0A}"/>
                    </a:ext>
                  </a:extLst>
                </p14:cNvPr>
                <p14:cNvContentPartPr/>
                <p14:nvPr/>
              </p14:nvContentPartPr>
              <p14:xfrm>
                <a:off x="8577782" y="2443094"/>
                <a:ext cx="87840" cy="67680"/>
              </p14:xfrm>
            </p:contentPart>
          </mc:Choice>
          <mc:Fallback xmlns="">
            <p:pic>
              <p:nvPicPr>
                <p:cNvPr id="219" name="Entrada de lápiz 218">
                  <a:extLst>
                    <a:ext uri="{FF2B5EF4-FFF2-40B4-BE49-F238E27FC236}">
                      <a16:creationId xmlns:a16="http://schemas.microsoft.com/office/drawing/2014/main" id="{F3601267-85D4-5633-F825-E5DF3A248C0A}"/>
                    </a:ext>
                  </a:extLst>
                </p:cNvPr>
                <p:cNvPicPr/>
                <p:nvPr/>
              </p:nvPicPr>
              <p:blipFill>
                <a:blip r:embed="rId249"/>
                <a:stretch>
                  <a:fillRect/>
                </a:stretch>
              </p:blipFill>
              <p:spPr>
                <a:xfrm>
                  <a:off x="8569142" y="2434094"/>
                  <a:ext cx="10548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223" name="Entrada de lápiz 222">
                  <a:extLst>
                    <a:ext uri="{FF2B5EF4-FFF2-40B4-BE49-F238E27FC236}">
                      <a16:creationId xmlns:a16="http://schemas.microsoft.com/office/drawing/2014/main" id="{050C2B44-6389-3493-A9E7-BC399763C182}"/>
                    </a:ext>
                  </a:extLst>
                </p14:cNvPr>
                <p14:cNvContentPartPr/>
                <p14:nvPr/>
              </p14:nvContentPartPr>
              <p14:xfrm>
                <a:off x="8765342" y="2114774"/>
                <a:ext cx="74520" cy="485640"/>
              </p14:xfrm>
            </p:contentPart>
          </mc:Choice>
          <mc:Fallback xmlns="">
            <p:pic>
              <p:nvPicPr>
                <p:cNvPr id="223" name="Entrada de lápiz 222">
                  <a:extLst>
                    <a:ext uri="{FF2B5EF4-FFF2-40B4-BE49-F238E27FC236}">
                      <a16:creationId xmlns:a16="http://schemas.microsoft.com/office/drawing/2014/main" id="{050C2B44-6389-3493-A9E7-BC399763C182}"/>
                    </a:ext>
                  </a:extLst>
                </p:cNvPr>
                <p:cNvPicPr/>
                <p:nvPr/>
              </p:nvPicPr>
              <p:blipFill>
                <a:blip r:embed="rId251"/>
                <a:stretch>
                  <a:fillRect/>
                </a:stretch>
              </p:blipFill>
              <p:spPr>
                <a:xfrm>
                  <a:off x="8756342" y="2106134"/>
                  <a:ext cx="92160" cy="50328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224" name="Entrada de lápiz 223">
                  <a:extLst>
                    <a:ext uri="{FF2B5EF4-FFF2-40B4-BE49-F238E27FC236}">
                      <a16:creationId xmlns:a16="http://schemas.microsoft.com/office/drawing/2014/main" id="{91FC11B0-A97F-770D-63CB-712F8A93CFCD}"/>
                    </a:ext>
                  </a:extLst>
                </p14:cNvPr>
                <p14:cNvContentPartPr/>
                <p14:nvPr/>
              </p14:nvContentPartPr>
              <p14:xfrm>
                <a:off x="8849582" y="2374334"/>
                <a:ext cx="266400" cy="23400"/>
              </p14:xfrm>
            </p:contentPart>
          </mc:Choice>
          <mc:Fallback xmlns="">
            <p:pic>
              <p:nvPicPr>
                <p:cNvPr id="224" name="Entrada de lápiz 223">
                  <a:extLst>
                    <a:ext uri="{FF2B5EF4-FFF2-40B4-BE49-F238E27FC236}">
                      <a16:creationId xmlns:a16="http://schemas.microsoft.com/office/drawing/2014/main" id="{91FC11B0-A97F-770D-63CB-712F8A93CFCD}"/>
                    </a:ext>
                  </a:extLst>
                </p:cNvPr>
                <p:cNvPicPr/>
                <p:nvPr/>
              </p:nvPicPr>
              <p:blipFill>
                <a:blip r:embed="rId253"/>
                <a:stretch>
                  <a:fillRect/>
                </a:stretch>
              </p:blipFill>
              <p:spPr>
                <a:xfrm>
                  <a:off x="8840582" y="2365694"/>
                  <a:ext cx="28404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225" name="Entrada de lápiz 224">
                  <a:extLst>
                    <a:ext uri="{FF2B5EF4-FFF2-40B4-BE49-F238E27FC236}">
                      <a16:creationId xmlns:a16="http://schemas.microsoft.com/office/drawing/2014/main" id="{6673305E-10ED-8636-887D-BD0DE14789DC}"/>
                    </a:ext>
                  </a:extLst>
                </p14:cNvPr>
                <p14:cNvContentPartPr/>
                <p14:nvPr/>
              </p14:nvContentPartPr>
              <p14:xfrm>
                <a:off x="9183302" y="2059334"/>
                <a:ext cx="71640" cy="564120"/>
              </p14:xfrm>
            </p:contentPart>
          </mc:Choice>
          <mc:Fallback xmlns="">
            <p:pic>
              <p:nvPicPr>
                <p:cNvPr id="225" name="Entrada de lápiz 224">
                  <a:extLst>
                    <a:ext uri="{FF2B5EF4-FFF2-40B4-BE49-F238E27FC236}">
                      <a16:creationId xmlns:a16="http://schemas.microsoft.com/office/drawing/2014/main" id="{6673305E-10ED-8636-887D-BD0DE14789DC}"/>
                    </a:ext>
                  </a:extLst>
                </p:cNvPr>
                <p:cNvPicPr/>
                <p:nvPr/>
              </p:nvPicPr>
              <p:blipFill>
                <a:blip r:embed="rId255"/>
                <a:stretch>
                  <a:fillRect/>
                </a:stretch>
              </p:blipFill>
              <p:spPr>
                <a:xfrm>
                  <a:off x="9174302" y="2050694"/>
                  <a:ext cx="89280" cy="58176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226" name="Entrada de lápiz 225">
                  <a:extLst>
                    <a:ext uri="{FF2B5EF4-FFF2-40B4-BE49-F238E27FC236}">
                      <a16:creationId xmlns:a16="http://schemas.microsoft.com/office/drawing/2014/main" id="{9C8D5983-EBAF-3DBD-9B8E-30C1C88878B0}"/>
                    </a:ext>
                  </a:extLst>
                </p14:cNvPr>
                <p14:cNvContentPartPr/>
                <p14:nvPr/>
              </p14:nvContentPartPr>
              <p14:xfrm>
                <a:off x="8915102" y="2517254"/>
                <a:ext cx="89640" cy="95760"/>
              </p14:xfrm>
            </p:contentPart>
          </mc:Choice>
          <mc:Fallback xmlns="">
            <p:pic>
              <p:nvPicPr>
                <p:cNvPr id="226" name="Entrada de lápiz 225">
                  <a:extLst>
                    <a:ext uri="{FF2B5EF4-FFF2-40B4-BE49-F238E27FC236}">
                      <a16:creationId xmlns:a16="http://schemas.microsoft.com/office/drawing/2014/main" id="{9C8D5983-EBAF-3DBD-9B8E-30C1C88878B0}"/>
                    </a:ext>
                  </a:extLst>
                </p:cNvPr>
                <p:cNvPicPr/>
                <p:nvPr/>
              </p:nvPicPr>
              <p:blipFill>
                <a:blip r:embed="rId257"/>
                <a:stretch>
                  <a:fillRect/>
                </a:stretch>
              </p:blipFill>
              <p:spPr>
                <a:xfrm>
                  <a:off x="8906462" y="2508254"/>
                  <a:ext cx="10728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227" name="Entrada de lápiz 226">
                  <a:extLst>
                    <a:ext uri="{FF2B5EF4-FFF2-40B4-BE49-F238E27FC236}">
                      <a16:creationId xmlns:a16="http://schemas.microsoft.com/office/drawing/2014/main" id="{97276C98-CA8A-5306-F1D3-4ABE874EF707}"/>
                    </a:ext>
                  </a:extLst>
                </p14:cNvPr>
                <p14:cNvContentPartPr/>
                <p14:nvPr/>
              </p14:nvContentPartPr>
              <p14:xfrm>
                <a:off x="9027422" y="2510774"/>
                <a:ext cx="93600" cy="86040"/>
              </p14:xfrm>
            </p:contentPart>
          </mc:Choice>
          <mc:Fallback xmlns="">
            <p:pic>
              <p:nvPicPr>
                <p:cNvPr id="227" name="Entrada de lápiz 226">
                  <a:extLst>
                    <a:ext uri="{FF2B5EF4-FFF2-40B4-BE49-F238E27FC236}">
                      <a16:creationId xmlns:a16="http://schemas.microsoft.com/office/drawing/2014/main" id="{97276C98-CA8A-5306-F1D3-4ABE874EF707}"/>
                    </a:ext>
                  </a:extLst>
                </p:cNvPr>
                <p:cNvPicPr/>
                <p:nvPr/>
              </p:nvPicPr>
              <p:blipFill>
                <a:blip r:embed="rId259"/>
                <a:stretch>
                  <a:fillRect/>
                </a:stretch>
              </p:blipFill>
              <p:spPr>
                <a:xfrm>
                  <a:off x="9018782" y="2502134"/>
                  <a:ext cx="11124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228" name="Entrada de lápiz 227">
                  <a:extLst>
                    <a:ext uri="{FF2B5EF4-FFF2-40B4-BE49-F238E27FC236}">
                      <a16:creationId xmlns:a16="http://schemas.microsoft.com/office/drawing/2014/main" id="{71C5D1C9-0183-5BD4-F5DD-6A04313F407B}"/>
                    </a:ext>
                  </a:extLst>
                </p14:cNvPr>
                <p14:cNvContentPartPr/>
                <p14:nvPr/>
              </p14:nvContentPartPr>
              <p14:xfrm>
                <a:off x="9263942" y="2020454"/>
                <a:ext cx="148680" cy="744480"/>
              </p14:xfrm>
            </p:contentPart>
          </mc:Choice>
          <mc:Fallback xmlns="">
            <p:pic>
              <p:nvPicPr>
                <p:cNvPr id="228" name="Entrada de lápiz 227">
                  <a:extLst>
                    <a:ext uri="{FF2B5EF4-FFF2-40B4-BE49-F238E27FC236}">
                      <a16:creationId xmlns:a16="http://schemas.microsoft.com/office/drawing/2014/main" id="{71C5D1C9-0183-5BD4-F5DD-6A04313F407B}"/>
                    </a:ext>
                  </a:extLst>
                </p:cNvPr>
                <p:cNvPicPr/>
                <p:nvPr/>
              </p:nvPicPr>
              <p:blipFill>
                <a:blip r:embed="rId261"/>
                <a:stretch>
                  <a:fillRect/>
                </a:stretch>
              </p:blipFill>
              <p:spPr>
                <a:xfrm>
                  <a:off x="9254942" y="2011814"/>
                  <a:ext cx="166320" cy="76212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232" name="Entrada de lápiz 231">
                  <a:extLst>
                    <a:ext uri="{FF2B5EF4-FFF2-40B4-BE49-F238E27FC236}">
                      <a16:creationId xmlns:a16="http://schemas.microsoft.com/office/drawing/2014/main" id="{FC0D9EB1-FC1E-698B-35CB-06E09905DB47}"/>
                    </a:ext>
                  </a:extLst>
                </p14:cNvPr>
                <p14:cNvContentPartPr/>
                <p14:nvPr/>
              </p14:nvContentPartPr>
              <p14:xfrm>
                <a:off x="9499382" y="2331854"/>
                <a:ext cx="83880" cy="10440"/>
              </p14:xfrm>
            </p:contentPart>
          </mc:Choice>
          <mc:Fallback xmlns="">
            <p:pic>
              <p:nvPicPr>
                <p:cNvPr id="232" name="Entrada de lápiz 231">
                  <a:extLst>
                    <a:ext uri="{FF2B5EF4-FFF2-40B4-BE49-F238E27FC236}">
                      <a16:creationId xmlns:a16="http://schemas.microsoft.com/office/drawing/2014/main" id="{FC0D9EB1-FC1E-698B-35CB-06E09905DB47}"/>
                    </a:ext>
                  </a:extLst>
                </p:cNvPr>
                <p:cNvPicPr/>
                <p:nvPr/>
              </p:nvPicPr>
              <p:blipFill>
                <a:blip r:embed="rId263"/>
                <a:stretch>
                  <a:fillRect/>
                </a:stretch>
              </p:blipFill>
              <p:spPr>
                <a:xfrm>
                  <a:off x="9490742" y="2323214"/>
                  <a:ext cx="10152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235" name="Entrada de lápiz 234">
                  <a:extLst>
                    <a:ext uri="{FF2B5EF4-FFF2-40B4-BE49-F238E27FC236}">
                      <a16:creationId xmlns:a16="http://schemas.microsoft.com/office/drawing/2014/main" id="{DFF2FA1E-277A-BB94-8590-CF04D3905DA9}"/>
                    </a:ext>
                  </a:extLst>
                </p14:cNvPr>
                <p14:cNvContentPartPr/>
                <p14:nvPr/>
              </p14:nvContentPartPr>
              <p14:xfrm>
                <a:off x="9471302" y="2400974"/>
                <a:ext cx="106920" cy="5760"/>
              </p14:xfrm>
            </p:contentPart>
          </mc:Choice>
          <mc:Fallback xmlns="">
            <p:pic>
              <p:nvPicPr>
                <p:cNvPr id="235" name="Entrada de lápiz 234">
                  <a:extLst>
                    <a:ext uri="{FF2B5EF4-FFF2-40B4-BE49-F238E27FC236}">
                      <a16:creationId xmlns:a16="http://schemas.microsoft.com/office/drawing/2014/main" id="{DFF2FA1E-277A-BB94-8590-CF04D3905DA9}"/>
                    </a:ext>
                  </a:extLst>
                </p:cNvPr>
                <p:cNvPicPr/>
                <p:nvPr/>
              </p:nvPicPr>
              <p:blipFill>
                <a:blip r:embed="rId265"/>
                <a:stretch>
                  <a:fillRect/>
                </a:stretch>
              </p:blipFill>
              <p:spPr>
                <a:xfrm>
                  <a:off x="9462662" y="2392334"/>
                  <a:ext cx="12456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237" name="Entrada de lápiz 236">
                  <a:extLst>
                    <a:ext uri="{FF2B5EF4-FFF2-40B4-BE49-F238E27FC236}">
                      <a16:creationId xmlns:a16="http://schemas.microsoft.com/office/drawing/2014/main" id="{E59AC6BA-1263-7BE7-38DC-83065C3ECBAC}"/>
                    </a:ext>
                  </a:extLst>
                </p14:cNvPr>
                <p14:cNvContentPartPr/>
                <p14:nvPr/>
              </p14:nvContentPartPr>
              <p14:xfrm>
                <a:off x="9725822" y="2144294"/>
                <a:ext cx="25200" cy="163440"/>
              </p14:xfrm>
            </p:contentPart>
          </mc:Choice>
          <mc:Fallback xmlns="">
            <p:pic>
              <p:nvPicPr>
                <p:cNvPr id="237" name="Entrada de lápiz 236">
                  <a:extLst>
                    <a:ext uri="{FF2B5EF4-FFF2-40B4-BE49-F238E27FC236}">
                      <a16:creationId xmlns:a16="http://schemas.microsoft.com/office/drawing/2014/main" id="{E59AC6BA-1263-7BE7-38DC-83065C3ECBAC}"/>
                    </a:ext>
                  </a:extLst>
                </p:cNvPr>
                <p:cNvPicPr/>
                <p:nvPr/>
              </p:nvPicPr>
              <p:blipFill>
                <a:blip r:embed="rId267"/>
                <a:stretch>
                  <a:fillRect/>
                </a:stretch>
              </p:blipFill>
              <p:spPr>
                <a:xfrm>
                  <a:off x="9717182" y="2135294"/>
                  <a:ext cx="4284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238" name="Entrada de lápiz 237">
                  <a:extLst>
                    <a:ext uri="{FF2B5EF4-FFF2-40B4-BE49-F238E27FC236}">
                      <a16:creationId xmlns:a16="http://schemas.microsoft.com/office/drawing/2014/main" id="{522A5272-3716-E570-F594-F8611909047C}"/>
                    </a:ext>
                  </a:extLst>
                </p14:cNvPr>
                <p14:cNvContentPartPr/>
                <p14:nvPr/>
              </p14:nvContentPartPr>
              <p14:xfrm>
                <a:off x="9646622" y="2373614"/>
                <a:ext cx="191160" cy="15840"/>
              </p14:xfrm>
            </p:contentPart>
          </mc:Choice>
          <mc:Fallback xmlns="">
            <p:pic>
              <p:nvPicPr>
                <p:cNvPr id="238" name="Entrada de lápiz 237">
                  <a:extLst>
                    <a:ext uri="{FF2B5EF4-FFF2-40B4-BE49-F238E27FC236}">
                      <a16:creationId xmlns:a16="http://schemas.microsoft.com/office/drawing/2014/main" id="{522A5272-3716-E570-F594-F8611909047C}"/>
                    </a:ext>
                  </a:extLst>
                </p:cNvPr>
                <p:cNvPicPr/>
                <p:nvPr/>
              </p:nvPicPr>
              <p:blipFill>
                <a:blip r:embed="rId269"/>
                <a:stretch>
                  <a:fillRect/>
                </a:stretch>
              </p:blipFill>
              <p:spPr>
                <a:xfrm>
                  <a:off x="9637982" y="2364974"/>
                  <a:ext cx="20880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239" name="Entrada de lápiz 238">
                  <a:extLst>
                    <a:ext uri="{FF2B5EF4-FFF2-40B4-BE49-F238E27FC236}">
                      <a16:creationId xmlns:a16="http://schemas.microsoft.com/office/drawing/2014/main" id="{9292FD02-1B9B-9171-97AE-24943632B7D1}"/>
                    </a:ext>
                  </a:extLst>
                </p14:cNvPr>
                <p14:cNvContentPartPr/>
                <p14:nvPr/>
              </p14:nvContentPartPr>
              <p14:xfrm>
                <a:off x="9690542" y="2473334"/>
                <a:ext cx="118800" cy="120960"/>
              </p14:xfrm>
            </p:contentPart>
          </mc:Choice>
          <mc:Fallback xmlns="">
            <p:pic>
              <p:nvPicPr>
                <p:cNvPr id="239" name="Entrada de lápiz 238">
                  <a:extLst>
                    <a:ext uri="{FF2B5EF4-FFF2-40B4-BE49-F238E27FC236}">
                      <a16:creationId xmlns:a16="http://schemas.microsoft.com/office/drawing/2014/main" id="{9292FD02-1B9B-9171-97AE-24943632B7D1}"/>
                    </a:ext>
                  </a:extLst>
                </p:cNvPr>
                <p:cNvPicPr/>
                <p:nvPr/>
              </p:nvPicPr>
              <p:blipFill>
                <a:blip r:embed="rId271"/>
                <a:stretch>
                  <a:fillRect/>
                </a:stretch>
              </p:blipFill>
              <p:spPr>
                <a:xfrm>
                  <a:off x="9681542" y="2464694"/>
                  <a:ext cx="13644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241" name="Entrada de lápiz 240">
                  <a:extLst>
                    <a:ext uri="{FF2B5EF4-FFF2-40B4-BE49-F238E27FC236}">
                      <a16:creationId xmlns:a16="http://schemas.microsoft.com/office/drawing/2014/main" id="{9ACFC827-FA7C-9DBF-4569-A26B34A85EF8}"/>
                    </a:ext>
                  </a:extLst>
                </p14:cNvPr>
                <p14:cNvContentPartPr/>
                <p14:nvPr/>
              </p14:nvContentPartPr>
              <p14:xfrm>
                <a:off x="9942182" y="2118374"/>
                <a:ext cx="201600" cy="7560"/>
              </p14:xfrm>
            </p:contentPart>
          </mc:Choice>
          <mc:Fallback xmlns="">
            <p:pic>
              <p:nvPicPr>
                <p:cNvPr id="241" name="Entrada de lápiz 240">
                  <a:extLst>
                    <a:ext uri="{FF2B5EF4-FFF2-40B4-BE49-F238E27FC236}">
                      <a16:creationId xmlns:a16="http://schemas.microsoft.com/office/drawing/2014/main" id="{9ACFC827-FA7C-9DBF-4569-A26B34A85EF8}"/>
                    </a:ext>
                  </a:extLst>
                </p:cNvPr>
                <p:cNvPicPr/>
                <p:nvPr/>
              </p:nvPicPr>
              <p:blipFill>
                <a:blip r:embed="rId273"/>
                <a:stretch>
                  <a:fillRect/>
                </a:stretch>
              </p:blipFill>
              <p:spPr>
                <a:xfrm>
                  <a:off x="9933542" y="2109734"/>
                  <a:ext cx="21924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242" name="Entrada de lápiz 241">
                  <a:extLst>
                    <a:ext uri="{FF2B5EF4-FFF2-40B4-BE49-F238E27FC236}">
                      <a16:creationId xmlns:a16="http://schemas.microsoft.com/office/drawing/2014/main" id="{C66D3D35-873F-75E1-59CB-06F4FA285AC2}"/>
                    </a:ext>
                  </a:extLst>
                </p14:cNvPr>
                <p14:cNvContentPartPr/>
                <p14:nvPr/>
              </p14:nvContentPartPr>
              <p14:xfrm>
                <a:off x="9931742" y="2141054"/>
                <a:ext cx="164880" cy="532440"/>
              </p14:xfrm>
            </p:contentPart>
          </mc:Choice>
          <mc:Fallback xmlns="">
            <p:pic>
              <p:nvPicPr>
                <p:cNvPr id="242" name="Entrada de lápiz 241">
                  <a:extLst>
                    <a:ext uri="{FF2B5EF4-FFF2-40B4-BE49-F238E27FC236}">
                      <a16:creationId xmlns:a16="http://schemas.microsoft.com/office/drawing/2014/main" id="{C66D3D35-873F-75E1-59CB-06F4FA285AC2}"/>
                    </a:ext>
                  </a:extLst>
                </p:cNvPr>
                <p:cNvPicPr/>
                <p:nvPr/>
              </p:nvPicPr>
              <p:blipFill>
                <a:blip r:embed="rId275"/>
                <a:stretch>
                  <a:fillRect/>
                </a:stretch>
              </p:blipFill>
              <p:spPr>
                <a:xfrm>
                  <a:off x="9923102" y="2132054"/>
                  <a:ext cx="182520" cy="55008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243" name="Entrada de lápiz 242">
                  <a:extLst>
                    <a:ext uri="{FF2B5EF4-FFF2-40B4-BE49-F238E27FC236}">
                      <a16:creationId xmlns:a16="http://schemas.microsoft.com/office/drawing/2014/main" id="{B8431F31-0859-CF96-225F-0CDBA5C863B8}"/>
                    </a:ext>
                  </a:extLst>
                </p14:cNvPr>
                <p14:cNvContentPartPr/>
                <p14:nvPr/>
              </p14:nvContentPartPr>
              <p14:xfrm>
                <a:off x="10084022" y="2385134"/>
                <a:ext cx="90000" cy="15840"/>
              </p14:xfrm>
            </p:contentPart>
          </mc:Choice>
          <mc:Fallback xmlns="">
            <p:pic>
              <p:nvPicPr>
                <p:cNvPr id="243" name="Entrada de lápiz 242">
                  <a:extLst>
                    <a:ext uri="{FF2B5EF4-FFF2-40B4-BE49-F238E27FC236}">
                      <a16:creationId xmlns:a16="http://schemas.microsoft.com/office/drawing/2014/main" id="{B8431F31-0859-CF96-225F-0CDBA5C863B8}"/>
                    </a:ext>
                  </a:extLst>
                </p:cNvPr>
                <p:cNvPicPr/>
                <p:nvPr/>
              </p:nvPicPr>
              <p:blipFill>
                <a:blip r:embed="rId277"/>
                <a:stretch>
                  <a:fillRect/>
                </a:stretch>
              </p:blipFill>
              <p:spPr>
                <a:xfrm>
                  <a:off x="10075022" y="2376494"/>
                  <a:ext cx="10764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245" name="Entrada de lápiz 244">
                  <a:extLst>
                    <a:ext uri="{FF2B5EF4-FFF2-40B4-BE49-F238E27FC236}">
                      <a16:creationId xmlns:a16="http://schemas.microsoft.com/office/drawing/2014/main" id="{D3F153C2-92B7-59DB-C393-AF64850D3AE8}"/>
                    </a:ext>
                  </a:extLst>
                </p14:cNvPr>
                <p14:cNvContentPartPr/>
                <p14:nvPr/>
              </p14:nvContentPartPr>
              <p14:xfrm>
                <a:off x="10124342" y="2296574"/>
                <a:ext cx="14760" cy="186120"/>
              </p14:xfrm>
            </p:contentPart>
          </mc:Choice>
          <mc:Fallback xmlns="">
            <p:pic>
              <p:nvPicPr>
                <p:cNvPr id="245" name="Entrada de lápiz 244">
                  <a:extLst>
                    <a:ext uri="{FF2B5EF4-FFF2-40B4-BE49-F238E27FC236}">
                      <a16:creationId xmlns:a16="http://schemas.microsoft.com/office/drawing/2014/main" id="{D3F153C2-92B7-59DB-C393-AF64850D3AE8}"/>
                    </a:ext>
                  </a:extLst>
                </p:cNvPr>
                <p:cNvPicPr/>
                <p:nvPr/>
              </p:nvPicPr>
              <p:blipFill>
                <a:blip r:embed="rId279"/>
                <a:stretch>
                  <a:fillRect/>
                </a:stretch>
              </p:blipFill>
              <p:spPr>
                <a:xfrm>
                  <a:off x="10115702" y="2287574"/>
                  <a:ext cx="3240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247" name="Entrada de lápiz 246">
                  <a:extLst>
                    <a:ext uri="{FF2B5EF4-FFF2-40B4-BE49-F238E27FC236}">
                      <a16:creationId xmlns:a16="http://schemas.microsoft.com/office/drawing/2014/main" id="{351CAAEC-70F4-9B7E-A603-2DDBBC19FBB1}"/>
                    </a:ext>
                  </a:extLst>
                </p14:cNvPr>
                <p14:cNvContentPartPr/>
                <p14:nvPr/>
              </p14:nvContentPartPr>
              <p14:xfrm>
                <a:off x="10347182" y="2184614"/>
                <a:ext cx="6840" cy="192960"/>
              </p14:xfrm>
            </p:contentPart>
          </mc:Choice>
          <mc:Fallback xmlns="">
            <p:pic>
              <p:nvPicPr>
                <p:cNvPr id="247" name="Entrada de lápiz 246">
                  <a:extLst>
                    <a:ext uri="{FF2B5EF4-FFF2-40B4-BE49-F238E27FC236}">
                      <a16:creationId xmlns:a16="http://schemas.microsoft.com/office/drawing/2014/main" id="{351CAAEC-70F4-9B7E-A603-2DDBBC19FBB1}"/>
                    </a:ext>
                  </a:extLst>
                </p:cNvPr>
                <p:cNvPicPr/>
                <p:nvPr/>
              </p:nvPicPr>
              <p:blipFill>
                <a:blip r:embed="rId281"/>
                <a:stretch>
                  <a:fillRect/>
                </a:stretch>
              </p:blipFill>
              <p:spPr>
                <a:xfrm>
                  <a:off x="10338182" y="2175614"/>
                  <a:ext cx="2448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248" name="Entrada de lápiz 247">
                  <a:extLst>
                    <a:ext uri="{FF2B5EF4-FFF2-40B4-BE49-F238E27FC236}">
                      <a16:creationId xmlns:a16="http://schemas.microsoft.com/office/drawing/2014/main" id="{635E608B-2452-CE98-BF6D-8325095E3E51}"/>
                    </a:ext>
                  </a:extLst>
                </p14:cNvPr>
                <p14:cNvContentPartPr/>
                <p14:nvPr/>
              </p14:nvContentPartPr>
              <p14:xfrm>
                <a:off x="10261502" y="2412854"/>
                <a:ext cx="177120" cy="12960"/>
              </p14:xfrm>
            </p:contentPart>
          </mc:Choice>
          <mc:Fallback xmlns="">
            <p:pic>
              <p:nvPicPr>
                <p:cNvPr id="248" name="Entrada de lápiz 247">
                  <a:extLst>
                    <a:ext uri="{FF2B5EF4-FFF2-40B4-BE49-F238E27FC236}">
                      <a16:creationId xmlns:a16="http://schemas.microsoft.com/office/drawing/2014/main" id="{635E608B-2452-CE98-BF6D-8325095E3E51}"/>
                    </a:ext>
                  </a:extLst>
                </p:cNvPr>
                <p:cNvPicPr/>
                <p:nvPr/>
              </p:nvPicPr>
              <p:blipFill>
                <a:blip r:embed="rId283"/>
                <a:stretch>
                  <a:fillRect/>
                </a:stretch>
              </p:blipFill>
              <p:spPr>
                <a:xfrm>
                  <a:off x="10252862" y="2403854"/>
                  <a:ext cx="19476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249" name="Entrada de lápiz 248">
                  <a:extLst>
                    <a:ext uri="{FF2B5EF4-FFF2-40B4-BE49-F238E27FC236}">
                      <a16:creationId xmlns:a16="http://schemas.microsoft.com/office/drawing/2014/main" id="{04CD14F7-B567-427D-ACA7-CAF46F2E2B1C}"/>
                    </a:ext>
                  </a:extLst>
                </p14:cNvPr>
                <p14:cNvContentPartPr/>
                <p14:nvPr/>
              </p14:nvContentPartPr>
              <p14:xfrm>
                <a:off x="10302542" y="2501414"/>
                <a:ext cx="116640" cy="118800"/>
              </p14:xfrm>
            </p:contentPart>
          </mc:Choice>
          <mc:Fallback xmlns="">
            <p:pic>
              <p:nvPicPr>
                <p:cNvPr id="249" name="Entrada de lápiz 248">
                  <a:extLst>
                    <a:ext uri="{FF2B5EF4-FFF2-40B4-BE49-F238E27FC236}">
                      <a16:creationId xmlns:a16="http://schemas.microsoft.com/office/drawing/2014/main" id="{04CD14F7-B567-427D-ACA7-CAF46F2E2B1C}"/>
                    </a:ext>
                  </a:extLst>
                </p:cNvPr>
                <p:cNvPicPr/>
                <p:nvPr/>
              </p:nvPicPr>
              <p:blipFill>
                <a:blip r:embed="rId285"/>
                <a:stretch>
                  <a:fillRect/>
                </a:stretch>
              </p:blipFill>
              <p:spPr>
                <a:xfrm>
                  <a:off x="10293902" y="2492414"/>
                  <a:ext cx="13428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251" name="Entrada de lápiz 250">
                  <a:extLst>
                    <a:ext uri="{FF2B5EF4-FFF2-40B4-BE49-F238E27FC236}">
                      <a16:creationId xmlns:a16="http://schemas.microsoft.com/office/drawing/2014/main" id="{0BAE5CDB-B9DE-5F1A-F473-42FB7E42BEC2}"/>
                    </a:ext>
                  </a:extLst>
                </p14:cNvPr>
                <p14:cNvContentPartPr/>
                <p14:nvPr/>
              </p14:nvContentPartPr>
              <p14:xfrm>
                <a:off x="10607822" y="2333654"/>
                <a:ext cx="34200" cy="126360"/>
              </p14:xfrm>
            </p:contentPart>
          </mc:Choice>
          <mc:Fallback xmlns="">
            <p:pic>
              <p:nvPicPr>
                <p:cNvPr id="251" name="Entrada de lápiz 250">
                  <a:extLst>
                    <a:ext uri="{FF2B5EF4-FFF2-40B4-BE49-F238E27FC236}">
                      <a16:creationId xmlns:a16="http://schemas.microsoft.com/office/drawing/2014/main" id="{0BAE5CDB-B9DE-5F1A-F473-42FB7E42BEC2}"/>
                    </a:ext>
                  </a:extLst>
                </p:cNvPr>
                <p:cNvPicPr/>
                <p:nvPr/>
              </p:nvPicPr>
              <p:blipFill>
                <a:blip r:embed="rId287"/>
                <a:stretch>
                  <a:fillRect/>
                </a:stretch>
              </p:blipFill>
              <p:spPr>
                <a:xfrm>
                  <a:off x="10599182" y="2325014"/>
                  <a:ext cx="5184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252" name="Entrada de lápiz 251">
                  <a:extLst>
                    <a:ext uri="{FF2B5EF4-FFF2-40B4-BE49-F238E27FC236}">
                      <a16:creationId xmlns:a16="http://schemas.microsoft.com/office/drawing/2014/main" id="{45C2B3B5-9DE4-881A-80DF-59BCF16F82E3}"/>
                    </a:ext>
                  </a:extLst>
                </p14:cNvPr>
                <p14:cNvContentPartPr/>
                <p14:nvPr/>
              </p14:nvContentPartPr>
              <p14:xfrm>
                <a:off x="10571462" y="2410694"/>
                <a:ext cx="104760" cy="8640"/>
              </p14:xfrm>
            </p:contentPart>
          </mc:Choice>
          <mc:Fallback xmlns="">
            <p:pic>
              <p:nvPicPr>
                <p:cNvPr id="252" name="Entrada de lápiz 251">
                  <a:extLst>
                    <a:ext uri="{FF2B5EF4-FFF2-40B4-BE49-F238E27FC236}">
                      <a16:creationId xmlns:a16="http://schemas.microsoft.com/office/drawing/2014/main" id="{45C2B3B5-9DE4-881A-80DF-59BCF16F82E3}"/>
                    </a:ext>
                  </a:extLst>
                </p:cNvPr>
                <p:cNvPicPr/>
                <p:nvPr/>
              </p:nvPicPr>
              <p:blipFill>
                <a:blip r:embed="rId289"/>
                <a:stretch>
                  <a:fillRect/>
                </a:stretch>
              </p:blipFill>
              <p:spPr>
                <a:xfrm>
                  <a:off x="10562822" y="2402054"/>
                  <a:ext cx="12240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253" name="Entrada de lápiz 252">
                  <a:extLst>
                    <a:ext uri="{FF2B5EF4-FFF2-40B4-BE49-F238E27FC236}">
                      <a16:creationId xmlns:a16="http://schemas.microsoft.com/office/drawing/2014/main" id="{8077F538-FEA1-A89A-B074-B0E62F599142}"/>
                    </a:ext>
                  </a:extLst>
                </p14:cNvPr>
                <p14:cNvContentPartPr/>
                <p14:nvPr/>
              </p14:nvContentPartPr>
              <p14:xfrm>
                <a:off x="10806182" y="2179214"/>
                <a:ext cx="20520" cy="164880"/>
              </p14:xfrm>
            </p:contentPart>
          </mc:Choice>
          <mc:Fallback xmlns="">
            <p:pic>
              <p:nvPicPr>
                <p:cNvPr id="253" name="Entrada de lápiz 252">
                  <a:extLst>
                    <a:ext uri="{FF2B5EF4-FFF2-40B4-BE49-F238E27FC236}">
                      <a16:creationId xmlns:a16="http://schemas.microsoft.com/office/drawing/2014/main" id="{8077F538-FEA1-A89A-B074-B0E62F599142}"/>
                    </a:ext>
                  </a:extLst>
                </p:cNvPr>
                <p:cNvPicPr/>
                <p:nvPr/>
              </p:nvPicPr>
              <p:blipFill>
                <a:blip r:embed="rId291"/>
                <a:stretch>
                  <a:fillRect/>
                </a:stretch>
              </p:blipFill>
              <p:spPr>
                <a:xfrm>
                  <a:off x="10797542" y="2170574"/>
                  <a:ext cx="3816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254" name="Entrada de lápiz 253">
                  <a:extLst>
                    <a:ext uri="{FF2B5EF4-FFF2-40B4-BE49-F238E27FC236}">
                      <a16:creationId xmlns:a16="http://schemas.microsoft.com/office/drawing/2014/main" id="{FBCB5400-6905-2FB0-6CDA-D357D291F51B}"/>
                    </a:ext>
                  </a:extLst>
                </p14:cNvPr>
                <p14:cNvContentPartPr/>
                <p14:nvPr/>
              </p14:nvContentPartPr>
              <p14:xfrm>
                <a:off x="10720142" y="2414654"/>
                <a:ext cx="156600" cy="7200"/>
              </p14:xfrm>
            </p:contentPart>
          </mc:Choice>
          <mc:Fallback xmlns="">
            <p:pic>
              <p:nvPicPr>
                <p:cNvPr id="254" name="Entrada de lápiz 253">
                  <a:extLst>
                    <a:ext uri="{FF2B5EF4-FFF2-40B4-BE49-F238E27FC236}">
                      <a16:creationId xmlns:a16="http://schemas.microsoft.com/office/drawing/2014/main" id="{FBCB5400-6905-2FB0-6CDA-D357D291F51B}"/>
                    </a:ext>
                  </a:extLst>
                </p:cNvPr>
                <p:cNvPicPr/>
                <p:nvPr/>
              </p:nvPicPr>
              <p:blipFill>
                <a:blip r:embed="rId293"/>
                <a:stretch>
                  <a:fillRect/>
                </a:stretch>
              </p:blipFill>
              <p:spPr>
                <a:xfrm>
                  <a:off x="10711502" y="2406014"/>
                  <a:ext cx="1742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255" name="Entrada de lápiz 254">
                  <a:extLst>
                    <a:ext uri="{FF2B5EF4-FFF2-40B4-BE49-F238E27FC236}">
                      <a16:creationId xmlns:a16="http://schemas.microsoft.com/office/drawing/2014/main" id="{75B2765A-77BE-DC60-DEF3-1185FA24CE0C}"/>
                    </a:ext>
                  </a:extLst>
                </p14:cNvPr>
                <p14:cNvContentPartPr/>
                <p14:nvPr/>
              </p14:nvContentPartPr>
              <p14:xfrm>
                <a:off x="10765502" y="2499614"/>
                <a:ext cx="100440" cy="122400"/>
              </p14:xfrm>
            </p:contentPart>
          </mc:Choice>
          <mc:Fallback xmlns="">
            <p:pic>
              <p:nvPicPr>
                <p:cNvPr id="255" name="Entrada de lápiz 254">
                  <a:extLst>
                    <a:ext uri="{FF2B5EF4-FFF2-40B4-BE49-F238E27FC236}">
                      <a16:creationId xmlns:a16="http://schemas.microsoft.com/office/drawing/2014/main" id="{75B2765A-77BE-DC60-DEF3-1185FA24CE0C}"/>
                    </a:ext>
                  </a:extLst>
                </p:cNvPr>
                <p:cNvPicPr/>
                <p:nvPr/>
              </p:nvPicPr>
              <p:blipFill>
                <a:blip r:embed="rId295"/>
                <a:stretch>
                  <a:fillRect/>
                </a:stretch>
              </p:blipFill>
              <p:spPr>
                <a:xfrm>
                  <a:off x="10756502" y="2490614"/>
                  <a:ext cx="11808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648" name="Entrada de lápiz 647">
                  <a:extLst>
                    <a:ext uri="{FF2B5EF4-FFF2-40B4-BE49-F238E27FC236}">
                      <a16:creationId xmlns:a16="http://schemas.microsoft.com/office/drawing/2014/main" id="{501C3951-26DF-DD8C-43CD-2AB848193904}"/>
                    </a:ext>
                  </a:extLst>
                </p14:cNvPr>
                <p14:cNvContentPartPr/>
                <p14:nvPr/>
              </p14:nvContentPartPr>
              <p14:xfrm>
                <a:off x="10885382" y="2101814"/>
                <a:ext cx="126720" cy="593280"/>
              </p14:xfrm>
            </p:contentPart>
          </mc:Choice>
          <mc:Fallback xmlns="">
            <p:pic>
              <p:nvPicPr>
                <p:cNvPr id="648" name="Entrada de lápiz 647">
                  <a:extLst>
                    <a:ext uri="{FF2B5EF4-FFF2-40B4-BE49-F238E27FC236}">
                      <a16:creationId xmlns:a16="http://schemas.microsoft.com/office/drawing/2014/main" id="{501C3951-26DF-DD8C-43CD-2AB848193904}"/>
                    </a:ext>
                  </a:extLst>
                </p:cNvPr>
                <p:cNvPicPr/>
                <p:nvPr/>
              </p:nvPicPr>
              <p:blipFill>
                <a:blip r:embed="rId297"/>
                <a:stretch>
                  <a:fillRect/>
                </a:stretch>
              </p:blipFill>
              <p:spPr>
                <a:xfrm>
                  <a:off x="10876382" y="2092814"/>
                  <a:ext cx="144360" cy="61092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662" name="Entrada de lápiz 661">
                  <a:extLst>
                    <a:ext uri="{FF2B5EF4-FFF2-40B4-BE49-F238E27FC236}">
                      <a16:creationId xmlns:a16="http://schemas.microsoft.com/office/drawing/2014/main" id="{135A784E-9BBB-71A3-CBE7-D3A15609B2BB}"/>
                    </a:ext>
                  </a:extLst>
                </p14:cNvPr>
                <p14:cNvContentPartPr/>
                <p14:nvPr/>
              </p14:nvContentPartPr>
              <p14:xfrm>
                <a:off x="11098142" y="2338334"/>
                <a:ext cx="93240" cy="14040"/>
              </p14:xfrm>
            </p:contentPart>
          </mc:Choice>
          <mc:Fallback xmlns="">
            <p:pic>
              <p:nvPicPr>
                <p:cNvPr id="662" name="Entrada de lápiz 661">
                  <a:extLst>
                    <a:ext uri="{FF2B5EF4-FFF2-40B4-BE49-F238E27FC236}">
                      <a16:creationId xmlns:a16="http://schemas.microsoft.com/office/drawing/2014/main" id="{135A784E-9BBB-71A3-CBE7-D3A15609B2BB}"/>
                    </a:ext>
                  </a:extLst>
                </p:cNvPr>
                <p:cNvPicPr/>
                <p:nvPr/>
              </p:nvPicPr>
              <p:blipFill>
                <a:blip r:embed="rId299"/>
                <a:stretch>
                  <a:fillRect/>
                </a:stretch>
              </p:blipFill>
              <p:spPr>
                <a:xfrm>
                  <a:off x="11089142" y="2329694"/>
                  <a:ext cx="11088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669" name="Entrada de lápiz 668">
                  <a:extLst>
                    <a:ext uri="{FF2B5EF4-FFF2-40B4-BE49-F238E27FC236}">
                      <a16:creationId xmlns:a16="http://schemas.microsoft.com/office/drawing/2014/main" id="{9F71974B-D181-0CE2-DF00-729DE6C96D0E}"/>
                    </a:ext>
                  </a:extLst>
                </p14:cNvPr>
                <p14:cNvContentPartPr/>
                <p14:nvPr/>
              </p14:nvContentPartPr>
              <p14:xfrm>
                <a:off x="11088782" y="2397374"/>
                <a:ext cx="85320" cy="5400"/>
              </p14:xfrm>
            </p:contentPart>
          </mc:Choice>
          <mc:Fallback xmlns="">
            <p:pic>
              <p:nvPicPr>
                <p:cNvPr id="669" name="Entrada de lápiz 668">
                  <a:extLst>
                    <a:ext uri="{FF2B5EF4-FFF2-40B4-BE49-F238E27FC236}">
                      <a16:creationId xmlns:a16="http://schemas.microsoft.com/office/drawing/2014/main" id="{9F71974B-D181-0CE2-DF00-729DE6C96D0E}"/>
                    </a:ext>
                  </a:extLst>
                </p:cNvPr>
                <p:cNvPicPr/>
                <p:nvPr/>
              </p:nvPicPr>
              <p:blipFill>
                <a:blip r:embed="rId301"/>
                <a:stretch>
                  <a:fillRect/>
                </a:stretch>
              </p:blipFill>
              <p:spPr>
                <a:xfrm>
                  <a:off x="11080142" y="2388734"/>
                  <a:ext cx="10296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670" name="Entrada de lápiz 669">
                  <a:extLst>
                    <a:ext uri="{FF2B5EF4-FFF2-40B4-BE49-F238E27FC236}">
                      <a16:creationId xmlns:a16="http://schemas.microsoft.com/office/drawing/2014/main" id="{B4603F34-8AFB-958D-CFB9-086E9B025219}"/>
                    </a:ext>
                  </a:extLst>
                </p14:cNvPr>
                <p14:cNvContentPartPr/>
                <p14:nvPr/>
              </p14:nvContentPartPr>
              <p14:xfrm>
                <a:off x="11353382" y="2140334"/>
                <a:ext cx="14040" cy="199440"/>
              </p14:xfrm>
            </p:contentPart>
          </mc:Choice>
          <mc:Fallback xmlns="">
            <p:pic>
              <p:nvPicPr>
                <p:cNvPr id="670" name="Entrada de lápiz 669">
                  <a:extLst>
                    <a:ext uri="{FF2B5EF4-FFF2-40B4-BE49-F238E27FC236}">
                      <a16:creationId xmlns:a16="http://schemas.microsoft.com/office/drawing/2014/main" id="{B4603F34-8AFB-958D-CFB9-086E9B025219}"/>
                    </a:ext>
                  </a:extLst>
                </p:cNvPr>
                <p:cNvPicPr/>
                <p:nvPr/>
              </p:nvPicPr>
              <p:blipFill>
                <a:blip r:embed="rId303"/>
                <a:stretch>
                  <a:fillRect/>
                </a:stretch>
              </p:blipFill>
              <p:spPr>
                <a:xfrm>
                  <a:off x="11344742" y="2131334"/>
                  <a:ext cx="3168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674" name="Entrada de lápiz 673">
                  <a:extLst>
                    <a:ext uri="{FF2B5EF4-FFF2-40B4-BE49-F238E27FC236}">
                      <a16:creationId xmlns:a16="http://schemas.microsoft.com/office/drawing/2014/main" id="{41B4A98E-0956-9DCC-7733-0CF38C85C19F}"/>
                    </a:ext>
                  </a:extLst>
                </p14:cNvPr>
                <p14:cNvContentPartPr/>
                <p14:nvPr/>
              </p14:nvContentPartPr>
              <p14:xfrm>
                <a:off x="11257982" y="2404934"/>
                <a:ext cx="234360" cy="20160"/>
              </p14:xfrm>
            </p:contentPart>
          </mc:Choice>
          <mc:Fallback xmlns="">
            <p:pic>
              <p:nvPicPr>
                <p:cNvPr id="674" name="Entrada de lápiz 673">
                  <a:extLst>
                    <a:ext uri="{FF2B5EF4-FFF2-40B4-BE49-F238E27FC236}">
                      <a16:creationId xmlns:a16="http://schemas.microsoft.com/office/drawing/2014/main" id="{41B4A98E-0956-9DCC-7733-0CF38C85C19F}"/>
                    </a:ext>
                  </a:extLst>
                </p:cNvPr>
                <p:cNvPicPr/>
                <p:nvPr/>
              </p:nvPicPr>
              <p:blipFill>
                <a:blip r:embed="rId305"/>
                <a:stretch>
                  <a:fillRect/>
                </a:stretch>
              </p:blipFill>
              <p:spPr>
                <a:xfrm>
                  <a:off x="11248982" y="2396294"/>
                  <a:ext cx="25200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676" name="Entrada de lápiz 675">
                  <a:extLst>
                    <a:ext uri="{FF2B5EF4-FFF2-40B4-BE49-F238E27FC236}">
                      <a16:creationId xmlns:a16="http://schemas.microsoft.com/office/drawing/2014/main" id="{BE208904-4314-E3A4-AD9C-F5FCABC73C9D}"/>
                    </a:ext>
                  </a:extLst>
                </p14:cNvPr>
                <p14:cNvContentPartPr/>
                <p14:nvPr/>
              </p14:nvContentPartPr>
              <p14:xfrm>
                <a:off x="11299382" y="2529854"/>
                <a:ext cx="194760" cy="182880"/>
              </p14:xfrm>
            </p:contentPart>
          </mc:Choice>
          <mc:Fallback xmlns="">
            <p:pic>
              <p:nvPicPr>
                <p:cNvPr id="676" name="Entrada de lápiz 675">
                  <a:extLst>
                    <a:ext uri="{FF2B5EF4-FFF2-40B4-BE49-F238E27FC236}">
                      <a16:creationId xmlns:a16="http://schemas.microsoft.com/office/drawing/2014/main" id="{BE208904-4314-E3A4-AD9C-F5FCABC73C9D}"/>
                    </a:ext>
                  </a:extLst>
                </p:cNvPr>
                <p:cNvPicPr/>
                <p:nvPr/>
              </p:nvPicPr>
              <p:blipFill>
                <a:blip r:embed="rId307"/>
                <a:stretch>
                  <a:fillRect/>
                </a:stretch>
              </p:blipFill>
              <p:spPr>
                <a:xfrm>
                  <a:off x="11290742" y="2520854"/>
                  <a:ext cx="212400" cy="200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8">
            <p14:nvContentPartPr>
              <p14:cNvPr id="681" name="Entrada de lápiz 680">
                <a:extLst>
                  <a:ext uri="{FF2B5EF4-FFF2-40B4-BE49-F238E27FC236}">
                    <a16:creationId xmlns:a16="http://schemas.microsoft.com/office/drawing/2014/main" id="{FBF30B62-1564-A088-8D0A-3684B1F4BC5A}"/>
                  </a:ext>
                </a:extLst>
              </p14:cNvPr>
              <p14:cNvContentPartPr/>
              <p14:nvPr/>
            </p14:nvContentPartPr>
            <p14:xfrm>
              <a:off x="7504262" y="860534"/>
              <a:ext cx="84960" cy="71280"/>
            </p14:xfrm>
          </p:contentPart>
        </mc:Choice>
        <mc:Fallback xmlns="">
          <p:pic>
            <p:nvPicPr>
              <p:cNvPr id="681" name="Entrada de lápiz 680">
                <a:extLst>
                  <a:ext uri="{FF2B5EF4-FFF2-40B4-BE49-F238E27FC236}">
                    <a16:creationId xmlns:a16="http://schemas.microsoft.com/office/drawing/2014/main" id="{FBF30B62-1564-A088-8D0A-3684B1F4BC5A}"/>
                  </a:ext>
                </a:extLst>
              </p:cNvPr>
              <p:cNvPicPr/>
              <p:nvPr/>
            </p:nvPicPr>
            <p:blipFill>
              <a:blip r:embed="rId309"/>
              <a:stretch>
                <a:fillRect/>
              </a:stretch>
            </p:blipFill>
            <p:spPr>
              <a:xfrm>
                <a:off x="7495622" y="851894"/>
                <a:ext cx="102600" cy="88920"/>
              </a:xfrm>
              <a:prstGeom prst="rect">
                <a:avLst/>
              </a:prstGeom>
            </p:spPr>
          </p:pic>
        </mc:Fallback>
      </mc:AlternateContent>
      <p:grpSp>
        <p:nvGrpSpPr>
          <p:cNvPr id="711" name="Grupo 710">
            <a:extLst>
              <a:ext uri="{FF2B5EF4-FFF2-40B4-BE49-F238E27FC236}">
                <a16:creationId xmlns:a16="http://schemas.microsoft.com/office/drawing/2014/main" id="{85749680-AC9C-99A3-4A6B-98B7A6BE2E95}"/>
              </a:ext>
            </a:extLst>
          </p:cNvPr>
          <p:cNvGrpSpPr/>
          <p:nvPr/>
        </p:nvGrpSpPr>
        <p:grpSpPr>
          <a:xfrm>
            <a:off x="6241022" y="1480814"/>
            <a:ext cx="217440" cy="149400"/>
            <a:chOff x="6241022" y="1480814"/>
            <a:chExt cx="217440" cy="149400"/>
          </a:xfrm>
        </p:grpSpPr>
        <mc:AlternateContent xmlns:mc="http://schemas.openxmlformats.org/markup-compatibility/2006" xmlns:p14="http://schemas.microsoft.com/office/powerpoint/2010/main">
          <mc:Choice Requires="p14">
            <p:contentPart p14:bwMode="auto" r:id="rId310">
              <p14:nvContentPartPr>
                <p14:cNvPr id="684" name="Entrada de lápiz 683">
                  <a:extLst>
                    <a:ext uri="{FF2B5EF4-FFF2-40B4-BE49-F238E27FC236}">
                      <a16:creationId xmlns:a16="http://schemas.microsoft.com/office/drawing/2014/main" id="{29179E29-D47B-88DA-A1E6-EE27AAE5D058}"/>
                    </a:ext>
                  </a:extLst>
                </p14:cNvPr>
                <p14:cNvContentPartPr/>
                <p14:nvPr/>
              </p14:nvContentPartPr>
              <p14:xfrm>
                <a:off x="6241022" y="1480814"/>
                <a:ext cx="24840" cy="149400"/>
              </p14:xfrm>
            </p:contentPart>
          </mc:Choice>
          <mc:Fallback xmlns="">
            <p:pic>
              <p:nvPicPr>
                <p:cNvPr id="684" name="Entrada de lápiz 683">
                  <a:extLst>
                    <a:ext uri="{FF2B5EF4-FFF2-40B4-BE49-F238E27FC236}">
                      <a16:creationId xmlns:a16="http://schemas.microsoft.com/office/drawing/2014/main" id="{29179E29-D47B-88DA-A1E6-EE27AAE5D058}"/>
                    </a:ext>
                  </a:extLst>
                </p:cNvPr>
                <p:cNvPicPr/>
                <p:nvPr/>
              </p:nvPicPr>
              <p:blipFill>
                <a:blip r:embed="rId311"/>
                <a:stretch>
                  <a:fillRect/>
                </a:stretch>
              </p:blipFill>
              <p:spPr>
                <a:xfrm>
                  <a:off x="6232382" y="1472174"/>
                  <a:ext cx="4248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687" name="Entrada de lápiz 686">
                  <a:extLst>
                    <a:ext uri="{FF2B5EF4-FFF2-40B4-BE49-F238E27FC236}">
                      <a16:creationId xmlns:a16="http://schemas.microsoft.com/office/drawing/2014/main" id="{664056AC-327E-0B8E-B647-AC754BED8833}"/>
                    </a:ext>
                  </a:extLst>
                </p14:cNvPr>
                <p14:cNvContentPartPr/>
                <p14:nvPr/>
              </p14:nvContentPartPr>
              <p14:xfrm>
                <a:off x="6327782" y="1492334"/>
                <a:ext cx="130680" cy="130680"/>
              </p14:xfrm>
            </p:contentPart>
          </mc:Choice>
          <mc:Fallback xmlns="">
            <p:pic>
              <p:nvPicPr>
                <p:cNvPr id="687" name="Entrada de lápiz 686">
                  <a:extLst>
                    <a:ext uri="{FF2B5EF4-FFF2-40B4-BE49-F238E27FC236}">
                      <a16:creationId xmlns:a16="http://schemas.microsoft.com/office/drawing/2014/main" id="{664056AC-327E-0B8E-B647-AC754BED8833}"/>
                    </a:ext>
                  </a:extLst>
                </p:cNvPr>
                <p:cNvPicPr/>
                <p:nvPr/>
              </p:nvPicPr>
              <p:blipFill>
                <a:blip r:embed="rId313"/>
                <a:stretch>
                  <a:fillRect/>
                </a:stretch>
              </p:blipFill>
              <p:spPr>
                <a:xfrm>
                  <a:off x="6318782" y="1483694"/>
                  <a:ext cx="148320" cy="148320"/>
                </a:xfrm>
                <a:prstGeom prst="rect">
                  <a:avLst/>
                </a:prstGeom>
              </p:spPr>
            </p:pic>
          </mc:Fallback>
        </mc:AlternateContent>
      </p:grpSp>
      <p:grpSp>
        <p:nvGrpSpPr>
          <p:cNvPr id="320" name="Grupo 319">
            <a:extLst>
              <a:ext uri="{FF2B5EF4-FFF2-40B4-BE49-F238E27FC236}">
                <a16:creationId xmlns:a16="http://schemas.microsoft.com/office/drawing/2014/main" id="{CB281519-0223-1B67-CDBF-9F169CAB8DA3}"/>
              </a:ext>
            </a:extLst>
          </p:cNvPr>
          <p:cNvGrpSpPr/>
          <p:nvPr/>
        </p:nvGrpSpPr>
        <p:grpSpPr>
          <a:xfrm>
            <a:off x="7711262" y="2191094"/>
            <a:ext cx="210960" cy="150480"/>
            <a:chOff x="7711262" y="2191094"/>
            <a:chExt cx="210960" cy="150480"/>
          </a:xfrm>
        </p:grpSpPr>
        <mc:AlternateContent xmlns:mc="http://schemas.openxmlformats.org/markup-compatibility/2006" xmlns:p14="http://schemas.microsoft.com/office/powerpoint/2010/main">
          <mc:Choice Requires="p14">
            <p:contentPart p14:bwMode="auto" r:id="rId314">
              <p14:nvContentPartPr>
                <p14:cNvPr id="759" name="Entrada de lápiz 758">
                  <a:extLst>
                    <a:ext uri="{FF2B5EF4-FFF2-40B4-BE49-F238E27FC236}">
                      <a16:creationId xmlns:a16="http://schemas.microsoft.com/office/drawing/2014/main" id="{24852364-6966-B082-8E32-E17BD3BF1A4E}"/>
                    </a:ext>
                  </a:extLst>
                </p14:cNvPr>
                <p14:cNvContentPartPr/>
                <p14:nvPr/>
              </p14:nvContentPartPr>
              <p14:xfrm>
                <a:off x="7711262" y="2191094"/>
                <a:ext cx="19440" cy="144720"/>
              </p14:xfrm>
            </p:contentPart>
          </mc:Choice>
          <mc:Fallback xmlns="">
            <p:pic>
              <p:nvPicPr>
                <p:cNvPr id="759" name="Entrada de lápiz 758">
                  <a:extLst>
                    <a:ext uri="{FF2B5EF4-FFF2-40B4-BE49-F238E27FC236}">
                      <a16:creationId xmlns:a16="http://schemas.microsoft.com/office/drawing/2014/main" id="{24852364-6966-B082-8E32-E17BD3BF1A4E}"/>
                    </a:ext>
                  </a:extLst>
                </p:cNvPr>
                <p:cNvPicPr/>
                <p:nvPr/>
              </p:nvPicPr>
              <p:blipFill>
                <a:blip r:embed="rId315"/>
                <a:stretch>
                  <a:fillRect/>
                </a:stretch>
              </p:blipFill>
              <p:spPr>
                <a:xfrm>
                  <a:off x="7702622" y="2182454"/>
                  <a:ext cx="3708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761" name="Entrada de lápiz 760">
                  <a:extLst>
                    <a:ext uri="{FF2B5EF4-FFF2-40B4-BE49-F238E27FC236}">
                      <a16:creationId xmlns:a16="http://schemas.microsoft.com/office/drawing/2014/main" id="{223B824B-EA7B-2414-A059-D6D7D3E5F3B8}"/>
                    </a:ext>
                  </a:extLst>
                </p14:cNvPr>
                <p14:cNvContentPartPr/>
                <p14:nvPr/>
              </p14:nvContentPartPr>
              <p14:xfrm>
                <a:off x="7790102" y="2213054"/>
                <a:ext cx="132120" cy="128520"/>
              </p14:xfrm>
            </p:contentPart>
          </mc:Choice>
          <mc:Fallback xmlns="">
            <p:pic>
              <p:nvPicPr>
                <p:cNvPr id="761" name="Entrada de lápiz 760">
                  <a:extLst>
                    <a:ext uri="{FF2B5EF4-FFF2-40B4-BE49-F238E27FC236}">
                      <a16:creationId xmlns:a16="http://schemas.microsoft.com/office/drawing/2014/main" id="{223B824B-EA7B-2414-A059-D6D7D3E5F3B8}"/>
                    </a:ext>
                  </a:extLst>
                </p:cNvPr>
                <p:cNvPicPr/>
                <p:nvPr/>
              </p:nvPicPr>
              <p:blipFill>
                <a:blip r:embed="rId317"/>
                <a:stretch>
                  <a:fillRect/>
                </a:stretch>
              </p:blipFill>
              <p:spPr>
                <a:xfrm>
                  <a:off x="7781462" y="2204414"/>
                  <a:ext cx="149760" cy="146160"/>
                </a:xfrm>
                <a:prstGeom prst="rect">
                  <a:avLst/>
                </a:prstGeom>
              </p:spPr>
            </p:pic>
          </mc:Fallback>
        </mc:AlternateContent>
      </p:grpSp>
      <p:grpSp>
        <p:nvGrpSpPr>
          <p:cNvPr id="323" name="Grupo 322">
            <a:extLst>
              <a:ext uri="{FF2B5EF4-FFF2-40B4-BE49-F238E27FC236}">
                <a16:creationId xmlns:a16="http://schemas.microsoft.com/office/drawing/2014/main" id="{F70A6BBB-06FB-BB13-84DF-6A76742D0119}"/>
              </a:ext>
            </a:extLst>
          </p:cNvPr>
          <p:cNvGrpSpPr/>
          <p:nvPr/>
        </p:nvGrpSpPr>
        <p:grpSpPr>
          <a:xfrm>
            <a:off x="8914022" y="2169134"/>
            <a:ext cx="213120" cy="120960"/>
            <a:chOff x="8914022" y="2169134"/>
            <a:chExt cx="213120" cy="120960"/>
          </a:xfrm>
        </p:grpSpPr>
        <mc:AlternateContent xmlns:mc="http://schemas.openxmlformats.org/markup-compatibility/2006" xmlns:p14="http://schemas.microsoft.com/office/powerpoint/2010/main">
          <mc:Choice Requires="p14">
            <p:contentPart p14:bwMode="auto" r:id="rId318">
              <p14:nvContentPartPr>
                <p14:cNvPr id="321" name="Entrada de lápiz 320">
                  <a:extLst>
                    <a:ext uri="{FF2B5EF4-FFF2-40B4-BE49-F238E27FC236}">
                      <a16:creationId xmlns:a16="http://schemas.microsoft.com/office/drawing/2014/main" id="{8CFF5B88-C6F0-CB57-D57C-9BC0129411F0}"/>
                    </a:ext>
                  </a:extLst>
                </p14:cNvPr>
                <p14:cNvContentPartPr/>
                <p14:nvPr/>
              </p14:nvContentPartPr>
              <p14:xfrm>
                <a:off x="8914022" y="2169854"/>
                <a:ext cx="18720" cy="119520"/>
              </p14:xfrm>
            </p:contentPart>
          </mc:Choice>
          <mc:Fallback xmlns="">
            <p:pic>
              <p:nvPicPr>
                <p:cNvPr id="321" name="Entrada de lápiz 320">
                  <a:extLst>
                    <a:ext uri="{FF2B5EF4-FFF2-40B4-BE49-F238E27FC236}">
                      <a16:creationId xmlns:a16="http://schemas.microsoft.com/office/drawing/2014/main" id="{8CFF5B88-C6F0-CB57-D57C-9BC0129411F0}"/>
                    </a:ext>
                  </a:extLst>
                </p:cNvPr>
                <p:cNvPicPr/>
                <p:nvPr/>
              </p:nvPicPr>
              <p:blipFill>
                <a:blip r:embed="rId319"/>
                <a:stretch>
                  <a:fillRect/>
                </a:stretch>
              </p:blipFill>
              <p:spPr>
                <a:xfrm>
                  <a:off x="8905382" y="2160854"/>
                  <a:ext cx="3636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322" name="Entrada de lápiz 321">
                  <a:extLst>
                    <a:ext uri="{FF2B5EF4-FFF2-40B4-BE49-F238E27FC236}">
                      <a16:creationId xmlns:a16="http://schemas.microsoft.com/office/drawing/2014/main" id="{530A5C89-2528-81E3-6E2A-008E5A6CE4CF}"/>
                    </a:ext>
                  </a:extLst>
                </p14:cNvPr>
                <p14:cNvContentPartPr/>
                <p14:nvPr/>
              </p14:nvContentPartPr>
              <p14:xfrm>
                <a:off x="8987102" y="2169134"/>
                <a:ext cx="140040" cy="120960"/>
              </p14:xfrm>
            </p:contentPart>
          </mc:Choice>
          <mc:Fallback xmlns="">
            <p:pic>
              <p:nvPicPr>
                <p:cNvPr id="322" name="Entrada de lápiz 321">
                  <a:extLst>
                    <a:ext uri="{FF2B5EF4-FFF2-40B4-BE49-F238E27FC236}">
                      <a16:creationId xmlns:a16="http://schemas.microsoft.com/office/drawing/2014/main" id="{530A5C89-2528-81E3-6E2A-008E5A6CE4CF}"/>
                    </a:ext>
                  </a:extLst>
                </p:cNvPr>
                <p:cNvPicPr/>
                <p:nvPr/>
              </p:nvPicPr>
              <p:blipFill>
                <a:blip r:embed="rId321"/>
                <a:stretch>
                  <a:fillRect/>
                </a:stretch>
              </p:blipFill>
              <p:spPr>
                <a:xfrm>
                  <a:off x="8978462" y="2160494"/>
                  <a:ext cx="157680" cy="138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22">
            <p14:nvContentPartPr>
              <p14:cNvPr id="324" name="Entrada de lápiz 323">
                <a:extLst>
                  <a:ext uri="{FF2B5EF4-FFF2-40B4-BE49-F238E27FC236}">
                    <a16:creationId xmlns:a16="http://schemas.microsoft.com/office/drawing/2014/main" id="{C7F21C0E-1AA6-5620-7B21-7285B610FE42}"/>
                  </a:ext>
                </a:extLst>
              </p14:cNvPr>
              <p14:cNvContentPartPr/>
              <p14:nvPr/>
            </p14:nvContentPartPr>
            <p14:xfrm>
              <a:off x="6179102" y="884294"/>
              <a:ext cx="81360" cy="72000"/>
            </p14:xfrm>
          </p:contentPart>
        </mc:Choice>
        <mc:Fallback xmlns="">
          <p:pic>
            <p:nvPicPr>
              <p:cNvPr id="324" name="Entrada de lápiz 323">
                <a:extLst>
                  <a:ext uri="{FF2B5EF4-FFF2-40B4-BE49-F238E27FC236}">
                    <a16:creationId xmlns:a16="http://schemas.microsoft.com/office/drawing/2014/main" id="{C7F21C0E-1AA6-5620-7B21-7285B610FE42}"/>
                  </a:ext>
                </a:extLst>
              </p:cNvPr>
              <p:cNvPicPr/>
              <p:nvPr/>
            </p:nvPicPr>
            <p:blipFill>
              <a:blip r:embed="rId323"/>
              <a:stretch>
                <a:fillRect/>
              </a:stretch>
            </p:blipFill>
            <p:spPr>
              <a:xfrm>
                <a:off x="6170462" y="875654"/>
                <a:ext cx="99000" cy="89640"/>
              </a:xfrm>
              <a:prstGeom prst="rect">
                <a:avLst/>
              </a:prstGeom>
            </p:spPr>
          </p:pic>
        </mc:Fallback>
      </mc:AlternateContent>
      <p:grpSp>
        <p:nvGrpSpPr>
          <p:cNvPr id="327" name="Grupo 326">
            <a:extLst>
              <a:ext uri="{FF2B5EF4-FFF2-40B4-BE49-F238E27FC236}">
                <a16:creationId xmlns:a16="http://schemas.microsoft.com/office/drawing/2014/main" id="{939E48FA-A414-4F0B-6AAE-9D53E0E98CAC}"/>
              </a:ext>
            </a:extLst>
          </p:cNvPr>
          <p:cNvGrpSpPr/>
          <p:nvPr/>
        </p:nvGrpSpPr>
        <p:grpSpPr>
          <a:xfrm>
            <a:off x="5314742" y="1499894"/>
            <a:ext cx="202680" cy="128160"/>
            <a:chOff x="5314742" y="1499894"/>
            <a:chExt cx="202680" cy="128160"/>
          </a:xfrm>
        </p:grpSpPr>
        <mc:AlternateContent xmlns:mc="http://schemas.openxmlformats.org/markup-compatibility/2006" xmlns:p14="http://schemas.microsoft.com/office/powerpoint/2010/main">
          <mc:Choice Requires="p14">
            <p:contentPart p14:bwMode="auto" r:id="rId324">
              <p14:nvContentPartPr>
                <p14:cNvPr id="325" name="Entrada de lápiz 324">
                  <a:extLst>
                    <a:ext uri="{FF2B5EF4-FFF2-40B4-BE49-F238E27FC236}">
                      <a16:creationId xmlns:a16="http://schemas.microsoft.com/office/drawing/2014/main" id="{A83930AD-A83F-0590-D205-F915DE92F4FF}"/>
                    </a:ext>
                  </a:extLst>
                </p14:cNvPr>
                <p14:cNvContentPartPr/>
                <p14:nvPr/>
              </p14:nvContentPartPr>
              <p14:xfrm>
                <a:off x="5314742" y="1506374"/>
                <a:ext cx="9360" cy="121680"/>
              </p14:xfrm>
            </p:contentPart>
          </mc:Choice>
          <mc:Fallback xmlns="">
            <p:pic>
              <p:nvPicPr>
                <p:cNvPr id="325" name="Entrada de lápiz 324">
                  <a:extLst>
                    <a:ext uri="{FF2B5EF4-FFF2-40B4-BE49-F238E27FC236}">
                      <a16:creationId xmlns:a16="http://schemas.microsoft.com/office/drawing/2014/main" id="{A83930AD-A83F-0590-D205-F915DE92F4FF}"/>
                    </a:ext>
                  </a:extLst>
                </p:cNvPr>
                <p:cNvPicPr/>
                <p:nvPr/>
              </p:nvPicPr>
              <p:blipFill>
                <a:blip r:embed="rId325"/>
                <a:stretch>
                  <a:fillRect/>
                </a:stretch>
              </p:blipFill>
              <p:spPr>
                <a:xfrm>
                  <a:off x="5305742" y="1497734"/>
                  <a:ext cx="2700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326" name="Entrada de lápiz 325">
                  <a:extLst>
                    <a:ext uri="{FF2B5EF4-FFF2-40B4-BE49-F238E27FC236}">
                      <a16:creationId xmlns:a16="http://schemas.microsoft.com/office/drawing/2014/main" id="{2D9BE7D3-3C0D-24E3-AEF4-FC2E08DB8BA1}"/>
                    </a:ext>
                  </a:extLst>
                </p14:cNvPr>
                <p14:cNvContentPartPr/>
                <p14:nvPr/>
              </p14:nvContentPartPr>
              <p14:xfrm>
                <a:off x="5392142" y="1499894"/>
                <a:ext cx="125280" cy="116280"/>
              </p14:xfrm>
            </p:contentPart>
          </mc:Choice>
          <mc:Fallback xmlns="">
            <p:pic>
              <p:nvPicPr>
                <p:cNvPr id="326" name="Entrada de lápiz 325">
                  <a:extLst>
                    <a:ext uri="{FF2B5EF4-FFF2-40B4-BE49-F238E27FC236}">
                      <a16:creationId xmlns:a16="http://schemas.microsoft.com/office/drawing/2014/main" id="{2D9BE7D3-3C0D-24E3-AEF4-FC2E08DB8BA1}"/>
                    </a:ext>
                  </a:extLst>
                </p:cNvPr>
                <p:cNvPicPr/>
                <p:nvPr/>
              </p:nvPicPr>
              <p:blipFill>
                <a:blip r:embed="rId327"/>
                <a:stretch>
                  <a:fillRect/>
                </a:stretch>
              </p:blipFill>
              <p:spPr>
                <a:xfrm>
                  <a:off x="5383502" y="1490894"/>
                  <a:ext cx="142920" cy="133920"/>
                </a:xfrm>
                <a:prstGeom prst="rect">
                  <a:avLst/>
                </a:prstGeom>
              </p:spPr>
            </p:pic>
          </mc:Fallback>
        </mc:AlternateContent>
      </p:grpSp>
      <p:grpSp>
        <p:nvGrpSpPr>
          <p:cNvPr id="333" name="Grupo 332">
            <a:extLst>
              <a:ext uri="{FF2B5EF4-FFF2-40B4-BE49-F238E27FC236}">
                <a16:creationId xmlns:a16="http://schemas.microsoft.com/office/drawing/2014/main" id="{93F38FEA-6851-B0F1-27AB-B67F66295796}"/>
              </a:ext>
            </a:extLst>
          </p:cNvPr>
          <p:cNvGrpSpPr/>
          <p:nvPr/>
        </p:nvGrpSpPr>
        <p:grpSpPr>
          <a:xfrm>
            <a:off x="5575382" y="2233214"/>
            <a:ext cx="163800" cy="134640"/>
            <a:chOff x="5575382" y="2233214"/>
            <a:chExt cx="163800" cy="134640"/>
          </a:xfrm>
        </p:grpSpPr>
        <mc:AlternateContent xmlns:mc="http://schemas.openxmlformats.org/markup-compatibility/2006" xmlns:p14="http://schemas.microsoft.com/office/powerpoint/2010/main">
          <mc:Choice Requires="p14">
            <p:contentPart p14:bwMode="auto" r:id="rId328">
              <p14:nvContentPartPr>
                <p14:cNvPr id="328" name="Entrada de lápiz 327">
                  <a:extLst>
                    <a:ext uri="{FF2B5EF4-FFF2-40B4-BE49-F238E27FC236}">
                      <a16:creationId xmlns:a16="http://schemas.microsoft.com/office/drawing/2014/main" id="{E1F25BA6-E7A6-85CB-FFB5-1A7D93380930}"/>
                    </a:ext>
                  </a:extLst>
                </p14:cNvPr>
                <p14:cNvContentPartPr/>
                <p14:nvPr/>
              </p14:nvContentPartPr>
              <p14:xfrm>
                <a:off x="5575382" y="2237534"/>
                <a:ext cx="6840" cy="130320"/>
              </p14:xfrm>
            </p:contentPart>
          </mc:Choice>
          <mc:Fallback xmlns="">
            <p:pic>
              <p:nvPicPr>
                <p:cNvPr id="328" name="Entrada de lápiz 327">
                  <a:extLst>
                    <a:ext uri="{FF2B5EF4-FFF2-40B4-BE49-F238E27FC236}">
                      <a16:creationId xmlns:a16="http://schemas.microsoft.com/office/drawing/2014/main" id="{E1F25BA6-E7A6-85CB-FFB5-1A7D93380930}"/>
                    </a:ext>
                  </a:extLst>
                </p:cNvPr>
                <p:cNvPicPr/>
                <p:nvPr/>
              </p:nvPicPr>
              <p:blipFill>
                <a:blip r:embed="rId329"/>
                <a:stretch>
                  <a:fillRect/>
                </a:stretch>
              </p:blipFill>
              <p:spPr>
                <a:xfrm>
                  <a:off x="5566382" y="2228534"/>
                  <a:ext cx="2448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329" name="Entrada de lápiz 328">
                  <a:extLst>
                    <a:ext uri="{FF2B5EF4-FFF2-40B4-BE49-F238E27FC236}">
                      <a16:creationId xmlns:a16="http://schemas.microsoft.com/office/drawing/2014/main" id="{365DAC69-6709-406D-0D61-BABA25566104}"/>
                    </a:ext>
                  </a:extLst>
                </p14:cNvPr>
                <p14:cNvContentPartPr/>
                <p14:nvPr/>
              </p14:nvContentPartPr>
              <p14:xfrm>
                <a:off x="5622902" y="2233214"/>
                <a:ext cx="116280" cy="133920"/>
              </p14:xfrm>
            </p:contentPart>
          </mc:Choice>
          <mc:Fallback xmlns="">
            <p:pic>
              <p:nvPicPr>
                <p:cNvPr id="329" name="Entrada de lápiz 328">
                  <a:extLst>
                    <a:ext uri="{FF2B5EF4-FFF2-40B4-BE49-F238E27FC236}">
                      <a16:creationId xmlns:a16="http://schemas.microsoft.com/office/drawing/2014/main" id="{365DAC69-6709-406D-0D61-BABA25566104}"/>
                    </a:ext>
                  </a:extLst>
                </p:cNvPr>
                <p:cNvPicPr/>
                <p:nvPr/>
              </p:nvPicPr>
              <p:blipFill>
                <a:blip r:embed="rId331"/>
                <a:stretch>
                  <a:fillRect/>
                </a:stretch>
              </p:blipFill>
              <p:spPr>
                <a:xfrm>
                  <a:off x="5613902" y="2224214"/>
                  <a:ext cx="133920" cy="151560"/>
                </a:xfrm>
                <a:prstGeom prst="rect">
                  <a:avLst/>
                </a:prstGeom>
              </p:spPr>
            </p:pic>
          </mc:Fallback>
        </mc:AlternateContent>
      </p:grpSp>
      <p:grpSp>
        <p:nvGrpSpPr>
          <p:cNvPr id="332" name="Grupo 331">
            <a:extLst>
              <a:ext uri="{FF2B5EF4-FFF2-40B4-BE49-F238E27FC236}">
                <a16:creationId xmlns:a16="http://schemas.microsoft.com/office/drawing/2014/main" id="{C3059AD6-153A-D433-A955-3667C3738708}"/>
              </a:ext>
            </a:extLst>
          </p:cNvPr>
          <p:cNvGrpSpPr/>
          <p:nvPr/>
        </p:nvGrpSpPr>
        <p:grpSpPr>
          <a:xfrm>
            <a:off x="6755102" y="2177414"/>
            <a:ext cx="177480" cy="141840"/>
            <a:chOff x="6755102" y="2177414"/>
            <a:chExt cx="177480" cy="141840"/>
          </a:xfrm>
        </p:grpSpPr>
        <mc:AlternateContent xmlns:mc="http://schemas.openxmlformats.org/markup-compatibility/2006" xmlns:p14="http://schemas.microsoft.com/office/powerpoint/2010/main">
          <mc:Choice Requires="p14">
            <p:contentPart p14:bwMode="auto" r:id="rId332">
              <p14:nvContentPartPr>
                <p14:cNvPr id="330" name="Entrada de lápiz 329">
                  <a:extLst>
                    <a:ext uri="{FF2B5EF4-FFF2-40B4-BE49-F238E27FC236}">
                      <a16:creationId xmlns:a16="http://schemas.microsoft.com/office/drawing/2014/main" id="{CE028685-9D79-2365-3841-C581769DB801}"/>
                    </a:ext>
                  </a:extLst>
                </p14:cNvPr>
                <p14:cNvContentPartPr/>
                <p14:nvPr/>
              </p14:nvContentPartPr>
              <p14:xfrm>
                <a:off x="6755102" y="2177414"/>
                <a:ext cx="17640" cy="141840"/>
              </p14:xfrm>
            </p:contentPart>
          </mc:Choice>
          <mc:Fallback xmlns="">
            <p:pic>
              <p:nvPicPr>
                <p:cNvPr id="330" name="Entrada de lápiz 329">
                  <a:extLst>
                    <a:ext uri="{FF2B5EF4-FFF2-40B4-BE49-F238E27FC236}">
                      <a16:creationId xmlns:a16="http://schemas.microsoft.com/office/drawing/2014/main" id="{CE028685-9D79-2365-3841-C581769DB801}"/>
                    </a:ext>
                  </a:extLst>
                </p:cNvPr>
                <p:cNvPicPr/>
                <p:nvPr/>
              </p:nvPicPr>
              <p:blipFill>
                <a:blip r:embed="rId333"/>
                <a:stretch>
                  <a:fillRect/>
                </a:stretch>
              </p:blipFill>
              <p:spPr>
                <a:xfrm>
                  <a:off x="6746102" y="2168414"/>
                  <a:ext cx="3528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331" name="Entrada de lápiz 330">
                  <a:extLst>
                    <a:ext uri="{FF2B5EF4-FFF2-40B4-BE49-F238E27FC236}">
                      <a16:creationId xmlns:a16="http://schemas.microsoft.com/office/drawing/2014/main" id="{D762DAA3-91BB-234E-2AEA-6CDE91554F6D}"/>
                    </a:ext>
                  </a:extLst>
                </p14:cNvPr>
                <p14:cNvContentPartPr/>
                <p14:nvPr/>
              </p14:nvContentPartPr>
              <p14:xfrm>
                <a:off x="6820622" y="2181014"/>
                <a:ext cx="111960" cy="136800"/>
              </p14:xfrm>
            </p:contentPart>
          </mc:Choice>
          <mc:Fallback xmlns="">
            <p:pic>
              <p:nvPicPr>
                <p:cNvPr id="331" name="Entrada de lápiz 330">
                  <a:extLst>
                    <a:ext uri="{FF2B5EF4-FFF2-40B4-BE49-F238E27FC236}">
                      <a16:creationId xmlns:a16="http://schemas.microsoft.com/office/drawing/2014/main" id="{D762DAA3-91BB-234E-2AEA-6CDE91554F6D}"/>
                    </a:ext>
                  </a:extLst>
                </p:cNvPr>
                <p:cNvPicPr/>
                <p:nvPr/>
              </p:nvPicPr>
              <p:blipFill>
                <a:blip r:embed="rId335"/>
                <a:stretch>
                  <a:fillRect/>
                </a:stretch>
              </p:blipFill>
              <p:spPr>
                <a:xfrm>
                  <a:off x="6811982" y="2172374"/>
                  <a:ext cx="129600" cy="154440"/>
                </a:xfrm>
                <a:prstGeom prst="rect">
                  <a:avLst/>
                </a:prstGeom>
              </p:spPr>
            </p:pic>
          </mc:Fallback>
        </mc:AlternateContent>
      </p:grpSp>
      <p:grpSp>
        <p:nvGrpSpPr>
          <p:cNvPr id="343" name="Grupo 342">
            <a:extLst>
              <a:ext uri="{FF2B5EF4-FFF2-40B4-BE49-F238E27FC236}">
                <a16:creationId xmlns:a16="http://schemas.microsoft.com/office/drawing/2014/main" id="{831BF53C-824E-49D3-D9EF-3DB2A51F5E7C}"/>
              </a:ext>
            </a:extLst>
          </p:cNvPr>
          <p:cNvGrpSpPr/>
          <p:nvPr/>
        </p:nvGrpSpPr>
        <p:grpSpPr>
          <a:xfrm>
            <a:off x="3494582" y="3881294"/>
            <a:ext cx="875520" cy="247680"/>
            <a:chOff x="3494582" y="3881294"/>
            <a:chExt cx="875520" cy="247680"/>
          </a:xfrm>
        </p:grpSpPr>
        <mc:AlternateContent xmlns:mc="http://schemas.openxmlformats.org/markup-compatibility/2006" xmlns:p14="http://schemas.microsoft.com/office/powerpoint/2010/main">
          <mc:Choice Requires="p14">
            <p:contentPart p14:bwMode="auto" r:id="rId336">
              <p14:nvContentPartPr>
                <p14:cNvPr id="334" name="Entrada de lápiz 333">
                  <a:extLst>
                    <a:ext uri="{FF2B5EF4-FFF2-40B4-BE49-F238E27FC236}">
                      <a16:creationId xmlns:a16="http://schemas.microsoft.com/office/drawing/2014/main" id="{F0C96E62-F73B-546D-FFDA-4E47EB3F7A44}"/>
                    </a:ext>
                  </a:extLst>
                </p14:cNvPr>
                <p14:cNvContentPartPr/>
                <p14:nvPr/>
              </p14:nvContentPartPr>
              <p14:xfrm>
                <a:off x="3494582" y="3881294"/>
                <a:ext cx="188640" cy="230760"/>
              </p14:xfrm>
            </p:contentPart>
          </mc:Choice>
          <mc:Fallback xmlns="">
            <p:pic>
              <p:nvPicPr>
                <p:cNvPr id="334" name="Entrada de lápiz 333">
                  <a:extLst>
                    <a:ext uri="{FF2B5EF4-FFF2-40B4-BE49-F238E27FC236}">
                      <a16:creationId xmlns:a16="http://schemas.microsoft.com/office/drawing/2014/main" id="{F0C96E62-F73B-546D-FFDA-4E47EB3F7A44}"/>
                    </a:ext>
                  </a:extLst>
                </p:cNvPr>
                <p:cNvPicPr/>
                <p:nvPr/>
              </p:nvPicPr>
              <p:blipFill>
                <a:blip r:embed="rId337"/>
                <a:stretch>
                  <a:fillRect/>
                </a:stretch>
              </p:blipFill>
              <p:spPr>
                <a:xfrm>
                  <a:off x="3485582" y="3872654"/>
                  <a:ext cx="20628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335" name="Entrada de lápiz 334">
                  <a:extLst>
                    <a:ext uri="{FF2B5EF4-FFF2-40B4-BE49-F238E27FC236}">
                      <a16:creationId xmlns:a16="http://schemas.microsoft.com/office/drawing/2014/main" id="{9E7EDB7D-51F3-1CF7-A058-EF706B96FA07}"/>
                    </a:ext>
                  </a:extLst>
                </p14:cNvPr>
                <p14:cNvContentPartPr/>
                <p14:nvPr/>
              </p14:nvContentPartPr>
              <p14:xfrm>
                <a:off x="3678902" y="3978494"/>
                <a:ext cx="146160" cy="115920"/>
              </p14:xfrm>
            </p:contentPart>
          </mc:Choice>
          <mc:Fallback xmlns="">
            <p:pic>
              <p:nvPicPr>
                <p:cNvPr id="335" name="Entrada de lápiz 334">
                  <a:extLst>
                    <a:ext uri="{FF2B5EF4-FFF2-40B4-BE49-F238E27FC236}">
                      <a16:creationId xmlns:a16="http://schemas.microsoft.com/office/drawing/2014/main" id="{9E7EDB7D-51F3-1CF7-A058-EF706B96FA07}"/>
                    </a:ext>
                  </a:extLst>
                </p:cNvPr>
                <p:cNvPicPr/>
                <p:nvPr/>
              </p:nvPicPr>
              <p:blipFill>
                <a:blip r:embed="rId339"/>
                <a:stretch>
                  <a:fillRect/>
                </a:stretch>
              </p:blipFill>
              <p:spPr>
                <a:xfrm>
                  <a:off x="3669902" y="3969494"/>
                  <a:ext cx="16380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336" name="Entrada de lápiz 335">
                  <a:extLst>
                    <a:ext uri="{FF2B5EF4-FFF2-40B4-BE49-F238E27FC236}">
                      <a16:creationId xmlns:a16="http://schemas.microsoft.com/office/drawing/2014/main" id="{32107DBF-E4A7-6482-18C2-6EB324FEEA6E}"/>
                    </a:ext>
                  </a:extLst>
                </p14:cNvPr>
                <p14:cNvContentPartPr/>
                <p14:nvPr/>
              </p14:nvContentPartPr>
              <p14:xfrm>
                <a:off x="3845222" y="3973454"/>
                <a:ext cx="105840" cy="155520"/>
              </p14:xfrm>
            </p:contentPart>
          </mc:Choice>
          <mc:Fallback xmlns="">
            <p:pic>
              <p:nvPicPr>
                <p:cNvPr id="336" name="Entrada de lápiz 335">
                  <a:extLst>
                    <a:ext uri="{FF2B5EF4-FFF2-40B4-BE49-F238E27FC236}">
                      <a16:creationId xmlns:a16="http://schemas.microsoft.com/office/drawing/2014/main" id="{32107DBF-E4A7-6482-18C2-6EB324FEEA6E}"/>
                    </a:ext>
                  </a:extLst>
                </p:cNvPr>
                <p:cNvPicPr/>
                <p:nvPr/>
              </p:nvPicPr>
              <p:blipFill>
                <a:blip r:embed="rId341"/>
                <a:stretch>
                  <a:fillRect/>
                </a:stretch>
              </p:blipFill>
              <p:spPr>
                <a:xfrm>
                  <a:off x="3836582" y="3964454"/>
                  <a:ext cx="12348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337" name="Entrada de lápiz 336">
                  <a:extLst>
                    <a:ext uri="{FF2B5EF4-FFF2-40B4-BE49-F238E27FC236}">
                      <a16:creationId xmlns:a16="http://schemas.microsoft.com/office/drawing/2014/main" id="{9D161E23-83E4-A379-DA46-B76C79D90C31}"/>
                    </a:ext>
                  </a:extLst>
                </p14:cNvPr>
                <p14:cNvContentPartPr/>
                <p14:nvPr/>
              </p14:nvContentPartPr>
              <p14:xfrm>
                <a:off x="3972302" y="3993974"/>
                <a:ext cx="124920" cy="102240"/>
              </p14:xfrm>
            </p:contentPart>
          </mc:Choice>
          <mc:Fallback xmlns="">
            <p:pic>
              <p:nvPicPr>
                <p:cNvPr id="337" name="Entrada de lápiz 336">
                  <a:extLst>
                    <a:ext uri="{FF2B5EF4-FFF2-40B4-BE49-F238E27FC236}">
                      <a16:creationId xmlns:a16="http://schemas.microsoft.com/office/drawing/2014/main" id="{9D161E23-83E4-A379-DA46-B76C79D90C31}"/>
                    </a:ext>
                  </a:extLst>
                </p:cNvPr>
                <p:cNvPicPr/>
                <p:nvPr/>
              </p:nvPicPr>
              <p:blipFill>
                <a:blip r:embed="rId343"/>
                <a:stretch>
                  <a:fillRect/>
                </a:stretch>
              </p:blipFill>
              <p:spPr>
                <a:xfrm>
                  <a:off x="3963662" y="3984974"/>
                  <a:ext cx="14256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339" name="Entrada de lápiz 338">
                  <a:extLst>
                    <a:ext uri="{FF2B5EF4-FFF2-40B4-BE49-F238E27FC236}">
                      <a16:creationId xmlns:a16="http://schemas.microsoft.com/office/drawing/2014/main" id="{E8841376-7982-C362-2073-EB72C955394C}"/>
                    </a:ext>
                  </a:extLst>
                </p14:cNvPr>
                <p14:cNvContentPartPr/>
                <p14:nvPr/>
              </p14:nvContentPartPr>
              <p14:xfrm>
                <a:off x="4205582" y="3926294"/>
                <a:ext cx="23040" cy="145080"/>
              </p14:xfrm>
            </p:contentPart>
          </mc:Choice>
          <mc:Fallback xmlns="">
            <p:pic>
              <p:nvPicPr>
                <p:cNvPr id="339" name="Entrada de lápiz 338">
                  <a:extLst>
                    <a:ext uri="{FF2B5EF4-FFF2-40B4-BE49-F238E27FC236}">
                      <a16:creationId xmlns:a16="http://schemas.microsoft.com/office/drawing/2014/main" id="{E8841376-7982-C362-2073-EB72C955394C}"/>
                    </a:ext>
                  </a:extLst>
                </p:cNvPr>
                <p:cNvPicPr/>
                <p:nvPr/>
              </p:nvPicPr>
              <p:blipFill>
                <a:blip r:embed="rId345"/>
                <a:stretch>
                  <a:fillRect/>
                </a:stretch>
              </p:blipFill>
              <p:spPr>
                <a:xfrm>
                  <a:off x="4196582" y="3917294"/>
                  <a:ext cx="4068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340" name="Entrada de lápiz 339">
                  <a:extLst>
                    <a:ext uri="{FF2B5EF4-FFF2-40B4-BE49-F238E27FC236}">
                      <a16:creationId xmlns:a16="http://schemas.microsoft.com/office/drawing/2014/main" id="{8AAE93AD-4D16-3AFE-AC8C-86A5EBE96E6E}"/>
                    </a:ext>
                  </a:extLst>
                </p14:cNvPr>
                <p14:cNvContentPartPr/>
                <p14:nvPr/>
              </p14:nvContentPartPr>
              <p14:xfrm>
                <a:off x="4265702" y="3929894"/>
                <a:ext cx="28080" cy="137160"/>
              </p14:xfrm>
            </p:contentPart>
          </mc:Choice>
          <mc:Fallback xmlns="">
            <p:pic>
              <p:nvPicPr>
                <p:cNvPr id="340" name="Entrada de lápiz 339">
                  <a:extLst>
                    <a:ext uri="{FF2B5EF4-FFF2-40B4-BE49-F238E27FC236}">
                      <a16:creationId xmlns:a16="http://schemas.microsoft.com/office/drawing/2014/main" id="{8AAE93AD-4D16-3AFE-AC8C-86A5EBE96E6E}"/>
                    </a:ext>
                  </a:extLst>
                </p:cNvPr>
                <p:cNvPicPr/>
                <p:nvPr/>
              </p:nvPicPr>
              <p:blipFill>
                <a:blip r:embed="rId347"/>
                <a:stretch>
                  <a:fillRect/>
                </a:stretch>
              </p:blipFill>
              <p:spPr>
                <a:xfrm>
                  <a:off x="4257062" y="3921254"/>
                  <a:ext cx="4572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341" name="Entrada de lápiz 340">
                  <a:extLst>
                    <a:ext uri="{FF2B5EF4-FFF2-40B4-BE49-F238E27FC236}">
                      <a16:creationId xmlns:a16="http://schemas.microsoft.com/office/drawing/2014/main" id="{CF5452B1-412F-9DEE-4515-5BA54C61130D}"/>
                    </a:ext>
                  </a:extLst>
                </p14:cNvPr>
                <p14:cNvContentPartPr/>
                <p14:nvPr/>
              </p14:nvContentPartPr>
              <p14:xfrm>
                <a:off x="4123142" y="3905054"/>
                <a:ext cx="223560" cy="48960"/>
              </p14:xfrm>
            </p:contentPart>
          </mc:Choice>
          <mc:Fallback xmlns="">
            <p:pic>
              <p:nvPicPr>
                <p:cNvPr id="341" name="Entrada de lápiz 340">
                  <a:extLst>
                    <a:ext uri="{FF2B5EF4-FFF2-40B4-BE49-F238E27FC236}">
                      <a16:creationId xmlns:a16="http://schemas.microsoft.com/office/drawing/2014/main" id="{CF5452B1-412F-9DEE-4515-5BA54C61130D}"/>
                    </a:ext>
                  </a:extLst>
                </p:cNvPr>
                <p:cNvPicPr/>
                <p:nvPr/>
              </p:nvPicPr>
              <p:blipFill>
                <a:blip r:embed="rId349"/>
                <a:stretch>
                  <a:fillRect/>
                </a:stretch>
              </p:blipFill>
              <p:spPr>
                <a:xfrm>
                  <a:off x="4114142" y="3896054"/>
                  <a:ext cx="24120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342" name="Entrada de lápiz 341">
                  <a:extLst>
                    <a:ext uri="{FF2B5EF4-FFF2-40B4-BE49-F238E27FC236}">
                      <a16:creationId xmlns:a16="http://schemas.microsoft.com/office/drawing/2014/main" id="{671CBB23-B276-210B-F760-4CD3F998349C}"/>
                    </a:ext>
                  </a:extLst>
                </p14:cNvPr>
                <p14:cNvContentPartPr/>
                <p14:nvPr/>
              </p14:nvContentPartPr>
              <p14:xfrm>
                <a:off x="4172462" y="4067054"/>
                <a:ext cx="197640" cy="11880"/>
              </p14:xfrm>
            </p:contentPart>
          </mc:Choice>
          <mc:Fallback xmlns="">
            <p:pic>
              <p:nvPicPr>
                <p:cNvPr id="342" name="Entrada de lápiz 341">
                  <a:extLst>
                    <a:ext uri="{FF2B5EF4-FFF2-40B4-BE49-F238E27FC236}">
                      <a16:creationId xmlns:a16="http://schemas.microsoft.com/office/drawing/2014/main" id="{671CBB23-B276-210B-F760-4CD3F998349C}"/>
                    </a:ext>
                  </a:extLst>
                </p:cNvPr>
                <p:cNvPicPr/>
                <p:nvPr/>
              </p:nvPicPr>
              <p:blipFill>
                <a:blip r:embed="rId351"/>
                <a:stretch>
                  <a:fillRect/>
                </a:stretch>
              </p:blipFill>
              <p:spPr>
                <a:xfrm>
                  <a:off x="4163822" y="4058054"/>
                  <a:ext cx="215280" cy="29520"/>
                </a:xfrm>
                <a:prstGeom prst="rect">
                  <a:avLst/>
                </a:prstGeom>
              </p:spPr>
            </p:pic>
          </mc:Fallback>
        </mc:AlternateContent>
      </p:grpSp>
      <p:grpSp>
        <p:nvGrpSpPr>
          <p:cNvPr id="783" name="Grupo 782">
            <a:extLst>
              <a:ext uri="{FF2B5EF4-FFF2-40B4-BE49-F238E27FC236}">
                <a16:creationId xmlns:a16="http://schemas.microsoft.com/office/drawing/2014/main" id="{4CE02118-7806-48ED-02DA-434BD09FAA8C}"/>
              </a:ext>
            </a:extLst>
          </p:cNvPr>
          <p:cNvGrpSpPr/>
          <p:nvPr/>
        </p:nvGrpSpPr>
        <p:grpSpPr>
          <a:xfrm>
            <a:off x="8443862" y="3645494"/>
            <a:ext cx="269640" cy="234000"/>
            <a:chOff x="8443862" y="3645494"/>
            <a:chExt cx="269640" cy="234000"/>
          </a:xfrm>
        </p:grpSpPr>
        <mc:AlternateContent xmlns:mc="http://schemas.openxmlformats.org/markup-compatibility/2006" xmlns:p14="http://schemas.microsoft.com/office/powerpoint/2010/main">
          <mc:Choice Requires="p14">
            <p:contentPart p14:bwMode="auto" r:id="rId352">
              <p14:nvContentPartPr>
                <p14:cNvPr id="780" name="Entrada de lápiz 779">
                  <a:extLst>
                    <a:ext uri="{FF2B5EF4-FFF2-40B4-BE49-F238E27FC236}">
                      <a16:creationId xmlns:a16="http://schemas.microsoft.com/office/drawing/2014/main" id="{D7C24BB1-466D-239C-696E-9BAC423760F7}"/>
                    </a:ext>
                  </a:extLst>
                </p14:cNvPr>
                <p14:cNvContentPartPr/>
                <p14:nvPr/>
              </p14:nvContentPartPr>
              <p14:xfrm>
                <a:off x="8443862" y="3655214"/>
                <a:ext cx="6840" cy="205200"/>
              </p14:xfrm>
            </p:contentPart>
          </mc:Choice>
          <mc:Fallback xmlns="">
            <p:pic>
              <p:nvPicPr>
                <p:cNvPr id="780" name="Entrada de lápiz 779">
                  <a:extLst>
                    <a:ext uri="{FF2B5EF4-FFF2-40B4-BE49-F238E27FC236}">
                      <a16:creationId xmlns:a16="http://schemas.microsoft.com/office/drawing/2014/main" id="{D7C24BB1-466D-239C-696E-9BAC423760F7}"/>
                    </a:ext>
                  </a:extLst>
                </p:cNvPr>
                <p:cNvPicPr/>
                <p:nvPr/>
              </p:nvPicPr>
              <p:blipFill>
                <a:blip r:embed="rId353"/>
                <a:stretch>
                  <a:fillRect/>
                </a:stretch>
              </p:blipFill>
              <p:spPr>
                <a:xfrm>
                  <a:off x="8434862" y="3646214"/>
                  <a:ext cx="2448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781" name="Entrada de lápiz 780">
                  <a:extLst>
                    <a:ext uri="{FF2B5EF4-FFF2-40B4-BE49-F238E27FC236}">
                      <a16:creationId xmlns:a16="http://schemas.microsoft.com/office/drawing/2014/main" id="{1CAB4A6E-C380-4CB1-4733-D9EC1A37BEDE}"/>
                    </a:ext>
                  </a:extLst>
                </p14:cNvPr>
                <p14:cNvContentPartPr/>
                <p14:nvPr/>
              </p14:nvContentPartPr>
              <p14:xfrm>
                <a:off x="8532062" y="3645494"/>
                <a:ext cx="169200" cy="12240"/>
              </p14:xfrm>
            </p:contentPart>
          </mc:Choice>
          <mc:Fallback xmlns="">
            <p:pic>
              <p:nvPicPr>
                <p:cNvPr id="781" name="Entrada de lápiz 780">
                  <a:extLst>
                    <a:ext uri="{FF2B5EF4-FFF2-40B4-BE49-F238E27FC236}">
                      <a16:creationId xmlns:a16="http://schemas.microsoft.com/office/drawing/2014/main" id="{1CAB4A6E-C380-4CB1-4733-D9EC1A37BEDE}"/>
                    </a:ext>
                  </a:extLst>
                </p:cNvPr>
                <p:cNvPicPr/>
                <p:nvPr/>
              </p:nvPicPr>
              <p:blipFill>
                <a:blip r:embed="rId355"/>
                <a:stretch>
                  <a:fillRect/>
                </a:stretch>
              </p:blipFill>
              <p:spPr>
                <a:xfrm>
                  <a:off x="8523062" y="3636494"/>
                  <a:ext cx="18684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782" name="Entrada de lápiz 781">
                  <a:extLst>
                    <a:ext uri="{FF2B5EF4-FFF2-40B4-BE49-F238E27FC236}">
                      <a16:creationId xmlns:a16="http://schemas.microsoft.com/office/drawing/2014/main" id="{654F5F34-08BF-7E36-7A82-0DBEFC1719AC}"/>
                    </a:ext>
                  </a:extLst>
                </p14:cNvPr>
                <p14:cNvContentPartPr/>
                <p14:nvPr/>
              </p14:nvContentPartPr>
              <p14:xfrm>
                <a:off x="8543222" y="3652334"/>
                <a:ext cx="170280" cy="227160"/>
              </p14:xfrm>
            </p:contentPart>
          </mc:Choice>
          <mc:Fallback xmlns="">
            <p:pic>
              <p:nvPicPr>
                <p:cNvPr id="782" name="Entrada de lápiz 781">
                  <a:extLst>
                    <a:ext uri="{FF2B5EF4-FFF2-40B4-BE49-F238E27FC236}">
                      <a16:creationId xmlns:a16="http://schemas.microsoft.com/office/drawing/2014/main" id="{654F5F34-08BF-7E36-7A82-0DBEFC1719AC}"/>
                    </a:ext>
                  </a:extLst>
                </p:cNvPr>
                <p:cNvPicPr/>
                <p:nvPr/>
              </p:nvPicPr>
              <p:blipFill>
                <a:blip r:embed="rId357"/>
                <a:stretch>
                  <a:fillRect/>
                </a:stretch>
              </p:blipFill>
              <p:spPr>
                <a:xfrm>
                  <a:off x="8534222" y="3643694"/>
                  <a:ext cx="187920" cy="244800"/>
                </a:xfrm>
                <a:prstGeom prst="rect">
                  <a:avLst/>
                </a:prstGeom>
              </p:spPr>
            </p:pic>
          </mc:Fallback>
        </mc:AlternateContent>
      </p:grpSp>
      <p:grpSp>
        <p:nvGrpSpPr>
          <p:cNvPr id="794" name="Grupo 793">
            <a:extLst>
              <a:ext uri="{FF2B5EF4-FFF2-40B4-BE49-F238E27FC236}">
                <a16:creationId xmlns:a16="http://schemas.microsoft.com/office/drawing/2014/main" id="{87EEA3FC-A54E-256B-F054-20F062843B6E}"/>
              </a:ext>
            </a:extLst>
          </p:cNvPr>
          <p:cNvGrpSpPr/>
          <p:nvPr/>
        </p:nvGrpSpPr>
        <p:grpSpPr>
          <a:xfrm>
            <a:off x="3811022" y="4320134"/>
            <a:ext cx="1028160" cy="383040"/>
            <a:chOff x="3811022" y="4320134"/>
            <a:chExt cx="1028160" cy="383040"/>
          </a:xfrm>
        </p:grpSpPr>
        <mc:AlternateContent xmlns:mc="http://schemas.openxmlformats.org/markup-compatibility/2006" xmlns:p14="http://schemas.microsoft.com/office/powerpoint/2010/main">
          <mc:Choice Requires="p14">
            <p:contentPart p14:bwMode="auto" r:id="rId358">
              <p14:nvContentPartPr>
                <p14:cNvPr id="784" name="Entrada de lápiz 783">
                  <a:extLst>
                    <a:ext uri="{FF2B5EF4-FFF2-40B4-BE49-F238E27FC236}">
                      <a16:creationId xmlns:a16="http://schemas.microsoft.com/office/drawing/2014/main" id="{816A9A0A-2AD2-0B6C-81A7-A2C85FF0867E}"/>
                    </a:ext>
                  </a:extLst>
                </p14:cNvPr>
                <p14:cNvContentPartPr/>
                <p14:nvPr/>
              </p14:nvContentPartPr>
              <p14:xfrm>
                <a:off x="3811022" y="4439294"/>
                <a:ext cx="173880" cy="247320"/>
              </p14:xfrm>
            </p:contentPart>
          </mc:Choice>
          <mc:Fallback xmlns="">
            <p:pic>
              <p:nvPicPr>
                <p:cNvPr id="784" name="Entrada de lápiz 783">
                  <a:extLst>
                    <a:ext uri="{FF2B5EF4-FFF2-40B4-BE49-F238E27FC236}">
                      <a16:creationId xmlns:a16="http://schemas.microsoft.com/office/drawing/2014/main" id="{816A9A0A-2AD2-0B6C-81A7-A2C85FF0867E}"/>
                    </a:ext>
                  </a:extLst>
                </p:cNvPr>
                <p:cNvPicPr/>
                <p:nvPr/>
              </p:nvPicPr>
              <p:blipFill>
                <a:blip r:embed="rId359"/>
                <a:stretch>
                  <a:fillRect/>
                </a:stretch>
              </p:blipFill>
              <p:spPr>
                <a:xfrm>
                  <a:off x="3802022" y="4430654"/>
                  <a:ext cx="19152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785" name="Entrada de lápiz 784">
                  <a:extLst>
                    <a:ext uri="{FF2B5EF4-FFF2-40B4-BE49-F238E27FC236}">
                      <a16:creationId xmlns:a16="http://schemas.microsoft.com/office/drawing/2014/main" id="{0F8A5364-E681-9D6D-0A05-0E3E3D87A112}"/>
                    </a:ext>
                  </a:extLst>
                </p14:cNvPr>
                <p14:cNvContentPartPr/>
                <p14:nvPr/>
              </p14:nvContentPartPr>
              <p14:xfrm>
                <a:off x="4040702" y="4620014"/>
                <a:ext cx="45000" cy="83160"/>
              </p14:xfrm>
            </p:contentPart>
          </mc:Choice>
          <mc:Fallback xmlns="">
            <p:pic>
              <p:nvPicPr>
                <p:cNvPr id="785" name="Entrada de lápiz 784">
                  <a:extLst>
                    <a:ext uri="{FF2B5EF4-FFF2-40B4-BE49-F238E27FC236}">
                      <a16:creationId xmlns:a16="http://schemas.microsoft.com/office/drawing/2014/main" id="{0F8A5364-E681-9D6D-0A05-0E3E3D87A112}"/>
                    </a:ext>
                  </a:extLst>
                </p:cNvPr>
                <p:cNvPicPr/>
                <p:nvPr/>
              </p:nvPicPr>
              <p:blipFill>
                <a:blip r:embed="rId361"/>
                <a:stretch>
                  <a:fillRect/>
                </a:stretch>
              </p:blipFill>
              <p:spPr>
                <a:xfrm>
                  <a:off x="4031702" y="4611014"/>
                  <a:ext cx="6264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786" name="Entrada de lápiz 785">
                  <a:extLst>
                    <a:ext uri="{FF2B5EF4-FFF2-40B4-BE49-F238E27FC236}">
                      <a16:creationId xmlns:a16="http://schemas.microsoft.com/office/drawing/2014/main" id="{11545ABF-F3FD-5F2E-7556-E9D0AD46C587}"/>
                    </a:ext>
                  </a:extLst>
                </p14:cNvPr>
                <p14:cNvContentPartPr/>
                <p14:nvPr/>
              </p14:nvContentPartPr>
              <p14:xfrm>
                <a:off x="4026662" y="4529294"/>
                <a:ext cx="20160" cy="24480"/>
              </p14:xfrm>
            </p:contentPart>
          </mc:Choice>
          <mc:Fallback xmlns="">
            <p:pic>
              <p:nvPicPr>
                <p:cNvPr id="786" name="Entrada de lápiz 785">
                  <a:extLst>
                    <a:ext uri="{FF2B5EF4-FFF2-40B4-BE49-F238E27FC236}">
                      <a16:creationId xmlns:a16="http://schemas.microsoft.com/office/drawing/2014/main" id="{11545ABF-F3FD-5F2E-7556-E9D0AD46C587}"/>
                    </a:ext>
                  </a:extLst>
                </p:cNvPr>
                <p:cNvPicPr/>
                <p:nvPr/>
              </p:nvPicPr>
              <p:blipFill>
                <a:blip r:embed="rId363"/>
                <a:stretch>
                  <a:fillRect/>
                </a:stretch>
              </p:blipFill>
              <p:spPr>
                <a:xfrm>
                  <a:off x="4018022" y="4520654"/>
                  <a:ext cx="3780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788" name="Entrada de lápiz 787">
                  <a:extLst>
                    <a:ext uri="{FF2B5EF4-FFF2-40B4-BE49-F238E27FC236}">
                      <a16:creationId xmlns:a16="http://schemas.microsoft.com/office/drawing/2014/main" id="{583BB88D-32BB-A99F-83ED-85E6962035B3}"/>
                    </a:ext>
                  </a:extLst>
                </p14:cNvPr>
                <p14:cNvContentPartPr/>
                <p14:nvPr/>
              </p14:nvContentPartPr>
              <p14:xfrm>
                <a:off x="4245902" y="4526414"/>
                <a:ext cx="89280" cy="8640"/>
              </p14:xfrm>
            </p:contentPart>
          </mc:Choice>
          <mc:Fallback xmlns="">
            <p:pic>
              <p:nvPicPr>
                <p:cNvPr id="788" name="Entrada de lápiz 787">
                  <a:extLst>
                    <a:ext uri="{FF2B5EF4-FFF2-40B4-BE49-F238E27FC236}">
                      <a16:creationId xmlns:a16="http://schemas.microsoft.com/office/drawing/2014/main" id="{583BB88D-32BB-A99F-83ED-85E6962035B3}"/>
                    </a:ext>
                  </a:extLst>
                </p:cNvPr>
                <p:cNvPicPr/>
                <p:nvPr/>
              </p:nvPicPr>
              <p:blipFill>
                <a:blip r:embed="rId365"/>
                <a:stretch>
                  <a:fillRect/>
                </a:stretch>
              </p:blipFill>
              <p:spPr>
                <a:xfrm>
                  <a:off x="4237262" y="4517414"/>
                  <a:ext cx="10692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789" name="Entrada de lápiz 788">
                  <a:extLst>
                    <a:ext uri="{FF2B5EF4-FFF2-40B4-BE49-F238E27FC236}">
                      <a16:creationId xmlns:a16="http://schemas.microsoft.com/office/drawing/2014/main" id="{15FEB371-DC0D-23B6-DE8E-1E7CA86F3130}"/>
                    </a:ext>
                  </a:extLst>
                </p14:cNvPr>
                <p14:cNvContentPartPr/>
                <p14:nvPr/>
              </p14:nvContentPartPr>
              <p14:xfrm>
                <a:off x="4234022" y="4587614"/>
                <a:ext cx="117000" cy="12240"/>
              </p14:xfrm>
            </p:contentPart>
          </mc:Choice>
          <mc:Fallback xmlns="">
            <p:pic>
              <p:nvPicPr>
                <p:cNvPr id="789" name="Entrada de lápiz 788">
                  <a:extLst>
                    <a:ext uri="{FF2B5EF4-FFF2-40B4-BE49-F238E27FC236}">
                      <a16:creationId xmlns:a16="http://schemas.microsoft.com/office/drawing/2014/main" id="{15FEB371-DC0D-23B6-DE8E-1E7CA86F3130}"/>
                    </a:ext>
                  </a:extLst>
                </p:cNvPr>
                <p:cNvPicPr/>
                <p:nvPr/>
              </p:nvPicPr>
              <p:blipFill>
                <a:blip r:embed="rId367"/>
                <a:stretch>
                  <a:fillRect/>
                </a:stretch>
              </p:blipFill>
              <p:spPr>
                <a:xfrm>
                  <a:off x="4225022" y="4578614"/>
                  <a:ext cx="13464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791" name="Entrada de lápiz 790">
                  <a:extLst>
                    <a:ext uri="{FF2B5EF4-FFF2-40B4-BE49-F238E27FC236}">
                      <a16:creationId xmlns:a16="http://schemas.microsoft.com/office/drawing/2014/main" id="{4CF448C2-34F7-7FD5-9869-26B4EEC25DF0}"/>
                    </a:ext>
                  </a:extLst>
                </p14:cNvPr>
                <p14:cNvContentPartPr/>
                <p14:nvPr/>
              </p14:nvContentPartPr>
              <p14:xfrm>
                <a:off x="4501142" y="4320134"/>
                <a:ext cx="150120" cy="318600"/>
              </p14:xfrm>
            </p:contentPart>
          </mc:Choice>
          <mc:Fallback xmlns="">
            <p:pic>
              <p:nvPicPr>
                <p:cNvPr id="791" name="Entrada de lápiz 790">
                  <a:extLst>
                    <a:ext uri="{FF2B5EF4-FFF2-40B4-BE49-F238E27FC236}">
                      <a16:creationId xmlns:a16="http://schemas.microsoft.com/office/drawing/2014/main" id="{4CF448C2-34F7-7FD5-9869-26B4EEC25DF0}"/>
                    </a:ext>
                  </a:extLst>
                </p:cNvPr>
                <p:cNvPicPr/>
                <p:nvPr/>
              </p:nvPicPr>
              <p:blipFill>
                <a:blip r:embed="rId369"/>
                <a:stretch>
                  <a:fillRect/>
                </a:stretch>
              </p:blipFill>
              <p:spPr>
                <a:xfrm>
                  <a:off x="4492502" y="4311134"/>
                  <a:ext cx="16776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793" name="Entrada de lápiz 792">
                  <a:extLst>
                    <a:ext uri="{FF2B5EF4-FFF2-40B4-BE49-F238E27FC236}">
                      <a16:creationId xmlns:a16="http://schemas.microsoft.com/office/drawing/2014/main" id="{604FA08B-0307-1701-5B09-C93C4118C4B7}"/>
                    </a:ext>
                  </a:extLst>
                </p14:cNvPr>
                <p14:cNvContentPartPr/>
                <p14:nvPr/>
              </p14:nvContentPartPr>
              <p14:xfrm>
                <a:off x="4756382" y="4529294"/>
                <a:ext cx="82800" cy="9360"/>
              </p14:xfrm>
            </p:contentPart>
          </mc:Choice>
          <mc:Fallback xmlns="">
            <p:pic>
              <p:nvPicPr>
                <p:cNvPr id="793" name="Entrada de lápiz 792">
                  <a:extLst>
                    <a:ext uri="{FF2B5EF4-FFF2-40B4-BE49-F238E27FC236}">
                      <a16:creationId xmlns:a16="http://schemas.microsoft.com/office/drawing/2014/main" id="{604FA08B-0307-1701-5B09-C93C4118C4B7}"/>
                    </a:ext>
                  </a:extLst>
                </p:cNvPr>
                <p:cNvPicPr/>
                <p:nvPr/>
              </p:nvPicPr>
              <p:blipFill>
                <a:blip r:embed="rId371"/>
                <a:stretch>
                  <a:fillRect/>
                </a:stretch>
              </p:blipFill>
              <p:spPr>
                <a:xfrm>
                  <a:off x="4747382" y="4520654"/>
                  <a:ext cx="100440" cy="27000"/>
                </a:xfrm>
                <a:prstGeom prst="rect">
                  <a:avLst/>
                </a:prstGeom>
              </p:spPr>
            </p:pic>
          </mc:Fallback>
        </mc:AlternateContent>
      </p:grpSp>
      <p:grpSp>
        <p:nvGrpSpPr>
          <p:cNvPr id="812" name="Grupo 811">
            <a:extLst>
              <a:ext uri="{FF2B5EF4-FFF2-40B4-BE49-F238E27FC236}">
                <a16:creationId xmlns:a16="http://schemas.microsoft.com/office/drawing/2014/main" id="{6919E54C-B828-C894-195B-AF3FAD3A84F2}"/>
              </a:ext>
            </a:extLst>
          </p:cNvPr>
          <p:cNvGrpSpPr/>
          <p:nvPr/>
        </p:nvGrpSpPr>
        <p:grpSpPr>
          <a:xfrm>
            <a:off x="5031782" y="4154534"/>
            <a:ext cx="1936800" cy="529560"/>
            <a:chOff x="5031782" y="4154534"/>
            <a:chExt cx="1936800" cy="529560"/>
          </a:xfrm>
        </p:grpSpPr>
        <mc:AlternateContent xmlns:mc="http://schemas.openxmlformats.org/markup-compatibility/2006" xmlns:p14="http://schemas.microsoft.com/office/powerpoint/2010/main">
          <mc:Choice Requires="p14">
            <p:contentPart p14:bwMode="auto" r:id="rId372">
              <p14:nvContentPartPr>
                <p14:cNvPr id="795" name="Entrada de lápiz 794">
                  <a:extLst>
                    <a:ext uri="{FF2B5EF4-FFF2-40B4-BE49-F238E27FC236}">
                      <a16:creationId xmlns:a16="http://schemas.microsoft.com/office/drawing/2014/main" id="{2652CABB-46E4-61D1-D716-8DDCB5AB59D9}"/>
                    </a:ext>
                  </a:extLst>
                </p14:cNvPr>
                <p14:cNvContentPartPr/>
                <p14:nvPr/>
              </p14:nvContentPartPr>
              <p14:xfrm>
                <a:off x="5031782" y="4301414"/>
                <a:ext cx="98640" cy="376920"/>
              </p14:xfrm>
            </p:contentPart>
          </mc:Choice>
          <mc:Fallback xmlns="">
            <p:pic>
              <p:nvPicPr>
                <p:cNvPr id="795" name="Entrada de lápiz 794">
                  <a:extLst>
                    <a:ext uri="{FF2B5EF4-FFF2-40B4-BE49-F238E27FC236}">
                      <a16:creationId xmlns:a16="http://schemas.microsoft.com/office/drawing/2014/main" id="{2652CABB-46E4-61D1-D716-8DDCB5AB59D9}"/>
                    </a:ext>
                  </a:extLst>
                </p:cNvPr>
                <p:cNvPicPr/>
                <p:nvPr/>
              </p:nvPicPr>
              <p:blipFill>
                <a:blip r:embed="rId373"/>
                <a:stretch>
                  <a:fillRect/>
                </a:stretch>
              </p:blipFill>
              <p:spPr>
                <a:xfrm>
                  <a:off x="5023142" y="4292774"/>
                  <a:ext cx="116280" cy="39456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796" name="Entrada de lápiz 795">
                  <a:extLst>
                    <a:ext uri="{FF2B5EF4-FFF2-40B4-BE49-F238E27FC236}">
                      <a16:creationId xmlns:a16="http://schemas.microsoft.com/office/drawing/2014/main" id="{B25C521A-7DD4-63B7-EC77-3E074ED77045}"/>
                    </a:ext>
                  </a:extLst>
                </p14:cNvPr>
                <p14:cNvContentPartPr/>
                <p14:nvPr/>
              </p14:nvContentPartPr>
              <p14:xfrm>
                <a:off x="5159942" y="4460894"/>
                <a:ext cx="293040" cy="17280"/>
              </p14:xfrm>
            </p:contentPart>
          </mc:Choice>
          <mc:Fallback xmlns="">
            <p:pic>
              <p:nvPicPr>
                <p:cNvPr id="796" name="Entrada de lápiz 795">
                  <a:extLst>
                    <a:ext uri="{FF2B5EF4-FFF2-40B4-BE49-F238E27FC236}">
                      <a16:creationId xmlns:a16="http://schemas.microsoft.com/office/drawing/2014/main" id="{B25C521A-7DD4-63B7-EC77-3E074ED77045}"/>
                    </a:ext>
                  </a:extLst>
                </p:cNvPr>
                <p:cNvPicPr/>
                <p:nvPr/>
              </p:nvPicPr>
              <p:blipFill>
                <a:blip r:embed="rId375"/>
                <a:stretch>
                  <a:fillRect/>
                </a:stretch>
              </p:blipFill>
              <p:spPr>
                <a:xfrm>
                  <a:off x="5151302" y="4451894"/>
                  <a:ext cx="31068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797" name="Entrada de lápiz 796">
                  <a:extLst>
                    <a:ext uri="{FF2B5EF4-FFF2-40B4-BE49-F238E27FC236}">
                      <a16:creationId xmlns:a16="http://schemas.microsoft.com/office/drawing/2014/main" id="{1800F138-71A1-CAE9-3DE2-D9B502C6FE14}"/>
                    </a:ext>
                  </a:extLst>
                </p14:cNvPr>
                <p14:cNvContentPartPr/>
                <p14:nvPr/>
              </p14:nvContentPartPr>
              <p14:xfrm>
                <a:off x="5201342" y="4571414"/>
                <a:ext cx="109080" cy="100800"/>
              </p14:xfrm>
            </p:contentPart>
          </mc:Choice>
          <mc:Fallback xmlns="">
            <p:pic>
              <p:nvPicPr>
                <p:cNvPr id="797" name="Entrada de lápiz 796">
                  <a:extLst>
                    <a:ext uri="{FF2B5EF4-FFF2-40B4-BE49-F238E27FC236}">
                      <a16:creationId xmlns:a16="http://schemas.microsoft.com/office/drawing/2014/main" id="{1800F138-71A1-CAE9-3DE2-D9B502C6FE14}"/>
                    </a:ext>
                  </a:extLst>
                </p:cNvPr>
                <p:cNvPicPr/>
                <p:nvPr/>
              </p:nvPicPr>
              <p:blipFill>
                <a:blip r:embed="rId377"/>
                <a:stretch>
                  <a:fillRect/>
                </a:stretch>
              </p:blipFill>
              <p:spPr>
                <a:xfrm>
                  <a:off x="5192702" y="4562774"/>
                  <a:ext cx="12672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378">
              <p14:nvContentPartPr>
                <p14:cNvPr id="798" name="Entrada de lápiz 797">
                  <a:extLst>
                    <a:ext uri="{FF2B5EF4-FFF2-40B4-BE49-F238E27FC236}">
                      <a16:creationId xmlns:a16="http://schemas.microsoft.com/office/drawing/2014/main" id="{4C65B908-44CC-D78F-EE4C-AB968BEAC7FF}"/>
                    </a:ext>
                  </a:extLst>
                </p14:cNvPr>
                <p14:cNvContentPartPr/>
                <p14:nvPr/>
              </p14:nvContentPartPr>
              <p14:xfrm>
                <a:off x="5344622" y="4572134"/>
                <a:ext cx="98640" cy="101880"/>
              </p14:xfrm>
            </p:contentPart>
          </mc:Choice>
          <mc:Fallback xmlns="">
            <p:pic>
              <p:nvPicPr>
                <p:cNvPr id="798" name="Entrada de lápiz 797">
                  <a:extLst>
                    <a:ext uri="{FF2B5EF4-FFF2-40B4-BE49-F238E27FC236}">
                      <a16:creationId xmlns:a16="http://schemas.microsoft.com/office/drawing/2014/main" id="{4C65B908-44CC-D78F-EE4C-AB968BEAC7FF}"/>
                    </a:ext>
                  </a:extLst>
                </p:cNvPr>
                <p:cNvPicPr/>
                <p:nvPr/>
              </p:nvPicPr>
              <p:blipFill>
                <a:blip r:embed="rId379"/>
                <a:stretch>
                  <a:fillRect/>
                </a:stretch>
              </p:blipFill>
              <p:spPr>
                <a:xfrm>
                  <a:off x="5335622" y="4563494"/>
                  <a:ext cx="11628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799" name="Entrada de lápiz 798">
                  <a:extLst>
                    <a:ext uri="{FF2B5EF4-FFF2-40B4-BE49-F238E27FC236}">
                      <a16:creationId xmlns:a16="http://schemas.microsoft.com/office/drawing/2014/main" id="{1850AC53-0656-7BF3-1ADD-5D4EDB30B7EA}"/>
                    </a:ext>
                  </a:extLst>
                </p14:cNvPr>
                <p14:cNvContentPartPr/>
                <p14:nvPr/>
              </p14:nvContentPartPr>
              <p14:xfrm>
                <a:off x="5522462" y="4282334"/>
                <a:ext cx="83160" cy="401760"/>
              </p14:xfrm>
            </p:contentPart>
          </mc:Choice>
          <mc:Fallback xmlns="">
            <p:pic>
              <p:nvPicPr>
                <p:cNvPr id="799" name="Entrada de lápiz 798">
                  <a:extLst>
                    <a:ext uri="{FF2B5EF4-FFF2-40B4-BE49-F238E27FC236}">
                      <a16:creationId xmlns:a16="http://schemas.microsoft.com/office/drawing/2014/main" id="{1850AC53-0656-7BF3-1ADD-5D4EDB30B7EA}"/>
                    </a:ext>
                  </a:extLst>
                </p:cNvPr>
                <p:cNvPicPr/>
                <p:nvPr/>
              </p:nvPicPr>
              <p:blipFill>
                <a:blip r:embed="rId381"/>
                <a:stretch>
                  <a:fillRect/>
                </a:stretch>
              </p:blipFill>
              <p:spPr>
                <a:xfrm>
                  <a:off x="5513822" y="4273694"/>
                  <a:ext cx="100800" cy="41940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800" name="Entrada de lápiz 799">
                  <a:extLst>
                    <a:ext uri="{FF2B5EF4-FFF2-40B4-BE49-F238E27FC236}">
                      <a16:creationId xmlns:a16="http://schemas.microsoft.com/office/drawing/2014/main" id="{A828F45C-3621-BBAD-74E4-ABF9B609FA0B}"/>
                    </a:ext>
                  </a:extLst>
                </p14:cNvPr>
                <p14:cNvContentPartPr/>
                <p14:nvPr/>
              </p14:nvContentPartPr>
              <p14:xfrm>
                <a:off x="5628662" y="4212494"/>
                <a:ext cx="102240" cy="133920"/>
              </p14:xfrm>
            </p:contentPart>
          </mc:Choice>
          <mc:Fallback xmlns="">
            <p:pic>
              <p:nvPicPr>
                <p:cNvPr id="800" name="Entrada de lápiz 799">
                  <a:extLst>
                    <a:ext uri="{FF2B5EF4-FFF2-40B4-BE49-F238E27FC236}">
                      <a16:creationId xmlns:a16="http://schemas.microsoft.com/office/drawing/2014/main" id="{A828F45C-3621-BBAD-74E4-ABF9B609FA0B}"/>
                    </a:ext>
                  </a:extLst>
                </p:cNvPr>
                <p:cNvPicPr/>
                <p:nvPr/>
              </p:nvPicPr>
              <p:blipFill>
                <a:blip r:embed="rId383"/>
                <a:stretch>
                  <a:fillRect/>
                </a:stretch>
              </p:blipFill>
              <p:spPr>
                <a:xfrm>
                  <a:off x="5620022" y="4203494"/>
                  <a:ext cx="11988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384">
              <p14:nvContentPartPr>
                <p14:cNvPr id="801" name="Entrada de lápiz 800">
                  <a:extLst>
                    <a:ext uri="{FF2B5EF4-FFF2-40B4-BE49-F238E27FC236}">
                      <a16:creationId xmlns:a16="http://schemas.microsoft.com/office/drawing/2014/main" id="{F1A54754-E63F-2229-8987-3C4D4EA61170}"/>
                    </a:ext>
                  </a:extLst>
                </p14:cNvPr>
                <p14:cNvContentPartPr/>
                <p14:nvPr/>
              </p14:nvContentPartPr>
              <p14:xfrm>
                <a:off x="5749262" y="4497254"/>
                <a:ext cx="107640" cy="12240"/>
              </p14:xfrm>
            </p:contentPart>
          </mc:Choice>
          <mc:Fallback xmlns="">
            <p:pic>
              <p:nvPicPr>
                <p:cNvPr id="801" name="Entrada de lápiz 800">
                  <a:extLst>
                    <a:ext uri="{FF2B5EF4-FFF2-40B4-BE49-F238E27FC236}">
                      <a16:creationId xmlns:a16="http://schemas.microsoft.com/office/drawing/2014/main" id="{F1A54754-E63F-2229-8987-3C4D4EA61170}"/>
                    </a:ext>
                  </a:extLst>
                </p:cNvPr>
                <p:cNvPicPr/>
                <p:nvPr/>
              </p:nvPicPr>
              <p:blipFill>
                <a:blip r:embed="rId385"/>
                <a:stretch>
                  <a:fillRect/>
                </a:stretch>
              </p:blipFill>
              <p:spPr>
                <a:xfrm>
                  <a:off x="5740622" y="4488254"/>
                  <a:ext cx="12528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803" name="Entrada de lápiz 802">
                  <a:extLst>
                    <a:ext uri="{FF2B5EF4-FFF2-40B4-BE49-F238E27FC236}">
                      <a16:creationId xmlns:a16="http://schemas.microsoft.com/office/drawing/2014/main" id="{29CAB0A1-AC91-B2CA-FD8D-FB8BCE7F89A6}"/>
                    </a:ext>
                  </a:extLst>
                </p14:cNvPr>
                <p14:cNvContentPartPr/>
                <p14:nvPr/>
              </p14:nvContentPartPr>
              <p14:xfrm>
                <a:off x="5999822" y="4260374"/>
                <a:ext cx="97920" cy="368640"/>
              </p14:xfrm>
            </p:contentPart>
          </mc:Choice>
          <mc:Fallback xmlns="">
            <p:pic>
              <p:nvPicPr>
                <p:cNvPr id="803" name="Entrada de lápiz 802">
                  <a:extLst>
                    <a:ext uri="{FF2B5EF4-FFF2-40B4-BE49-F238E27FC236}">
                      <a16:creationId xmlns:a16="http://schemas.microsoft.com/office/drawing/2014/main" id="{29CAB0A1-AC91-B2CA-FD8D-FB8BCE7F89A6}"/>
                    </a:ext>
                  </a:extLst>
                </p:cNvPr>
                <p:cNvPicPr/>
                <p:nvPr/>
              </p:nvPicPr>
              <p:blipFill>
                <a:blip r:embed="rId387"/>
                <a:stretch>
                  <a:fillRect/>
                </a:stretch>
              </p:blipFill>
              <p:spPr>
                <a:xfrm>
                  <a:off x="5991182" y="4251374"/>
                  <a:ext cx="115560" cy="386280"/>
                </a:xfrm>
                <a:prstGeom prst="rect">
                  <a:avLst/>
                </a:prstGeom>
              </p:spPr>
            </p:pic>
          </mc:Fallback>
        </mc:AlternateContent>
        <mc:AlternateContent xmlns:mc="http://schemas.openxmlformats.org/markup-compatibility/2006" xmlns:p14="http://schemas.microsoft.com/office/powerpoint/2010/main">
          <mc:Choice Requires="p14">
            <p:contentPart p14:bwMode="auto" r:id="rId388">
              <p14:nvContentPartPr>
                <p14:cNvPr id="804" name="Entrada de lápiz 803">
                  <a:extLst>
                    <a:ext uri="{FF2B5EF4-FFF2-40B4-BE49-F238E27FC236}">
                      <a16:creationId xmlns:a16="http://schemas.microsoft.com/office/drawing/2014/main" id="{E89C1039-D1E7-994B-BBDB-8A95C26061CA}"/>
                    </a:ext>
                  </a:extLst>
                </p14:cNvPr>
                <p14:cNvContentPartPr/>
                <p14:nvPr/>
              </p14:nvContentPartPr>
              <p14:xfrm>
                <a:off x="6169742" y="4455494"/>
                <a:ext cx="275760" cy="11520"/>
              </p14:xfrm>
            </p:contentPart>
          </mc:Choice>
          <mc:Fallback xmlns="">
            <p:pic>
              <p:nvPicPr>
                <p:cNvPr id="804" name="Entrada de lápiz 803">
                  <a:extLst>
                    <a:ext uri="{FF2B5EF4-FFF2-40B4-BE49-F238E27FC236}">
                      <a16:creationId xmlns:a16="http://schemas.microsoft.com/office/drawing/2014/main" id="{E89C1039-D1E7-994B-BBDB-8A95C26061CA}"/>
                    </a:ext>
                  </a:extLst>
                </p:cNvPr>
                <p:cNvPicPr/>
                <p:nvPr/>
              </p:nvPicPr>
              <p:blipFill>
                <a:blip r:embed="rId389"/>
                <a:stretch>
                  <a:fillRect/>
                </a:stretch>
              </p:blipFill>
              <p:spPr>
                <a:xfrm>
                  <a:off x="6160742" y="4446494"/>
                  <a:ext cx="29340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390">
              <p14:nvContentPartPr>
                <p14:cNvPr id="805" name="Entrada de lápiz 804">
                  <a:extLst>
                    <a:ext uri="{FF2B5EF4-FFF2-40B4-BE49-F238E27FC236}">
                      <a16:creationId xmlns:a16="http://schemas.microsoft.com/office/drawing/2014/main" id="{3D26171F-C6D7-0AD8-5803-FC6BF343E6F9}"/>
                    </a:ext>
                  </a:extLst>
                </p14:cNvPr>
                <p14:cNvContentPartPr/>
                <p14:nvPr/>
              </p14:nvContentPartPr>
              <p14:xfrm>
                <a:off x="6228422" y="4530014"/>
                <a:ext cx="126720" cy="99000"/>
              </p14:xfrm>
            </p:contentPart>
          </mc:Choice>
          <mc:Fallback xmlns="">
            <p:pic>
              <p:nvPicPr>
                <p:cNvPr id="805" name="Entrada de lápiz 804">
                  <a:extLst>
                    <a:ext uri="{FF2B5EF4-FFF2-40B4-BE49-F238E27FC236}">
                      <a16:creationId xmlns:a16="http://schemas.microsoft.com/office/drawing/2014/main" id="{3D26171F-C6D7-0AD8-5803-FC6BF343E6F9}"/>
                    </a:ext>
                  </a:extLst>
                </p:cNvPr>
                <p:cNvPicPr/>
                <p:nvPr/>
              </p:nvPicPr>
              <p:blipFill>
                <a:blip r:embed="rId391"/>
                <a:stretch>
                  <a:fillRect/>
                </a:stretch>
              </p:blipFill>
              <p:spPr>
                <a:xfrm>
                  <a:off x="6219422" y="4521374"/>
                  <a:ext cx="14436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392">
              <p14:nvContentPartPr>
                <p14:cNvPr id="806" name="Entrada de lápiz 805">
                  <a:extLst>
                    <a:ext uri="{FF2B5EF4-FFF2-40B4-BE49-F238E27FC236}">
                      <a16:creationId xmlns:a16="http://schemas.microsoft.com/office/drawing/2014/main" id="{7497D709-9F19-8B86-0941-DBFB434F31E8}"/>
                    </a:ext>
                  </a:extLst>
                </p14:cNvPr>
                <p14:cNvContentPartPr/>
                <p14:nvPr/>
              </p14:nvContentPartPr>
              <p14:xfrm>
                <a:off x="6360902" y="4545854"/>
                <a:ext cx="97560" cy="90720"/>
              </p14:xfrm>
            </p:contentPart>
          </mc:Choice>
          <mc:Fallback xmlns="">
            <p:pic>
              <p:nvPicPr>
                <p:cNvPr id="806" name="Entrada de lápiz 805">
                  <a:extLst>
                    <a:ext uri="{FF2B5EF4-FFF2-40B4-BE49-F238E27FC236}">
                      <a16:creationId xmlns:a16="http://schemas.microsoft.com/office/drawing/2014/main" id="{7497D709-9F19-8B86-0941-DBFB434F31E8}"/>
                    </a:ext>
                  </a:extLst>
                </p:cNvPr>
                <p:cNvPicPr/>
                <p:nvPr/>
              </p:nvPicPr>
              <p:blipFill>
                <a:blip r:embed="rId393"/>
                <a:stretch>
                  <a:fillRect/>
                </a:stretch>
              </p:blipFill>
              <p:spPr>
                <a:xfrm>
                  <a:off x="6352262" y="4537214"/>
                  <a:ext cx="11520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807" name="Entrada de lápiz 806">
                  <a:extLst>
                    <a:ext uri="{FF2B5EF4-FFF2-40B4-BE49-F238E27FC236}">
                      <a16:creationId xmlns:a16="http://schemas.microsoft.com/office/drawing/2014/main" id="{12D5873F-9900-1459-2BFA-8A1E273D608A}"/>
                    </a:ext>
                  </a:extLst>
                </p14:cNvPr>
                <p14:cNvContentPartPr/>
                <p14:nvPr/>
              </p14:nvContentPartPr>
              <p14:xfrm>
                <a:off x="6530462" y="4223654"/>
                <a:ext cx="92160" cy="381240"/>
              </p14:xfrm>
            </p:contentPart>
          </mc:Choice>
          <mc:Fallback xmlns="">
            <p:pic>
              <p:nvPicPr>
                <p:cNvPr id="807" name="Entrada de lápiz 806">
                  <a:extLst>
                    <a:ext uri="{FF2B5EF4-FFF2-40B4-BE49-F238E27FC236}">
                      <a16:creationId xmlns:a16="http://schemas.microsoft.com/office/drawing/2014/main" id="{12D5873F-9900-1459-2BFA-8A1E273D608A}"/>
                    </a:ext>
                  </a:extLst>
                </p:cNvPr>
                <p:cNvPicPr/>
                <p:nvPr/>
              </p:nvPicPr>
              <p:blipFill>
                <a:blip r:embed="rId395"/>
                <a:stretch>
                  <a:fillRect/>
                </a:stretch>
              </p:blipFill>
              <p:spPr>
                <a:xfrm>
                  <a:off x="6521822" y="4215014"/>
                  <a:ext cx="109800" cy="398880"/>
                </a:xfrm>
                <a:prstGeom prst="rect">
                  <a:avLst/>
                </a:prstGeom>
              </p:spPr>
            </p:pic>
          </mc:Fallback>
        </mc:AlternateContent>
        <mc:AlternateContent xmlns:mc="http://schemas.openxmlformats.org/markup-compatibility/2006" xmlns:p14="http://schemas.microsoft.com/office/powerpoint/2010/main">
          <mc:Choice Requires="p14">
            <p:contentPart p14:bwMode="auto" r:id="rId396">
              <p14:nvContentPartPr>
                <p14:cNvPr id="808" name="Entrada de lápiz 807">
                  <a:extLst>
                    <a:ext uri="{FF2B5EF4-FFF2-40B4-BE49-F238E27FC236}">
                      <a16:creationId xmlns:a16="http://schemas.microsoft.com/office/drawing/2014/main" id="{A8B4044B-00EE-A410-B6BB-3FF5783AB176}"/>
                    </a:ext>
                  </a:extLst>
                </p14:cNvPr>
                <p14:cNvContentPartPr/>
                <p14:nvPr/>
              </p14:nvContentPartPr>
              <p14:xfrm>
                <a:off x="6677342" y="4154534"/>
                <a:ext cx="102240" cy="124200"/>
              </p14:xfrm>
            </p:contentPart>
          </mc:Choice>
          <mc:Fallback xmlns="">
            <p:pic>
              <p:nvPicPr>
                <p:cNvPr id="808" name="Entrada de lápiz 807">
                  <a:extLst>
                    <a:ext uri="{FF2B5EF4-FFF2-40B4-BE49-F238E27FC236}">
                      <a16:creationId xmlns:a16="http://schemas.microsoft.com/office/drawing/2014/main" id="{A8B4044B-00EE-A410-B6BB-3FF5783AB176}"/>
                    </a:ext>
                  </a:extLst>
                </p:cNvPr>
                <p:cNvPicPr/>
                <p:nvPr/>
              </p:nvPicPr>
              <p:blipFill>
                <a:blip r:embed="rId397"/>
                <a:stretch>
                  <a:fillRect/>
                </a:stretch>
              </p:blipFill>
              <p:spPr>
                <a:xfrm>
                  <a:off x="6668342" y="4145534"/>
                  <a:ext cx="11988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398">
              <p14:nvContentPartPr>
                <p14:cNvPr id="809" name="Entrada de lápiz 808">
                  <a:extLst>
                    <a:ext uri="{FF2B5EF4-FFF2-40B4-BE49-F238E27FC236}">
                      <a16:creationId xmlns:a16="http://schemas.microsoft.com/office/drawing/2014/main" id="{860C3E32-0586-3D87-76F8-3195787D4F55}"/>
                    </a:ext>
                  </a:extLst>
                </p14:cNvPr>
                <p14:cNvContentPartPr/>
                <p14:nvPr/>
              </p14:nvContentPartPr>
              <p14:xfrm>
                <a:off x="6874982" y="4431374"/>
                <a:ext cx="93600" cy="16920"/>
              </p14:xfrm>
            </p:contentPart>
          </mc:Choice>
          <mc:Fallback xmlns="">
            <p:pic>
              <p:nvPicPr>
                <p:cNvPr id="809" name="Entrada de lápiz 808">
                  <a:extLst>
                    <a:ext uri="{FF2B5EF4-FFF2-40B4-BE49-F238E27FC236}">
                      <a16:creationId xmlns:a16="http://schemas.microsoft.com/office/drawing/2014/main" id="{860C3E32-0586-3D87-76F8-3195787D4F55}"/>
                    </a:ext>
                  </a:extLst>
                </p:cNvPr>
                <p:cNvPicPr/>
                <p:nvPr/>
              </p:nvPicPr>
              <p:blipFill>
                <a:blip r:embed="rId399"/>
                <a:stretch>
                  <a:fillRect/>
                </a:stretch>
              </p:blipFill>
              <p:spPr>
                <a:xfrm>
                  <a:off x="6866342" y="4422374"/>
                  <a:ext cx="11124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400">
              <p14:nvContentPartPr>
                <p14:cNvPr id="810" name="Entrada de lápiz 809">
                  <a:extLst>
                    <a:ext uri="{FF2B5EF4-FFF2-40B4-BE49-F238E27FC236}">
                      <a16:creationId xmlns:a16="http://schemas.microsoft.com/office/drawing/2014/main" id="{F0EAC178-05FD-38FD-E982-8843C3F53920}"/>
                    </a:ext>
                  </a:extLst>
                </p14:cNvPr>
                <p14:cNvContentPartPr/>
                <p14:nvPr/>
              </p14:nvContentPartPr>
              <p14:xfrm>
                <a:off x="6862742" y="4484654"/>
                <a:ext cx="100440" cy="21960"/>
              </p14:xfrm>
            </p:contentPart>
          </mc:Choice>
          <mc:Fallback xmlns="">
            <p:pic>
              <p:nvPicPr>
                <p:cNvPr id="810" name="Entrada de lápiz 809">
                  <a:extLst>
                    <a:ext uri="{FF2B5EF4-FFF2-40B4-BE49-F238E27FC236}">
                      <a16:creationId xmlns:a16="http://schemas.microsoft.com/office/drawing/2014/main" id="{F0EAC178-05FD-38FD-E982-8843C3F53920}"/>
                    </a:ext>
                  </a:extLst>
                </p:cNvPr>
                <p:cNvPicPr/>
                <p:nvPr/>
              </p:nvPicPr>
              <p:blipFill>
                <a:blip r:embed="rId401"/>
                <a:stretch>
                  <a:fillRect/>
                </a:stretch>
              </p:blipFill>
              <p:spPr>
                <a:xfrm>
                  <a:off x="6854102" y="4476014"/>
                  <a:ext cx="118080" cy="39600"/>
                </a:xfrm>
                <a:prstGeom prst="rect">
                  <a:avLst/>
                </a:prstGeom>
              </p:spPr>
            </p:pic>
          </mc:Fallback>
        </mc:AlternateContent>
      </p:grpSp>
      <p:grpSp>
        <p:nvGrpSpPr>
          <p:cNvPr id="815" name="Grupo 814">
            <a:extLst>
              <a:ext uri="{FF2B5EF4-FFF2-40B4-BE49-F238E27FC236}">
                <a16:creationId xmlns:a16="http://schemas.microsoft.com/office/drawing/2014/main" id="{A23014E1-64E4-7CB2-82E4-81520851F82A}"/>
              </a:ext>
            </a:extLst>
          </p:cNvPr>
          <p:cNvGrpSpPr/>
          <p:nvPr/>
        </p:nvGrpSpPr>
        <p:grpSpPr>
          <a:xfrm>
            <a:off x="7182422" y="4236614"/>
            <a:ext cx="383040" cy="302040"/>
            <a:chOff x="7182422" y="4236614"/>
            <a:chExt cx="383040" cy="302040"/>
          </a:xfrm>
        </p:grpSpPr>
        <mc:AlternateContent xmlns:mc="http://schemas.openxmlformats.org/markup-compatibility/2006" xmlns:p14="http://schemas.microsoft.com/office/powerpoint/2010/main">
          <mc:Choice Requires="p14">
            <p:contentPart p14:bwMode="auto" r:id="rId402">
              <p14:nvContentPartPr>
                <p14:cNvPr id="813" name="Entrada de lápiz 812">
                  <a:extLst>
                    <a:ext uri="{FF2B5EF4-FFF2-40B4-BE49-F238E27FC236}">
                      <a16:creationId xmlns:a16="http://schemas.microsoft.com/office/drawing/2014/main" id="{9423A921-4667-ABAC-18B1-8B7952BC3FCD}"/>
                    </a:ext>
                  </a:extLst>
                </p14:cNvPr>
                <p14:cNvContentPartPr/>
                <p14:nvPr/>
              </p14:nvContentPartPr>
              <p14:xfrm>
                <a:off x="7182422" y="4236614"/>
                <a:ext cx="177480" cy="302040"/>
              </p14:xfrm>
            </p:contentPart>
          </mc:Choice>
          <mc:Fallback xmlns="">
            <p:pic>
              <p:nvPicPr>
                <p:cNvPr id="813" name="Entrada de lápiz 812">
                  <a:extLst>
                    <a:ext uri="{FF2B5EF4-FFF2-40B4-BE49-F238E27FC236}">
                      <a16:creationId xmlns:a16="http://schemas.microsoft.com/office/drawing/2014/main" id="{9423A921-4667-ABAC-18B1-8B7952BC3FCD}"/>
                    </a:ext>
                  </a:extLst>
                </p:cNvPr>
                <p:cNvPicPr/>
                <p:nvPr/>
              </p:nvPicPr>
              <p:blipFill>
                <a:blip r:embed="rId403"/>
                <a:stretch>
                  <a:fillRect/>
                </a:stretch>
              </p:blipFill>
              <p:spPr>
                <a:xfrm>
                  <a:off x="7173422" y="4227974"/>
                  <a:ext cx="195120" cy="319680"/>
                </a:xfrm>
                <a:prstGeom prst="rect">
                  <a:avLst/>
                </a:prstGeom>
              </p:spPr>
            </p:pic>
          </mc:Fallback>
        </mc:AlternateContent>
        <mc:AlternateContent xmlns:mc="http://schemas.openxmlformats.org/markup-compatibility/2006" xmlns:p14="http://schemas.microsoft.com/office/powerpoint/2010/main">
          <mc:Choice Requires="p14">
            <p:contentPart p14:bwMode="auto" r:id="rId404">
              <p14:nvContentPartPr>
                <p14:cNvPr id="814" name="Entrada de lápiz 813">
                  <a:extLst>
                    <a:ext uri="{FF2B5EF4-FFF2-40B4-BE49-F238E27FC236}">
                      <a16:creationId xmlns:a16="http://schemas.microsoft.com/office/drawing/2014/main" id="{A31A291A-118C-51AE-A603-DC3B0CC20574}"/>
                    </a:ext>
                  </a:extLst>
                </p14:cNvPr>
                <p14:cNvContentPartPr/>
                <p14:nvPr/>
              </p14:nvContentPartPr>
              <p14:xfrm>
                <a:off x="7449182" y="4392134"/>
                <a:ext cx="116280" cy="22680"/>
              </p14:xfrm>
            </p:contentPart>
          </mc:Choice>
          <mc:Fallback xmlns="">
            <p:pic>
              <p:nvPicPr>
                <p:cNvPr id="814" name="Entrada de lápiz 813">
                  <a:extLst>
                    <a:ext uri="{FF2B5EF4-FFF2-40B4-BE49-F238E27FC236}">
                      <a16:creationId xmlns:a16="http://schemas.microsoft.com/office/drawing/2014/main" id="{A31A291A-118C-51AE-A603-DC3B0CC20574}"/>
                    </a:ext>
                  </a:extLst>
                </p:cNvPr>
                <p:cNvPicPr/>
                <p:nvPr/>
              </p:nvPicPr>
              <p:blipFill>
                <a:blip r:embed="rId405"/>
                <a:stretch>
                  <a:fillRect/>
                </a:stretch>
              </p:blipFill>
              <p:spPr>
                <a:xfrm>
                  <a:off x="7440182" y="4383494"/>
                  <a:ext cx="133920" cy="40320"/>
                </a:xfrm>
                <a:prstGeom prst="rect">
                  <a:avLst/>
                </a:prstGeom>
              </p:spPr>
            </p:pic>
          </mc:Fallback>
        </mc:AlternateContent>
      </p:grpSp>
      <p:grpSp>
        <p:nvGrpSpPr>
          <p:cNvPr id="822" name="Grupo 821">
            <a:extLst>
              <a:ext uri="{FF2B5EF4-FFF2-40B4-BE49-F238E27FC236}">
                <a16:creationId xmlns:a16="http://schemas.microsoft.com/office/drawing/2014/main" id="{AB2D5D01-16D0-3BD8-683C-2D1C3F94B5AB}"/>
              </a:ext>
            </a:extLst>
          </p:cNvPr>
          <p:cNvGrpSpPr/>
          <p:nvPr/>
        </p:nvGrpSpPr>
        <p:grpSpPr>
          <a:xfrm>
            <a:off x="7722782" y="4517054"/>
            <a:ext cx="211680" cy="171360"/>
            <a:chOff x="7722782" y="4517054"/>
            <a:chExt cx="211680" cy="171360"/>
          </a:xfrm>
        </p:grpSpPr>
        <mc:AlternateContent xmlns:mc="http://schemas.openxmlformats.org/markup-compatibility/2006" xmlns:p14="http://schemas.microsoft.com/office/powerpoint/2010/main">
          <mc:Choice Requires="p14">
            <p:contentPart p14:bwMode="auto" r:id="rId406">
              <p14:nvContentPartPr>
                <p14:cNvPr id="818" name="Entrada de lápiz 817">
                  <a:extLst>
                    <a:ext uri="{FF2B5EF4-FFF2-40B4-BE49-F238E27FC236}">
                      <a16:creationId xmlns:a16="http://schemas.microsoft.com/office/drawing/2014/main" id="{7365CEA8-0061-066A-4A3C-5CEE2C2E69C3}"/>
                    </a:ext>
                  </a:extLst>
                </p14:cNvPr>
                <p14:cNvContentPartPr/>
                <p14:nvPr/>
              </p14:nvContentPartPr>
              <p14:xfrm>
                <a:off x="7722782" y="4520654"/>
                <a:ext cx="18720" cy="146880"/>
              </p14:xfrm>
            </p:contentPart>
          </mc:Choice>
          <mc:Fallback xmlns="">
            <p:pic>
              <p:nvPicPr>
                <p:cNvPr id="818" name="Entrada de lápiz 817">
                  <a:extLst>
                    <a:ext uri="{FF2B5EF4-FFF2-40B4-BE49-F238E27FC236}">
                      <a16:creationId xmlns:a16="http://schemas.microsoft.com/office/drawing/2014/main" id="{7365CEA8-0061-066A-4A3C-5CEE2C2E69C3}"/>
                    </a:ext>
                  </a:extLst>
                </p:cNvPr>
                <p:cNvPicPr/>
                <p:nvPr/>
              </p:nvPicPr>
              <p:blipFill>
                <a:blip r:embed="rId407"/>
                <a:stretch>
                  <a:fillRect/>
                </a:stretch>
              </p:blipFill>
              <p:spPr>
                <a:xfrm>
                  <a:off x="7713782" y="4511654"/>
                  <a:ext cx="3636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408">
              <p14:nvContentPartPr>
                <p14:cNvPr id="819" name="Entrada de lápiz 818">
                  <a:extLst>
                    <a:ext uri="{FF2B5EF4-FFF2-40B4-BE49-F238E27FC236}">
                      <a16:creationId xmlns:a16="http://schemas.microsoft.com/office/drawing/2014/main" id="{54474845-378B-9EC2-FFEB-17B66EFEAE73}"/>
                    </a:ext>
                  </a:extLst>
                </p14:cNvPr>
                <p14:cNvContentPartPr/>
                <p14:nvPr/>
              </p14:nvContentPartPr>
              <p14:xfrm>
                <a:off x="7812782" y="4517054"/>
                <a:ext cx="121680" cy="171360"/>
              </p14:xfrm>
            </p:contentPart>
          </mc:Choice>
          <mc:Fallback xmlns="">
            <p:pic>
              <p:nvPicPr>
                <p:cNvPr id="819" name="Entrada de lápiz 818">
                  <a:extLst>
                    <a:ext uri="{FF2B5EF4-FFF2-40B4-BE49-F238E27FC236}">
                      <a16:creationId xmlns:a16="http://schemas.microsoft.com/office/drawing/2014/main" id="{54474845-378B-9EC2-FFEB-17B66EFEAE73}"/>
                    </a:ext>
                  </a:extLst>
                </p:cNvPr>
                <p:cNvPicPr/>
                <p:nvPr/>
              </p:nvPicPr>
              <p:blipFill>
                <a:blip r:embed="rId409"/>
                <a:stretch>
                  <a:fillRect/>
                </a:stretch>
              </p:blipFill>
              <p:spPr>
                <a:xfrm>
                  <a:off x="7804142" y="4508054"/>
                  <a:ext cx="139320" cy="189000"/>
                </a:xfrm>
                <a:prstGeom prst="rect">
                  <a:avLst/>
                </a:prstGeom>
              </p:spPr>
            </p:pic>
          </mc:Fallback>
        </mc:AlternateContent>
      </p:grpSp>
      <p:grpSp>
        <p:nvGrpSpPr>
          <p:cNvPr id="821" name="Grupo 820">
            <a:extLst>
              <a:ext uri="{FF2B5EF4-FFF2-40B4-BE49-F238E27FC236}">
                <a16:creationId xmlns:a16="http://schemas.microsoft.com/office/drawing/2014/main" id="{586C6AE7-1481-0D95-489D-2368EB6ED376}"/>
              </a:ext>
            </a:extLst>
          </p:cNvPr>
          <p:cNvGrpSpPr/>
          <p:nvPr/>
        </p:nvGrpSpPr>
        <p:grpSpPr>
          <a:xfrm>
            <a:off x="7691462" y="4181894"/>
            <a:ext cx="478800" cy="241200"/>
            <a:chOff x="7691462" y="4181894"/>
            <a:chExt cx="478800" cy="241200"/>
          </a:xfrm>
        </p:grpSpPr>
        <mc:AlternateContent xmlns:mc="http://schemas.openxmlformats.org/markup-compatibility/2006" xmlns:p14="http://schemas.microsoft.com/office/powerpoint/2010/main">
          <mc:Choice Requires="p14">
            <p:contentPart p14:bwMode="auto" r:id="rId410">
              <p14:nvContentPartPr>
                <p14:cNvPr id="816" name="Entrada de lápiz 815">
                  <a:extLst>
                    <a:ext uri="{FF2B5EF4-FFF2-40B4-BE49-F238E27FC236}">
                      <a16:creationId xmlns:a16="http://schemas.microsoft.com/office/drawing/2014/main" id="{C81C08C6-40D3-0D21-9515-9EAD32336099}"/>
                    </a:ext>
                  </a:extLst>
                </p14:cNvPr>
                <p14:cNvContentPartPr/>
                <p14:nvPr/>
              </p14:nvContentPartPr>
              <p14:xfrm>
                <a:off x="7789742" y="4181894"/>
                <a:ext cx="27360" cy="166320"/>
              </p14:xfrm>
            </p:contentPart>
          </mc:Choice>
          <mc:Fallback xmlns="">
            <p:pic>
              <p:nvPicPr>
                <p:cNvPr id="816" name="Entrada de lápiz 815">
                  <a:extLst>
                    <a:ext uri="{FF2B5EF4-FFF2-40B4-BE49-F238E27FC236}">
                      <a16:creationId xmlns:a16="http://schemas.microsoft.com/office/drawing/2014/main" id="{C81C08C6-40D3-0D21-9515-9EAD32336099}"/>
                    </a:ext>
                  </a:extLst>
                </p:cNvPr>
                <p:cNvPicPr/>
                <p:nvPr/>
              </p:nvPicPr>
              <p:blipFill>
                <a:blip r:embed="rId411"/>
                <a:stretch>
                  <a:fillRect/>
                </a:stretch>
              </p:blipFill>
              <p:spPr>
                <a:xfrm>
                  <a:off x="7781102" y="4172894"/>
                  <a:ext cx="4500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412">
              <p14:nvContentPartPr>
                <p14:cNvPr id="817" name="Entrada de lápiz 816">
                  <a:extLst>
                    <a:ext uri="{FF2B5EF4-FFF2-40B4-BE49-F238E27FC236}">
                      <a16:creationId xmlns:a16="http://schemas.microsoft.com/office/drawing/2014/main" id="{5681C581-E1A6-B05F-1631-E9982DCA4B7F}"/>
                    </a:ext>
                  </a:extLst>
                </p14:cNvPr>
                <p14:cNvContentPartPr/>
                <p14:nvPr/>
              </p14:nvContentPartPr>
              <p14:xfrm>
                <a:off x="7691462" y="4404374"/>
                <a:ext cx="263160" cy="18720"/>
              </p14:xfrm>
            </p:contentPart>
          </mc:Choice>
          <mc:Fallback xmlns="">
            <p:pic>
              <p:nvPicPr>
                <p:cNvPr id="817" name="Entrada de lápiz 816">
                  <a:extLst>
                    <a:ext uri="{FF2B5EF4-FFF2-40B4-BE49-F238E27FC236}">
                      <a16:creationId xmlns:a16="http://schemas.microsoft.com/office/drawing/2014/main" id="{5681C581-E1A6-B05F-1631-E9982DCA4B7F}"/>
                    </a:ext>
                  </a:extLst>
                </p:cNvPr>
                <p:cNvPicPr/>
                <p:nvPr/>
              </p:nvPicPr>
              <p:blipFill>
                <a:blip r:embed="rId413"/>
                <a:stretch>
                  <a:fillRect/>
                </a:stretch>
              </p:blipFill>
              <p:spPr>
                <a:xfrm>
                  <a:off x="7682822" y="4395734"/>
                  <a:ext cx="28080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414">
              <p14:nvContentPartPr>
                <p14:cNvPr id="820" name="Entrada de lápiz 819">
                  <a:extLst>
                    <a:ext uri="{FF2B5EF4-FFF2-40B4-BE49-F238E27FC236}">
                      <a16:creationId xmlns:a16="http://schemas.microsoft.com/office/drawing/2014/main" id="{C711D996-828B-5105-5584-30736DCF6703}"/>
                    </a:ext>
                  </a:extLst>
                </p14:cNvPr>
                <p14:cNvContentPartPr/>
                <p14:nvPr/>
              </p14:nvContentPartPr>
              <p14:xfrm>
                <a:off x="8054342" y="4398974"/>
                <a:ext cx="115920" cy="15840"/>
              </p14:xfrm>
            </p:contentPart>
          </mc:Choice>
          <mc:Fallback xmlns="">
            <p:pic>
              <p:nvPicPr>
                <p:cNvPr id="820" name="Entrada de lápiz 819">
                  <a:extLst>
                    <a:ext uri="{FF2B5EF4-FFF2-40B4-BE49-F238E27FC236}">
                      <a16:creationId xmlns:a16="http://schemas.microsoft.com/office/drawing/2014/main" id="{C711D996-828B-5105-5584-30736DCF6703}"/>
                    </a:ext>
                  </a:extLst>
                </p:cNvPr>
                <p:cNvPicPr/>
                <p:nvPr/>
              </p:nvPicPr>
              <p:blipFill>
                <a:blip r:embed="rId415"/>
                <a:stretch>
                  <a:fillRect/>
                </a:stretch>
              </p:blipFill>
              <p:spPr>
                <a:xfrm>
                  <a:off x="8045342" y="4390334"/>
                  <a:ext cx="133560" cy="33480"/>
                </a:xfrm>
                <a:prstGeom prst="rect">
                  <a:avLst/>
                </a:prstGeom>
              </p:spPr>
            </p:pic>
          </mc:Fallback>
        </mc:AlternateContent>
      </p:grpSp>
      <p:grpSp>
        <p:nvGrpSpPr>
          <p:cNvPr id="825" name="Grupo 824">
            <a:extLst>
              <a:ext uri="{FF2B5EF4-FFF2-40B4-BE49-F238E27FC236}">
                <a16:creationId xmlns:a16="http://schemas.microsoft.com/office/drawing/2014/main" id="{3A5E3973-1882-CE6B-9FBB-72D747FC639A}"/>
              </a:ext>
            </a:extLst>
          </p:cNvPr>
          <p:cNvGrpSpPr/>
          <p:nvPr/>
        </p:nvGrpSpPr>
        <p:grpSpPr>
          <a:xfrm>
            <a:off x="8345222" y="4120694"/>
            <a:ext cx="249840" cy="294480"/>
            <a:chOff x="8345222" y="4120694"/>
            <a:chExt cx="249840" cy="294480"/>
          </a:xfrm>
        </p:grpSpPr>
        <mc:AlternateContent xmlns:mc="http://schemas.openxmlformats.org/markup-compatibility/2006" xmlns:p14="http://schemas.microsoft.com/office/powerpoint/2010/main">
          <mc:Choice Requires="p14">
            <p:contentPart p14:bwMode="auto" r:id="rId416">
              <p14:nvContentPartPr>
                <p14:cNvPr id="823" name="Entrada de lápiz 822">
                  <a:extLst>
                    <a:ext uri="{FF2B5EF4-FFF2-40B4-BE49-F238E27FC236}">
                      <a16:creationId xmlns:a16="http://schemas.microsoft.com/office/drawing/2014/main" id="{90802001-37D4-1AE1-C3F4-172EAA8EEE72}"/>
                    </a:ext>
                  </a:extLst>
                </p14:cNvPr>
                <p14:cNvContentPartPr/>
                <p14:nvPr/>
              </p14:nvContentPartPr>
              <p14:xfrm>
                <a:off x="8395982" y="4120694"/>
                <a:ext cx="147960" cy="201600"/>
              </p14:xfrm>
            </p:contentPart>
          </mc:Choice>
          <mc:Fallback xmlns="">
            <p:pic>
              <p:nvPicPr>
                <p:cNvPr id="823" name="Entrada de lápiz 822">
                  <a:extLst>
                    <a:ext uri="{FF2B5EF4-FFF2-40B4-BE49-F238E27FC236}">
                      <a16:creationId xmlns:a16="http://schemas.microsoft.com/office/drawing/2014/main" id="{90802001-37D4-1AE1-C3F4-172EAA8EEE72}"/>
                    </a:ext>
                  </a:extLst>
                </p:cNvPr>
                <p:cNvPicPr/>
                <p:nvPr/>
              </p:nvPicPr>
              <p:blipFill>
                <a:blip r:embed="rId417"/>
                <a:stretch>
                  <a:fillRect/>
                </a:stretch>
              </p:blipFill>
              <p:spPr>
                <a:xfrm>
                  <a:off x="8386982" y="4112054"/>
                  <a:ext cx="16560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418">
              <p14:nvContentPartPr>
                <p14:cNvPr id="824" name="Entrada de lápiz 823">
                  <a:extLst>
                    <a:ext uri="{FF2B5EF4-FFF2-40B4-BE49-F238E27FC236}">
                      <a16:creationId xmlns:a16="http://schemas.microsoft.com/office/drawing/2014/main" id="{9EBB2B61-425C-2331-C01E-1AC12D8A1085}"/>
                    </a:ext>
                  </a:extLst>
                </p14:cNvPr>
                <p14:cNvContentPartPr/>
                <p14:nvPr/>
              </p14:nvContentPartPr>
              <p14:xfrm>
                <a:off x="8345222" y="4388894"/>
                <a:ext cx="249840" cy="26280"/>
              </p14:xfrm>
            </p:contentPart>
          </mc:Choice>
          <mc:Fallback xmlns="">
            <p:pic>
              <p:nvPicPr>
                <p:cNvPr id="824" name="Entrada de lápiz 823">
                  <a:extLst>
                    <a:ext uri="{FF2B5EF4-FFF2-40B4-BE49-F238E27FC236}">
                      <a16:creationId xmlns:a16="http://schemas.microsoft.com/office/drawing/2014/main" id="{9EBB2B61-425C-2331-C01E-1AC12D8A1085}"/>
                    </a:ext>
                  </a:extLst>
                </p:cNvPr>
                <p:cNvPicPr/>
                <p:nvPr/>
              </p:nvPicPr>
              <p:blipFill>
                <a:blip r:embed="rId419"/>
                <a:stretch>
                  <a:fillRect/>
                </a:stretch>
              </p:blipFill>
              <p:spPr>
                <a:xfrm>
                  <a:off x="8336582" y="4379894"/>
                  <a:ext cx="267480" cy="43920"/>
                </a:xfrm>
                <a:prstGeom prst="rect">
                  <a:avLst/>
                </a:prstGeom>
              </p:spPr>
            </p:pic>
          </mc:Fallback>
        </mc:AlternateContent>
      </p:grpSp>
      <p:grpSp>
        <p:nvGrpSpPr>
          <p:cNvPr id="828" name="Grupo 827">
            <a:extLst>
              <a:ext uri="{FF2B5EF4-FFF2-40B4-BE49-F238E27FC236}">
                <a16:creationId xmlns:a16="http://schemas.microsoft.com/office/drawing/2014/main" id="{C3CC2CAB-AF8B-EC55-AEC9-47CCAFA03949}"/>
              </a:ext>
            </a:extLst>
          </p:cNvPr>
          <p:cNvGrpSpPr/>
          <p:nvPr/>
        </p:nvGrpSpPr>
        <p:grpSpPr>
          <a:xfrm>
            <a:off x="8370062" y="4506614"/>
            <a:ext cx="175680" cy="173880"/>
            <a:chOff x="8370062" y="4506614"/>
            <a:chExt cx="175680" cy="173880"/>
          </a:xfrm>
        </p:grpSpPr>
        <mc:AlternateContent xmlns:mc="http://schemas.openxmlformats.org/markup-compatibility/2006" xmlns:p14="http://schemas.microsoft.com/office/powerpoint/2010/main">
          <mc:Choice Requires="p14">
            <p:contentPart p14:bwMode="auto" r:id="rId420">
              <p14:nvContentPartPr>
                <p14:cNvPr id="826" name="Entrada de lápiz 825">
                  <a:extLst>
                    <a:ext uri="{FF2B5EF4-FFF2-40B4-BE49-F238E27FC236}">
                      <a16:creationId xmlns:a16="http://schemas.microsoft.com/office/drawing/2014/main" id="{4BC027C7-2610-6ECD-5284-63062B027815}"/>
                    </a:ext>
                  </a:extLst>
                </p14:cNvPr>
                <p14:cNvContentPartPr/>
                <p14:nvPr/>
              </p14:nvContentPartPr>
              <p14:xfrm>
                <a:off x="8370062" y="4506614"/>
                <a:ext cx="9360" cy="173880"/>
              </p14:xfrm>
            </p:contentPart>
          </mc:Choice>
          <mc:Fallback xmlns="">
            <p:pic>
              <p:nvPicPr>
                <p:cNvPr id="826" name="Entrada de lápiz 825">
                  <a:extLst>
                    <a:ext uri="{FF2B5EF4-FFF2-40B4-BE49-F238E27FC236}">
                      <a16:creationId xmlns:a16="http://schemas.microsoft.com/office/drawing/2014/main" id="{4BC027C7-2610-6ECD-5284-63062B027815}"/>
                    </a:ext>
                  </a:extLst>
                </p:cNvPr>
                <p:cNvPicPr/>
                <p:nvPr/>
              </p:nvPicPr>
              <p:blipFill>
                <a:blip r:embed="rId421"/>
                <a:stretch>
                  <a:fillRect/>
                </a:stretch>
              </p:blipFill>
              <p:spPr>
                <a:xfrm>
                  <a:off x="8361062" y="4497614"/>
                  <a:ext cx="2700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422">
              <p14:nvContentPartPr>
                <p14:cNvPr id="827" name="Entrada de lápiz 826">
                  <a:extLst>
                    <a:ext uri="{FF2B5EF4-FFF2-40B4-BE49-F238E27FC236}">
                      <a16:creationId xmlns:a16="http://schemas.microsoft.com/office/drawing/2014/main" id="{5DCDD4CC-0F30-A764-A910-FD30C33F6A95}"/>
                    </a:ext>
                  </a:extLst>
                </p14:cNvPr>
                <p14:cNvContentPartPr/>
                <p14:nvPr/>
              </p14:nvContentPartPr>
              <p14:xfrm>
                <a:off x="8431262" y="4508054"/>
                <a:ext cx="114480" cy="171360"/>
              </p14:xfrm>
            </p:contentPart>
          </mc:Choice>
          <mc:Fallback xmlns="">
            <p:pic>
              <p:nvPicPr>
                <p:cNvPr id="827" name="Entrada de lápiz 826">
                  <a:extLst>
                    <a:ext uri="{FF2B5EF4-FFF2-40B4-BE49-F238E27FC236}">
                      <a16:creationId xmlns:a16="http://schemas.microsoft.com/office/drawing/2014/main" id="{5DCDD4CC-0F30-A764-A910-FD30C33F6A95}"/>
                    </a:ext>
                  </a:extLst>
                </p:cNvPr>
                <p:cNvPicPr/>
                <p:nvPr/>
              </p:nvPicPr>
              <p:blipFill>
                <a:blip r:embed="rId423"/>
                <a:stretch>
                  <a:fillRect/>
                </a:stretch>
              </p:blipFill>
              <p:spPr>
                <a:xfrm>
                  <a:off x="8422622" y="4499414"/>
                  <a:ext cx="132120" cy="189000"/>
                </a:xfrm>
                <a:prstGeom prst="rect">
                  <a:avLst/>
                </a:prstGeom>
              </p:spPr>
            </p:pic>
          </mc:Fallback>
        </mc:AlternateContent>
      </p:grpSp>
      <p:grpSp>
        <p:nvGrpSpPr>
          <p:cNvPr id="831" name="Grupo 830">
            <a:extLst>
              <a:ext uri="{FF2B5EF4-FFF2-40B4-BE49-F238E27FC236}">
                <a16:creationId xmlns:a16="http://schemas.microsoft.com/office/drawing/2014/main" id="{E2CB13D5-2878-5B76-1FA2-CC8045E70B75}"/>
              </a:ext>
            </a:extLst>
          </p:cNvPr>
          <p:cNvGrpSpPr/>
          <p:nvPr/>
        </p:nvGrpSpPr>
        <p:grpSpPr>
          <a:xfrm>
            <a:off x="8729702" y="4343894"/>
            <a:ext cx="106920" cy="93600"/>
            <a:chOff x="8729702" y="4343894"/>
            <a:chExt cx="106920" cy="93600"/>
          </a:xfrm>
        </p:grpSpPr>
        <mc:AlternateContent xmlns:mc="http://schemas.openxmlformats.org/markup-compatibility/2006" xmlns:p14="http://schemas.microsoft.com/office/powerpoint/2010/main">
          <mc:Choice Requires="p14">
            <p:contentPart p14:bwMode="auto" r:id="rId424">
              <p14:nvContentPartPr>
                <p14:cNvPr id="829" name="Entrada de lápiz 828">
                  <a:extLst>
                    <a:ext uri="{FF2B5EF4-FFF2-40B4-BE49-F238E27FC236}">
                      <a16:creationId xmlns:a16="http://schemas.microsoft.com/office/drawing/2014/main" id="{D200CEC1-329F-E598-9948-D63E0CD222D8}"/>
                    </a:ext>
                  </a:extLst>
                </p14:cNvPr>
                <p14:cNvContentPartPr/>
                <p14:nvPr/>
              </p14:nvContentPartPr>
              <p14:xfrm>
                <a:off x="8751302" y="4343894"/>
                <a:ext cx="66240" cy="8640"/>
              </p14:xfrm>
            </p:contentPart>
          </mc:Choice>
          <mc:Fallback xmlns="">
            <p:pic>
              <p:nvPicPr>
                <p:cNvPr id="829" name="Entrada de lápiz 828">
                  <a:extLst>
                    <a:ext uri="{FF2B5EF4-FFF2-40B4-BE49-F238E27FC236}">
                      <a16:creationId xmlns:a16="http://schemas.microsoft.com/office/drawing/2014/main" id="{D200CEC1-329F-E598-9948-D63E0CD222D8}"/>
                    </a:ext>
                  </a:extLst>
                </p:cNvPr>
                <p:cNvPicPr/>
                <p:nvPr/>
              </p:nvPicPr>
              <p:blipFill>
                <a:blip r:embed="rId425"/>
                <a:stretch>
                  <a:fillRect/>
                </a:stretch>
              </p:blipFill>
              <p:spPr>
                <a:xfrm>
                  <a:off x="8742302" y="4334894"/>
                  <a:ext cx="8388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426">
              <p14:nvContentPartPr>
                <p14:cNvPr id="830" name="Entrada de lápiz 829">
                  <a:extLst>
                    <a:ext uri="{FF2B5EF4-FFF2-40B4-BE49-F238E27FC236}">
                      <a16:creationId xmlns:a16="http://schemas.microsoft.com/office/drawing/2014/main" id="{1FBD7CF7-5C1A-1FA6-8CFE-C8D17D6E2242}"/>
                    </a:ext>
                  </a:extLst>
                </p14:cNvPr>
                <p14:cNvContentPartPr/>
                <p14:nvPr/>
              </p14:nvContentPartPr>
              <p14:xfrm>
                <a:off x="8729702" y="4425974"/>
                <a:ext cx="106920" cy="11520"/>
              </p14:xfrm>
            </p:contentPart>
          </mc:Choice>
          <mc:Fallback xmlns="">
            <p:pic>
              <p:nvPicPr>
                <p:cNvPr id="830" name="Entrada de lápiz 829">
                  <a:extLst>
                    <a:ext uri="{FF2B5EF4-FFF2-40B4-BE49-F238E27FC236}">
                      <a16:creationId xmlns:a16="http://schemas.microsoft.com/office/drawing/2014/main" id="{1FBD7CF7-5C1A-1FA6-8CFE-C8D17D6E2242}"/>
                    </a:ext>
                  </a:extLst>
                </p:cNvPr>
                <p:cNvPicPr/>
                <p:nvPr/>
              </p:nvPicPr>
              <p:blipFill>
                <a:blip r:embed="rId427"/>
                <a:stretch>
                  <a:fillRect/>
                </a:stretch>
              </p:blipFill>
              <p:spPr>
                <a:xfrm>
                  <a:off x="8720702" y="4417334"/>
                  <a:ext cx="124560" cy="29160"/>
                </a:xfrm>
                <a:prstGeom prst="rect">
                  <a:avLst/>
                </a:prstGeom>
              </p:spPr>
            </p:pic>
          </mc:Fallback>
        </mc:AlternateContent>
      </p:grpSp>
      <p:grpSp>
        <p:nvGrpSpPr>
          <p:cNvPr id="835" name="Grupo 834">
            <a:extLst>
              <a:ext uri="{FF2B5EF4-FFF2-40B4-BE49-F238E27FC236}">
                <a16:creationId xmlns:a16="http://schemas.microsoft.com/office/drawing/2014/main" id="{F43F401F-3A24-0254-5C52-ABAE47ACC1E4}"/>
              </a:ext>
            </a:extLst>
          </p:cNvPr>
          <p:cNvGrpSpPr/>
          <p:nvPr/>
        </p:nvGrpSpPr>
        <p:grpSpPr>
          <a:xfrm>
            <a:off x="9044702" y="4080374"/>
            <a:ext cx="266400" cy="622800"/>
            <a:chOff x="9044702" y="4080374"/>
            <a:chExt cx="266400" cy="622800"/>
          </a:xfrm>
        </p:grpSpPr>
        <mc:AlternateContent xmlns:mc="http://schemas.openxmlformats.org/markup-compatibility/2006" xmlns:p14="http://schemas.microsoft.com/office/powerpoint/2010/main">
          <mc:Choice Requires="p14">
            <p:contentPart p14:bwMode="auto" r:id="rId428">
              <p14:nvContentPartPr>
                <p14:cNvPr id="832" name="Entrada de lápiz 831">
                  <a:extLst>
                    <a:ext uri="{FF2B5EF4-FFF2-40B4-BE49-F238E27FC236}">
                      <a16:creationId xmlns:a16="http://schemas.microsoft.com/office/drawing/2014/main" id="{1479E784-76F2-A8F3-B3CE-4665461BDEC0}"/>
                    </a:ext>
                  </a:extLst>
                </p14:cNvPr>
                <p14:cNvContentPartPr/>
                <p14:nvPr/>
              </p14:nvContentPartPr>
              <p14:xfrm>
                <a:off x="9112022" y="4080374"/>
                <a:ext cx="171000" cy="224640"/>
              </p14:xfrm>
            </p:contentPart>
          </mc:Choice>
          <mc:Fallback xmlns="">
            <p:pic>
              <p:nvPicPr>
                <p:cNvPr id="832" name="Entrada de lápiz 831">
                  <a:extLst>
                    <a:ext uri="{FF2B5EF4-FFF2-40B4-BE49-F238E27FC236}">
                      <a16:creationId xmlns:a16="http://schemas.microsoft.com/office/drawing/2014/main" id="{1479E784-76F2-A8F3-B3CE-4665461BDEC0}"/>
                    </a:ext>
                  </a:extLst>
                </p:cNvPr>
                <p:cNvPicPr/>
                <p:nvPr/>
              </p:nvPicPr>
              <p:blipFill>
                <a:blip r:embed="rId429"/>
                <a:stretch>
                  <a:fillRect/>
                </a:stretch>
              </p:blipFill>
              <p:spPr>
                <a:xfrm>
                  <a:off x="9103022" y="4071374"/>
                  <a:ext cx="18864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430">
              <p14:nvContentPartPr>
                <p14:cNvPr id="833" name="Entrada de lápiz 832">
                  <a:extLst>
                    <a:ext uri="{FF2B5EF4-FFF2-40B4-BE49-F238E27FC236}">
                      <a16:creationId xmlns:a16="http://schemas.microsoft.com/office/drawing/2014/main" id="{88AAD330-7BF2-7196-2B9E-6AB21E8C329A}"/>
                    </a:ext>
                  </a:extLst>
                </p14:cNvPr>
                <p14:cNvContentPartPr/>
                <p14:nvPr/>
              </p14:nvContentPartPr>
              <p14:xfrm>
                <a:off x="9044702" y="4384574"/>
                <a:ext cx="266400" cy="23400"/>
              </p14:xfrm>
            </p:contentPart>
          </mc:Choice>
          <mc:Fallback xmlns="">
            <p:pic>
              <p:nvPicPr>
                <p:cNvPr id="833" name="Entrada de lápiz 832">
                  <a:extLst>
                    <a:ext uri="{FF2B5EF4-FFF2-40B4-BE49-F238E27FC236}">
                      <a16:creationId xmlns:a16="http://schemas.microsoft.com/office/drawing/2014/main" id="{88AAD330-7BF2-7196-2B9E-6AB21E8C329A}"/>
                    </a:ext>
                  </a:extLst>
                </p:cNvPr>
                <p:cNvPicPr/>
                <p:nvPr/>
              </p:nvPicPr>
              <p:blipFill>
                <a:blip r:embed="rId431"/>
                <a:stretch>
                  <a:fillRect/>
                </a:stretch>
              </p:blipFill>
              <p:spPr>
                <a:xfrm>
                  <a:off x="9036062" y="4375934"/>
                  <a:ext cx="28404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432">
              <p14:nvContentPartPr>
                <p14:cNvPr id="834" name="Entrada de lápiz 833">
                  <a:extLst>
                    <a:ext uri="{FF2B5EF4-FFF2-40B4-BE49-F238E27FC236}">
                      <a16:creationId xmlns:a16="http://schemas.microsoft.com/office/drawing/2014/main" id="{AA8ED9FF-D32F-491C-FFCF-F93DAEE23BD1}"/>
                    </a:ext>
                  </a:extLst>
                </p14:cNvPr>
                <p14:cNvContentPartPr/>
                <p14:nvPr/>
              </p14:nvContentPartPr>
              <p14:xfrm>
                <a:off x="9126062" y="4494374"/>
                <a:ext cx="166680" cy="208800"/>
              </p14:xfrm>
            </p:contentPart>
          </mc:Choice>
          <mc:Fallback xmlns="">
            <p:pic>
              <p:nvPicPr>
                <p:cNvPr id="834" name="Entrada de lápiz 833">
                  <a:extLst>
                    <a:ext uri="{FF2B5EF4-FFF2-40B4-BE49-F238E27FC236}">
                      <a16:creationId xmlns:a16="http://schemas.microsoft.com/office/drawing/2014/main" id="{AA8ED9FF-D32F-491C-FFCF-F93DAEE23BD1}"/>
                    </a:ext>
                  </a:extLst>
                </p:cNvPr>
                <p:cNvPicPr/>
                <p:nvPr/>
              </p:nvPicPr>
              <p:blipFill>
                <a:blip r:embed="rId433"/>
                <a:stretch>
                  <a:fillRect/>
                </a:stretch>
              </p:blipFill>
              <p:spPr>
                <a:xfrm>
                  <a:off x="9117062" y="4485734"/>
                  <a:ext cx="184320" cy="226440"/>
                </a:xfrm>
                <a:prstGeom prst="rect">
                  <a:avLst/>
                </a:prstGeom>
              </p:spPr>
            </p:pic>
          </mc:Fallback>
        </mc:AlternateContent>
      </p:grpSp>
      <p:grpSp>
        <p:nvGrpSpPr>
          <p:cNvPr id="868" name="Grupo 867">
            <a:extLst>
              <a:ext uri="{FF2B5EF4-FFF2-40B4-BE49-F238E27FC236}">
                <a16:creationId xmlns:a16="http://schemas.microsoft.com/office/drawing/2014/main" id="{8CE5E50C-3C69-CF00-D948-FD5C443396BC}"/>
              </a:ext>
            </a:extLst>
          </p:cNvPr>
          <p:cNvGrpSpPr/>
          <p:nvPr/>
        </p:nvGrpSpPr>
        <p:grpSpPr>
          <a:xfrm>
            <a:off x="3831542" y="4897574"/>
            <a:ext cx="2890800" cy="725760"/>
            <a:chOff x="3831542" y="4897574"/>
            <a:chExt cx="2890800" cy="725760"/>
          </a:xfrm>
        </p:grpSpPr>
        <mc:AlternateContent xmlns:mc="http://schemas.openxmlformats.org/markup-compatibility/2006" xmlns:p14="http://schemas.microsoft.com/office/powerpoint/2010/main">
          <mc:Choice Requires="p14">
            <p:contentPart p14:bwMode="auto" r:id="rId434">
              <p14:nvContentPartPr>
                <p14:cNvPr id="836" name="Entrada de lápiz 835">
                  <a:extLst>
                    <a:ext uri="{FF2B5EF4-FFF2-40B4-BE49-F238E27FC236}">
                      <a16:creationId xmlns:a16="http://schemas.microsoft.com/office/drawing/2014/main" id="{949C1779-4D4E-176B-846E-E43A10C4E7B1}"/>
                    </a:ext>
                  </a:extLst>
                </p14:cNvPr>
                <p14:cNvContentPartPr/>
                <p14:nvPr/>
              </p14:nvContentPartPr>
              <p14:xfrm>
                <a:off x="3851342" y="5197094"/>
                <a:ext cx="39960" cy="234360"/>
              </p14:xfrm>
            </p:contentPart>
          </mc:Choice>
          <mc:Fallback xmlns="">
            <p:pic>
              <p:nvPicPr>
                <p:cNvPr id="836" name="Entrada de lápiz 835">
                  <a:extLst>
                    <a:ext uri="{FF2B5EF4-FFF2-40B4-BE49-F238E27FC236}">
                      <a16:creationId xmlns:a16="http://schemas.microsoft.com/office/drawing/2014/main" id="{949C1779-4D4E-176B-846E-E43A10C4E7B1}"/>
                    </a:ext>
                  </a:extLst>
                </p:cNvPr>
                <p:cNvPicPr/>
                <p:nvPr/>
              </p:nvPicPr>
              <p:blipFill>
                <a:blip r:embed="rId435"/>
                <a:stretch>
                  <a:fillRect/>
                </a:stretch>
              </p:blipFill>
              <p:spPr>
                <a:xfrm>
                  <a:off x="3842342" y="5188094"/>
                  <a:ext cx="5760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436">
              <p14:nvContentPartPr>
                <p14:cNvPr id="837" name="Entrada de lápiz 836">
                  <a:extLst>
                    <a:ext uri="{FF2B5EF4-FFF2-40B4-BE49-F238E27FC236}">
                      <a16:creationId xmlns:a16="http://schemas.microsoft.com/office/drawing/2014/main" id="{F2A26E8F-5953-0885-4DDF-C53651DA252B}"/>
                    </a:ext>
                  </a:extLst>
                </p14:cNvPr>
                <p14:cNvContentPartPr/>
                <p14:nvPr/>
              </p14:nvContentPartPr>
              <p14:xfrm>
                <a:off x="3831542" y="5337134"/>
                <a:ext cx="163080" cy="17280"/>
              </p14:xfrm>
            </p:contentPart>
          </mc:Choice>
          <mc:Fallback xmlns="">
            <p:pic>
              <p:nvPicPr>
                <p:cNvPr id="837" name="Entrada de lápiz 836">
                  <a:extLst>
                    <a:ext uri="{FF2B5EF4-FFF2-40B4-BE49-F238E27FC236}">
                      <a16:creationId xmlns:a16="http://schemas.microsoft.com/office/drawing/2014/main" id="{F2A26E8F-5953-0885-4DDF-C53651DA252B}"/>
                    </a:ext>
                  </a:extLst>
                </p:cNvPr>
                <p:cNvPicPr/>
                <p:nvPr/>
              </p:nvPicPr>
              <p:blipFill>
                <a:blip r:embed="rId437"/>
                <a:stretch>
                  <a:fillRect/>
                </a:stretch>
              </p:blipFill>
              <p:spPr>
                <a:xfrm>
                  <a:off x="3822542" y="5328134"/>
                  <a:ext cx="18072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438">
              <p14:nvContentPartPr>
                <p14:cNvPr id="838" name="Entrada de lápiz 837">
                  <a:extLst>
                    <a:ext uri="{FF2B5EF4-FFF2-40B4-BE49-F238E27FC236}">
                      <a16:creationId xmlns:a16="http://schemas.microsoft.com/office/drawing/2014/main" id="{A599F6DB-5917-2569-B942-31F71A7F2DA0}"/>
                    </a:ext>
                  </a:extLst>
                </p14:cNvPr>
                <p14:cNvContentPartPr/>
                <p14:nvPr/>
              </p14:nvContentPartPr>
              <p14:xfrm>
                <a:off x="3984542" y="5215094"/>
                <a:ext cx="14400" cy="235800"/>
              </p14:xfrm>
            </p:contentPart>
          </mc:Choice>
          <mc:Fallback xmlns="">
            <p:pic>
              <p:nvPicPr>
                <p:cNvPr id="838" name="Entrada de lápiz 837">
                  <a:extLst>
                    <a:ext uri="{FF2B5EF4-FFF2-40B4-BE49-F238E27FC236}">
                      <a16:creationId xmlns:a16="http://schemas.microsoft.com/office/drawing/2014/main" id="{A599F6DB-5917-2569-B942-31F71A7F2DA0}"/>
                    </a:ext>
                  </a:extLst>
                </p:cNvPr>
                <p:cNvPicPr/>
                <p:nvPr/>
              </p:nvPicPr>
              <p:blipFill>
                <a:blip r:embed="rId439"/>
                <a:stretch>
                  <a:fillRect/>
                </a:stretch>
              </p:blipFill>
              <p:spPr>
                <a:xfrm>
                  <a:off x="3975902" y="5206094"/>
                  <a:ext cx="3204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440">
              <p14:nvContentPartPr>
                <p14:cNvPr id="839" name="Entrada de lápiz 838">
                  <a:extLst>
                    <a:ext uri="{FF2B5EF4-FFF2-40B4-BE49-F238E27FC236}">
                      <a16:creationId xmlns:a16="http://schemas.microsoft.com/office/drawing/2014/main" id="{9F9F6000-A124-66A9-883D-BD14C38A89E6}"/>
                    </a:ext>
                  </a:extLst>
                </p14:cNvPr>
                <p14:cNvContentPartPr/>
                <p14:nvPr/>
              </p14:nvContentPartPr>
              <p14:xfrm>
                <a:off x="4068782" y="5444054"/>
                <a:ext cx="68400" cy="78840"/>
              </p14:xfrm>
            </p:contentPart>
          </mc:Choice>
          <mc:Fallback xmlns="">
            <p:pic>
              <p:nvPicPr>
                <p:cNvPr id="839" name="Entrada de lápiz 838">
                  <a:extLst>
                    <a:ext uri="{FF2B5EF4-FFF2-40B4-BE49-F238E27FC236}">
                      <a16:creationId xmlns:a16="http://schemas.microsoft.com/office/drawing/2014/main" id="{9F9F6000-A124-66A9-883D-BD14C38A89E6}"/>
                    </a:ext>
                  </a:extLst>
                </p:cNvPr>
                <p:cNvPicPr/>
                <p:nvPr/>
              </p:nvPicPr>
              <p:blipFill>
                <a:blip r:embed="rId441"/>
                <a:stretch>
                  <a:fillRect/>
                </a:stretch>
              </p:blipFill>
              <p:spPr>
                <a:xfrm>
                  <a:off x="4060142" y="5435054"/>
                  <a:ext cx="8604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442">
              <p14:nvContentPartPr>
                <p14:cNvPr id="840" name="Entrada de lápiz 839">
                  <a:extLst>
                    <a:ext uri="{FF2B5EF4-FFF2-40B4-BE49-F238E27FC236}">
                      <a16:creationId xmlns:a16="http://schemas.microsoft.com/office/drawing/2014/main" id="{8FE55D05-EA82-60F3-74B5-7B24C9F1F555}"/>
                    </a:ext>
                  </a:extLst>
                </p14:cNvPr>
                <p14:cNvContentPartPr/>
                <p14:nvPr/>
              </p14:nvContentPartPr>
              <p14:xfrm>
                <a:off x="4075262" y="5347214"/>
                <a:ext cx="28080" cy="20880"/>
              </p14:xfrm>
            </p:contentPart>
          </mc:Choice>
          <mc:Fallback xmlns="">
            <p:pic>
              <p:nvPicPr>
                <p:cNvPr id="840" name="Entrada de lápiz 839">
                  <a:extLst>
                    <a:ext uri="{FF2B5EF4-FFF2-40B4-BE49-F238E27FC236}">
                      <a16:creationId xmlns:a16="http://schemas.microsoft.com/office/drawing/2014/main" id="{8FE55D05-EA82-60F3-74B5-7B24C9F1F555}"/>
                    </a:ext>
                  </a:extLst>
                </p:cNvPr>
                <p:cNvPicPr/>
                <p:nvPr/>
              </p:nvPicPr>
              <p:blipFill>
                <a:blip r:embed="rId443"/>
                <a:stretch>
                  <a:fillRect/>
                </a:stretch>
              </p:blipFill>
              <p:spPr>
                <a:xfrm>
                  <a:off x="4066622" y="5338214"/>
                  <a:ext cx="4572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444">
              <p14:nvContentPartPr>
                <p14:cNvPr id="841" name="Entrada de lápiz 840">
                  <a:extLst>
                    <a:ext uri="{FF2B5EF4-FFF2-40B4-BE49-F238E27FC236}">
                      <a16:creationId xmlns:a16="http://schemas.microsoft.com/office/drawing/2014/main" id="{43CDCEA8-F52F-7275-97D7-F96B7F0A6C66}"/>
                    </a:ext>
                  </a:extLst>
                </p14:cNvPr>
                <p14:cNvContentPartPr/>
                <p14:nvPr/>
              </p14:nvContentPartPr>
              <p14:xfrm>
                <a:off x="4237262" y="5295734"/>
                <a:ext cx="86400" cy="13320"/>
              </p14:xfrm>
            </p:contentPart>
          </mc:Choice>
          <mc:Fallback xmlns="">
            <p:pic>
              <p:nvPicPr>
                <p:cNvPr id="841" name="Entrada de lápiz 840">
                  <a:extLst>
                    <a:ext uri="{FF2B5EF4-FFF2-40B4-BE49-F238E27FC236}">
                      <a16:creationId xmlns:a16="http://schemas.microsoft.com/office/drawing/2014/main" id="{43CDCEA8-F52F-7275-97D7-F96B7F0A6C66}"/>
                    </a:ext>
                  </a:extLst>
                </p:cNvPr>
                <p:cNvPicPr/>
                <p:nvPr/>
              </p:nvPicPr>
              <p:blipFill>
                <a:blip r:embed="rId445"/>
                <a:stretch>
                  <a:fillRect/>
                </a:stretch>
              </p:blipFill>
              <p:spPr>
                <a:xfrm>
                  <a:off x="4228262" y="5287094"/>
                  <a:ext cx="10404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446">
              <p14:nvContentPartPr>
                <p14:cNvPr id="842" name="Entrada de lápiz 841">
                  <a:extLst>
                    <a:ext uri="{FF2B5EF4-FFF2-40B4-BE49-F238E27FC236}">
                      <a16:creationId xmlns:a16="http://schemas.microsoft.com/office/drawing/2014/main" id="{8F08E76B-D0BF-510E-4D9E-FC8F7FD323AD}"/>
                    </a:ext>
                  </a:extLst>
                </p14:cNvPr>
                <p14:cNvContentPartPr/>
                <p14:nvPr/>
              </p14:nvContentPartPr>
              <p14:xfrm>
                <a:off x="4235102" y="5372774"/>
                <a:ext cx="77400" cy="3600"/>
              </p14:xfrm>
            </p:contentPart>
          </mc:Choice>
          <mc:Fallback xmlns="">
            <p:pic>
              <p:nvPicPr>
                <p:cNvPr id="842" name="Entrada de lápiz 841">
                  <a:extLst>
                    <a:ext uri="{FF2B5EF4-FFF2-40B4-BE49-F238E27FC236}">
                      <a16:creationId xmlns:a16="http://schemas.microsoft.com/office/drawing/2014/main" id="{8F08E76B-D0BF-510E-4D9E-FC8F7FD323AD}"/>
                    </a:ext>
                  </a:extLst>
                </p:cNvPr>
                <p:cNvPicPr/>
                <p:nvPr/>
              </p:nvPicPr>
              <p:blipFill>
                <a:blip r:embed="rId447"/>
                <a:stretch>
                  <a:fillRect/>
                </a:stretch>
              </p:blipFill>
              <p:spPr>
                <a:xfrm>
                  <a:off x="4226462" y="5363774"/>
                  <a:ext cx="9504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448">
              <p14:nvContentPartPr>
                <p14:cNvPr id="846" name="Entrada de lápiz 845">
                  <a:extLst>
                    <a:ext uri="{FF2B5EF4-FFF2-40B4-BE49-F238E27FC236}">
                      <a16:creationId xmlns:a16="http://schemas.microsoft.com/office/drawing/2014/main" id="{8B794A0B-8653-8B4B-32C7-85045916E0B3}"/>
                    </a:ext>
                  </a:extLst>
                </p14:cNvPr>
                <p14:cNvContentPartPr/>
                <p14:nvPr/>
              </p14:nvContentPartPr>
              <p14:xfrm>
                <a:off x="4480262" y="5160734"/>
                <a:ext cx="26640" cy="169920"/>
              </p14:xfrm>
            </p:contentPart>
          </mc:Choice>
          <mc:Fallback xmlns="">
            <p:pic>
              <p:nvPicPr>
                <p:cNvPr id="846" name="Entrada de lápiz 845">
                  <a:extLst>
                    <a:ext uri="{FF2B5EF4-FFF2-40B4-BE49-F238E27FC236}">
                      <a16:creationId xmlns:a16="http://schemas.microsoft.com/office/drawing/2014/main" id="{8B794A0B-8653-8B4B-32C7-85045916E0B3}"/>
                    </a:ext>
                  </a:extLst>
                </p:cNvPr>
                <p:cNvPicPr/>
                <p:nvPr/>
              </p:nvPicPr>
              <p:blipFill>
                <a:blip r:embed="rId449"/>
                <a:stretch>
                  <a:fillRect/>
                </a:stretch>
              </p:blipFill>
              <p:spPr>
                <a:xfrm>
                  <a:off x="4471262" y="5152094"/>
                  <a:ext cx="4428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450">
              <p14:nvContentPartPr>
                <p14:cNvPr id="847" name="Entrada de lápiz 846">
                  <a:extLst>
                    <a:ext uri="{FF2B5EF4-FFF2-40B4-BE49-F238E27FC236}">
                      <a16:creationId xmlns:a16="http://schemas.microsoft.com/office/drawing/2014/main" id="{D8A2311F-AF25-4EE0-FFA2-B972F8EE29A7}"/>
                    </a:ext>
                  </a:extLst>
                </p14:cNvPr>
                <p14:cNvContentPartPr/>
                <p14:nvPr/>
              </p14:nvContentPartPr>
              <p14:xfrm>
                <a:off x="4427342" y="5387174"/>
                <a:ext cx="222480" cy="16200"/>
              </p14:xfrm>
            </p:contentPart>
          </mc:Choice>
          <mc:Fallback xmlns="">
            <p:pic>
              <p:nvPicPr>
                <p:cNvPr id="847" name="Entrada de lápiz 846">
                  <a:extLst>
                    <a:ext uri="{FF2B5EF4-FFF2-40B4-BE49-F238E27FC236}">
                      <a16:creationId xmlns:a16="http://schemas.microsoft.com/office/drawing/2014/main" id="{D8A2311F-AF25-4EE0-FFA2-B972F8EE29A7}"/>
                    </a:ext>
                  </a:extLst>
                </p:cNvPr>
                <p:cNvPicPr/>
                <p:nvPr/>
              </p:nvPicPr>
              <p:blipFill>
                <a:blip r:embed="rId451"/>
                <a:stretch>
                  <a:fillRect/>
                </a:stretch>
              </p:blipFill>
              <p:spPr>
                <a:xfrm>
                  <a:off x="4418342" y="5378534"/>
                  <a:ext cx="24012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452">
              <p14:nvContentPartPr>
                <p14:cNvPr id="848" name="Entrada de lápiz 847">
                  <a:extLst>
                    <a:ext uri="{FF2B5EF4-FFF2-40B4-BE49-F238E27FC236}">
                      <a16:creationId xmlns:a16="http://schemas.microsoft.com/office/drawing/2014/main" id="{88373915-C797-CCE1-5B59-5F2B17D9BD69}"/>
                    </a:ext>
                  </a:extLst>
                </p14:cNvPr>
                <p14:cNvContentPartPr/>
                <p14:nvPr/>
              </p14:nvContentPartPr>
              <p14:xfrm>
                <a:off x="4480262" y="5474294"/>
                <a:ext cx="104400" cy="135000"/>
              </p14:xfrm>
            </p:contentPart>
          </mc:Choice>
          <mc:Fallback xmlns="">
            <p:pic>
              <p:nvPicPr>
                <p:cNvPr id="848" name="Entrada de lápiz 847">
                  <a:extLst>
                    <a:ext uri="{FF2B5EF4-FFF2-40B4-BE49-F238E27FC236}">
                      <a16:creationId xmlns:a16="http://schemas.microsoft.com/office/drawing/2014/main" id="{88373915-C797-CCE1-5B59-5F2B17D9BD69}"/>
                    </a:ext>
                  </a:extLst>
                </p:cNvPr>
                <p:cNvPicPr/>
                <p:nvPr/>
              </p:nvPicPr>
              <p:blipFill>
                <a:blip r:embed="rId453"/>
                <a:stretch>
                  <a:fillRect/>
                </a:stretch>
              </p:blipFill>
              <p:spPr>
                <a:xfrm>
                  <a:off x="4471262" y="5465654"/>
                  <a:ext cx="12204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454">
              <p14:nvContentPartPr>
                <p14:cNvPr id="850" name="Entrada de lápiz 849">
                  <a:extLst>
                    <a:ext uri="{FF2B5EF4-FFF2-40B4-BE49-F238E27FC236}">
                      <a16:creationId xmlns:a16="http://schemas.microsoft.com/office/drawing/2014/main" id="{3A6CB128-FF10-FBE9-C40A-4CDC6C4C59AE}"/>
                    </a:ext>
                  </a:extLst>
                </p14:cNvPr>
                <p14:cNvContentPartPr/>
                <p14:nvPr/>
              </p14:nvContentPartPr>
              <p14:xfrm>
                <a:off x="4742342" y="5097374"/>
                <a:ext cx="179640" cy="19800"/>
              </p14:xfrm>
            </p:contentPart>
          </mc:Choice>
          <mc:Fallback xmlns="">
            <p:pic>
              <p:nvPicPr>
                <p:cNvPr id="850" name="Entrada de lápiz 849">
                  <a:extLst>
                    <a:ext uri="{FF2B5EF4-FFF2-40B4-BE49-F238E27FC236}">
                      <a16:creationId xmlns:a16="http://schemas.microsoft.com/office/drawing/2014/main" id="{3A6CB128-FF10-FBE9-C40A-4CDC6C4C59AE}"/>
                    </a:ext>
                  </a:extLst>
                </p:cNvPr>
                <p:cNvPicPr/>
                <p:nvPr/>
              </p:nvPicPr>
              <p:blipFill>
                <a:blip r:embed="rId455"/>
                <a:stretch>
                  <a:fillRect/>
                </a:stretch>
              </p:blipFill>
              <p:spPr>
                <a:xfrm>
                  <a:off x="4733342" y="5088374"/>
                  <a:ext cx="19728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456">
              <p14:nvContentPartPr>
                <p14:cNvPr id="851" name="Entrada de lápiz 850">
                  <a:extLst>
                    <a:ext uri="{FF2B5EF4-FFF2-40B4-BE49-F238E27FC236}">
                      <a16:creationId xmlns:a16="http://schemas.microsoft.com/office/drawing/2014/main" id="{0BEB9523-70FB-8332-4E67-71DD5AED2637}"/>
                    </a:ext>
                  </a:extLst>
                </p14:cNvPr>
                <p14:cNvContentPartPr/>
                <p14:nvPr/>
              </p14:nvContentPartPr>
              <p14:xfrm>
                <a:off x="4753142" y="5117534"/>
                <a:ext cx="148680" cy="505800"/>
              </p14:xfrm>
            </p:contentPart>
          </mc:Choice>
          <mc:Fallback xmlns="">
            <p:pic>
              <p:nvPicPr>
                <p:cNvPr id="851" name="Entrada de lápiz 850">
                  <a:extLst>
                    <a:ext uri="{FF2B5EF4-FFF2-40B4-BE49-F238E27FC236}">
                      <a16:creationId xmlns:a16="http://schemas.microsoft.com/office/drawing/2014/main" id="{0BEB9523-70FB-8332-4E67-71DD5AED2637}"/>
                    </a:ext>
                  </a:extLst>
                </p:cNvPr>
                <p:cNvPicPr/>
                <p:nvPr/>
              </p:nvPicPr>
              <p:blipFill>
                <a:blip r:embed="rId457"/>
                <a:stretch>
                  <a:fillRect/>
                </a:stretch>
              </p:blipFill>
              <p:spPr>
                <a:xfrm>
                  <a:off x="4744142" y="5108534"/>
                  <a:ext cx="166320" cy="523440"/>
                </a:xfrm>
                <a:prstGeom prst="rect">
                  <a:avLst/>
                </a:prstGeom>
              </p:spPr>
            </p:pic>
          </mc:Fallback>
        </mc:AlternateContent>
        <mc:AlternateContent xmlns:mc="http://schemas.openxmlformats.org/markup-compatibility/2006" xmlns:p14="http://schemas.microsoft.com/office/powerpoint/2010/main">
          <mc:Choice Requires="p14">
            <p:contentPart p14:bwMode="auto" r:id="rId458">
              <p14:nvContentPartPr>
                <p14:cNvPr id="852" name="Entrada de lápiz 851">
                  <a:extLst>
                    <a:ext uri="{FF2B5EF4-FFF2-40B4-BE49-F238E27FC236}">
                      <a16:creationId xmlns:a16="http://schemas.microsoft.com/office/drawing/2014/main" id="{02F7C85A-B9DF-4A46-30EC-BC62BC68BD99}"/>
                    </a:ext>
                  </a:extLst>
                </p14:cNvPr>
                <p14:cNvContentPartPr/>
                <p14:nvPr/>
              </p14:nvContentPartPr>
              <p14:xfrm>
                <a:off x="4902542" y="5289254"/>
                <a:ext cx="93240" cy="14760"/>
              </p14:xfrm>
            </p:contentPart>
          </mc:Choice>
          <mc:Fallback xmlns="">
            <p:pic>
              <p:nvPicPr>
                <p:cNvPr id="852" name="Entrada de lápiz 851">
                  <a:extLst>
                    <a:ext uri="{FF2B5EF4-FFF2-40B4-BE49-F238E27FC236}">
                      <a16:creationId xmlns:a16="http://schemas.microsoft.com/office/drawing/2014/main" id="{02F7C85A-B9DF-4A46-30EC-BC62BC68BD99}"/>
                    </a:ext>
                  </a:extLst>
                </p:cNvPr>
                <p:cNvPicPr/>
                <p:nvPr/>
              </p:nvPicPr>
              <p:blipFill>
                <a:blip r:embed="rId459"/>
                <a:stretch>
                  <a:fillRect/>
                </a:stretch>
              </p:blipFill>
              <p:spPr>
                <a:xfrm>
                  <a:off x="4893542" y="5280614"/>
                  <a:ext cx="11088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460">
              <p14:nvContentPartPr>
                <p14:cNvPr id="853" name="Entrada de lápiz 852">
                  <a:extLst>
                    <a:ext uri="{FF2B5EF4-FFF2-40B4-BE49-F238E27FC236}">
                      <a16:creationId xmlns:a16="http://schemas.microsoft.com/office/drawing/2014/main" id="{AACA1A1A-B6A6-0ECC-10FB-7624E0F6EBBE}"/>
                    </a:ext>
                  </a:extLst>
                </p14:cNvPr>
                <p14:cNvContentPartPr/>
                <p14:nvPr/>
              </p14:nvContentPartPr>
              <p14:xfrm>
                <a:off x="5096222" y="5073974"/>
                <a:ext cx="83520" cy="426240"/>
              </p14:xfrm>
            </p:contentPart>
          </mc:Choice>
          <mc:Fallback xmlns="">
            <p:pic>
              <p:nvPicPr>
                <p:cNvPr id="853" name="Entrada de lápiz 852">
                  <a:extLst>
                    <a:ext uri="{FF2B5EF4-FFF2-40B4-BE49-F238E27FC236}">
                      <a16:creationId xmlns:a16="http://schemas.microsoft.com/office/drawing/2014/main" id="{AACA1A1A-B6A6-0ECC-10FB-7624E0F6EBBE}"/>
                    </a:ext>
                  </a:extLst>
                </p:cNvPr>
                <p:cNvPicPr/>
                <p:nvPr/>
              </p:nvPicPr>
              <p:blipFill>
                <a:blip r:embed="rId461"/>
                <a:stretch>
                  <a:fillRect/>
                </a:stretch>
              </p:blipFill>
              <p:spPr>
                <a:xfrm>
                  <a:off x="5087582" y="5065334"/>
                  <a:ext cx="101160" cy="443880"/>
                </a:xfrm>
                <a:prstGeom prst="rect">
                  <a:avLst/>
                </a:prstGeom>
              </p:spPr>
            </p:pic>
          </mc:Fallback>
        </mc:AlternateContent>
        <mc:AlternateContent xmlns:mc="http://schemas.openxmlformats.org/markup-compatibility/2006" xmlns:p14="http://schemas.microsoft.com/office/powerpoint/2010/main">
          <mc:Choice Requires="p14">
            <p:contentPart p14:bwMode="auto" r:id="rId462">
              <p14:nvContentPartPr>
                <p14:cNvPr id="855" name="Entrada de lápiz 854">
                  <a:extLst>
                    <a:ext uri="{FF2B5EF4-FFF2-40B4-BE49-F238E27FC236}">
                      <a16:creationId xmlns:a16="http://schemas.microsoft.com/office/drawing/2014/main" id="{29978C72-002E-B34F-C161-DB708F8E532E}"/>
                    </a:ext>
                  </a:extLst>
                </p14:cNvPr>
                <p14:cNvContentPartPr/>
                <p14:nvPr/>
              </p14:nvContentPartPr>
              <p14:xfrm>
                <a:off x="5256782" y="5262974"/>
                <a:ext cx="271440" cy="12240"/>
              </p14:xfrm>
            </p:contentPart>
          </mc:Choice>
          <mc:Fallback xmlns="">
            <p:pic>
              <p:nvPicPr>
                <p:cNvPr id="855" name="Entrada de lápiz 854">
                  <a:extLst>
                    <a:ext uri="{FF2B5EF4-FFF2-40B4-BE49-F238E27FC236}">
                      <a16:creationId xmlns:a16="http://schemas.microsoft.com/office/drawing/2014/main" id="{29978C72-002E-B34F-C161-DB708F8E532E}"/>
                    </a:ext>
                  </a:extLst>
                </p:cNvPr>
                <p:cNvPicPr/>
                <p:nvPr/>
              </p:nvPicPr>
              <p:blipFill>
                <a:blip r:embed="rId463"/>
                <a:stretch>
                  <a:fillRect/>
                </a:stretch>
              </p:blipFill>
              <p:spPr>
                <a:xfrm>
                  <a:off x="5248142" y="5254334"/>
                  <a:ext cx="28908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464">
              <p14:nvContentPartPr>
                <p14:cNvPr id="856" name="Entrada de lápiz 855">
                  <a:extLst>
                    <a:ext uri="{FF2B5EF4-FFF2-40B4-BE49-F238E27FC236}">
                      <a16:creationId xmlns:a16="http://schemas.microsoft.com/office/drawing/2014/main" id="{1AAAB9C9-0B6C-3CB8-CC99-7E12E77EBCB5}"/>
                    </a:ext>
                  </a:extLst>
                </p14:cNvPr>
                <p14:cNvContentPartPr/>
                <p14:nvPr/>
              </p14:nvContentPartPr>
              <p14:xfrm>
                <a:off x="5307902" y="5385374"/>
                <a:ext cx="101880" cy="97920"/>
              </p14:xfrm>
            </p:contentPart>
          </mc:Choice>
          <mc:Fallback xmlns="">
            <p:pic>
              <p:nvPicPr>
                <p:cNvPr id="856" name="Entrada de lápiz 855">
                  <a:extLst>
                    <a:ext uri="{FF2B5EF4-FFF2-40B4-BE49-F238E27FC236}">
                      <a16:creationId xmlns:a16="http://schemas.microsoft.com/office/drawing/2014/main" id="{1AAAB9C9-0B6C-3CB8-CC99-7E12E77EBCB5}"/>
                    </a:ext>
                  </a:extLst>
                </p:cNvPr>
                <p:cNvPicPr/>
                <p:nvPr/>
              </p:nvPicPr>
              <p:blipFill>
                <a:blip r:embed="rId465"/>
                <a:stretch>
                  <a:fillRect/>
                </a:stretch>
              </p:blipFill>
              <p:spPr>
                <a:xfrm>
                  <a:off x="5298902" y="5376734"/>
                  <a:ext cx="11952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466">
              <p14:nvContentPartPr>
                <p14:cNvPr id="857" name="Entrada de lápiz 856">
                  <a:extLst>
                    <a:ext uri="{FF2B5EF4-FFF2-40B4-BE49-F238E27FC236}">
                      <a16:creationId xmlns:a16="http://schemas.microsoft.com/office/drawing/2014/main" id="{93309BB9-2C29-86B1-55F5-B8552469C40F}"/>
                    </a:ext>
                  </a:extLst>
                </p14:cNvPr>
                <p14:cNvContentPartPr/>
                <p14:nvPr/>
              </p14:nvContentPartPr>
              <p14:xfrm>
                <a:off x="5417342" y="5375654"/>
                <a:ext cx="107640" cy="101520"/>
              </p14:xfrm>
            </p:contentPart>
          </mc:Choice>
          <mc:Fallback xmlns="">
            <p:pic>
              <p:nvPicPr>
                <p:cNvPr id="857" name="Entrada de lápiz 856">
                  <a:extLst>
                    <a:ext uri="{FF2B5EF4-FFF2-40B4-BE49-F238E27FC236}">
                      <a16:creationId xmlns:a16="http://schemas.microsoft.com/office/drawing/2014/main" id="{93309BB9-2C29-86B1-55F5-B8552469C40F}"/>
                    </a:ext>
                  </a:extLst>
                </p:cNvPr>
                <p:cNvPicPr/>
                <p:nvPr/>
              </p:nvPicPr>
              <p:blipFill>
                <a:blip r:embed="rId467"/>
                <a:stretch>
                  <a:fillRect/>
                </a:stretch>
              </p:blipFill>
              <p:spPr>
                <a:xfrm>
                  <a:off x="5408342" y="5367014"/>
                  <a:ext cx="12528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468">
              <p14:nvContentPartPr>
                <p14:cNvPr id="858" name="Entrada de lápiz 857">
                  <a:extLst>
                    <a:ext uri="{FF2B5EF4-FFF2-40B4-BE49-F238E27FC236}">
                      <a16:creationId xmlns:a16="http://schemas.microsoft.com/office/drawing/2014/main" id="{AB02B237-BC60-2DB2-3FF2-1A9AECBB557A}"/>
                    </a:ext>
                  </a:extLst>
                </p14:cNvPr>
                <p14:cNvContentPartPr/>
                <p14:nvPr/>
              </p14:nvContentPartPr>
              <p14:xfrm>
                <a:off x="5564222" y="5050934"/>
                <a:ext cx="73440" cy="433080"/>
              </p14:xfrm>
            </p:contentPart>
          </mc:Choice>
          <mc:Fallback xmlns="">
            <p:pic>
              <p:nvPicPr>
                <p:cNvPr id="858" name="Entrada de lápiz 857">
                  <a:extLst>
                    <a:ext uri="{FF2B5EF4-FFF2-40B4-BE49-F238E27FC236}">
                      <a16:creationId xmlns:a16="http://schemas.microsoft.com/office/drawing/2014/main" id="{AB02B237-BC60-2DB2-3FF2-1A9AECBB557A}"/>
                    </a:ext>
                  </a:extLst>
                </p:cNvPr>
                <p:cNvPicPr/>
                <p:nvPr/>
              </p:nvPicPr>
              <p:blipFill>
                <a:blip r:embed="rId469"/>
                <a:stretch>
                  <a:fillRect/>
                </a:stretch>
              </p:blipFill>
              <p:spPr>
                <a:xfrm>
                  <a:off x="5555222" y="5042294"/>
                  <a:ext cx="91080" cy="450720"/>
                </a:xfrm>
                <a:prstGeom prst="rect">
                  <a:avLst/>
                </a:prstGeom>
              </p:spPr>
            </p:pic>
          </mc:Fallback>
        </mc:AlternateContent>
        <mc:AlternateContent xmlns:mc="http://schemas.openxmlformats.org/markup-compatibility/2006" xmlns:p14="http://schemas.microsoft.com/office/powerpoint/2010/main">
          <mc:Choice Requires="p14">
            <p:contentPart p14:bwMode="auto" r:id="rId470">
              <p14:nvContentPartPr>
                <p14:cNvPr id="859" name="Entrada de lápiz 858">
                  <a:extLst>
                    <a:ext uri="{FF2B5EF4-FFF2-40B4-BE49-F238E27FC236}">
                      <a16:creationId xmlns:a16="http://schemas.microsoft.com/office/drawing/2014/main" id="{0DF81015-3DA1-46B7-C984-B66AC6494462}"/>
                    </a:ext>
                  </a:extLst>
                </p14:cNvPr>
                <p14:cNvContentPartPr/>
                <p14:nvPr/>
              </p14:nvContentPartPr>
              <p14:xfrm>
                <a:off x="5737022" y="5035094"/>
                <a:ext cx="124200" cy="292680"/>
              </p14:xfrm>
            </p:contentPart>
          </mc:Choice>
          <mc:Fallback xmlns="">
            <p:pic>
              <p:nvPicPr>
                <p:cNvPr id="859" name="Entrada de lápiz 858">
                  <a:extLst>
                    <a:ext uri="{FF2B5EF4-FFF2-40B4-BE49-F238E27FC236}">
                      <a16:creationId xmlns:a16="http://schemas.microsoft.com/office/drawing/2014/main" id="{0DF81015-3DA1-46B7-C984-B66AC6494462}"/>
                    </a:ext>
                  </a:extLst>
                </p:cNvPr>
                <p:cNvPicPr/>
                <p:nvPr/>
              </p:nvPicPr>
              <p:blipFill>
                <a:blip r:embed="rId471"/>
                <a:stretch>
                  <a:fillRect/>
                </a:stretch>
              </p:blipFill>
              <p:spPr>
                <a:xfrm>
                  <a:off x="5728382" y="5026454"/>
                  <a:ext cx="141840" cy="310320"/>
                </a:xfrm>
                <a:prstGeom prst="rect">
                  <a:avLst/>
                </a:prstGeom>
              </p:spPr>
            </p:pic>
          </mc:Fallback>
        </mc:AlternateContent>
        <mc:AlternateContent xmlns:mc="http://schemas.openxmlformats.org/markup-compatibility/2006" xmlns:p14="http://schemas.microsoft.com/office/powerpoint/2010/main">
          <mc:Choice Requires="p14">
            <p:contentPart p14:bwMode="auto" r:id="rId472">
              <p14:nvContentPartPr>
                <p14:cNvPr id="860" name="Entrada de lápiz 859">
                  <a:extLst>
                    <a:ext uri="{FF2B5EF4-FFF2-40B4-BE49-F238E27FC236}">
                      <a16:creationId xmlns:a16="http://schemas.microsoft.com/office/drawing/2014/main" id="{107ADD80-6957-5A68-2CF1-8A12DAF3DB25}"/>
                    </a:ext>
                  </a:extLst>
                </p14:cNvPr>
                <p14:cNvContentPartPr/>
                <p14:nvPr/>
              </p14:nvContentPartPr>
              <p14:xfrm>
                <a:off x="5842502" y="5202134"/>
                <a:ext cx="127080" cy="100080"/>
              </p14:xfrm>
            </p:contentPart>
          </mc:Choice>
          <mc:Fallback xmlns="">
            <p:pic>
              <p:nvPicPr>
                <p:cNvPr id="860" name="Entrada de lápiz 859">
                  <a:extLst>
                    <a:ext uri="{FF2B5EF4-FFF2-40B4-BE49-F238E27FC236}">
                      <a16:creationId xmlns:a16="http://schemas.microsoft.com/office/drawing/2014/main" id="{107ADD80-6957-5A68-2CF1-8A12DAF3DB25}"/>
                    </a:ext>
                  </a:extLst>
                </p:cNvPr>
                <p:cNvPicPr/>
                <p:nvPr/>
              </p:nvPicPr>
              <p:blipFill>
                <a:blip r:embed="rId473"/>
                <a:stretch>
                  <a:fillRect/>
                </a:stretch>
              </p:blipFill>
              <p:spPr>
                <a:xfrm>
                  <a:off x="5833502" y="5193494"/>
                  <a:ext cx="14472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474">
              <p14:nvContentPartPr>
                <p14:cNvPr id="861" name="Entrada de lápiz 860">
                  <a:extLst>
                    <a:ext uri="{FF2B5EF4-FFF2-40B4-BE49-F238E27FC236}">
                      <a16:creationId xmlns:a16="http://schemas.microsoft.com/office/drawing/2014/main" id="{CB69EF73-F4DE-4CEB-0F2B-36AE050BB3F9}"/>
                    </a:ext>
                  </a:extLst>
                </p14:cNvPr>
                <p14:cNvContentPartPr/>
                <p14:nvPr/>
              </p14:nvContentPartPr>
              <p14:xfrm>
                <a:off x="5961302" y="5204654"/>
                <a:ext cx="146160" cy="293040"/>
              </p14:xfrm>
            </p:contentPart>
          </mc:Choice>
          <mc:Fallback xmlns="">
            <p:pic>
              <p:nvPicPr>
                <p:cNvPr id="861" name="Entrada de lápiz 860">
                  <a:extLst>
                    <a:ext uri="{FF2B5EF4-FFF2-40B4-BE49-F238E27FC236}">
                      <a16:creationId xmlns:a16="http://schemas.microsoft.com/office/drawing/2014/main" id="{CB69EF73-F4DE-4CEB-0F2B-36AE050BB3F9}"/>
                    </a:ext>
                  </a:extLst>
                </p:cNvPr>
                <p:cNvPicPr/>
                <p:nvPr/>
              </p:nvPicPr>
              <p:blipFill>
                <a:blip r:embed="rId475"/>
                <a:stretch>
                  <a:fillRect/>
                </a:stretch>
              </p:blipFill>
              <p:spPr>
                <a:xfrm>
                  <a:off x="5952302" y="5196014"/>
                  <a:ext cx="163800" cy="310680"/>
                </a:xfrm>
                <a:prstGeom prst="rect">
                  <a:avLst/>
                </a:prstGeom>
              </p:spPr>
            </p:pic>
          </mc:Fallback>
        </mc:AlternateContent>
        <mc:AlternateContent xmlns:mc="http://schemas.openxmlformats.org/markup-compatibility/2006" xmlns:p14="http://schemas.microsoft.com/office/powerpoint/2010/main">
          <mc:Choice Requires="p14">
            <p:contentPart p14:bwMode="auto" r:id="rId476">
              <p14:nvContentPartPr>
                <p14:cNvPr id="862" name="Entrada de lápiz 861">
                  <a:extLst>
                    <a:ext uri="{FF2B5EF4-FFF2-40B4-BE49-F238E27FC236}">
                      <a16:creationId xmlns:a16="http://schemas.microsoft.com/office/drawing/2014/main" id="{14CC66C5-9E57-B177-6816-F3B347C92002}"/>
                    </a:ext>
                  </a:extLst>
                </p14:cNvPr>
                <p14:cNvContentPartPr/>
                <p14:nvPr/>
              </p14:nvContentPartPr>
              <p14:xfrm>
                <a:off x="6136982" y="5293574"/>
                <a:ext cx="65520" cy="77040"/>
              </p14:xfrm>
            </p:contentPart>
          </mc:Choice>
          <mc:Fallback xmlns="">
            <p:pic>
              <p:nvPicPr>
                <p:cNvPr id="862" name="Entrada de lápiz 861">
                  <a:extLst>
                    <a:ext uri="{FF2B5EF4-FFF2-40B4-BE49-F238E27FC236}">
                      <a16:creationId xmlns:a16="http://schemas.microsoft.com/office/drawing/2014/main" id="{14CC66C5-9E57-B177-6816-F3B347C92002}"/>
                    </a:ext>
                  </a:extLst>
                </p:cNvPr>
                <p:cNvPicPr/>
                <p:nvPr/>
              </p:nvPicPr>
              <p:blipFill>
                <a:blip r:embed="rId477"/>
                <a:stretch>
                  <a:fillRect/>
                </a:stretch>
              </p:blipFill>
              <p:spPr>
                <a:xfrm>
                  <a:off x="6128342" y="5284574"/>
                  <a:ext cx="8316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478">
              <p14:nvContentPartPr>
                <p14:cNvPr id="863" name="Entrada de lápiz 862">
                  <a:extLst>
                    <a:ext uri="{FF2B5EF4-FFF2-40B4-BE49-F238E27FC236}">
                      <a16:creationId xmlns:a16="http://schemas.microsoft.com/office/drawing/2014/main" id="{ADA2B9D5-3220-1DBC-ADFF-87BC20D6CC16}"/>
                    </a:ext>
                  </a:extLst>
                </p14:cNvPr>
                <p14:cNvContentPartPr/>
                <p14:nvPr/>
              </p14:nvContentPartPr>
              <p14:xfrm>
                <a:off x="6298262" y="4958054"/>
                <a:ext cx="89280" cy="472680"/>
              </p14:xfrm>
            </p:contentPart>
          </mc:Choice>
          <mc:Fallback xmlns="">
            <p:pic>
              <p:nvPicPr>
                <p:cNvPr id="863" name="Entrada de lápiz 862">
                  <a:extLst>
                    <a:ext uri="{FF2B5EF4-FFF2-40B4-BE49-F238E27FC236}">
                      <a16:creationId xmlns:a16="http://schemas.microsoft.com/office/drawing/2014/main" id="{ADA2B9D5-3220-1DBC-ADFF-87BC20D6CC16}"/>
                    </a:ext>
                  </a:extLst>
                </p:cNvPr>
                <p:cNvPicPr/>
                <p:nvPr/>
              </p:nvPicPr>
              <p:blipFill>
                <a:blip r:embed="rId479"/>
                <a:stretch>
                  <a:fillRect/>
                </a:stretch>
              </p:blipFill>
              <p:spPr>
                <a:xfrm>
                  <a:off x="6289622" y="4949054"/>
                  <a:ext cx="106920" cy="490320"/>
                </a:xfrm>
                <a:prstGeom prst="rect">
                  <a:avLst/>
                </a:prstGeom>
              </p:spPr>
            </p:pic>
          </mc:Fallback>
        </mc:AlternateContent>
        <mc:AlternateContent xmlns:mc="http://schemas.openxmlformats.org/markup-compatibility/2006" xmlns:p14="http://schemas.microsoft.com/office/powerpoint/2010/main">
          <mc:Choice Requires="p14">
            <p:contentPart p14:bwMode="auto" r:id="rId480">
              <p14:nvContentPartPr>
                <p14:cNvPr id="864" name="Entrada de lápiz 863">
                  <a:extLst>
                    <a:ext uri="{FF2B5EF4-FFF2-40B4-BE49-F238E27FC236}">
                      <a16:creationId xmlns:a16="http://schemas.microsoft.com/office/drawing/2014/main" id="{5DCC122C-959D-ACA9-82F1-3C227402C82C}"/>
                    </a:ext>
                  </a:extLst>
                </p14:cNvPr>
                <p14:cNvContentPartPr/>
                <p14:nvPr/>
              </p14:nvContentPartPr>
              <p14:xfrm>
                <a:off x="6368462" y="5217974"/>
                <a:ext cx="244800" cy="24480"/>
              </p14:xfrm>
            </p:contentPart>
          </mc:Choice>
          <mc:Fallback xmlns="">
            <p:pic>
              <p:nvPicPr>
                <p:cNvPr id="864" name="Entrada de lápiz 863">
                  <a:extLst>
                    <a:ext uri="{FF2B5EF4-FFF2-40B4-BE49-F238E27FC236}">
                      <a16:creationId xmlns:a16="http://schemas.microsoft.com/office/drawing/2014/main" id="{5DCC122C-959D-ACA9-82F1-3C227402C82C}"/>
                    </a:ext>
                  </a:extLst>
                </p:cNvPr>
                <p:cNvPicPr/>
                <p:nvPr/>
              </p:nvPicPr>
              <p:blipFill>
                <a:blip r:embed="rId481"/>
                <a:stretch>
                  <a:fillRect/>
                </a:stretch>
              </p:blipFill>
              <p:spPr>
                <a:xfrm>
                  <a:off x="6359822" y="5209334"/>
                  <a:ext cx="26244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482">
              <p14:nvContentPartPr>
                <p14:cNvPr id="865" name="Entrada de lápiz 864">
                  <a:extLst>
                    <a:ext uri="{FF2B5EF4-FFF2-40B4-BE49-F238E27FC236}">
                      <a16:creationId xmlns:a16="http://schemas.microsoft.com/office/drawing/2014/main" id="{7E963C9A-2FF0-869E-D480-C5A7E4829291}"/>
                    </a:ext>
                  </a:extLst>
                </p14:cNvPr>
                <p14:cNvContentPartPr/>
                <p14:nvPr/>
              </p14:nvContentPartPr>
              <p14:xfrm>
                <a:off x="6647462" y="4897574"/>
                <a:ext cx="74880" cy="526680"/>
              </p14:xfrm>
            </p:contentPart>
          </mc:Choice>
          <mc:Fallback xmlns="">
            <p:pic>
              <p:nvPicPr>
                <p:cNvPr id="865" name="Entrada de lápiz 864">
                  <a:extLst>
                    <a:ext uri="{FF2B5EF4-FFF2-40B4-BE49-F238E27FC236}">
                      <a16:creationId xmlns:a16="http://schemas.microsoft.com/office/drawing/2014/main" id="{7E963C9A-2FF0-869E-D480-C5A7E4829291}"/>
                    </a:ext>
                  </a:extLst>
                </p:cNvPr>
                <p:cNvPicPr/>
                <p:nvPr/>
              </p:nvPicPr>
              <p:blipFill>
                <a:blip r:embed="rId483"/>
                <a:stretch>
                  <a:fillRect/>
                </a:stretch>
              </p:blipFill>
              <p:spPr>
                <a:xfrm>
                  <a:off x="6638462" y="4888574"/>
                  <a:ext cx="92520" cy="544320"/>
                </a:xfrm>
                <a:prstGeom prst="rect">
                  <a:avLst/>
                </a:prstGeom>
              </p:spPr>
            </p:pic>
          </mc:Fallback>
        </mc:AlternateContent>
        <mc:AlternateContent xmlns:mc="http://schemas.openxmlformats.org/markup-compatibility/2006" xmlns:p14="http://schemas.microsoft.com/office/powerpoint/2010/main">
          <mc:Choice Requires="p14">
            <p:contentPart p14:bwMode="auto" r:id="rId484">
              <p14:nvContentPartPr>
                <p14:cNvPr id="866" name="Entrada de lápiz 865">
                  <a:extLst>
                    <a:ext uri="{FF2B5EF4-FFF2-40B4-BE49-F238E27FC236}">
                      <a16:creationId xmlns:a16="http://schemas.microsoft.com/office/drawing/2014/main" id="{B52F89C0-EBE3-8935-F7EE-0BA0C1E5E762}"/>
                    </a:ext>
                  </a:extLst>
                </p14:cNvPr>
                <p14:cNvContentPartPr/>
                <p14:nvPr/>
              </p14:nvContentPartPr>
              <p14:xfrm>
                <a:off x="6409502" y="5325614"/>
                <a:ext cx="115200" cy="94680"/>
              </p14:xfrm>
            </p:contentPart>
          </mc:Choice>
          <mc:Fallback xmlns="">
            <p:pic>
              <p:nvPicPr>
                <p:cNvPr id="866" name="Entrada de lápiz 865">
                  <a:extLst>
                    <a:ext uri="{FF2B5EF4-FFF2-40B4-BE49-F238E27FC236}">
                      <a16:creationId xmlns:a16="http://schemas.microsoft.com/office/drawing/2014/main" id="{B52F89C0-EBE3-8935-F7EE-0BA0C1E5E762}"/>
                    </a:ext>
                  </a:extLst>
                </p:cNvPr>
                <p:cNvPicPr/>
                <p:nvPr/>
              </p:nvPicPr>
              <p:blipFill>
                <a:blip r:embed="rId485"/>
                <a:stretch>
                  <a:fillRect/>
                </a:stretch>
              </p:blipFill>
              <p:spPr>
                <a:xfrm>
                  <a:off x="6400502" y="5316974"/>
                  <a:ext cx="13284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486">
              <p14:nvContentPartPr>
                <p14:cNvPr id="867" name="Entrada de lápiz 866">
                  <a:extLst>
                    <a:ext uri="{FF2B5EF4-FFF2-40B4-BE49-F238E27FC236}">
                      <a16:creationId xmlns:a16="http://schemas.microsoft.com/office/drawing/2014/main" id="{EAB89448-A860-55CF-E3A0-9372C70643E6}"/>
                    </a:ext>
                  </a:extLst>
                </p14:cNvPr>
                <p14:cNvContentPartPr/>
                <p14:nvPr/>
              </p14:nvContentPartPr>
              <p14:xfrm>
                <a:off x="6532262" y="5328494"/>
                <a:ext cx="81000" cy="80640"/>
              </p14:xfrm>
            </p:contentPart>
          </mc:Choice>
          <mc:Fallback xmlns="">
            <p:pic>
              <p:nvPicPr>
                <p:cNvPr id="867" name="Entrada de lápiz 866">
                  <a:extLst>
                    <a:ext uri="{FF2B5EF4-FFF2-40B4-BE49-F238E27FC236}">
                      <a16:creationId xmlns:a16="http://schemas.microsoft.com/office/drawing/2014/main" id="{EAB89448-A860-55CF-E3A0-9372C70643E6}"/>
                    </a:ext>
                  </a:extLst>
                </p:cNvPr>
                <p:cNvPicPr/>
                <p:nvPr/>
              </p:nvPicPr>
              <p:blipFill>
                <a:blip r:embed="rId487"/>
                <a:stretch>
                  <a:fillRect/>
                </a:stretch>
              </p:blipFill>
              <p:spPr>
                <a:xfrm>
                  <a:off x="6523262" y="5319494"/>
                  <a:ext cx="98640" cy="98280"/>
                </a:xfrm>
                <a:prstGeom prst="rect">
                  <a:avLst/>
                </a:prstGeom>
              </p:spPr>
            </p:pic>
          </mc:Fallback>
        </mc:AlternateContent>
      </p:grpSp>
      <p:grpSp>
        <p:nvGrpSpPr>
          <p:cNvPr id="890" name="Grupo 889">
            <a:extLst>
              <a:ext uri="{FF2B5EF4-FFF2-40B4-BE49-F238E27FC236}">
                <a16:creationId xmlns:a16="http://schemas.microsoft.com/office/drawing/2014/main" id="{3946555E-631B-A8BA-7AAB-C3BF4A47CBB1}"/>
              </a:ext>
            </a:extLst>
          </p:cNvPr>
          <p:cNvGrpSpPr/>
          <p:nvPr/>
        </p:nvGrpSpPr>
        <p:grpSpPr>
          <a:xfrm>
            <a:off x="6944462" y="4863374"/>
            <a:ext cx="2044080" cy="695520"/>
            <a:chOff x="6944462" y="4863374"/>
            <a:chExt cx="2044080" cy="695520"/>
          </a:xfrm>
        </p:grpSpPr>
        <mc:AlternateContent xmlns:mc="http://schemas.openxmlformats.org/markup-compatibility/2006" xmlns:p14="http://schemas.microsoft.com/office/powerpoint/2010/main">
          <mc:Choice Requires="p14">
            <p:contentPart p14:bwMode="auto" r:id="rId488">
              <p14:nvContentPartPr>
                <p14:cNvPr id="869" name="Entrada de lápiz 868">
                  <a:extLst>
                    <a:ext uri="{FF2B5EF4-FFF2-40B4-BE49-F238E27FC236}">
                      <a16:creationId xmlns:a16="http://schemas.microsoft.com/office/drawing/2014/main" id="{45AA355F-6D44-2445-5C18-8F1F5DBA0591}"/>
                    </a:ext>
                  </a:extLst>
                </p14:cNvPr>
                <p14:cNvContentPartPr/>
                <p14:nvPr/>
              </p14:nvContentPartPr>
              <p14:xfrm>
                <a:off x="6944462" y="5203214"/>
                <a:ext cx="93960" cy="23760"/>
              </p14:xfrm>
            </p:contentPart>
          </mc:Choice>
          <mc:Fallback xmlns="">
            <p:pic>
              <p:nvPicPr>
                <p:cNvPr id="869" name="Entrada de lápiz 868">
                  <a:extLst>
                    <a:ext uri="{FF2B5EF4-FFF2-40B4-BE49-F238E27FC236}">
                      <a16:creationId xmlns:a16="http://schemas.microsoft.com/office/drawing/2014/main" id="{45AA355F-6D44-2445-5C18-8F1F5DBA0591}"/>
                    </a:ext>
                  </a:extLst>
                </p:cNvPr>
                <p:cNvPicPr/>
                <p:nvPr/>
              </p:nvPicPr>
              <p:blipFill>
                <a:blip r:embed="rId489"/>
                <a:stretch>
                  <a:fillRect/>
                </a:stretch>
              </p:blipFill>
              <p:spPr>
                <a:xfrm>
                  <a:off x="6935822" y="5194214"/>
                  <a:ext cx="11160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490">
              <p14:nvContentPartPr>
                <p14:cNvPr id="870" name="Entrada de lápiz 869">
                  <a:extLst>
                    <a:ext uri="{FF2B5EF4-FFF2-40B4-BE49-F238E27FC236}">
                      <a16:creationId xmlns:a16="http://schemas.microsoft.com/office/drawing/2014/main" id="{FF525315-918B-268F-7E66-0A2FF56D2B36}"/>
                    </a:ext>
                  </a:extLst>
                </p14:cNvPr>
                <p14:cNvContentPartPr/>
                <p14:nvPr/>
              </p14:nvContentPartPr>
              <p14:xfrm>
                <a:off x="7182062" y="4986134"/>
                <a:ext cx="67680" cy="453600"/>
              </p14:xfrm>
            </p:contentPart>
          </mc:Choice>
          <mc:Fallback xmlns="">
            <p:pic>
              <p:nvPicPr>
                <p:cNvPr id="870" name="Entrada de lápiz 869">
                  <a:extLst>
                    <a:ext uri="{FF2B5EF4-FFF2-40B4-BE49-F238E27FC236}">
                      <a16:creationId xmlns:a16="http://schemas.microsoft.com/office/drawing/2014/main" id="{FF525315-918B-268F-7E66-0A2FF56D2B36}"/>
                    </a:ext>
                  </a:extLst>
                </p:cNvPr>
                <p:cNvPicPr/>
                <p:nvPr/>
              </p:nvPicPr>
              <p:blipFill>
                <a:blip r:embed="rId491"/>
                <a:stretch>
                  <a:fillRect/>
                </a:stretch>
              </p:blipFill>
              <p:spPr>
                <a:xfrm>
                  <a:off x="7173062" y="4977134"/>
                  <a:ext cx="85320" cy="471240"/>
                </a:xfrm>
                <a:prstGeom prst="rect">
                  <a:avLst/>
                </a:prstGeom>
              </p:spPr>
            </p:pic>
          </mc:Fallback>
        </mc:AlternateContent>
        <mc:AlternateContent xmlns:mc="http://schemas.openxmlformats.org/markup-compatibility/2006" xmlns:p14="http://schemas.microsoft.com/office/powerpoint/2010/main">
          <mc:Choice Requires="p14">
            <p:contentPart p14:bwMode="auto" r:id="rId492">
              <p14:nvContentPartPr>
                <p14:cNvPr id="872" name="Entrada de lápiz 871">
                  <a:extLst>
                    <a:ext uri="{FF2B5EF4-FFF2-40B4-BE49-F238E27FC236}">
                      <a16:creationId xmlns:a16="http://schemas.microsoft.com/office/drawing/2014/main" id="{57B96F1D-FADC-5099-45A1-21BD5D764815}"/>
                    </a:ext>
                  </a:extLst>
                </p14:cNvPr>
                <p14:cNvContentPartPr/>
                <p14:nvPr/>
              </p14:nvContentPartPr>
              <p14:xfrm>
                <a:off x="7599662" y="5007734"/>
                <a:ext cx="60480" cy="458280"/>
              </p14:xfrm>
            </p:contentPart>
          </mc:Choice>
          <mc:Fallback xmlns="">
            <p:pic>
              <p:nvPicPr>
                <p:cNvPr id="872" name="Entrada de lápiz 871">
                  <a:extLst>
                    <a:ext uri="{FF2B5EF4-FFF2-40B4-BE49-F238E27FC236}">
                      <a16:creationId xmlns:a16="http://schemas.microsoft.com/office/drawing/2014/main" id="{57B96F1D-FADC-5099-45A1-21BD5D764815}"/>
                    </a:ext>
                  </a:extLst>
                </p:cNvPr>
                <p:cNvPicPr/>
                <p:nvPr/>
              </p:nvPicPr>
              <p:blipFill>
                <a:blip r:embed="rId493"/>
                <a:stretch>
                  <a:fillRect/>
                </a:stretch>
              </p:blipFill>
              <p:spPr>
                <a:xfrm>
                  <a:off x="7591022" y="4999094"/>
                  <a:ext cx="78120" cy="475920"/>
                </a:xfrm>
                <a:prstGeom prst="rect">
                  <a:avLst/>
                </a:prstGeom>
              </p:spPr>
            </p:pic>
          </mc:Fallback>
        </mc:AlternateContent>
        <mc:AlternateContent xmlns:mc="http://schemas.openxmlformats.org/markup-compatibility/2006" xmlns:p14="http://schemas.microsoft.com/office/powerpoint/2010/main">
          <mc:Choice Requires="p14">
            <p:contentPart p14:bwMode="auto" r:id="rId494">
              <p14:nvContentPartPr>
                <p14:cNvPr id="873" name="Entrada de lápiz 872">
                  <a:extLst>
                    <a:ext uri="{FF2B5EF4-FFF2-40B4-BE49-F238E27FC236}">
                      <a16:creationId xmlns:a16="http://schemas.microsoft.com/office/drawing/2014/main" id="{AAA8151F-F1F1-202A-79B2-10B3F4333EC2}"/>
                    </a:ext>
                  </a:extLst>
                </p14:cNvPr>
                <p14:cNvContentPartPr/>
                <p14:nvPr/>
              </p14:nvContentPartPr>
              <p14:xfrm>
                <a:off x="7302662" y="5223014"/>
                <a:ext cx="300960" cy="24840"/>
              </p14:xfrm>
            </p:contentPart>
          </mc:Choice>
          <mc:Fallback xmlns="">
            <p:pic>
              <p:nvPicPr>
                <p:cNvPr id="873" name="Entrada de lápiz 872">
                  <a:extLst>
                    <a:ext uri="{FF2B5EF4-FFF2-40B4-BE49-F238E27FC236}">
                      <a16:creationId xmlns:a16="http://schemas.microsoft.com/office/drawing/2014/main" id="{AAA8151F-F1F1-202A-79B2-10B3F4333EC2}"/>
                    </a:ext>
                  </a:extLst>
                </p:cNvPr>
                <p:cNvPicPr/>
                <p:nvPr/>
              </p:nvPicPr>
              <p:blipFill>
                <a:blip r:embed="rId495"/>
                <a:stretch>
                  <a:fillRect/>
                </a:stretch>
              </p:blipFill>
              <p:spPr>
                <a:xfrm>
                  <a:off x="7294022" y="5214014"/>
                  <a:ext cx="31860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496">
              <p14:nvContentPartPr>
                <p14:cNvPr id="874" name="Entrada de lápiz 873">
                  <a:extLst>
                    <a:ext uri="{FF2B5EF4-FFF2-40B4-BE49-F238E27FC236}">
                      <a16:creationId xmlns:a16="http://schemas.microsoft.com/office/drawing/2014/main" id="{ED8A7A1B-FF73-F043-17C3-EC7AB3F0B61F}"/>
                    </a:ext>
                  </a:extLst>
                </p14:cNvPr>
                <p14:cNvContentPartPr/>
                <p14:nvPr/>
              </p14:nvContentPartPr>
              <p14:xfrm>
                <a:off x="7335422" y="5301134"/>
                <a:ext cx="104040" cy="102960"/>
              </p14:xfrm>
            </p:contentPart>
          </mc:Choice>
          <mc:Fallback xmlns="">
            <p:pic>
              <p:nvPicPr>
                <p:cNvPr id="874" name="Entrada de lápiz 873">
                  <a:extLst>
                    <a:ext uri="{FF2B5EF4-FFF2-40B4-BE49-F238E27FC236}">
                      <a16:creationId xmlns:a16="http://schemas.microsoft.com/office/drawing/2014/main" id="{ED8A7A1B-FF73-F043-17C3-EC7AB3F0B61F}"/>
                    </a:ext>
                  </a:extLst>
                </p:cNvPr>
                <p:cNvPicPr/>
                <p:nvPr/>
              </p:nvPicPr>
              <p:blipFill>
                <a:blip r:embed="rId497"/>
                <a:stretch>
                  <a:fillRect/>
                </a:stretch>
              </p:blipFill>
              <p:spPr>
                <a:xfrm>
                  <a:off x="7326422" y="5292494"/>
                  <a:ext cx="12168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498">
              <p14:nvContentPartPr>
                <p14:cNvPr id="875" name="Entrada de lápiz 874">
                  <a:extLst>
                    <a:ext uri="{FF2B5EF4-FFF2-40B4-BE49-F238E27FC236}">
                      <a16:creationId xmlns:a16="http://schemas.microsoft.com/office/drawing/2014/main" id="{C3B219BB-D013-A717-4DB2-1582032015D5}"/>
                    </a:ext>
                  </a:extLst>
                </p14:cNvPr>
                <p14:cNvContentPartPr/>
                <p14:nvPr/>
              </p14:nvContentPartPr>
              <p14:xfrm>
                <a:off x="7445582" y="5301134"/>
                <a:ext cx="120600" cy="102960"/>
              </p14:xfrm>
            </p:contentPart>
          </mc:Choice>
          <mc:Fallback xmlns="">
            <p:pic>
              <p:nvPicPr>
                <p:cNvPr id="875" name="Entrada de lápiz 874">
                  <a:extLst>
                    <a:ext uri="{FF2B5EF4-FFF2-40B4-BE49-F238E27FC236}">
                      <a16:creationId xmlns:a16="http://schemas.microsoft.com/office/drawing/2014/main" id="{C3B219BB-D013-A717-4DB2-1582032015D5}"/>
                    </a:ext>
                  </a:extLst>
                </p:cNvPr>
                <p:cNvPicPr/>
                <p:nvPr/>
              </p:nvPicPr>
              <p:blipFill>
                <a:blip r:embed="rId499"/>
                <a:stretch>
                  <a:fillRect/>
                </a:stretch>
              </p:blipFill>
              <p:spPr>
                <a:xfrm>
                  <a:off x="7436942" y="5292494"/>
                  <a:ext cx="13824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500">
              <p14:nvContentPartPr>
                <p14:cNvPr id="877" name="Entrada de lápiz 876">
                  <a:extLst>
                    <a:ext uri="{FF2B5EF4-FFF2-40B4-BE49-F238E27FC236}">
                      <a16:creationId xmlns:a16="http://schemas.microsoft.com/office/drawing/2014/main" id="{C626C571-B99F-59FE-47B6-4EE72EC4D0EF}"/>
                    </a:ext>
                  </a:extLst>
                </p14:cNvPr>
                <p14:cNvContentPartPr/>
                <p14:nvPr/>
              </p14:nvContentPartPr>
              <p14:xfrm>
                <a:off x="7776062" y="5000174"/>
                <a:ext cx="148680" cy="260640"/>
              </p14:xfrm>
            </p:contentPart>
          </mc:Choice>
          <mc:Fallback xmlns="">
            <p:pic>
              <p:nvPicPr>
                <p:cNvPr id="877" name="Entrada de lápiz 876">
                  <a:extLst>
                    <a:ext uri="{FF2B5EF4-FFF2-40B4-BE49-F238E27FC236}">
                      <a16:creationId xmlns:a16="http://schemas.microsoft.com/office/drawing/2014/main" id="{C626C571-B99F-59FE-47B6-4EE72EC4D0EF}"/>
                    </a:ext>
                  </a:extLst>
                </p:cNvPr>
                <p:cNvPicPr/>
                <p:nvPr/>
              </p:nvPicPr>
              <p:blipFill>
                <a:blip r:embed="rId501"/>
                <a:stretch>
                  <a:fillRect/>
                </a:stretch>
              </p:blipFill>
              <p:spPr>
                <a:xfrm>
                  <a:off x="7767062" y="4991174"/>
                  <a:ext cx="16632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502">
              <p14:nvContentPartPr>
                <p14:cNvPr id="878" name="Entrada de lápiz 877">
                  <a:extLst>
                    <a:ext uri="{FF2B5EF4-FFF2-40B4-BE49-F238E27FC236}">
                      <a16:creationId xmlns:a16="http://schemas.microsoft.com/office/drawing/2014/main" id="{1ED07C4D-DAE0-A8C3-EE91-6F6D8E38D37C}"/>
                    </a:ext>
                  </a:extLst>
                </p14:cNvPr>
                <p14:cNvContentPartPr/>
                <p14:nvPr/>
              </p14:nvContentPartPr>
              <p14:xfrm>
                <a:off x="7909622" y="5161454"/>
                <a:ext cx="109800" cy="96480"/>
              </p14:xfrm>
            </p:contentPart>
          </mc:Choice>
          <mc:Fallback xmlns="">
            <p:pic>
              <p:nvPicPr>
                <p:cNvPr id="878" name="Entrada de lápiz 877">
                  <a:extLst>
                    <a:ext uri="{FF2B5EF4-FFF2-40B4-BE49-F238E27FC236}">
                      <a16:creationId xmlns:a16="http://schemas.microsoft.com/office/drawing/2014/main" id="{1ED07C4D-DAE0-A8C3-EE91-6F6D8E38D37C}"/>
                    </a:ext>
                  </a:extLst>
                </p:cNvPr>
                <p:cNvPicPr/>
                <p:nvPr/>
              </p:nvPicPr>
              <p:blipFill>
                <a:blip r:embed="rId503"/>
                <a:stretch>
                  <a:fillRect/>
                </a:stretch>
              </p:blipFill>
              <p:spPr>
                <a:xfrm>
                  <a:off x="7900982" y="5152814"/>
                  <a:ext cx="12744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504">
              <p14:nvContentPartPr>
                <p14:cNvPr id="879" name="Entrada de lápiz 878">
                  <a:extLst>
                    <a:ext uri="{FF2B5EF4-FFF2-40B4-BE49-F238E27FC236}">
                      <a16:creationId xmlns:a16="http://schemas.microsoft.com/office/drawing/2014/main" id="{40EC877D-D729-23EE-F16A-99AA18AB37A8}"/>
                    </a:ext>
                  </a:extLst>
                </p14:cNvPr>
                <p14:cNvContentPartPr/>
                <p14:nvPr/>
              </p14:nvContentPartPr>
              <p14:xfrm>
                <a:off x="7994582" y="5163254"/>
                <a:ext cx="170280" cy="308160"/>
              </p14:xfrm>
            </p:contentPart>
          </mc:Choice>
          <mc:Fallback xmlns="">
            <p:pic>
              <p:nvPicPr>
                <p:cNvPr id="879" name="Entrada de lápiz 878">
                  <a:extLst>
                    <a:ext uri="{FF2B5EF4-FFF2-40B4-BE49-F238E27FC236}">
                      <a16:creationId xmlns:a16="http://schemas.microsoft.com/office/drawing/2014/main" id="{40EC877D-D729-23EE-F16A-99AA18AB37A8}"/>
                    </a:ext>
                  </a:extLst>
                </p:cNvPr>
                <p:cNvPicPr/>
                <p:nvPr/>
              </p:nvPicPr>
              <p:blipFill>
                <a:blip r:embed="rId505"/>
                <a:stretch>
                  <a:fillRect/>
                </a:stretch>
              </p:blipFill>
              <p:spPr>
                <a:xfrm>
                  <a:off x="7985942" y="5154614"/>
                  <a:ext cx="187920" cy="325800"/>
                </a:xfrm>
                <a:prstGeom prst="rect">
                  <a:avLst/>
                </a:prstGeom>
              </p:spPr>
            </p:pic>
          </mc:Fallback>
        </mc:AlternateContent>
        <mc:AlternateContent xmlns:mc="http://schemas.openxmlformats.org/markup-compatibility/2006" xmlns:p14="http://schemas.microsoft.com/office/powerpoint/2010/main">
          <mc:Choice Requires="p14">
            <p:contentPart p14:bwMode="auto" r:id="rId506">
              <p14:nvContentPartPr>
                <p14:cNvPr id="880" name="Entrada de lápiz 879">
                  <a:extLst>
                    <a:ext uri="{FF2B5EF4-FFF2-40B4-BE49-F238E27FC236}">
                      <a16:creationId xmlns:a16="http://schemas.microsoft.com/office/drawing/2014/main" id="{265DC84D-B920-A8AF-30A7-9B50A2EC524F}"/>
                    </a:ext>
                  </a:extLst>
                </p14:cNvPr>
                <p14:cNvContentPartPr/>
                <p14:nvPr/>
              </p14:nvContentPartPr>
              <p14:xfrm>
                <a:off x="8218862" y="5262614"/>
                <a:ext cx="68400" cy="79920"/>
              </p14:xfrm>
            </p:contentPart>
          </mc:Choice>
          <mc:Fallback xmlns="">
            <p:pic>
              <p:nvPicPr>
                <p:cNvPr id="880" name="Entrada de lápiz 879">
                  <a:extLst>
                    <a:ext uri="{FF2B5EF4-FFF2-40B4-BE49-F238E27FC236}">
                      <a16:creationId xmlns:a16="http://schemas.microsoft.com/office/drawing/2014/main" id="{265DC84D-B920-A8AF-30A7-9B50A2EC524F}"/>
                    </a:ext>
                  </a:extLst>
                </p:cNvPr>
                <p:cNvPicPr/>
                <p:nvPr/>
              </p:nvPicPr>
              <p:blipFill>
                <a:blip r:embed="rId507"/>
                <a:stretch>
                  <a:fillRect/>
                </a:stretch>
              </p:blipFill>
              <p:spPr>
                <a:xfrm>
                  <a:off x="8209862" y="5253974"/>
                  <a:ext cx="8604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508">
              <p14:nvContentPartPr>
                <p14:cNvPr id="881" name="Entrada de lápiz 880">
                  <a:extLst>
                    <a:ext uri="{FF2B5EF4-FFF2-40B4-BE49-F238E27FC236}">
                      <a16:creationId xmlns:a16="http://schemas.microsoft.com/office/drawing/2014/main" id="{03AFE81C-CCAE-C24E-BB87-42D3AD585500}"/>
                    </a:ext>
                  </a:extLst>
                </p14:cNvPr>
                <p14:cNvContentPartPr/>
                <p14:nvPr/>
              </p14:nvContentPartPr>
              <p14:xfrm>
                <a:off x="8376542" y="4994774"/>
                <a:ext cx="97560" cy="459000"/>
              </p14:xfrm>
            </p:contentPart>
          </mc:Choice>
          <mc:Fallback xmlns="">
            <p:pic>
              <p:nvPicPr>
                <p:cNvPr id="881" name="Entrada de lápiz 880">
                  <a:extLst>
                    <a:ext uri="{FF2B5EF4-FFF2-40B4-BE49-F238E27FC236}">
                      <a16:creationId xmlns:a16="http://schemas.microsoft.com/office/drawing/2014/main" id="{03AFE81C-CCAE-C24E-BB87-42D3AD585500}"/>
                    </a:ext>
                  </a:extLst>
                </p:cNvPr>
                <p:cNvPicPr/>
                <p:nvPr/>
              </p:nvPicPr>
              <p:blipFill>
                <a:blip r:embed="rId509"/>
                <a:stretch>
                  <a:fillRect/>
                </a:stretch>
              </p:blipFill>
              <p:spPr>
                <a:xfrm>
                  <a:off x="8367902" y="4986134"/>
                  <a:ext cx="115200" cy="476640"/>
                </a:xfrm>
                <a:prstGeom prst="rect">
                  <a:avLst/>
                </a:prstGeom>
              </p:spPr>
            </p:pic>
          </mc:Fallback>
        </mc:AlternateContent>
        <mc:AlternateContent xmlns:mc="http://schemas.openxmlformats.org/markup-compatibility/2006" xmlns:p14="http://schemas.microsoft.com/office/powerpoint/2010/main">
          <mc:Choice Requires="p14">
            <p:contentPart p14:bwMode="auto" r:id="rId510">
              <p14:nvContentPartPr>
                <p14:cNvPr id="883" name="Entrada de lápiz 882">
                  <a:extLst>
                    <a:ext uri="{FF2B5EF4-FFF2-40B4-BE49-F238E27FC236}">
                      <a16:creationId xmlns:a16="http://schemas.microsoft.com/office/drawing/2014/main" id="{80058225-A956-E75D-CFAC-4B89C1F627A5}"/>
                    </a:ext>
                  </a:extLst>
                </p14:cNvPr>
                <p14:cNvContentPartPr/>
                <p14:nvPr/>
              </p14:nvContentPartPr>
              <p14:xfrm>
                <a:off x="8464382" y="5237414"/>
                <a:ext cx="269640" cy="10080"/>
              </p14:xfrm>
            </p:contentPart>
          </mc:Choice>
          <mc:Fallback xmlns="">
            <p:pic>
              <p:nvPicPr>
                <p:cNvPr id="883" name="Entrada de lápiz 882">
                  <a:extLst>
                    <a:ext uri="{FF2B5EF4-FFF2-40B4-BE49-F238E27FC236}">
                      <a16:creationId xmlns:a16="http://schemas.microsoft.com/office/drawing/2014/main" id="{80058225-A956-E75D-CFAC-4B89C1F627A5}"/>
                    </a:ext>
                  </a:extLst>
                </p:cNvPr>
                <p:cNvPicPr/>
                <p:nvPr/>
              </p:nvPicPr>
              <p:blipFill>
                <a:blip r:embed="rId511"/>
                <a:stretch>
                  <a:fillRect/>
                </a:stretch>
              </p:blipFill>
              <p:spPr>
                <a:xfrm>
                  <a:off x="8455382" y="5228414"/>
                  <a:ext cx="28728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512">
              <p14:nvContentPartPr>
                <p14:cNvPr id="885" name="Entrada de lápiz 884">
                  <a:extLst>
                    <a:ext uri="{FF2B5EF4-FFF2-40B4-BE49-F238E27FC236}">
                      <a16:creationId xmlns:a16="http://schemas.microsoft.com/office/drawing/2014/main" id="{3133445A-9275-8A12-8927-D8CAEAB0A559}"/>
                    </a:ext>
                  </a:extLst>
                </p14:cNvPr>
                <p14:cNvContentPartPr/>
                <p14:nvPr/>
              </p14:nvContentPartPr>
              <p14:xfrm>
                <a:off x="8734742" y="4964894"/>
                <a:ext cx="90360" cy="497160"/>
              </p14:xfrm>
            </p:contentPart>
          </mc:Choice>
          <mc:Fallback xmlns="">
            <p:pic>
              <p:nvPicPr>
                <p:cNvPr id="885" name="Entrada de lápiz 884">
                  <a:extLst>
                    <a:ext uri="{FF2B5EF4-FFF2-40B4-BE49-F238E27FC236}">
                      <a16:creationId xmlns:a16="http://schemas.microsoft.com/office/drawing/2014/main" id="{3133445A-9275-8A12-8927-D8CAEAB0A559}"/>
                    </a:ext>
                  </a:extLst>
                </p:cNvPr>
                <p:cNvPicPr/>
                <p:nvPr/>
              </p:nvPicPr>
              <p:blipFill>
                <a:blip r:embed="rId513"/>
                <a:stretch>
                  <a:fillRect/>
                </a:stretch>
              </p:blipFill>
              <p:spPr>
                <a:xfrm>
                  <a:off x="8726102" y="4956254"/>
                  <a:ext cx="108000" cy="514800"/>
                </a:xfrm>
                <a:prstGeom prst="rect">
                  <a:avLst/>
                </a:prstGeom>
              </p:spPr>
            </p:pic>
          </mc:Fallback>
        </mc:AlternateContent>
        <mc:AlternateContent xmlns:mc="http://schemas.openxmlformats.org/markup-compatibility/2006" xmlns:p14="http://schemas.microsoft.com/office/powerpoint/2010/main">
          <mc:Choice Requires="p14">
            <p:contentPart p14:bwMode="auto" r:id="rId514">
              <p14:nvContentPartPr>
                <p14:cNvPr id="886" name="Entrada de lápiz 885">
                  <a:extLst>
                    <a:ext uri="{FF2B5EF4-FFF2-40B4-BE49-F238E27FC236}">
                      <a16:creationId xmlns:a16="http://schemas.microsoft.com/office/drawing/2014/main" id="{6CC0FAA1-AF6E-F3C9-F0EC-E0ED62C0668A}"/>
                    </a:ext>
                  </a:extLst>
                </p14:cNvPr>
                <p14:cNvContentPartPr/>
                <p14:nvPr/>
              </p14:nvContentPartPr>
              <p14:xfrm>
                <a:off x="8506502" y="5342894"/>
                <a:ext cx="113400" cy="93600"/>
              </p14:xfrm>
            </p:contentPart>
          </mc:Choice>
          <mc:Fallback xmlns="">
            <p:pic>
              <p:nvPicPr>
                <p:cNvPr id="886" name="Entrada de lápiz 885">
                  <a:extLst>
                    <a:ext uri="{FF2B5EF4-FFF2-40B4-BE49-F238E27FC236}">
                      <a16:creationId xmlns:a16="http://schemas.microsoft.com/office/drawing/2014/main" id="{6CC0FAA1-AF6E-F3C9-F0EC-E0ED62C0668A}"/>
                    </a:ext>
                  </a:extLst>
                </p:cNvPr>
                <p:cNvPicPr/>
                <p:nvPr/>
              </p:nvPicPr>
              <p:blipFill>
                <a:blip r:embed="rId515"/>
                <a:stretch>
                  <a:fillRect/>
                </a:stretch>
              </p:blipFill>
              <p:spPr>
                <a:xfrm>
                  <a:off x="8497502" y="5334254"/>
                  <a:ext cx="13104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516">
              <p14:nvContentPartPr>
                <p14:cNvPr id="887" name="Entrada de lápiz 886">
                  <a:extLst>
                    <a:ext uri="{FF2B5EF4-FFF2-40B4-BE49-F238E27FC236}">
                      <a16:creationId xmlns:a16="http://schemas.microsoft.com/office/drawing/2014/main" id="{17B55808-9DEE-EAEE-46A4-F822A6F116B7}"/>
                    </a:ext>
                  </a:extLst>
                </p14:cNvPr>
                <p14:cNvContentPartPr/>
                <p14:nvPr/>
              </p14:nvContentPartPr>
              <p14:xfrm>
                <a:off x="8644382" y="5336774"/>
                <a:ext cx="87480" cy="91080"/>
              </p14:xfrm>
            </p:contentPart>
          </mc:Choice>
          <mc:Fallback xmlns="">
            <p:pic>
              <p:nvPicPr>
                <p:cNvPr id="887" name="Entrada de lápiz 886">
                  <a:extLst>
                    <a:ext uri="{FF2B5EF4-FFF2-40B4-BE49-F238E27FC236}">
                      <a16:creationId xmlns:a16="http://schemas.microsoft.com/office/drawing/2014/main" id="{17B55808-9DEE-EAEE-46A4-F822A6F116B7}"/>
                    </a:ext>
                  </a:extLst>
                </p:cNvPr>
                <p:cNvPicPr/>
                <p:nvPr/>
              </p:nvPicPr>
              <p:blipFill>
                <a:blip r:embed="rId517"/>
                <a:stretch>
                  <a:fillRect/>
                </a:stretch>
              </p:blipFill>
              <p:spPr>
                <a:xfrm>
                  <a:off x="8635742" y="5328134"/>
                  <a:ext cx="10512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518">
              <p14:nvContentPartPr>
                <p14:cNvPr id="889" name="Entrada de lápiz 888">
                  <a:extLst>
                    <a:ext uri="{FF2B5EF4-FFF2-40B4-BE49-F238E27FC236}">
                      <a16:creationId xmlns:a16="http://schemas.microsoft.com/office/drawing/2014/main" id="{1AE700FE-D864-B162-6195-057525888C26}"/>
                    </a:ext>
                  </a:extLst>
                </p14:cNvPr>
                <p14:cNvContentPartPr/>
                <p14:nvPr/>
              </p14:nvContentPartPr>
              <p14:xfrm>
                <a:off x="8833022" y="4863374"/>
                <a:ext cx="155520" cy="695520"/>
              </p14:xfrm>
            </p:contentPart>
          </mc:Choice>
          <mc:Fallback xmlns="">
            <p:pic>
              <p:nvPicPr>
                <p:cNvPr id="889" name="Entrada de lápiz 888">
                  <a:extLst>
                    <a:ext uri="{FF2B5EF4-FFF2-40B4-BE49-F238E27FC236}">
                      <a16:creationId xmlns:a16="http://schemas.microsoft.com/office/drawing/2014/main" id="{1AE700FE-D864-B162-6195-057525888C26}"/>
                    </a:ext>
                  </a:extLst>
                </p:cNvPr>
                <p:cNvPicPr/>
                <p:nvPr/>
              </p:nvPicPr>
              <p:blipFill>
                <a:blip r:embed="rId519"/>
                <a:stretch>
                  <a:fillRect/>
                </a:stretch>
              </p:blipFill>
              <p:spPr>
                <a:xfrm>
                  <a:off x="8824022" y="4854734"/>
                  <a:ext cx="173160" cy="713160"/>
                </a:xfrm>
                <a:prstGeom prst="rect">
                  <a:avLst/>
                </a:prstGeom>
              </p:spPr>
            </p:pic>
          </mc:Fallback>
        </mc:AlternateContent>
      </p:grpSp>
      <p:grpSp>
        <p:nvGrpSpPr>
          <p:cNvPr id="893" name="Grupo 892">
            <a:extLst>
              <a:ext uri="{FF2B5EF4-FFF2-40B4-BE49-F238E27FC236}">
                <a16:creationId xmlns:a16="http://schemas.microsoft.com/office/drawing/2014/main" id="{EEB73457-06DB-04F8-F367-1D0152592A49}"/>
              </a:ext>
            </a:extLst>
          </p:cNvPr>
          <p:cNvGrpSpPr/>
          <p:nvPr/>
        </p:nvGrpSpPr>
        <p:grpSpPr>
          <a:xfrm>
            <a:off x="5238422" y="4269734"/>
            <a:ext cx="148320" cy="153360"/>
            <a:chOff x="5238422" y="4269734"/>
            <a:chExt cx="148320" cy="153360"/>
          </a:xfrm>
        </p:grpSpPr>
        <mc:AlternateContent xmlns:mc="http://schemas.openxmlformats.org/markup-compatibility/2006" xmlns:p14="http://schemas.microsoft.com/office/powerpoint/2010/main">
          <mc:Choice Requires="p14">
            <p:contentPart p14:bwMode="auto" r:id="rId520">
              <p14:nvContentPartPr>
                <p14:cNvPr id="891" name="Entrada de lápiz 890">
                  <a:extLst>
                    <a:ext uri="{FF2B5EF4-FFF2-40B4-BE49-F238E27FC236}">
                      <a16:creationId xmlns:a16="http://schemas.microsoft.com/office/drawing/2014/main" id="{66C1FC85-0D21-B7F4-F0BA-93E8368F8E36}"/>
                    </a:ext>
                  </a:extLst>
                </p14:cNvPr>
                <p14:cNvContentPartPr/>
                <p14:nvPr/>
              </p14:nvContentPartPr>
              <p14:xfrm>
                <a:off x="5238422" y="4269734"/>
                <a:ext cx="148320" cy="25200"/>
              </p14:xfrm>
            </p:contentPart>
          </mc:Choice>
          <mc:Fallback xmlns="">
            <p:pic>
              <p:nvPicPr>
                <p:cNvPr id="891" name="Entrada de lápiz 890">
                  <a:extLst>
                    <a:ext uri="{FF2B5EF4-FFF2-40B4-BE49-F238E27FC236}">
                      <a16:creationId xmlns:a16="http://schemas.microsoft.com/office/drawing/2014/main" id="{66C1FC85-0D21-B7F4-F0BA-93E8368F8E36}"/>
                    </a:ext>
                  </a:extLst>
                </p:cNvPr>
                <p:cNvPicPr/>
                <p:nvPr/>
              </p:nvPicPr>
              <p:blipFill>
                <a:blip r:embed="rId521"/>
                <a:stretch>
                  <a:fillRect/>
                </a:stretch>
              </p:blipFill>
              <p:spPr>
                <a:xfrm>
                  <a:off x="5229782" y="4261094"/>
                  <a:ext cx="16596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522">
              <p14:nvContentPartPr>
                <p14:cNvPr id="892" name="Entrada de lápiz 891">
                  <a:extLst>
                    <a:ext uri="{FF2B5EF4-FFF2-40B4-BE49-F238E27FC236}">
                      <a16:creationId xmlns:a16="http://schemas.microsoft.com/office/drawing/2014/main" id="{90F60664-5948-9CC6-E945-1D22BB698E3B}"/>
                    </a:ext>
                  </a:extLst>
                </p14:cNvPr>
                <p14:cNvContentPartPr/>
                <p14:nvPr/>
              </p14:nvContentPartPr>
              <p14:xfrm>
                <a:off x="5249222" y="4285934"/>
                <a:ext cx="135000" cy="137160"/>
              </p14:xfrm>
            </p:contentPart>
          </mc:Choice>
          <mc:Fallback xmlns="">
            <p:pic>
              <p:nvPicPr>
                <p:cNvPr id="892" name="Entrada de lápiz 891">
                  <a:extLst>
                    <a:ext uri="{FF2B5EF4-FFF2-40B4-BE49-F238E27FC236}">
                      <a16:creationId xmlns:a16="http://schemas.microsoft.com/office/drawing/2014/main" id="{90F60664-5948-9CC6-E945-1D22BB698E3B}"/>
                    </a:ext>
                  </a:extLst>
                </p:cNvPr>
                <p:cNvPicPr/>
                <p:nvPr/>
              </p:nvPicPr>
              <p:blipFill>
                <a:blip r:embed="rId523"/>
                <a:stretch>
                  <a:fillRect/>
                </a:stretch>
              </p:blipFill>
              <p:spPr>
                <a:xfrm>
                  <a:off x="5240222" y="4276934"/>
                  <a:ext cx="152640" cy="154800"/>
                </a:xfrm>
                <a:prstGeom prst="rect">
                  <a:avLst/>
                </a:prstGeom>
              </p:spPr>
            </p:pic>
          </mc:Fallback>
        </mc:AlternateContent>
      </p:grpSp>
      <p:grpSp>
        <p:nvGrpSpPr>
          <p:cNvPr id="896" name="Grupo 895">
            <a:extLst>
              <a:ext uri="{FF2B5EF4-FFF2-40B4-BE49-F238E27FC236}">
                <a16:creationId xmlns:a16="http://schemas.microsoft.com/office/drawing/2014/main" id="{F7AE35DD-B20A-54C9-FD92-0C9AA21B73DC}"/>
              </a:ext>
            </a:extLst>
          </p:cNvPr>
          <p:cNvGrpSpPr/>
          <p:nvPr/>
        </p:nvGrpSpPr>
        <p:grpSpPr>
          <a:xfrm>
            <a:off x="5312582" y="5049854"/>
            <a:ext cx="133920" cy="182160"/>
            <a:chOff x="5312582" y="5049854"/>
            <a:chExt cx="133920" cy="182160"/>
          </a:xfrm>
        </p:grpSpPr>
        <mc:AlternateContent xmlns:mc="http://schemas.openxmlformats.org/markup-compatibility/2006" xmlns:p14="http://schemas.microsoft.com/office/powerpoint/2010/main">
          <mc:Choice Requires="p14">
            <p:contentPart p14:bwMode="auto" r:id="rId524">
              <p14:nvContentPartPr>
                <p14:cNvPr id="894" name="Entrada de lápiz 893">
                  <a:extLst>
                    <a:ext uri="{FF2B5EF4-FFF2-40B4-BE49-F238E27FC236}">
                      <a16:creationId xmlns:a16="http://schemas.microsoft.com/office/drawing/2014/main" id="{38262504-4D00-92F4-753F-180D9AAC3CBF}"/>
                    </a:ext>
                  </a:extLst>
                </p14:cNvPr>
                <p14:cNvContentPartPr/>
                <p14:nvPr/>
              </p14:nvContentPartPr>
              <p14:xfrm>
                <a:off x="5327702" y="5049854"/>
                <a:ext cx="112680" cy="20880"/>
              </p14:xfrm>
            </p:contentPart>
          </mc:Choice>
          <mc:Fallback xmlns="">
            <p:pic>
              <p:nvPicPr>
                <p:cNvPr id="894" name="Entrada de lápiz 893">
                  <a:extLst>
                    <a:ext uri="{FF2B5EF4-FFF2-40B4-BE49-F238E27FC236}">
                      <a16:creationId xmlns:a16="http://schemas.microsoft.com/office/drawing/2014/main" id="{38262504-4D00-92F4-753F-180D9AAC3CBF}"/>
                    </a:ext>
                  </a:extLst>
                </p:cNvPr>
                <p:cNvPicPr/>
                <p:nvPr/>
              </p:nvPicPr>
              <p:blipFill>
                <a:blip r:embed="rId525"/>
                <a:stretch>
                  <a:fillRect/>
                </a:stretch>
              </p:blipFill>
              <p:spPr>
                <a:xfrm>
                  <a:off x="5319062" y="5040854"/>
                  <a:ext cx="13032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526">
              <p14:nvContentPartPr>
                <p14:cNvPr id="895" name="Entrada de lápiz 894">
                  <a:extLst>
                    <a:ext uri="{FF2B5EF4-FFF2-40B4-BE49-F238E27FC236}">
                      <a16:creationId xmlns:a16="http://schemas.microsoft.com/office/drawing/2014/main" id="{ED656D78-9287-6618-4477-BB9EF2B6585A}"/>
                    </a:ext>
                  </a:extLst>
                </p14:cNvPr>
                <p14:cNvContentPartPr/>
                <p14:nvPr/>
              </p14:nvContentPartPr>
              <p14:xfrm>
                <a:off x="5312582" y="5078654"/>
                <a:ext cx="133920" cy="153360"/>
              </p14:xfrm>
            </p:contentPart>
          </mc:Choice>
          <mc:Fallback xmlns="">
            <p:pic>
              <p:nvPicPr>
                <p:cNvPr id="895" name="Entrada de lápiz 894">
                  <a:extLst>
                    <a:ext uri="{FF2B5EF4-FFF2-40B4-BE49-F238E27FC236}">
                      <a16:creationId xmlns:a16="http://schemas.microsoft.com/office/drawing/2014/main" id="{ED656D78-9287-6618-4477-BB9EF2B6585A}"/>
                    </a:ext>
                  </a:extLst>
                </p:cNvPr>
                <p:cNvPicPr/>
                <p:nvPr/>
              </p:nvPicPr>
              <p:blipFill>
                <a:blip r:embed="rId527"/>
                <a:stretch>
                  <a:fillRect/>
                </a:stretch>
              </p:blipFill>
              <p:spPr>
                <a:xfrm>
                  <a:off x="5303582" y="5069654"/>
                  <a:ext cx="151560" cy="171000"/>
                </a:xfrm>
                <a:prstGeom prst="rect">
                  <a:avLst/>
                </a:prstGeom>
              </p:spPr>
            </p:pic>
          </mc:Fallback>
        </mc:AlternateContent>
      </p:grpSp>
      <p:grpSp>
        <p:nvGrpSpPr>
          <p:cNvPr id="899" name="Grupo 898">
            <a:extLst>
              <a:ext uri="{FF2B5EF4-FFF2-40B4-BE49-F238E27FC236}">
                <a16:creationId xmlns:a16="http://schemas.microsoft.com/office/drawing/2014/main" id="{CCB378F1-C798-A7C5-A32D-A22AC539669C}"/>
              </a:ext>
            </a:extLst>
          </p:cNvPr>
          <p:cNvGrpSpPr/>
          <p:nvPr/>
        </p:nvGrpSpPr>
        <p:grpSpPr>
          <a:xfrm>
            <a:off x="6414902" y="5000894"/>
            <a:ext cx="142200" cy="160200"/>
            <a:chOff x="6414902" y="5000894"/>
            <a:chExt cx="142200" cy="160200"/>
          </a:xfrm>
        </p:grpSpPr>
        <mc:AlternateContent xmlns:mc="http://schemas.openxmlformats.org/markup-compatibility/2006" xmlns:p14="http://schemas.microsoft.com/office/powerpoint/2010/main">
          <mc:Choice Requires="p14">
            <p:contentPart p14:bwMode="auto" r:id="rId528">
              <p14:nvContentPartPr>
                <p14:cNvPr id="897" name="Entrada de lápiz 896">
                  <a:extLst>
                    <a:ext uri="{FF2B5EF4-FFF2-40B4-BE49-F238E27FC236}">
                      <a16:creationId xmlns:a16="http://schemas.microsoft.com/office/drawing/2014/main" id="{928A1FFA-5E4C-12ED-35A6-04626AA20849}"/>
                    </a:ext>
                  </a:extLst>
                </p14:cNvPr>
                <p14:cNvContentPartPr/>
                <p14:nvPr/>
              </p14:nvContentPartPr>
              <p14:xfrm>
                <a:off x="6427142" y="5000894"/>
                <a:ext cx="129960" cy="10800"/>
              </p14:xfrm>
            </p:contentPart>
          </mc:Choice>
          <mc:Fallback xmlns="">
            <p:pic>
              <p:nvPicPr>
                <p:cNvPr id="897" name="Entrada de lápiz 896">
                  <a:extLst>
                    <a:ext uri="{FF2B5EF4-FFF2-40B4-BE49-F238E27FC236}">
                      <a16:creationId xmlns:a16="http://schemas.microsoft.com/office/drawing/2014/main" id="{928A1FFA-5E4C-12ED-35A6-04626AA20849}"/>
                    </a:ext>
                  </a:extLst>
                </p:cNvPr>
                <p:cNvPicPr/>
                <p:nvPr/>
              </p:nvPicPr>
              <p:blipFill>
                <a:blip r:embed="rId529"/>
                <a:stretch>
                  <a:fillRect/>
                </a:stretch>
              </p:blipFill>
              <p:spPr>
                <a:xfrm>
                  <a:off x="6418502" y="4992254"/>
                  <a:ext cx="14760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530">
              <p14:nvContentPartPr>
                <p14:cNvPr id="898" name="Entrada de lápiz 897">
                  <a:extLst>
                    <a:ext uri="{FF2B5EF4-FFF2-40B4-BE49-F238E27FC236}">
                      <a16:creationId xmlns:a16="http://schemas.microsoft.com/office/drawing/2014/main" id="{4285DEB1-B62F-5BCD-FD09-834C4767B428}"/>
                    </a:ext>
                  </a:extLst>
                </p14:cNvPr>
                <p14:cNvContentPartPr/>
                <p14:nvPr/>
              </p14:nvContentPartPr>
              <p14:xfrm>
                <a:off x="6414902" y="5014934"/>
                <a:ext cx="122400" cy="146160"/>
              </p14:xfrm>
            </p:contentPart>
          </mc:Choice>
          <mc:Fallback xmlns="">
            <p:pic>
              <p:nvPicPr>
                <p:cNvPr id="898" name="Entrada de lápiz 897">
                  <a:extLst>
                    <a:ext uri="{FF2B5EF4-FFF2-40B4-BE49-F238E27FC236}">
                      <a16:creationId xmlns:a16="http://schemas.microsoft.com/office/drawing/2014/main" id="{4285DEB1-B62F-5BCD-FD09-834C4767B428}"/>
                    </a:ext>
                  </a:extLst>
                </p:cNvPr>
                <p:cNvPicPr/>
                <p:nvPr/>
              </p:nvPicPr>
              <p:blipFill>
                <a:blip r:embed="rId531"/>
                <a:stretch>
                  <a:fillRect/>
                </a:stretch>
              </p:blipFill>
              <p:spPr>
                <a:xfrm>
                  <a:off x="6405902" y="5005934"/>
                  <a:ext cx="140040" cy="163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32">
            <p14:nvContentPartPr>
              <p14:cNvPr id="900" name="Entrada de lápiz 899">
                <a:extLst>
                  <a:ext uri="{FF2B5EF4-FFF2-40B4-BE49-F238E27FC236}">
                    <a16:creationId xmlns:a16="http://schemas.microsoft.com/office/drawing/2014/main" id="{7E99537E-F4A4-F396-DBA2-C7C8774F346C}"/>
                  </a:ext>
                </a:extLst>
              </p14:cNvPr>
              <p14:cNvContentPartPr/>
              <p14:nvPr/>
            </p14:nvContentPartPr>
            <p14:xfrm>
              <a:off x="6649262" y="3640454"/>
              <a:ext cx="105120" cy="63000"/>
            </p14:xfrm>
          </p:contentPart>
        </mc:Choice>
        <mc:Fallback xmlns="">
          <p:pic>
            <p:nvPicPr>
              <p:cNvPr id="900" name="Entrada de lápiz 899">
                <a:extLst>
                  <a:ext uri="{FF2B5EF4-FFF2-40B4-BE49-F238E27FC236}">
                    <a16:creationId xmlns:a16="http://schemas.microsoft.com/office/drawing/2014/main" id="{7E99537E-F4A4-F396-DBA2-C7C8774F346C}"/>
                  </a:ext>
                </a:extLst>
              </p:cNvPr>
              <p:cNvPicPr/>
              <p:nvPr/>
            </p:nvPicPr>
            <p:blipFill>
              <a:blip r:embed="rId533"/>
              <a:stretch>
                <a:fillRect/>
              </a:stretch>
            </p:blipFill>
            <p:spPr>
              <a:xfrm>
                <a:off x="6640622" y="3631814"/>
                <a:ext cx="12276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534">
            <p14:nvContentPartPr>
              <p14:cNvPr id="901" name="Entrada de lápiz 900">
                <a:extLst>
                  <a:ext uri="{FF2B5EF4-FFF2-40B4-BE49-F238E27FC236}">
                    <a16:creationId xmlns:a16="http://schemas.microsoft.com/office/drawing/2014/main" id="{A46F316E-5907-9C75-79D9-2A44F159D5CD}"/>
                  </a:ext>
                </a:extLst>
              </p14:cNvPr>
              <p14:cNvContentPartPr/>
              <p14:nvPr/>
            </p14:nvContentPartPr>
            <p14:xfrm>
              <a:off x="7997102" y="3602294"/>
              <a:ext cx="102600" cy="88560"/>
            </p14:xfrm>
          </p:contentPart>
        </mc:Choice>
        <mc:Fallback xmlns="">
          <p:pic>
            <p:nvPicPr>
              <p:cNvPr id="901" name="Entrada de lápiz 900">
                <a:extLst>
                  <a:ext uri="{FF2B5EF4-FFF2-40B4-BE49-F238E27FC236}">
                    <a16:creationId xmlns:a16="http://schemas.microsoft.com/office/drawing/2014/main" id="{A46F316E-5907-9C75-79D9-2A44F159D5CD}"/>
                  </a:ext>
                </a:extLst>
              </p:cNvPr>
              <p:cNvPicPr/>
              <p:nvPr/>
            </p:nvPicPr>
            <p:blipFill>
              <a:blip r:embed="rId535"/>
              <a:stretch>
                <a:fillRect/>
              </a:stretch>
            </p:blipFill>
            <p:spPr>
              <a:xfrm>
                <a:off x="7988462" y="3593294"/>
                <a:ext cx="120240" cy="106200"/>
              </a:xfrm>
              <a:prstGeom prst="rect">
                <a:avLst/>
              </a:prstGeom>
            </p:spPr>
          </p:pic>
        </mc:Fallback>
      </mc:AlternateContent>
      <p:grpSp>
        <p:nvGrpSpPr>
          <p:cNvPr id="905" name="Grupo 904">
            <a:extLst>
              <a:ext uri="{FF2B5EF4-FFF2-40B4-BE49-F238E27FC236}">
                <a16:creationId xmlns:a16="http://schemas.microsoft.com/office/drawing/2014/main" id="{F26A6DAA-ADAD-DB12-9AE2-766262E559D7}"/>
              </a:ext>
            </a:extLst>
          </p:cNvPr>
          <p:cNvGrpSpPr/>
          <p:nvPr/>
        </p:nvGrpSpPr>
        <p:grpSpPr>
          <a:xfrm>
            <a:off x="6225182" y="4219334"/>
            <a:ext cx="184680" cy="182880"/>
            <a:chOff x="6225182" y="4219334"/>
            <a:chExt cx="184680" cy="182880"/>
          </a:xfrm>
        </p:grpSpPr>
        <mc:AlternateContent xmlns:mc="http://schemas.openxmlformats.org/markup-compatibility/2006" xmlns:p14="http://schemas.microsoft.com/office/powerpoint/2010/main">
          <mc:Choice Requires="p14">
            <p:contentPart p14:bwMode="auto" r:id="rId536">
              <p14:nvContentPartPr>
                <p14:cNvPr id="902" name="Entrada de lápiz 901">
                  <a:extLst>
                    <a:ext uri="{FF2B5EF4-FFF2-40B4-BE49-F238E27FC236}">
                      <a16:creationId xmlns:a16="http://schemas.microsoft.com/office/drawing/2014/main" id="{1EDAA783-3053-0848-DD28-45A53ACABE9F}"/>
                    </a:ext>
                  </a:extLst>
                </p14:cNvPr>
                <p14:cNvContentPartPr/>
                <p14:nvPr/>
              </p14:nvContentPartPr>
              <p14:xfrm>
                <a:off x="6225182" y="4220054"/>
                <a:ext cx="11160" cy="155880"/>
              </p14:xfrm>
            </p:contentPart>
          </mc:Choice>
          <mc:Fallback xmlns="">
            <p:pic>
              <p:nvPicPr>
                <p:cNvPr id="902" name="Entrada de lápiz 901">
                  <a:extLst>
                    <a:ext uri="{FF2B5EF4-FFF2-40B4-BE49-F238E27FC236}">
                      <a16:creationId xmlns:a16="http://schemas.microsoft.com/office/drawing/2014/main" id="{1EDAA783-3053-0848-DD28-45A53ACABE9F}"/>
                    </a:ext>
                  </a:extLst>
                </p:cNvPr>
                <p:cNvPicPr/>
                <p:nvPr/>
              </p:nvPicPr>
              <p:blipFill>
                <a:blip r:embed="rId537"/>
                <a:stretch>
                  <a:fillRect/>
                </a:stretch>
              </p:blipFill>
              <p:spPr>
                <a:xfrm>
                  <a:off x="6216182" y="4211414"/>
                  <a:ext cx="2880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538">
              <p14:nvContentPartPr>
                <p14:cNvPr id="903" name="Entrada de lápiz 902">
                  <a:extLst>
                    <a:ext uri="{FF2B5EF4-FFF2-40B4-BE49-F238E27FC236}">
                      <a16:creationId xmlns:a16="http://schemas.microsoft.com/office/drawing/2014/main" id="{6CA02C25-9EAC-B158-9179-0F01A9090F12}"/>
                    </a:ext>
                  </a:extLst>
                </p14:cNvPr>
                <p14:cNvContentPartPr/>
                <p14:nvPr/>
              </p14:nvContentPartPr>
              <p14:xfrm>
                <a:off x="6293222" y="4219334"/>
                <a:ext cx="111240" cy="32760"/>
              </p14:xfrm>
            </p:contentPart>
          </mc:Choice>
          <mc:Fallback xmlns="">
            <p:pic>
              <p:nvPicPr>
                <p:cNvPr id="903" name="Entrada de lápiz 902">
                  <a:extLst>
                    <a:ext uri="{FF2B5EF4-FFF2-40B4-BE49-F238E27FC236}">
                      <a16:creationId xmlns:a16="http://schemas.microsoft.com/office/drawing/2014/main" id="{6CA02C25-9EAC-B158-9179-0F01A9090F12}"/>
                    </a:ext>
                  </a:extLst>
                </p:cNvPr>
                <p:cNvPicPr/>
                <p:nvPr/>
              </p:nvPicPr>
              <p:blipFill>
                <a:blip r:embed="rId539"/>
                <a:stretch>
                  <a:fillRect/>
                </a:stretch>
              </p:blipFill>
              <p:spPr>
                <a:xfrm>
                  <a:off x="6284582" y="4210694"/>
                  <a:ext cx="12888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540">
              <p14:nvContentPartPr>
                <p14:cNvPr id="904" name="Entrada de lápiz 903">
                  <a:extLst>
                    <a:ext uri="{FF2B5EF4-FFF2-40B4-BE49-F238E27FC236}">
                      <a16:creationId xmlns:a16="http://schemas.microsoft.com/office/drawing/2014/main" id="{C357AE15-4A9B-7FFD-5563-466493D64216}"/>
                    </a:ext>
                  </a:extLst>
                </p14:cNvPr>
                <p14:cNvContentPartPr/>
                <p14:nvPr/>
              </p14:nvContentPartPr>
              <p14:xfrm>
                <a:off x="6299702" y="4272254"/>
                <a:ext cx="110160" cy="129960"/>
              </p14:xfrm>
            </p:contentPart>
          </mc:Choice>
          <mc:Fallback xmlns="">
            <p:pic>
              <p:nvPicPr>
                <p:cNvPr id="904" name="Entrada de lápiz 903">
                  <a:extLst>
                    <a:ext uri="{FF2B5EF4-FFF2-40B4-BE49-F238E27FC236}">
                      <a16:creationId xmlns:a16="http://schemas.microsoft.com/office/drawing/2014/main" id="{C357AE15-4A9B-7FFD-5563-466493D64216}"/>
                    </a:ext>
                  </a:extLst>
                </p:cNvPr>
                <p:cNvPicPr/>
                <p:nvPr/>
              </p:nvPicPr>
              <p:blipFill>
                <a:blip r:embed="rId541"/>
                <a:stretch>
                  <a:fillRect/>
                </a:stretch>
              </p:blipFill>
              <p:spPr>
                <a:xfrm>
                  <a:off x="6291062" y="4263614"/>
                  <a:ext cx="127800" cy="147600"/>
                </a:xfrm>
                <a:prstGeom prst="rect">
                  <a:avLst/>
                </a:prstGeom>
              </p:spPr>
            </p:pic>
          </mc:Fallback>
        </mc:AlternateContent>
      </p:grpSp>
      <p:grpSp>
        <p:nvGrpSpPr>
          <p:cNvPr id="909" name="Grupo 908">
            <a:extLst>
              <a:ext uri="{FF2B5EF4-FFF2-40B4-BE49-F238E27FC236}">
                <a16:creationId xmlns:a16="http://schemas.microsoft.com/office/drawing/2014/main" id="{AEE17DAC-DBC4-934C-E650-EBA48C999500}"/>
              </a:ext>
            </a:extLst>
          </p:cNvPr>
          <p:cNvGrpSpPr/>
          <p:nvPr/>
        </p:nvGrpSpPr>
        <p:grpSpPr>
          <a:xfrm>
            <a:off x="7360982" y="4978574"/>
            <a:ext cx="168840" cy="189360"/>
            <a:chOff x="7360982" y="4978574"/>
            <a:chExt cx="168840" cy="189360"/>
          </a:xfrm>
        </p:grpSpPr>
        <mc:AlternateContent xmlns:mc="http://schemas.openxmlformats.org/markup-compatibility/2006" xmlns:p14="http://schemas.microsoft.com/office/powerpoint/2010/main">
          <mc:Choice Requires="p14">
            <p:contentPart p14:bwMode="auto" r:id="rId542">
              <p14:nvContentPartPr>
                <p14:cNvPr id="906" name="Entrada de lápiz 905">
                  <a:extLst>
                    <a:ext uri="{FF2B5EF4-FFF2-40B4-BE49-F238E27FC236}">
                      <a16:creationId xmlns:a16="http://schemas.microsoft.com/office/drawing/2014/main" id="{452F8407-142C-7E9A-2A8C-E334E43C6379}"/>
                    </a:ext>
                  </a:extLst>
                </p14:cNvPr>
                <p14:cNvContentPartPr/>
                <p14:nvPr/>
              </p14:nvContentPartPr>
              <p14:xfrm>
                <a:off x="7360982" y="4978574"/>
                <a:ext cx="9360" cy="130320"/>
              </p14:xfrm>
            </p:contentPart>
          </mc:Choice>
          <mc:Fallback xmlns="">
            <p:pic>
              <p:nvPicPr>
                <p:cNvPr id="906" name="Entrada de lápiz 905">
                  <a:extLst>
                    <a:ext uri="{FF2B5EF4-FFF2-40B4-BE49-F238E27FC236}">
                      <a16:creationId xmlns:a16="http://schemas.microsoft.com/office/drawing/2014/main" id="{452F8407-142C-7E9A-2A8C-E334E43C6379}"/>
                    </a:ext>
                  </a:extLst>
                </p:cNvPr>
                <p:cNvPicPr/>
                <p:nvPr/>
              </p:nvPicPr>
              <p:blipFill>
                <a:blip r:embed="rId543"/>
                <a:stretch>
                  <a:fillRect/>
                </a:stretch>
              </p:blipFill>
              <p:spPr>
                <a:xfrm>
                  <a:off x="7352342" y="4969574"/>
                  <a:ext cx="2700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544">
              <p14:nvContentPartPr>
                <p14:cNvPr id="907" name="Entrada de lápiz 906">
                  <a:extLst>
                    <a:ext uri="{FF2B5EF4-FFF2-40B4-BE49-F238E27FC236}">
                      <a16:creationId xmlns:a16="http://schemas.microsoft.com/office/drawing/2014/main" id="{43B2D4F6-771C-FE5E-0B41-DE6ACF52F57F}"/>
                    </a:ext>
                  </a:extLst>
                </p14:cNvPr>
                <p14:cNvContentPartPr/>
                <p14:nvPr/>
              </p14:nvContentPartPr>
              <p14:xfrm>
                <a:off x="7423982" y="4996574"/>
                <a:ext cx="77400" cy="20160"/>
              </p14:xfrm>
            </p:contentPart>
          </mc:Choice>
          <mc:Fallback xmlns="">
            <p:pic>
              <p:nvPicPr>
                <p:cNvPr id="907" name="Entrada de lápiz 906">
                  <a:extLst>
                    <a:ext uri="{FF2B5EF4-FFF2-40B4-BE49-F238E27FC236}">
                      <a16:creationId xmlns:a16="http://schemas.microsoft.com/office/drawing/2014/main" id="{43B2D4F6-771C-FE5E-0B41-DE6ACF52F57F}"/>
                    </a:ext>
                  </a:extLst>
                </p:cNvPr>
                <p:cNvPicPr/>
                <p:nvPr/>
              </p:nvPicPr>
              <p:blipFill>
                <a:blip r:embed="rId545"/>
                <a:stretch>
                  <a:fillRect/>
                </a:stretch>
              </p:blipFill>
              <p:spPr>
                <a:xfrm>
                  <a:off x="7415342" y="4987574"/>
                  <a:ext cx="9504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546">
              <p14:nvContentPartPr>
                <p14:cNvPr id="908" name="Entrada de lápiz 907">
                  <a:extLst>
                    <a:ext uri="{FF2B5EF4-FFF2-40B4-BE49-F238E27FC236}">
                      <a16:creationId xmlns:a16="http://schemas.microsoft.com/office/drawing/2014/main" id="{24A35EB9-7CDC-ECF9-1D8E-B688999096FF}"/>
                    </a:ext>
                  </a:extLst>
                </p14:cNvPr>
                <p14:cNvContentPartPr/>
                <p14:nvPr/>
              </p14:nvContentPartPr>
              <p14:xfrm>
                <a:off x="7419662" y="5010254"/>
                <a:ext cx="110160" cy="157680"/>
              </p14:xfrm>
            </p:contentPart>
          </mc:Choice>
          <mc:Fallback xmlns="">
            <p:pic>
              <p:nvPicPr>
                <p:cNvPr id="908" name="Entrada de lápiz 907">
                  <a:extLst>
                    <a:ext uri="{FF2B5EF4-FFF2-40B4-BE49-F238E27FC236}">
                      <a16:creationId xmlns:a16="http://schemas.microsoft.com/office/drawing/2014/main" id="{24A35EB9-7CDC-ECF9-1D8E-B688999096FF}"/>
                    </a:ext>
                  </a:extLst>
                </p:cNvPr>
                <p:cNvPicPr/>
                <p:nvPr/>
              </p:nvPicPr>
              <p:blipFill>
                <a:blip r:embed="rId547"/>
                <a:stretch>
                  <a:fillRect/>
                </a:stretch>
              </p:blipFill>
              <p:spPr>
                <a:xfrm>
                  <a:off x="7411022" y="5001614"/>
                  <a:ext cx="127800" cy="175320"/>
                </a:xfrm>
                <a:prstGeom prst="rect">
                  <a:avLst/>
                </a:prstGeom>
              </p:spPr>
            </p:pic>
          </mc:Fallback>
        </mc:AlternateContent>
      </p:grpSp>
      <p:grpSp>
        <p:nvGrpSpPr>
          <p:cNvPr id="913" name="Grupo 912">
            <a:extLst>
              <a:ext uri="{FF2B5EF4-FFF2-40B4-BE49-F238E27FC236}">
                <a16:creationId xmlns:a16="http://schemas.microsoft.com/office/drawing/2014/main" id="{249E700A-5A89-966F-9DB6-5ECD2663CB3B}"/>
              </a:ext>
            </a:extLst>
          </p:cNvPr>
          <p:cNvGrpSpPr/>
          <p:nvPr/>
        </p:nvGrpSpPr>
        <p:grpSpPr>
          <a:xfrm>
            <a:off x="8524862" y="4986134"/>
            <a:ext cx="157680" cy="195120"/>
            <a:chOff x="8524862" y="4986134"/>
            <a:chExt cx="157680" cy="195120"/>
          </a:xfrm>
        </p:grpSpPr>
        <mc:AlternateContent xmlns:mc="http://schemas.openxmlformats.org/markup-compatibility/2006" xmlns:p14="http://schemas.microsoft.com/office/powerpoint/2010/main">
          <mc:Choice Requires="p14">
            <p:contentPart p14:bwMode="auto" r:id="rId548">
              <p14:nvContentPartPr>
                <p14:cNvPr id="910" name="Entrada de lápiz 909">
                  <a:extLst>
                    <a:ext uri="{FF2B5EF4-FFF2-40B4-BE49-F238E27FC236}">
                      <a16:creationId xmlns:a16="http://schemas.microsoft.com/office/drawing/2014/main" id="{99239338-85F6-E794-B6EA-7CB3AC1AD7E7}"/>
                    </a:ext>
                  </a:extLst>
                </p14:cNvPr>
                <p14:cNvContentPartPr/>
                <p14:nvPr/>
              </p14:nvContentPartPr>
              <p14:xfrm>
                <a:off x="8524862" y="4986134"/>
                <a:ext cx="7560" cy="129240"/>
              </p14:xfrm>
            </p:contentPart>
          </mc:Choice>
          <mc:Fallback xmlns="">
            <p:pic>
              <p:nvPicPr>
                <p:cNvPr id="910" name="Entrada de lápiz 909">
                  <a:extLst>
                    <a:ext uri="{FF2B5EF4-FFF2-40B4-BE49-F238E27FC236}">
                      <a16:creationId xmlns:a16="http://schemas.microsoft.com/office/drawing/2014/main" id="{99239338-85F6-E794-B6EA-7CB3AC1AD7E7}"/>
                    </a:ext>
                  </a:extLst>
                </p:cNvPr>
                <p:cNvPicPr/>
                <p:nvPr/>
              </p:nvPicPr>
              <p:blipFill>
                <a:blip r:embed="rId549"/>
                <a:stretch>
                  <a:fillRect/>
                </a:stretch>
              </p:blipFill>
              <p:spPr>
                <a:xfrm>
                  <a:off x="8515862" y="4977134"/>
                  <a:ext cx="2520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550">
              <p14:nvContentPartPr>
                <p14:cNvPr id="911" name="Entrada de lápiz 910">
                  <a:extLst>
                    <a:ext uri="{FF2B5EF4-FFF2-40B4-BE49-F238E27FC236}">
                      <a16:creationId xmlns:a16="http://schemas.microsoft.com/office/drawing/2014/main" id="{40F56C19-F2EE-5AAA-EF0E-31B9A56D7672}"/>
                    </a:ext>
                  </a:extLst>
                </p14:cNvPr>
                <p14:cNvContentPartPr/>
                <p14:nvPr/>
              </p14:nvContentPartPr>
              <p14:xfrm>
                <a:off x="8576702" y="4994414"/>
                <a:ext cx="87840" cy="2880"/>
              </p14:xfrm>
            </p:contentPart>
          </mc:Choice>
          <mc:Fallback xmlns="">
            <p:pic>
              <p:nvPicPr>
                <p:cNvPr id="911" name="Entrada de lápiz 910">
                  <a:extLst>
                    <a:ext uri="{FF2B5EF4-FFF2-40B4-BE49-F238E27FC236}">
                      <a16:creationId xmlns:a16="http://schemas.microsoft.com/office/drawing/2014/main" id="{40F56C19-F2EE-5AAA-EF0E-31B9A56D7672}"/>
                    </a:ext>
                  </a:extLst>
                </p:cNvPr>
                <p:cNvPicPr/>
                <p:nvPr/>
              </p:nvPicPr>
              <p:blipFill>
                <a:blip r:embed="rId551"/>
                <a:stretch>
                  <a:fillRect/>
                </a:stretch>
              </p:blipFill>
              <p:spPr>
                <a:xfrm>
                  <a:off x="8567702" y="4985774"/>
                  <a:ext cx="10548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552">
              <p14:nvContentPartPr>
                <p14:cNvPr id="912" name="Entrada de lápiz 911">
                  <a:extLst>
                    <a:ext uri="{FF2B5EF4-FFF2-40B4-BE49-F238E27FC236}">
                      <a16:creationId xmlns:a16="http://schemas.microsoft.com/office/drawing/2014/main" id="{6BE3ADF1-3D54-A3B8-3349-3C0C4B62CB2E}"/>
                    </a:ext>
                  </a:extLst>
                </p14:cNvPr>
                <p14:cNvContentPartPr/>
                <p14:nvPr/>
              </p14:nvContentPartPr>
              <p14:xfrm>
                <a:off x="8571662" y="4994414"/>
                <a:ext cx="110880" cy="186840"/>
              </p14:xfrm>
            </p:contentPart>
          </mc:Choice>
          <mc:Fallback xmlns="">
            <p:pic>
              <p:nvPicPr>
                <p:cNvPr id="912" name="Entrada de lápiz 911">
                  <a:extLst>
                    <a:ext uri="{FF2B5EF4-FFF2-40B4-BE49-F238E27FC236}">
                      <a16:creationId xmlns:a16="http://schemas.microsoft.com/office/drawing/2014/main" id="{6BE3ADF1-3D54-A3B8-3349-3C0C4B62CB2E}"/>
                    </a:ext>
                  </a:extLst>
                </p:cNvPr>
                <p:cNvPicPr/>
                <p:nvPr/>
              </p:nvPicPr>
              <p:blipFill>
                <a:blip r:embed="rId553"/>
                <a:stretch>
                  <a:fillRect/>
                </a:stretch>
              </p:blipFill>
              <p:spPr>
                <a:xfrm>
                  <a:off x="8562662" y="4985414"/>
                  <a:ext cx="128520" cy="204480"/>
                </a:xfrm>
                <a:prstGeom prst="rect">
                  <a:avLst/>
                </a:prstGeom>
              </p:spPr>
            </p:pic>
          </mc:Fallback>
        </mc:AlternateContent>
      </p:grpSp>
      <p:grpSp>
        <p:nvGrpSpPr>
          <p:cNvPr id="948" name="Grupo 947">
            <a:extLst>
              <a:ext uri="{FF2B5EF4-FFF2-40B4-BE49-F238E27FC236}">
                <a16:creationId xmlns:a16="http://schemas.microsoft.com/office/drawing/2014/main" id="{06BB4C3B-E2E6-AE76-AF19-BFF196E78B8E}"/>
              </a:ext>
            </a:extLst>
          </p:cNvPr>
          <p:cNvGrpSpPr/>
          <p:nvPr/>
        </p:nvGrpSpPr>
        <p:grpSpPr>
          <a:xfrm>
            <a:off x="9131462" y="4954454"/>
            <a:ext cx="1975680" cy="505440"/>
            <a:chOff x="9131462" y="4954454"/>
            <a:chExt cx="1975680" cy="505440"/>
          </a:xfrm>
        </p:grpSpPr>
        <mc:AlternateContent xmlns:mc="http://schemas.openxmlformats.org/markup-compatibility/2006" xmlns:p14="http://schemas.microsoft.com/office/powerpoint/2010/main">
          <mc:Choice Requires="p14">
            <p:contentPart p14:bwMode="auto" r:id="rId554">
              <p14:nvContentPartPr>
                <p14:cNvPr id="917" name="Entrada de lápiz 916">
                  <a:extLst>
                    <a:ext uri="{FF2B5EF4-FFF2-40B4-BE49-F238E27FC236}">
                      <a16:creationId xmlns:a16="http://schemas.microsoft.com/office/drawing/2014/main" id="{8E6798B4-CE10-7BDC-A5EA-C6239B2E5509}"/>
                    </a:ext>
                  </a:extLst>
                </p14:cNvPr>
                <p14:cNvContentPartPr/>
                <p14:nvPr/>
              </p14:nvContentPartPr>
              <p14:xfrm>
                <a:off x="9142982" y="5192054"/>
                <a:ext cx="106200" cy="20160"/>
              </p14:xfrm>
            </p:contentPart>
          </mc:Choice>
          <mc:Fallback xmlns="">
            <p:pic>
              <p:nvPicPr>
                <p:cNvPr id="917" name="Entrada de lápiz 916">
                  <a:extLst>
                    <a:ext uri="{FF2B5EF4-FFF2-40B4-BE49-F238E27FC236}">
                      <a16:creationId xmlns:a16="http://schemas.microsoft.com/office/drawing/2014/main" id="{8E6798B4-CE10-7BDC-A5EA-C6239B2E5509}"/>
                    </a:ext>
                  </a:extLst>
                </p:cNvPr>
                <p:cNvPicPr/>
                <p:nvPr/>
              </p:nvPicPr>
              <p:blipFill>
                <a:blip r:embed="rId555"/>
                <a:stretch>
                  <a:fillRect/>
                </a:stretch>
              </p:blipFill>
              <p:spPr>
                <a:xfrm>
                  <a:off x="9133982" y="5183414"/>
                  <a:ext cx="12384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556">
              <p14:nvContentPartPr>
                <p14:cNvPr id="918" name="Entrada de lápiz 917">
                  <a:extLst>
                    <a:ext uri="{FF2B5EF4-FFF2-40B4-BE49-F238E27FC236}">
                      <a16:creationId xmlns:a16="http://schemas.microsoft.com/office/drawing/2014/main" id="{842F0D85-FEE4-DBFA-04FC-C305BB355078}"/>
                    </a:ext>
                  </a:extLst>
                </p14:cNvPr>
                <p14:cNvContentPartPr/>
                <p14:nvPr/>
              </p14:nvContentPartPr>
              <p14:xfrm>
                <a:off x="9131462" y="5269814"/>
                <a:ext cx="132840" cy="14400"/>
              </p14:xfrm>
            </p:contentPart>
          </mc:Choice>
          <mc:Fallback xmlns="">
            <p:pic>
              <p:nvPicPr>
                <p:cNvPr id="918" name="Entrada de lápiz 917">
                  <a:extLst>
                    <a:ext uri="{FF2B5EF4-FFF2-40B4-BE49-F238E27FC236}">
                      <a16:creationId xmlns:a16="http://schemas.microsoft.com/office/drawing/2014/main" id="{842F0D85-FEE4-DBFA-04FC-C305BB355078}"/>
                    </a:ext>
                  </a:extLst>
                </p:cNvPr>
                <p:cNvPicPr/>
                <p:nvPr/>
              </p:nvPicPr>
              <p:blipFill>
                <a:blip r:embed="rId557"/>
                <a:stretch>
                  <a:fillRect/>
                </a:stretch>
              </p:blipFill>
              <p:spPr>
                <a:xfrm>
                  <a:off x="9122462" y="5260814"/>
                  <a:ext cx="15048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558">
              <p14:nvContentPartPr>
                <p14:cNvPr id="919" name="Entrada de lápiz 918">
                  <a:extLst>
                    <a:ext uri="{FF2B5EF4-FFF2-40B4-BE49-F238E27FC236}">
                      <a16:creationId xmlns:a16="http://schemas.microsoft.com/office/drawing/2014/main" id="{87582B6A-0B9B-FB97-F1F4-05B27B0CA99E}"/>
                    </a:ext>
                  </a:extLst>
                </p14:cNvPr>
                <p14:cNvContentPartPr/>
                <p14:nvPr/>
              </p14:nvContentPartPr>
              <p14:xfrm>
                <a:off x="9362942" y="4993694"/>
                <a:ext cx="34200" cy="199440"/>
              </p14:xfrm>
            </p:contentPart>
          </mc:Choice>
          <mc:Fallback xmlns="">
            <p:pic>
              <p:nvPicPr>
                <p:cNvPr id="919" name="Entrada de lápiz 918">
                  <a:extLst>
                    <a:ext uri="{FF2B5EF4-FFF2-40B4-BE49-F238E27FC236}">
                      <a16:creationId xmlns:a16="http://schemas.microsoft.com/office/drawing/2014/main" id="{87582B6A-0B9B-FB97-F1F4-05B27B0CA99E}"/>
                    </a:ext>
                  </a:extLst>
                </p:cNvPr>
                <p:cNvPicPr/>
                <p:nvPr/>
              </p:nvPicPr>
              <p:blipFill>
                <a:blip r:embed="rId559"/>
                <a:stretch>
                  <a:fillRect/>
                </a:stretch>
              </p:blipFill>
              <p:spPr>
                <a:xfrm>
                  <a:off x="9354302" y="4985054"/>
                  <a:ext cx="5184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560">
              <p14:nvContentPartPr>
                <p14:cNvPr id="920" name="Entrada de lápiz 919">
                  <a:extLst>
                    <a:ext uri="{FF2B5EF4-FFF2-40B4-BE49-F238E27FC236}">
                      <a16:creationId xmlns:a16="http://schemas.microsoft.com/office/drawing/2014/main" id="{BF5F7A79-E6FB-BC98-B2C3-CDD7BBF355C2}"/>
                    </a:ext>
                  </a:extLst>
                </p14:cNvPr>
                <p14:cNvContentPartPr/>
                <p14:nvPr/>
              </p14:nvContentPartPr>
              <p14:xfrm>
                <a:off x="9304262" y="5234894"/>
                <a:ext cx="207360" cy="11160"/>
              </p14:xfrm>
            </p:contentPart>
          </mc:Choice>
          <mc:Fallback xmlns="">
            <p:pic>
              <p:nvPicPr>
                <p:cNvPr id="920" name="Entrada de lápiz 919">
                  <a:extLst>
                    <a:ext uri="{FF2B5EF4-FFF2-40B4-BE49-F238E27FC236}">
                      <a16:creationId xmlns:a16="http://schemas.microsoft.com/office/drawing/2014/main" id="{BF5F7A79-E6FB-BC98-B2C3-CDD7BBF355C2}"/>
                    </a:ext>
                  </a:extLst>
                </p:cNvPr>
                <p:cNvPicPr/>
                <p:nvPr/>
              </p:nvPicPr>
              <p:blipFill>
                <a:blip r:embed="rId561"/>
                <a:stretch>
                  <a:fillRect/>
                </a:stretch>
              </p:blipFill>
              <p:spPr>
                <a:xfrm>
                  <a:off x="9295622" y="5225894"/>
                  <a:ext cx="22500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562">
              <p14:nvContentPartPr>
                <p14:cNvPr id="921" name="Entrada de lápiz 920">
                  <a:extLst>
                    <a:ext uri="{FF2B5EF4-FFF2-40B4-BE49-F238E27FC236}">
                      <a16:creationId xmlns:a16="http://schemas.microsoft.com/office/drawing/2014/main" id="{20DC26AE-D47C-A40B-06F4-92785B06F825}"/>
                    </a:ext>
                  </a:extLst>
                </p14:cNvPr>
                <p14:cNvContentPartPr/>
                <p14:nvPr/>
              </p14:nvContentPartPr>
              <p14:xfrm>
                <a:off x="9343142" y="5317694"/>
                <a:ext cx="119520" cy="126720"/>
              </p14:xfrm>
            </p:contentPart>
          </mc:Choice>
          <mc:Fallback xmlns="">
            <p:pic>
              <p:nvPicPr>
                <p:cNvPr id="921" name="Entrada de lápiz 920">
                  <a:extLst>
                    <a:ext uri="{FF2B5EF4-FFF2-40B4-BE49-F238E27FC236}">
                      <a16:creationId xmlns:a16="http://schemas.microsoft.com/office/drawing/2014/main" id="{20DC26AE-D47C-A40B-06F4-92785B06F825}"/>
                    </a:ext>
                  </a:extLst>
                </p:cNvPr>
                <p:cNvPicPr/>
                <p:nvPr/>
              </p:nvPicPr>
              <p:blipFill>
                <a:blip r:embed="rId563"/>
                <a:stretch>
                  <a:fillRect/>
                </a:stretch>
              </p:blipFill>
              <p:spPr>
                <a:xfrm>
                  <a:off x="9334502" y="5309054"/>
                  <a:ext cx="13716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564">
              <p14:nvContentPartPr>
                <p14:cNvPr id="923" name="Entrada de lápiz 922">
                  <a:extLst>
                    <a:ext uri="{FF2B5EF4-FFF2-40B4-BE49-F238E27FC236}">
                      <a16:creationId xmlns:a16="http://schemas.microsoft.com/office/drawing/2014/main" id="{D8AEC05D-CC3F-E7EC-D4D3-8B7FFEB85872}"/>
                    </a:ext>
                  </a:extLst>
                </p14:cNvPr>
                <p14:cNvContentPartPr/>
                <p14:nvPr/>
              </p14:nvContentPartPr>
              <p14:xfrm>
                <a:off x="9563102" y="4961294"/>
                <a:ext cx="172800" cy="12960"/>
              </p14:xfrm>
            </p:contentPart>
          </mc:Choice>
          <mc:Fallback xmlns="">
            <p:pic>
              <p:nvPicPr>
                <p:cNvPr id="923" name="Entrada de lápiz 922">
                  <a:extLst>
                    <a:ext uri="{FF2B5EF4-FFF2-40B4-BE49-F238E27FC236}">
                      <a16:creationId xmlns:a16="http://schemas.microsoft.com/office/drawing/2014/main" id="{D8AEC05D-CC3F-E7EC-D4D3-8B7FFEB85872}"/>
                    </a:ext>
                  </a:extLst>
                </p:cNvPr>
                <p:cNvPicPr/>
                <p:nvPr/>
              </p:nvPicPr>
              <p:blipFill>
                <a:blip r:embed="rId565"/>
                <a:stretch>
                  <a:fillRect/>
                </a:stretch>
              </p:blipFill>
              <p:spPr>
                <a:xfrm>
                  <a:off x="9554462" y="4952294"/>
                  <a:ext cx="19044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566">
              <p14:nvContentPartPr>
                <p14:cNvPr id="924" name="Entrada de lápiz 923">
                  <a:extLst>
                    <a:ext uri="{FF2B5EF4-FFF2-40B4-BE49-F238E27FC236}">
                      <a16:creationId xmlns:a16="http://schemas.microsoft.com/office/drawing/2014/main" id="{4FFE2C3B-D839-D511-2857-800BEBF89420}"/>
                    </a:ext>
                  </a:extLst>
                </p14:cNvPr>
                <p14:cNvContentPartPr/>
                <p14:nvPr/>
              </p14:nvContentPartPr>
              <p14:xfrm>
                <a:off x="9577142" y="4960574"/>
                <a:ext cx="178200" cy="499320"/>
              </p14:xfrm>
            </p:contentPart>
          </mc:Choice>
          <mc:Fallback xmlns="">
            <p:pic>
              <p:nvPicPr>
                <p:cNvPr id="924" name="Entrada de lápiz 923">
                  <a:extLst>
                    <a:ext uri="{FF2B5EF4-FFF2-40B4-BE49-F238E27FC236}">
                      <a16:creationId xmlns:a16="http://schemas.microsoft.com/office/drawing/2014/main" id="{4FFE2C3B-D839-D511-2857-800BEBF89420}"/>
                    </a:ext>
                  </a:extLst>
                </p:cNvPr>
                <p:cNvPicPr/>
                <p:nvPr/>
              </p:nvPicPr>
              <p:blipFill>
                <a:blip r:embed="rId567"/>
                <a:stretch>
                  <a:fillRect/>
                </a:stretch>
              </p:blipFill>
              <p:spPr>
                <a:xfrm>
                  <a:off x="9568502" y="4951574"/>
                  <a:ext cx="195840" cy="516960"/>
                </a:xfrm>
                <a:prstGeom prst="rect">
                  <a:avLst/>
                </a:prstGeom>
              </p:spPr>
            </p:pic>
          </mc:Fallback>
        </mc:AlternateContent>
        <mc:AlternateContent xmlns:mc="http://schemas.openxmlformats.org/markup-compatibility/2006" xmlns:p14="http://schemas.microsoft.com/office/powerpoint/2010/main">
          <mc:Choice Requires="p14">
            <p:contentPart p14:bwMode="auto" r:id="rId568">
              <p14:nvContentPartPr>
                <p14:cNvPr id="926" name="Entrada de lápiz 925">
                  <a:extLst>
                    <a:ext uri="{FF2B5EF4-FFF2-40B4-BE49-F238E27FC236}">
                      <a16:creationId xmlns:a16="http://schemas.microsoft.com/office/drawing/2014/main" id="{643EFDC0-5F61-C26B-8E54-EC41237A0121}"/>
                    </a:ext>
                  </a:extLst>
                </p14:cNvPr>
                <p14:cNvContentPartPr/>
                <p14:nvPr/>
              </p14:nvContentPartPr>
              <p14:xfrm>
                <a:off x="9742382" y="5199614"/>
                <a:ext cx="85680" cy="16920"/>
              </p14:xfrm>
            </p:contentPart>
          </mc:Choice>
          <mc:Fallback xmlns="">
            <p:pic>
              <p:nvPicPr>
                <p:cNvPr id="926" name="Entrada de lápiz 925">
                  <a:extLst>
                    <a:ext uri="{FF2B5EF4-FFF2-40B4-BE49-F238E27FC236}">
                      <a16:creationId xmlns:a16="http://schemas.microsoft.com/office/drawing/2014/main" id="{643EFDC0-5F61-C26B-8E54-EC41237A0121}"/>
                    </a:ext>
                  </a:extLst>
                </p:cNvPr>
                <p:cNvPicPr/>
                <p:nvPr/>
              </p:nvPicPr>
              <p:blipFill>
                <a:blip r:embed="rId569"/>
                <a:stretch>
                  <a:fillRect/>
                </a:stretch>
              </p:blipFill>
              <p:spPr>
                <a:xfrm>
                  <a:off x="9733742" y="5190974"/>
                  <a:ext cx="10332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570">
              <p14:nvContentPartPr>
                <p14:cNvPr id="927" name="Entrada de lápiz 926">
                  <a:extLst>
                    <a:ext uri="{FF2B5EF4-FFF2-40B4-BE49-F238E27FC236}">
                      <a16:creationId xmlns:a16="http://schemas.microsoft.com/office/drawing/2014/main" id="{422E75D6-C1E2-EC55-446A-60B2BF40FB5C}"/>
                    </a:ext>
                  </a:extLst>
                </p14:cNvPr>
                <p14:cNvContentPartPr/>
                <p14:nvPr/>
              </p14:nvContentPartPr>
              <p14:xfrm>
                <a:off x="9955502" y="4990814"/>
                <a:ext cx="19440" cy="148680"/>
              </p14:xfrm>
            </p:contentPart>
          </mc:Choice>
          <mc:Fallback xmlns="">
            <p:pic>
              <p:nvPicPr>
                <p:cNvPr id="927" name="Entrada de lápiz 926">
                  <a:extLst>
                    <a:ext uri="{FF2B5EF4-FFF2-40B4-BE49-F238E27FC236}">
                      <a16:creationId xmlns:a16="http://schemas.microsoft.com/office/drawing/2014/main" id="{422E75D6-C1E2-EC55-446A-60B2BF40FB5C}"/>
                    </a:ext>
                  </a:extLst>
                </p:cNvPr>
                <p:cNvPicPr/>
                <p:nvPr/>
              </p:nvPicPr>
              <p:blipFill>
                <a:blip r:embed="rId571"/>
                <a:stretch>
                  <a:fillRect/>
                </a:stretch>
              </p:blipFill>
              <p:spPr>
                <a:xfrm>
                  <a:off x="9946502" y="4982174"/>
                  <a:ext cx="3708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572">
              <p14:nvContentPartPr>
                <p14:cNvPr id="928" name="Entrada de lápiz 927">
                  <a:extLst>
                    <a:ext uri="{FF2B5EF4-FFF2-40B4-BE49-F238E27FC236}">
                      <a16:creationId xmlns:a16="http://schemas.microsoft.com/office/drawing/2014/main" id="{E558F664-E9CC-EE2C-EDA9-CADD6B09686F}"/>
                    </a:ext>
                  </a:extLst>
                </p14:cNvPr>
                <p14:cNvContentPartPr/>
                <p14:nvPr/>
              </p14:nvContentPartPr>
              <p14:xfrm>
                <a:off x="9883862" y="5205734"/>
                <a:ext cx="167400" cy="26280"/>
              </p14:xfrm>
            </p:contentPart>
          </mc:Choice>
          <mc:Fallback xmlns="">
            <p:pic>
              <p:nvPicPr>
                <p:cNvPr id="928" name="Entrada de lápiz 927">
                  <a:extLst>
                    <a:ext uri="{FF2B5EF4-FFF2-40B4-BE49-F238E27FC236}">
                      <a16:creationId xmlns:a16="http://schemas.microsoft.com/office/drawing/2014/main" id="{E558F664-E9CC-EE2C-EDA9-CADD6B09686F}"/>
                    </a:ext>
                  </a:extLst>
                </p:cNvPr>
                <p:cNvPicPr/>
                <p:nvPr/>
              </p:nvPicPr>
              <p:blipFill>
                <a:blip r:embed="rId573"/>
                <a:stretch>
                  <a:fillRect/>
                </a:stretch>
              </p:blipFill>
              <p:spPr>
                <a:xfrm>
                  <a:off x="9875222" y="5196734"/>
                  <a:ext cx="18504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574">
              <p14:nvContentPartPr>
                <p14:cNvPr id="929" name="Entrada de lápiz 928">
                  <a:extLst>
                    <a:ext uri="{FF2B5EF4-FFF2-40B4-BE49-F238E27FC236}">
                      <a16:creationId xmlns:a16="http://schemas.microsoft.com/office/drawing/2014/main" id="{83CD8AF7-C09D-AE1E-533D-18AE800A92B6}"/>
                    </a:ext>
                  </a:extLst>
                </p14:cNvPr>
                <p14:cNvContentPartPr/>
                <p14:nvPr/>
              </p14:nvContentPartPr>
              <p14:xfrm>
                <a:off x="9934262" y="5252534"/>
                <a:ext cx="92520" cy="98640"/>
              </p14:xfrm>
            </p:contentPart>
          </mc:Choice>
          <mc:Fallback xmlns="">
            <p:pic>
              <p:nvPicPr>
                <p:cNvPr id="929" name="Entrada de lápiz 928">
                  <a:extLst>
                    <a:ext uri="{FF2B5EF4-FFF2-40B4-BE49-F238E27FC236}">
                      <a16:creationId xmlns:a16="http://schemas.microsoft.com/office/drawing/2014/main" id="{83CD8AF7-C09D-AE1E-533D-18AE800A92B6}"/>
                    </a:ext>
                  </a:extLst>
                </p:cNvPr>
                <p:cNvPicPr/>
                <p:nvPr/>
              </p:nvPicPr>
              <p:blipFill>
                <a:blip r:embed="rId575"/>
                <a:stretch>
                  <a:fillRect/>
                </a:stretch>
              </p:blipFill>
              <p:spPr>
                <a:xfrm>
                  <a:off x="9925622" y="5243534"/>
                  <a:ext cx="11016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576">
              <p14:nvContentPartPr>
                <p14:cNvPr id="930" name="Entrada de lápiz 929">
                  <a:extLst>
                    <a:ext uri="{FF2B5EF4-FFF2-40B4-BE49-F238E27FC236}">
                      <a16:creationId xmlns:a16="http://schemas.microsoft.com/office/drawing/2014/main" id="{9CA269F9-2856-5483-8492-E3423ECB1BD1}"/>
                    </a:ext>
                  </a:extLst>
                </p14:cNvPr>
                <p14:cNvContentPartPr/>
                <p14:nvPr/>
              </p14:nvContentPartPr>
              <p14:xfrm>
                <a:off x="10017062" y="5280254"/>
                <a:ext cx="20880" cy="162360"/>
              </p14:xfrm>
            </p:contentPart>
          </mc:Choice>
          <mc:Fallback xmlns="">
            <p:pic>
              <p:nvPicPr>
                <p:cNvPr id="930" name="Entrada de lápiz 929">
                  <a:extLst>
                    <a:ext uri="{FF2B5EF4-FFF2-40B4-BE49-F238E27FC236}">
                      <a16:creationId xmlns:a16="http://schemas.microsoft.com/office/drawing/2014/main" id="{9CA269F9-2856-5483-8492-E3423ECB1BD1}"/>
                    </a:ext>
                  </a:extLst>
                </p:cNvPr>
                <p:cNvPicPr/>
                <p:nvPr/>
              </p:nvPicPr>
              <p:blipFill>
                <a:blip r:embed="rId577"/>
                <a:stretch>
                  <a:fillRect/>
                </a:stretch>
              </p:blipFill>
              <p:spPr>
                <a:xfrm>
                  <a:off x="10008422" y="5271254"/>
                  <a:ext cx="3852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578">
              <p14:nvContentPartPr>
                <p14:cNvPr id="932" name="Entrada de lápiz 931">
                  <a:extLst>
                    <a:ext uri="{FF2B5EF4-FFF2-40B4-BE49-F238E27FC236}">
                      <a16:creationId xmlns:a16="http://schemas.microsoft.com/office/drawing/2014/main" id="{9C79B739-0400-8F9D-BC34-878FF9E85705}"/>
                    </a:ext>
                  </a:extLst>
                </p14:cNvPr>
                <p14:cNvContentPartPr/>
                <p14:nvPr/>
              </p14:nvContentPartPr>
              <p14:xfrm>
                <a:off x="10154582" y="4954454"/>
                <a:ext cx="111600" cy="297720"/>
              </p14:xfrm>
            </p:contentPart>
          </mc:Choice>
          <mc:Fallback xmlns="">
            <p:pic>
              <p:nvPicPr>
                <p:cNvPr id="932" name="Entrada de lápiz 931">
                  <a:extLst>
                    <a:ext uri="{FF2B5EF4-FFF2-40B4-BE49-F238E27FC236}">
                      <a16:creationId xmlns:a16="http://schemas.microsoft.com/office/drawing/2014/main" id="{9C79B739-0400-8F9D-BC34-878FF9E85705}"/>
                    </a:ext>
                  </a:extLst>
                </p:cNvPr>
                <p:cNvPicPr/>
                <p:nvPr/>
              </p:nvPicPr>
              <p:blipFill>
                <a:blip r:embed="rId579"/>
                <a:stretch>
                  <a:fillRect/>
                </a:stretch>
              </p:blipFill>
              <p:spPr>
                <a:xfrm>
                  <a:off x="10145582" y="4945454"/>
                  <a:ext cx="129240" cy="315360"/>
                </a:xfrm>
                <a:prstGeom prst="rect">
                  <a:avLst/>
                </a:prstGeom>
              </p:spPr>
            </p:pic>
          </mc:Fallback>
        </mc:AlternateContent>
        <mc:AlternateContent xmlns:mc="http://schemas.openxmlformats.org/markup-compatibility/2006" xmlns:p14="http://schemas.microsoft.com/office/powerpoint/2010/main">
          <mc:Choice Requires="p14">
            <p:contentPart p14:bwMode="auto" r:id="rId580">
              <p14:nvContentPartPr>
                <p14:cNvPr id="933" name="Entrada de lápiz 932">
                  <a:extLst>
                    <a:ext uri="{FF2B5EF4-FFF2-40B4-BE49-F238E27FC236}">
                      <a16:creationId xmlns:a16="http://schemas.microsoft.com/office/drawing/2014/main" id="{C80C6AF8-269E-2FE8-AD7E-EC68524C952E}"/>
                    </a:ext>
                  </a:extLst>
                </p14:cNvPr>
                <p14:cNvContentPartPr/>
                <p14:nvPr/>
              </p14:nvContentPartPr>
              <p14:xfrm>
                <a:off x="10280942" y="5150654"/>
                <a:ext cx="90360" cy="93960"/>
              </p14:xfrm>
            </p:contentPart>
          </mc:Choice>
          <mc:Fallback xmlns="">
            <p:pic>
              <p:nvPicPr>
                <p:cNvPr id="933" name="Entrada de lápiz 932">
                  <a:extLst>
                    <a:ext uri="{FF2B5EF4-FFF2-40B4-BE49-F238E27FC236}">
                      <a16:creationId xmlns:a16="http://schemas.microsoft.com/office/drawing/2014/main" id="{C80C6AF8-269E-2FE8-AD7E-EC68524C952E}"/>
                    </a:ext>
                  </a:extLst>
                </p:cNvPr>
                <p:cNvPicPr/>
                <p:nvPr/>
              </p:nvPicPr>
              <p:blipFill>
                <a:blip r:embed="rId581"/>
                <a:stretch>
                  <a:fillRect/>
                </a:stretch>
              </p:blipFill>
              <p:spPr>
                <a:xfrm>
                  <a:off x="10271942" y="5142014"/>
                  <a:ext cx="10800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582">
              <p14:nvContentPartPr>
                <p14:cNvPr id="934" name="Entrada de lápiz 933">
                  <a:extLst>
                    <a:ext uri="{FF2B5EF4-FFF2-40B4-BE49-F238E27FC236}">
                      <a16:creationId xmlns:a16="http://schemas.microsoft.com/office/drawing/2014/main" id="{A9BE0870-E731-D7E3-1AB3-C26E5E7B1A4A}"/>
                    </a:ext>
                  </a:extLst>
                </p14:cNvPr>
                <p14:cNvContentPartPr/>
                <p14:nvPr/>
              </p14:nvContentPartPr>
              <p14:xfrm>
                <a:off x="10338902" y="5146334"/>
                <a:ext cx="120600" cy="295200"/>
              </p14:xfrm>
            </p:contentPart>
          </mc:Choice>
          <mc:Fallback xmlns="">
            <p:pic>
              <p:nvPicPr>
                <p:cNvPr id="934" name="Entrada de lápiz 933">
                  <a:extLst>
                    <a:ext uri="{FF2B5EF4-FFF2-40B4-BE49-F238E27FC236}">
                      <a16:creationId xmlns:a16="http://schemas.microsoft.com/office/drawing/2014/main" id="{A9BE0870-E731-D7E3-1AB3-C26E5E7B1A4A}"/>
                    </a:ext>
                  </a:extLst>
                </p:cNvPr>
                <p:cNvPicPr/>
                <p:nvPr/>
              </p:nvPicPr>
              <p:blipFill>
                <a:blip r:embed="rId583"/>
                <a:stretch>
                  <a:fillRect/>
                </a:stretch>
              </p:blipFill>
              <p:spPr>
                <a:xfrm>
                  <a:off x="10329902" y="5137334"/>
                  <a:ext cx="138240" cy="312840"/>
                </a:xfrm>
                <a:prstGeom prst="rect">
                  <a:avLst/>
                </a:prstGeom>
              </p:spPr>
            </p:pic>
          </mc:Fallback>
        </mc:AlternateContent>
        <mc:AlternateContent xmlns:mc="http://schemas.openxmlformats.org/markup-compatibility/2006" xmlns:p14="http://schemas.microsoft.com/office/powerpoint/2010/main">
          <mc:Choice Requires="p14">
            <p:contentPart p14:bwMode="auto" r:id="rId584">
              <p14:nvContentPartPr>
                <p14:cNvPr id="935" name="Entrada de lápiz 934">
                  <a:extLst>
                    <a:ext uri="{FF2B5EF4-FFF2-40B4-BE49-F238E27FC236}">
                      <a16:creationId xmlns:a16="http://schemas.microsoft.com/office/drawing/2014/main" id="{49559605-E2F3-1FC7-B917-F6DACF3EA0F8}"/>
                    </a:ext>
                  </a:extLst>
                </p14:cNvPr>
                <p14:cNvContentPartPr/>
                <p14:nvPr/>
              </p14:nvContentPartPr>
              <p14:xfrm>
                <a:off x="10477502" y="5231294"/>
                <a:ext cx="64080" cy="82800"/>
              </p14:xfrm>
            </p:contentPart>
          </mc:Choice>
          <mc:Fallback xmlns="">
            <p:pic>
              <p:nvPicPr>
                <p:cNvPr id="935" name="Entrada de lápiz 934">
                  <a:extLst>
                    <a:ext uri="{FF2B5EF4-FFF2-40B4-BE49-F238E27FC236}">
                      <a16:creationId xmlns:a16="http://schemas.microsoft.com/office/drawing/2014/main" id="{49559605-E2F3-1FC7-B917-F6DACF3EA0F8}"/>
                    </a:ext>
                  </a:extLst>
                </p:cNvPr>
                <p:cNvPicPr/>
                <p:nvPr/>
              </p:nvPicPr>
              <p:blipFill>
                <a:blip r:embed="rId585"/>
                <a:stretch>
                  <a:fillRect/>
                </a:stretch>
              </p:blipFill>
              <p:spPr>
                <a:xfrm>
                  <a:off x="10468502" y="5222654"/>
                  <a:ext cx="8172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586">
              <p14:nvContentPartPr>
                <p14:cNvPr id="937" name="Entrada de lápiz 936">
                  <a:extLst>
                    <a:ext uri="{FF2B5EF4-FFF2-40B4-BE49-F238E27FC236}">
                      <a16:creationId xmlns:a16="http://schemas.microsoft.com/office/drawing/2014/main" id="{0DE703B9-E45F-5C09-9D8B-F0F49A117AE3}"/>
                    </a:ext>
                  </a:extLst>
                </p14:cNvPr>
                <p14:cNvContentPartPr/>
                <p14:nvPr/>
              </p14:nvContentPartPr>
              <p14:xfrm>
                <a:off x="10591622" y="4991174"/>
                <a:ext cx="60840" cy="349200"/>
              </p14:xfrm>
            </p:contentPart>
          </mc:Choice>
          <mc:Fallback xmlns="">
            <p:pic>
              <p:nvPicPr>
                <p:cNvPr id="937" name="Entrada de lápiz 936">
                  <a:extLst>
                    <a:ext uri="{FF2B5EF4-FFF2-40B4-BE49-F238E27FC236}">
                      <a16:creationId xmlns:a16="http://schemas.microsoft.com/office/drawing/2014/main" id="{0DE703B9-E45F-5C09-9D8B-F0F49A117AE3}"/>
                    </a:ext>
                  </a:extLst>
                </p:cNvPr>
                <p:cNvPicPr/>
                <p:nvPr/>
              </p:nvPicPr>
              <p:blipFill>
                <a:blip r:embed="rId587"/>
                <a:stretch>
                  <a:fillRect/>
                </a:stretch>
              </p:blipFill>
              <p:spPr>
                <a:xfrm>
                  <a:off x="10582622" y="4982174"/>
                  <a:ext cx="7848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588">
              <p14:nvContentPartPr>
                <p14:cNvPr id="941" name="Entrada de lápiz 940">
                  <a:extLst>
                    <a:ext uri="{FF2B5EF4-FFF2-40B4-BE49-F238E27FC236}">
                      <a16:creationId xmlns:a16="http://schemas.microsoft.com/office/drawing/2014/main" id="{5DC25154-C3AD-0236-C09A-B4E610EF38E2}"/>
                    </a:ext>
                  </a:extLst>
                </p14:cNvPr>
                <p14:cNvContentPartPr/>
                <p14:nvPr/>
              </p14:nvContentPartPr>
              <p14:xfrm>
                <a:off x="10736702" y="4989374"/>
                <a:ext cx="23760" cy="137160"/>
              </p14:xfrm>
            </p:contentPart>
          </mc:Choice>
          <mc:Fallback xmlns="">
            <p:pic>
              <p:nvPicPr>
                <p:cNvPr id="941" name="Entrada de lápiz 940">
                  <a:extLst>
                    <a:ext uri="{FF2B5EF4-FFF2-40B4-BE49-F238E27FC236}">
                      <a16:creationId xmlns:a16="http://schemas.microsoft.com/office/drawing/2014/main" id="{5DC25154-C3AD-0236-C09A-B4E610EF38E2}"/>
                    </a:ext>
                  </a:extLst>
                </p:cNvPr>
                <p:cNvPicPr/>
                <p:nvPr/>
              </p:nvPicPr>
              <p:blipFill>
                <a:blip r:embed="rId589"/>
                <a:stretch>
                  <a:fillRect/>
                </a:stretch>
              </p:blipFill>
              <p:spPr>
                <a:xfrm>
                  <a:off x="10727702" y="4980374"/>
                  <a:ext cx="4140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590">
              <p14:nvContentPartPr>
                <p14:cNvPr id="942" name="Entrada de lápiz 941">
                  <a:extLst>
                    <a:ext uri="{FF2B5EF4-FFF2-40B4-BE49-F238E27FC236}">
                      <a16:creationId xmlns:a16="http://schemas.microsoft.com/office/drawing/2014/main" id="{425DDD91-AC4A-DBBA-566D-FE38866D477F}"/>
                    </a:ext>
                  </a:extLst>
                </p14:cNvPr>
                <p14:cNvContentPartPr/>
                <p14:nvPr/>
              </p14:nvContentPartPr>
              <p14:xfrm>
                <a:off x="10676222" y="5174054"/>
                <a:ext cx="213840" cy="16920"/>
              </p14:xfrm>
            </p:contentPart>
          </mc:Choice>
          <mc:Fallback xmlns="">
            <p:pic>
              <p:nvPicPr>
                <p:cNvPr id="942" name="Entrada de lápiz 941">
                  <a:extLst>
                    <a:ext uri="{FF2B5EF4-FFF2-40B4-BE49-F238E27FC236}">
                      <a16:creationId xmlns:a16="http://schemas.microsoft.com/office/drawing/2014/main" id="{425DDD91-AC4A-DBBA-566D-FE38866D477F}"/>
                    </a:ext>
                  </a:extLst>
                </p:cNvPr>
                <p:cNvPicPr/>
                <p:nvPr/>
              </p:nvPicPr>
              <p:blipFill>
                <a:blip r:embed="rId591"/>
                <a:stretch>
                  <a:fillRect/>
                </a:stretch>
              </p:blipFill>
              <p:spPr>
                <a:xfrm>
                  <a:off x="10667222" y="5165414"/>
                  <a:ext cx="23148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592">
              <p14:nvContentPartPr>
                <p14:cNvPr id="943" name="Entrada de lápiz 942">
                  <a:extLst>
                    <a:ext uri="{FF2B5EF4-FFF2-40B4-BE49-F238E27FC236}">
                      <a16:creationId xmlns:a16="http://schemas.microsoft.com/office/drawing/2014/main" id="{466CB75D-F2C4-41FE-FB99-92600179380E}"/>
                    </a:ext>
                  </a:extLst>
                </p14:cNvPr>
                <p14:cNvContentPartPr/>
                <p14:nvPr/>
              </p14:nvContentPartPr>
              <p14:xfrm>
                <a:off x="10743182" y="5252174"/>
                <a:ext cx="72360" cy="62280"/>
              </p14:xfrm>
            </p:contentPart>
          </mc:Choice>
          <mc:Fallback xmlns="">
            <p:pic>
              <p:nvPicPr>
                <p:cNvPr id="943" name="Entrada de lápiz 942">
                  <a:extLst>
                    <a:ext uri="{FF2B5EF4-FFF2-40B4-BE49-F238E27FC236}">
                      <a16:creationId xmlns:a16="http://schemas.microsoft.com/office/drawing/2014/main" id="{466CB75D-F2C4-41FE-FB99-92600179380E}"/>
                    </a:ext>
                  </a:extLst>
                </p:cNvPr>
                <p:cNvPicPr/>
                <p:nvPr/>
              </p:nvPicPr>
              <p:blipFill>
                <a:blip r:embed="rId593"/>
                <a:stretch>
                  <a:fillRect/>
                </a:stretch>
              </p:blipFill>
              <p:spPr>
                <a:xfrm>
                  <a:off x="10734182" y="5243174"/>
                  <a:ext cx="9000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594">
              <p14:nvContentPartPr>
                <p14:cNvPr id="944" name="Entrada de lápiz 943">
                  <a:extLst>
                    <a:ext uri="{FF2B5EF4-FFF2-40B4-BE49-F238E27FC236}">
                      <a16:creationId xmlns:a16="http://schemas.microsoft.com/office/drawing/2014/main" id="{F2CC7DD8-4595-AFDC-BB16-976D8B8B3107}"/>
                    </a:ext>
                  </a:extLst>
                </p14:cNvPr>
                <p14:cNvContentPartPr/>
                <p14:nvPr/>
              </p14:nvContentPartPr>
              <p14:xfrm>
                <a:off x="10820942" y="5253614"/>
                <a:ext cx="21960" cy="102960"/>
              </p14:xfrm>
            </p:contentPart>
          </mc:Choice>
          <mc:Fallback xmlns="">
            <p:pic>
              <p:nvPicPr>
                <p:cNvPr id="944" name="Entrada de lápiz 943">
                  <a:extLst>
                    <a:ext uri="{FF2B5EF4-FFF2-40B4-BE49-F238E27FC236}">
                      <a16:creationId xmlns:a16="http://schemas.microsoft.com/office/drawing/2014/main" id="{F2CC7DD8-4595-AFDC-BB16-976D8B8B3107}"/>
                    </a:ext>
                  </a:extLst>
                </p:cNvPr>
                <p:cNvPicPr/>
                <p:nvPr/>
              </p:nvPicPr>
              <p:blipFill>
                <a:blip r:embed="rId595"/>
                <a:stretch>
                  <a:fillRect/>
                </a:stretch>
              </p:blipFill>
              <p:spPr>
                <a:xfrm>
                  <a:off x="10812302" y="5244974"/>
                  <a:ext cx="3960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596">
              <p14:nvContentPartPr>
                <p14:cNvPr id="945" name="Entrada de lápiz 944">
                  <a:extLst>
                    <a:ext uri="{FF2B5EF4-FFF2-40B4-BE49-F238E27FC236}">
                      <a16:creationId xmlns:a16="http://schemas.microsoft.com/office/drawing/2014/main" id="{D7DF69F5-93A2-2F39-3005-1A5A6B5E8532}"/>
                    </a:ext>
                  </a:extLst>
                </p14:cNvPr>
                <p14:cNvContentPartPr/>
                <p14:nvPr/>
              </p14:nvContentPartPr>
              <p14:xfrm>
                <a:off x="10896182" y="4964534"/>
                <a:ext cx="63360" cy="408600"/>
              </p14:xfrm>
            </p:contentPart>
          </mc:Choice>
          <mc:Fallback xmlns="">
            <p:pic>
              <p:nvPicPr>
                <p:cNvPr id="945" name="Entrada de lápiz 944">
                  <a:extLst>
                    <a:ext uri="{FF2B5EF4-FFF2-40B4-BE49-F238E27FC236}">
                      <a16:creationId xmlns:a16="http://schemas.microsoft.com/office/drawing/2014/main" id="{D7DF69F5-93A2-2F39-3005-1A5A6B5E8532}"/>
                    </a:ext>
                  </a:extLst>
                </p:cNvPr>
                <p:cNvPicPr/>
                <p:nvPr/>
              </p:nvPicPr>
              <p:blipFill>
                <a:blip r:embed="rId597"/>
                <a:stretch>
                  <a:fillRect/>
                </a:stretch>
              </p:blipFill>
              <p:spPr>
                <a:xfrm>
                  <a:off x="10887542" y="4955534"/>
                  <a:ext cx="81000" cy="426240"/>
                </a:xfrm>
                <a:prstGeom prst="rect">
                  <a:avLst/>
                </a:prstGeom>
              </p:spPr>
            </p:pic>
          </mc:Fallback>
        </mc:AlternateContent>
        <mc:AlternateContent xmlns:mc="http://schemas.openxmlformats.org/markup-compatibility/2006" xmlns:p14="http://schemas.microsoft.com/office/powerpoint/2010/main">
          <mc:Choice Requires="p14">
            <p:contentPart p14:bwMode="auto" r:id="rId598">
              <p14:nvContentPartPr>
                <p14:cNvPr id="947" name="Entrada de lápiz 946">
                  <a:extLst>
                    <a:ext uri="{FF2B5EF4-FFF2-40B4-BE49-F238E27FC236}">
                      <a16:creationId xmlns:a16="http://schemas.microsoft.com/office/drawing/2014/main" id="{5B9BAE87-8B0C-620F-6857-0E55672BF21E}"/>
                    </a:ext>
                  </a:extLst>
                </p14:cNvPr>
                <p14:cNvContentPartPr/>
                <p14:nvPr/>
              </p14:nvContentPartPr>
              <p14:xfrm>
                <a:off x="11036942" y="5176214"/>
                <a:ext cx="70200" cy="14400"/>
              </p14:xfrm>
            </p:contentPart>
          </mc:Choice>
          <mc:Fallback xmlns="">
            <p:pic>
              <p:nvPicPr>
                <p:cNvPr id="947" name="Entrada de lápiz 946">
                  <a:extLst>
                    <a:ext uri="{FF2B5EF4-FFF2-40B4-BE49-F238E27FC236}">
                      <a16:creationId xmlns:a16="http://schemas.microsoft.com/office/drawing/2014/main" id="{5B9BAE87-8B0C-620F-6857-0E55672BF21E}"/>
                    </a:ext>
                  </a:extLst>
                </p:cNvPr>
                <p:cNvPicPr/>
                <p:nvPr/>
              </p:nvPicPr>
              <p:blipFill>
                <a:blip r:embed="rId599"/>
                <a:stretch>
                  <a:fillRect/>
                </a:stretch>
              </p:blipFill>
              <p:spPr>
                <a:xfrm>
                  <a:off x="11027942" y="5167214"/>
                  <a:ext cx="87840" cy="32040"/>
                </a:xfrm>
                <a:prstGeom prst="rect">
                  <a:avLst/>
                </a:prstGeom>
              </p:spPr>
            </p:pic>
          </mc:Fallback>
        </mc:AlternateContent>
      </p:grpSp>
      <p:grpSp>
        <p:nvGrpSpPr>
          <p:cNvPr id="964" name="Grupo 963">
            <a:extLst>
              <a:ext uri="{FF2B5EF4-FFF2-40B4-BE49-F238E27FC236}">
                <a16:creationId xmlns:a16="http://schemas.microsoft.com/office/drawing/2014/main" id="{483599C1-9C60-4547-333F-2D187D63ACAA}"/>
              </a:ext>
            </a:extLst>
          </p:cNvPr>
          <p:cNvGrpSpPr/>
          <p:nvPr/>
        </p:nvGrpSpPr>
        <p:grpSpPr>
          <a:xfrm>
            <a:off x="11177342" y="4886054"/>
            <a:ext cx="904320" cy="533880"/>
            <a:chOff x="11177342" y="4886054"/>
            <a:chExt cx="904320" cy="533880"/>
          </a:xfrm>
        </p:grpSpPr>
        <mc:AlternateContent xmlns:mc="http://schemas.openxmlformats.org/markup-compatibility/2006" xmlns:p14="http://schemas.microsoft.com/office/powerpoint/2010/main">
          <mc:Choice Requires="p14">
            <p:contentPart p14:bwMode="auto" r:id="rId600">
              <p14:nvContentPartPr>
                <p14:cNvPr id="949" name="Entrada de lápiz 948">
                  <a:extLst>
                    <a:ext uri="{FF2B5EF4-FFF2-40B4-BE49-F238E27FC236}">
                      <a16:creationId xmlns:a16="http://schemas.microsoft.com/office/drawing/2014/main" id="{1D8A1EC7-7CDF-21FF-D10C-26E771CEB33B}"/>
                    </a:ext>
                  </a:extLst>
                </p14:cNvPr>
                <p14:cNvContentPartPr/>
                <p14:nvPr/>
              </p14:nvContentPartPr>
              <p14:xfrm>
                <a:off x="11190302" y="4937174"/>
                <a:ext cx="122760" cy="164520"/>
              </p14:xfrm>
            </p:contentPart>
          </mc:Choice>
          <mc:Fallback xmlns="">
            <p:pic>
              <p:nvPicPr>
                <p:cNvPr id="949" name="Entrada de lápiz 948">
                  <a:extLst>
                    <a:ext uri="{FF2B5EF4-FFF2-40B4-BE49-F238E27FC236}">
                      <a16:creationId xmlns:a16="http://schemas.microsoft.com/office/drawing/2014/main" id="{1D8A1EC7-7CDF-21FF-D10C-26E771CEB33B}"/>
                    </a:ext>
                  </a:extLst>
                </p:cNvPr>
                <p:cNvPicPr/>
                <p:nvPr/>
              </p:nvPicPr>
              <p:blipFill>
                <a:blip r:embed="rId601"/>
                <a:stretch>
                  <a:fillRect/>
                </a:stretch>
              </p:blipFill>
              <p:spPr>
                <a:xfrm>
                  <a:off x="11181302" y="4928174"/>
                  <a:ext cx="14040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602">
              <p14:nvContentPartPr>
                <p14:cNvPr id="950" name="Entrada de lápiz 949">
                  <a:extLst>
                    <a:ext uri="{FF2B5EF4-FFF2-40B4-BE49-F238E27FC236}">
                      <a16:creationId xmlns:a16="http://schemas.microsoft.com/office/drawing/2014/main" id="{CB43116F-8BE2-0457-692A-F767AEC8C0F0}"/>
                    </a:ext>
                  </a:extLst>
                </p14:cNvPr>
                <p14:cNvContentPartPr/>
                <p14:nvPr/>
              </p14:nvContentPartPr>
              <p14:xfrm>
                <a:off x="11177342" y="5135894"/>
                <a:ext cx="171360" cy="10800"/>
              </p14:xfrm>
            </p:contentPart>
          </mc:Choice>
          <mc:Fallback xmlns="">
            <p:pic>
              <p:nvPicPr>
                <p:cNvPr id="950" name="Entrada de lápiz 949">
                  <a:extLst>
                    <a:ext uri="{FF2B5EF4-FFF2-40B4-BE49-F238E27FC236}">
                      <a16:creationId xmlns:a16="http://schemas.microsoft.com/office/drawing/2014/main" id="{CB43116F-8BE2-0457-692A-F767AEC8C0F0}"/>
                    </a:ext>
                  </a:extLst>
                </p:cNvPr>
                <p:cNvPicPr/>
                <p:nvPr/>
              </p:nvPicPr>
              <p:blipFill>
                <a:blip r:embed="rId603"/>
                <a:stretch>
                  <a:fillRect/>
                </a:stretch>
              </p:blipFill>
              <p:spPr>
                <a:xfrm>
                  <a:off x="11168702" y="5127254"/>
                  <a:ext cx="18900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604">
              <p14:nvContentPartPr>
                <p14:cNvPr id="951" name="Entrada de lápiz 950">
                  <a:extLst>
                    <a:ext uri="{FF2B5EF4-FFF2-40B4-BE49-F238E27FC236}">
                      <a16:creationId xmlns:a16="http://schemas.microsoft.com/office/drawing/2014/main" id="{C4B61FE2-511F-7F00-7A3F-C3167E0BB985}"/>
                    </a:ext>
                  </a:extLst>
                </p14:cNvPr>
                <p14:cNvContentPartPr/>
                <p14:nvPr/>
              </p14:nvContentPartPr>
              <p14:xfrm>
                <a:off x="11216942" y="5194214"/>
                <a:ext cx="87120" cy="77040"/>
              </p14:xfrm>
            </p:contentPart>
          </mc:Choice>
          <mc:Fallback xmlns="">
            <p:pic>
              <p:nvPicPr>
                <p:cNvPr id="951" name="Entrada de lápiz 950">
                  <a:extLst>
                    <a:ext uri="{FF2B5EF4-FFF2-40B4-BE49-F238E27FC236}">
                      <a16:creationId xmlns:a16="http://schemas.microsoft.com/office/drawing/2014/main" id="{C4B61FE2-511F-7F00-7A3F-C3167E0BB985}"/>
                    </a:ext>
                  </a:extLst>
                </p:cNvPr>
                <p:cNvPicPr/>
                <p:nvPr/>
              </p:nvPicPr>
              <p:blipFill>
                <a:blip r:embed="rId605"/>
                <a:stretch>
                  <a:fillRect/>
                </a:stretch>
              </p:blipFill>
              <p:spPr>
                <a:xfrm>
                  <a:off x="11208302" y="5185574"/>
                  <a:ext cx="10476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606">
              <p14:nvContentPartPr>
                <p14:cNvPr id="952" name="Entrada de lápiz 951">
                  <a:extLst>
                    <a:ext uri="{FF2B5EF4-FFF2-40B4-BE49-F238E27FC236}">
                      <a16:creationId xmlns:a16="http://schemas.microsoft.com/office/drawing/2014/main" id="{B98D7909-3ED6-354E-B7C6-7F0163E35C03}"/>
                    </a:ext>
                  </a:extLst>
                </p14:cNvPr>
                <p14:cNvContentPartPr/>
                <p14:nvPr/>
              </p14:nvContentPartPr>
              <p14:xfrm>
                <a:off x="11294342" y="5207894"/>
                <a:ext cx="22320" cy="122760"/>
              </p14:xfrm>
            </p:contentPart>
          </mc:Choice>
          <mc:Fallback xmlns="">
            <p:pic>
              <p:nvPicPr>
                <p:cNvPr id="952" name="Entrada de lápiz 951">
                  <a:extLst>
                    <a:ext uri="{FF2B5EF4-FFF2-40B4-BE49-F238E27FC236}">
                      <a16:creationId xmlns:a16="http://schemas.microsoft.com/office/drawing/2014/main" id="{B98D7909-3ED6-354E-B7C6-7F0163E35C03}"/>
                    </a:ext>
                  </a:extLst>
                </p:cNvPr>
                <p:cNvPicPr/>
                <p:nvPr/>
              </p:nvPicPr>
              <p:blipFill>
                <a:blip r:embed="rId607"/>
                <a:stretch>
                  <a:fillRect/>
                </a:stretch>
              </p:blipFill>
              <p:spPr>
                <a:xfrm>
                  <a:off x="11285342" y="5199254"/>
                  <a:ext cx="3996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608">
              <p14:nvContentPartPr>
                <p14:cNvPr id="953" name="Entrada de lápiz 952">
                  <a:extLst>
                    <a:ext uri="{FF2B5EF4-FFF2-40B4-BE49-F238E27FC236}">
                      <a16:creationId xmlns:a16="http://schemas.microsoft.com/office/drawing/2014/main" id="{8F782286-CEA2-862E-42D7-36935878D97C}"/>
                    </a:ext>
                  </a:extLst>
                </p14:cNvPr>
                <p14:cNvContentPartPr/>
                <p14:nvPr/>
              </p14:nvContentPartPr>
              <p14:xfrm>
                <a:off x="11394782" y="4936814"/>
                <a:ext cx="82440" cy="244080"/>
              </p14:xfrm>
            </p:contentPart>
          </mc:Choice>
          <mc:Fallback xmlns="">
            <p:pic>
              <p:nvPicPr>
                <p:cNvPr id="953" name="Entrada de lápiz 952">
                  <a:extLst>
                    <a:ext uri="{FF2B5EF4-FFF2-40B4-BE49-F238E27FC236}">
                      <a16:creationId xmlns:a16="http://schemas.microsoft.com/office/drawing/2014/main" id="{8F782286-CEA2-862E-42D7-36935878D97C}"/>
                    </a:ext>
                  </a:extLst>
                </p:cNvPr>
                <p:cNvPicPr/>
                <p:nvPr/>
              </p:nvPicPr>
              <p:blipFill>
                <a:blip r:embed="rId609"/>
                <a:stretch>
                  <a:fillRect/>
                </a:stretch>
              </p:blipFill>
              <p:spPr>
                <a:xfrm>
                  <a:off x="11386142" y="4928174"/>
                  <a:ext cx="10008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610">
              <p14:nvContentPartPr>
                <p14:cNvPr id="954" name="Entrada de lápiz 953">
                  <a:extLst>
                    <a:ext uri="{FF2B5EF4-FFF2-40B4-BE49-F238E27FC236}">
                      <a16:creationId xmlns:a16="http://schemas.microsoft.com/office/drawing/2014/main" id="{96E16C4E-93A4-B4C9-1C64-4B6E85E0EFA2}"/>
                    </a:ext>
                  </a:extLst>
                </p14:cNvPr>
                <p14:cNvContentPartPr/>
                <p14:nvPr/>
              </p14:nvContentPartPr>
              <p14:xfrm>
                <a:off x="11457422" y="5100974"/>
                <a:ext cx="101520" cy="76320"/>
              </p14:xfrm>
            </p:contentPart>
          </mc:Choice>
          <mc:Fallback xmlns="">
            <p:pic>
              <p:nvPicPr>
                <p:cNvPr id="954" name="Entrada de lápiz 953">
                  <a:extLst>
                    <a:ext uri="{FF2B5EF4-FFF2-40B4-BE49-F238E27FC236}">
                      <a16:creationId xmlns:a16="http://schemas.microsoft.com/office/drawing/2014/main" id="{96E16C4E-93A4-B4C9-1C64-4B6E85E0EFA2}"/>
                    </a:ext>
                  </a:extLst>
                </p:cNvPr>
                <p:cNvPicPr/>
                <p:nvPr/>
              </p:nvPicPr>
              <p:blipFill>
                <a:blip r:embed="rId611"/>
                <a:stretch>
                  <a:fillRect/>
                </a:stretch>
              </p:blipFill>
              <p:spPr>
                <a:xfrm>
                  <a:off x="11448782" y="5091974"/>
                  <a:ext cx="11916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612">
              <p14:nvContentPartPr>
                <p14:cNvPr id="955" name="Entrada de lápiz 954">
                  <a:extLst>
                    <a:ext uri="{FF2B5EF4-FFF2-40B4-BE49-F238E27FC236}">
                      <a16:creationId xmlns:a16="http://schemas.microsoft.com/office/drawing/2014/main" id="{D246E3E5-2C0C-D16D-4AAD-1640661EFA00}"/>
                    </a:ext>
                  </a:extLst>
                </p14:cNvPr>
                <p14:cNvContentPartPr/>
                <p14:nvPr/>
              </p14:nvContentPartPr>
              <p14:xfrm>
                <a:off x="11525822" y="5102414"/>
                <a:ext cx="122040" cy="286920"/>
              </p14:xfrm>
            </p:contentPart>
          </mc:Choice>
          <mc:Fallback xmlns="">
            <p:pic>
              <p:nvPicPr>
                <p:cNvPr id="955" name="Entrada de lápiz 954">
                  <a:extLst>
                    <a:ext uri="{FF2B5EF4-FFF2-40B4-BE49-F238E27FC236}">
                      <a16:creationId xmlns:a16="http://schemas.microsoft.com/office/drawing/2014/main" id="{D246E3E5-2C0C-D16D-4AAD-1640661EFA00}"/>
                    </a:ext>
                  </a:extLst>
                </p:cNvPr>
                <p:cNvPicPr/>
                <p:nvPr/>
              </p:nvPicPr>
              <p:blipFill>
                <a:blip r:embed="rId613"/>
                <a:stretch>
                  <a:fillRect/>
                </a:stretch>
              </p:blipFill>
              <p:spPr>
                <a:xfrm>
                  <a:off x="11516822" y="5093774"/>
                  <a:ext cx="13968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614">
              <p14:nvContentPartPr>
                <p14:cNvPr id="956" name="Entrada de lápiz 955">
                  <a:extLst>
                    <a:ext uri="{FF2B5EF4-FFF2-40B4-BE49-F238E27FC236}">
                      <a16:creationId xmlns:a16="http://schemas.microsoft.com/office/drawing/2014/main" id="{A57F97ED-5033-54BE-EC4B-42593CBD53F1}"/>
                    </a:ext>
                  </a:extLst>
                </p14:cNvPr>
                <p14:cNvContentPartPr/>
                <p14:nvPr/>
              </p14:nvContentPartPr>
              <p14:xfrm>
                <a:off x="11648222" y="5216534"/>
                <a:ext cx="54720" cy="58680"/>
              </p14:xfrm>
            </p:contentPart>
          </mc:Choice>
          <mc:Fallback xmlns="">
            <p:pic>
              <p:nvPicPr>
                <p:cNvPr id="956" name="Entrada de lápiz 955">
                  <a:extLst>
                    <a:ext uri="{FF2B5EF4-FFF2-40B4-BE49-F238E27FC236}">
                      <a16:creationId xmlns:a16="http://schemas.microsoft.com/office/drawing/2014/main" id="{A57F97ED-5033-54BE-EC4B-42593CBD53F1}"/>
                    </a:ext>
                  </a:extLst>
                </p:cNvPr>
                <p:cNvPicPr/>
                <p:nvPr/>
              </p:nvPicPr>
              <p:blipFill>
                <a:blip r:embed="rId615"/>
                <a:stretch>
                  <a:fillRect/>
                </a:stretch>
              </p:blipFill>
              <p:spPr>
                <a:xfrm>
                  <a:off x="11639222" y="5207534"/>
                  <a:ext cx="7236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616">
              <p14:nvContentPartPr>
                <p14:cNvPr id="957" name="Entrada de lápiz 956">
                  <a:extLst>
                    <a:ext uri="{FF2B5EF4-FFF2-40B4-BE49-F238E27FC236}">
                      <a16:creationId xmlns:a16="http://schemas.microsoft.com/office/drawing/2014/main" id="{2B1B69CE-CCA2-F7D0-47B1-DFCDE330D94A}"/>
                    </a:ext>
                  </a:extLst>
                </p14:cNvPr>
                <p14:cNvContentPartPr/>
                <p14:nvPr/>
              </p14:nvContentPartPr>
              <p14:xfrm>
                <a:off x="11734982" y="4936814"/>
                <a:ext cx="79920" cy="382320"/>
              </p14:xfrm>
            </p:contentPart>
          </mc:Choice>
          <mc:Fallback xmlns="">
            <p:pic>
              <p:nvPicPr>
                <p:cNvPr id="957" name="Entrada de lápiz 956">
                  <a:extLst>
                    <a:ext uri="{FF2B5EF4-FFF2-40B4-BE49-F238E27FC236}">
                      <a16:creationId xmlns:a16="http://schemas.microsoft.com/office/drawing/2014/main" id="{2B1B69CE-CCA2-F7D0-47B1-DFCDE330D94A}"/>
                    </a:ext>
                  </a:extLst>
                </p:cNvPr>
                <p:cNvPicPr/>
                <p:nvPr/>
              </p:nvPicPr>
              <p:blipFill>
                <a:blip r:embed="rId617"/>
                <a:stretch>
                  <a:fillRect/>
                </a:stretch>
              </p:blipFill>
              <p:spPr>
                <a:xfrm>
                  <a:off x="11726342" y="4928174"/>
                  <a:ext cx="97560" cy="399960"/>
                </a:xfrm>
                <a:prstGeom prst="rect">
                  <a:avLst/>
                </a:prstGeom>
              </p:spPr>
            </p:pic>
          </mc:Fallback>
        </mc:AlternateContent>
        <mc:AlternateContent xmlns:mc="http://schemas.openxmlformats.org/markup-compatibility/2006" xmlns:p14="http://schemas.microsoft.com/office/powerpoint/2010/main">
          <mc:Choice Requires="p14">
            <p:contentPart p14:bwMode="auto" r:id="rId618">
              <p14:nvContentPartPr>
                <p14:cNvPr id="958" name="Entrada de lápiz 957">
                  <a:extLst>
                    <a:ext uri="{FF2B5EF4-FFF2-40B4-BE49-F238E27FC236}">
                      <a16:creationId xmlns:a16="http://schemas.microsoft.com/office/drawing/2014/main" id="{BB8612DF-4FB6-AD8A-2D65-68CD2CADDA76}"/>
                    </a:ext>
                  </a:extLst>
                </p14:cNvPr>
                <p14:cNvContentPartPr/>
                <p14:nvPr/>
              </p14:nvContentPartPr>
              <p14:xfrm>
                <a:off x="11810942" y="4988294"/>
                <a:ext cx="95400" cy="140040"/>
              </p14:xfrm>
            </p:contentPart>
          </mc:Choice>
          <mc:Fallback xmlns="">
            <p:pic>
              <p:nvPicPr>
                <p:cNvPr id="958" name="Entrada de lápiz 957">
                  <a:extLst>
                    <a:ext uri="{FF2B5EF4-FFF2-40B4-BE49-F238E27FC236}">
                      <a16:creationId xmlns:a16="http://schemas.microsoft.com/office/drawing/2014/main" id="{BB8612DF-4FB6-AD8A-2D65-68CD2CADDA76}"/>
                    </a:ext>
                  </a:extLst>
                </p:cNvPr>
                <p:cNvPicPr/>
                <p:nvPr/>
              </p:nvPicPr>
              <p:blipFill>
                <a:blip r:embed="rId619"/>
                <a:stretch>
                  <a:fillRect/>
                </a:stretch>
              </p:blipFill>
              <p:spPr>
                <a:xfrm>
                  <a:off x="11801942" y="4979654"/>
                  <a:ext cx="11304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620">
              <p14:nvContentPartPr>
                <p14:cNvPr id="959" name="Entrada de lápiz 958">
                  <a:extLst>
                    <a:ext uri="{FF2B5EF4-FFF2-40B4-BE49-F238E27FC236}">
                      <a16:creationId xmlns:a16="http://schemas.microsoft.com/office/drawing/2014/main" id="{4921C7A4-482B-62E4-F7C2-D2BDF1E248B1}"/>
                    </a:ext>
                  </a:extLst>
                </p14:cNvPr>
                <p14:cNvContentPartPr/>
                <p14:nvPr/>
              </p14:nvContentPartPr>
              <p14:xfrm>
                <a:off x="11795462" y="5167574"/>
                <a:ext cx="122400" cy="11160"/>
              </p14:xfrm>
            </p:contentPart>
          </mc:Choice>
          <mc:Fallback xmlns="">
            <p:pic>
              <p:nvPicPr>
                <p:cNvPr id="959" name="Entrada de lápiz 958">
                  <a:extLst>
                    <a:ext uri="{FF2B5EF4-FFF2-40B4-BE49-F238E27FC236}">
                      <a16:creationId xmlns:a16="http://schemas.microsoft.com/office/drawing/2014/main" id="{4921C7A4-482B-62E4-F7C2-D2BDF1E248B1}"/>
                    </a:ext>
                  </a:extLst>
                </p:cNvPr>
                <p:cNvPicPr/>
                <p:nvPr/>
              </p:nvPicPr>
              <p:blipFill>
                <a:blip r:embed="rId621"/>
                <a:stretch>
                  <a:fillRect/>
                </a:stretch>
              </p:blipFill>
              <p:spPr>
                <a:xfrm>
                  <a:off x="11786462" y="5158934"/>
                  <a:ext cx="14004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622">
              <p14:nvContentPartPr>
                <p14:cNvPr id="960" name="Entrada de lápiz 959">
                  <a:extLst>
                    <a:ext uri="{FF2B5EF4-FFF2-40B4-BE49-F238E27FC236}">
                      <a16:creationId xmlns:a16="http://schemas.microsoft.com/office/drawing/2014/main" id="{6CD4775A-B3EB-0008-E3F6-090E01049D0B}"/>
                    </a:ext>
                  </a:extLst>
                </p14:cNvPr>
                <p14:cNvContentPartPr/>
                <p14:nvPr/>
              </p14:nvContentPartPr>
              <p14:xfrm>
                <a:off x="11857382" y="5202854"/>
                <a:ext cx="63360" cy="56160"/>
              </p14:xfrm>
            </p:contentPart>
          </mc:Choice>
          <mc:Fallback xmlns="">
            <p:pic>
              <p:nvPicPr>
                <p:cNvPr id="960" name="Entrada de lápiz 959">
                  <a:extLst>
                    <a:ext uri="{FF2B5EF4-FFF2-40B4-BE49-F238E27FC236}">
                      <a16:creationId xmlns:a16="http://schemas.microsoft.com/office/drawing/2014/main" id="{6CD4775A-B3EB-0008-E3F6-090E01049D0B}"/>
                    </a:ext>
                  </a:extLst>
                </p:cNvPr>
                <p:cNvPicPr/>
                <p:nvPr/>
              </p:nvPicPr>
              <p:blipFill>
                <a:blip r:embed="rId623"/>
                <a:stretch>
                  <a:fillRect/>
                </a:stretch>
              </p:blipFill>
              <p:spPr>
                <a:xfrm>
                  <a:off x="11848382" y="5194214"/>
                  <a:ext cx="8100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624">
              <p14:nvContentPartPr>
                <p14:cNvPr id="961" name="Entrada de lápiz 960">
                  <a:extLst>
                    <a:ext uri="{FF2B5EF4-FFF2-40B4-BE49-F238E27FC236}">
                      <a16:creationId xmlns:a16="http://schemas.microsoft.com/office/drawing/2014/main" id="{DAB1B20B-8FBC-DB25-2E0A-09C3DD10638D}"/>
                    </a:ext>
                  </a:extLst>
                </p14:cNvPr>
                <p14:cNvContentPartPr/>
                <p14:nvPr/>
              </p14:nvContentPartPr>
              <p14:xfrm>
                <a:off x="11922542" y="5221574"/>
                <a:ext cx="3240" cy="68040"/>
              </p14:xfrm>
            </p:contentPart>
          </mc:Choice>
          <mc:Fallback xmlns="">
            <p:pic>
              <p:nvPicPr>
                <p:cNvPr id="961" name="Entrada de lápiz 960">
                  <a:extLst>
                    <a:ext uri="{FF2B5EF4-FFF2-40B4-BE49-F238E27FC236}">
                      <a16:creationId xmlns:a16="http://schemas.microsoft.com/office/drawing/2014/main" id="{DAB1B20B-8FBC-DB25-2E0A-09C3DD10638D}"/>
                    </a:ext>
                  </a:extLst>
                </p:cNvPr>
                <p:cNvPicPr/>
                <p:nvPr/>
              </p:nvPicPr>
              <p:blipFill>
                <a:blip r:embed="rId625"/>
                <a:stretch>
                  <a:fillRect/>
                </a:stretch>
              </p:blipFill>
              <p:spPr>
                <a:xfrm>
                  <a:off x="11913542" y="5212574"/>
                  <a:ext cx="2088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626">
              <p14:nvContentPartPr>
                <p14:cNvPr id="962" name="Entrada de lápiz 961">
                  <a:extLst>
                    <a:ext uri="{FF2B5EF4-FFF2-40B4-BE49-F238E27FC236}">
                      <a16:creationId xmlns:a16="http://schemas.microsoft.com/office/drawing/2014/main" id="{0BD91DF7-997E-3C86-7DB2-5AAEC9827765}"/>
                    </a:ext>
                  </a:extLst>
                </p14:cNvPr>
                <p14:cNvContentPartPr/>
                <p14:nvPr/>
              </p14:nvContentPartPr>
              <p14:xfrm>
                <a:off x="11924342" y="4931774"/>
                <a:ext cx="85320" cy="418320"/>
              </p14:xfrm>
            </p:contentPart>
          </mc:Choice>
          <mc:Fallback xmlns="">
            <p:pic>
              <p:nvPicPr>
                <p:cNvPr id="962" name="Entrada de lápiz 961">
                  <a:extLst>
                    <a:ext uri="{FF2B5EF4-FFF2-40B4-BE49-F238E27FC236}">
                      <a16:creationId xmlns:a16="http://schemas.microsoft.com/office/drawing/2014/main" id="{0BD91DF7-997E-3C86-7DB2-5AAEC9827765}"/>
                    </a:ext>
                  </a:extLst>
                </p:cNvPr>
                <p:cNvPicPr/>
                <p:nvPr/>
              </p:nvPicPr>
              <p:blipFill>
                <a:blip r:embed="rId627"/>
                <a:stretch>
                  <a:fillRect/>
                </a:stretch>
              </p:blipFill>
              <p:spPr>
                <a:xfrm>
                  <a:off x="11915342" y="4923134"/>
                  <a:ext cx="102960" cy="435960"/>
                </a:xfrm>
                <a:prstGeom prst="rect">
                  <a:avLst/>
                </a:prstGeom>
              </p:spPr>
            </p:pic>
          </mc:Fallback>
        </mc:AlternateContent>
        <mc:AlternateContent xmlns:mc="http://schemas.openxmlformats.org/markup-compatibility/2006" xmlns:p14="http://schemas.microsoft.com/office/powerpoint/2010/main">
          <mc:Choice Requires="p14">
            <p:contentPart p14:bwMode="auto" r:id="rId628">
              <p14:nvContentPartPr>
                <p14:cNvPr id="963" name="Entrada de lápiz 962">
                  <a:extLst>
                    <a:ext uri="{FF2B5EF4-FFF2-40B4-BE49-F238E27FC236}">
                      <a16:creationId xmlns:a16="http://schemas.microsoft.com/office/drawing/2014/main" id="{E8C2B221-144F-0FC8-E775-361ACD66BF93}"/>
                    </a:ext>
                  </a:extLst>
                </p14:cNvPr>
                <p14:cNvContentPartPr/>
                <p14:nvPr/>
              </p14:nvContentPartPr>
              <p14:xfrm>
                <a:off x="11940902" y="4886054"/>
                <a:ext cx="140760" cy="533880"/>
              </p14:xfrm>
            </p:contentPart>
          </mc:Choice>
          <mc:Fallback xmlns="">
            <p:pic>
              <p:nvPicPr>
                <p:cNvPr id="963" name="Entrada de lápiz 962">
                  <a:extLst>
                    <a:ext uri="{FF2B5EF4-FFF2-40B4-BE49-F238E27FC236}">
                      <a16:creationId xmlns:a16="http://schemas.microsoft.com/office/drawing/2014/main" id="{E8C2B221-144F-0FC8-E775-361ACD66BF93}"/>
                    </a:ext>
                  </a:extLst>
                </p:cNvPr>
                <p:cNvPicPr/>
                <p:nvPr/>
              </p:nvPicPr>
              <p:blipFill>
                <a:blip r:embed="rId629"/>
                <a:stretch>
                  <a:fillRect/>
                </a:stretch>
              </p:blipFill>
              <p:spPr>
                <a:xfrm>
                  <a:off x="11931902" y="4877054"/>
                  <a:ext cx="158400" cy="551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30">
            <p14:nvContentPartPr>
              <p14:cNvPr id="965" name="Entrada de lápiz 964">
                <a:extLst>
                  <a:ext uri="{FF2B5EF4-FFF2-40B4-BE49-F238E27FC236}">
                    <a16:creationId xmlns:a16="http://schemas.microsoft.com/office/drawing/2014/main" id="{15FC89B6-407B-B992-53B3-D6F714A2DD18}"/>
                  </a:ext>
                </a:extLst>
              </p14:cNvPr>
              <p14:cNvContentPartPr/>
              <p14:nvPr/>
            </p14:nvContentPartPr>
            <p14:xfrm>
              <a:off x="4388822" y="6090254"/>
              <a:ext cx="142200" cy="6840"/>
            </p14:xfrm>
          </p:contentPart>
        </mc:Choice>
        <mc:Fallback xmlns="">
          <p:pic>
            <p:nvPicPr>
              <p:cNvPr id="965" name="Entrada de lápiz 964">
                <a:extLst>
                  <a:ext uri="{FF2B5EF4-FFF2-40B4-BE49-F238E27FC236}">
                    <a16:creationId xmlns:a16="http://schemas.microsoft.com/office/drawing/2014/main" id="{15FC89B6-407B-B992-53B3-D6F714A2DD18}"/>
                  </a:ext>
                </a:extLst>
              </p:cNvPr>
              <p:cNvPicPr/>
              <p:nvPr/>
            </p:nvPicPr>
            <p:blipFill>
              <a:blip r:embed="rId631"/>
              <a:stretch>
                <a:fillRect/>
              </a:stretch>
            </p:blipFill>
            <p:spPr>
              <a:xfrm>
                <a:off x="4380182" y="6081614"/>
                <a:ext cx="15984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632">
            <p14:nvContentPartPr>
              <p14:cNvPr id="966" name="Entrada de lápiz 965">
                <a:extLst>
                  <a:ext uri="{FF2B5EF4-FFF2-40B4-BE49-F238E27FC236}">
                    <a16:creationId xmlns:a16="http://schemas.microsoft.com/office/drawing/2014/main" id="{0F005AD3-E49E-5065-21D6-E9EF27735618}"/>
                  </a:ext>
                </a:extLst>
              </p14:cNvPr>
              <p14:cNvContentPartPr/>
              <p14:nvPr/>
            </p14:nvContentPartPr>
            <p14:xfrm>
              <a:off x="4390262" y="6211934"/>
              <a:ext cx="158040" cy="6840"/>
            </p14:xfrm>
          </p:contentPart>
        </mc:Choice>
        <mc:Fallback xmlns="">
          <p:pic>
            <p:nvPicPr>
              <p:cNvPr id="966" name="Entrada de lápiz 965">
                <a:extLst>
                  <a:ext uri="{FF2B5EF4-FFF2-40B4-BE49-F238E27FC236}">
                    <a16:creationId xmlns:a16="http://schemas.microsoft.com/office/drawing/2014/main" id="{0F005AD3-E49E-5065-21D6-E9EF27735618}"/>
                  </a:ext>
                </a:extLst>
              </p:cNvPr>
              <p:cNvPicPr/>
              <p:nvPr/>
            </p:nvPicPr>
            <p:blipFill>
              <a:blip r:embed="rId633"/>
              <a:stretch>
                <a:fillRect/>
              </a:stretch>
            </p:blipFill>
            <p:spPr>
              <a:xfrm>
                <a:off x="4381262" y="6202934"/>
                <a:ext cx="175680" cy="24480"/>
              </a:xfrm>
              <a:prstGeom prst="rect">
                <a:avLst/>
              </a:prstGeom>
            </p:spPr>
          </p:pic>
        </mc:Fallback>
      </mc:AlternateContent>
      <p:grpSp>
        <p:nvGrpSpPr>
          <p:cNvPr id="975" name="Grupo 974">
            <a:extLst>
              <a:ext uri="{FF2B5EF4-FFF2-40B4-BE49-F238E27FC236}">
                <a16:creationId xmlns:a16="http://schemas.microsoft.com/office/drawing/2014/main" id="{BDFED5F0-A7FF-F030-4454-DC8253014367}"/>
              </a:ext>
            </a:extLst>
          </p:cNvPr>
          <p:cNvGrpSpPr/>
          <p:nvPr/>
        </p:nvGrpSpPr>
        <p:grpSpPr>
          <a:xfrm>
            <a:off x="4793462" y="5938694"/>
            <a:ext cx="906480" cy="319320"/>
            <a:chOff x="4793462" y="5938694"/>
            <a:chExt cx="906480" cy="319320"/>
          </a:xfrm>
        </p:grpSpPr>
        <mc:AlternateContent xmlns:mc="http://schemas.openxmlformats.org/markup-compatibility/2006" xmlns:p14="http://schemas.microsoft.com/office/powerpoint/2010/main">
          <mc:Choice Requires="p14">
            <p:contentPart p14:bwMode="auto" r:id="rId634">
              <p14:nvContentPartPr>
                <p14:cNvPr id="967" name="Entrada de lápiz 966">
                  <a:extLst>
                    <a:ext uri="{FF2B5EF4-FFF2-40B4-BE49-F238E27FC236}">
                      <a16:creationId xmlns:a16="http://schemas.microsoft.com/office/drawing/2014/main" id="{1ADAC5FE-4459-AD8B-32AE-AFABE0DBBDFC}"/>
                    </a:ext>
                  </a:extLst>
                </p14:cNvPr>
                <p14:cNvContentPartPr/>
                <p14:nvPr/>
              </p14:nvContentPartPr>
              <p14:xfrm>
                <a:off x="4793462" y="5985494"/>
                <a:ext cx="237960" cy="239040"/>
              </p14:xfrm>
            </p:contentPart>
          </mc:Choice>
          <mc:Fallback xmlns="">
            <p:pic>
              <p:nvPicPr>
                <p:cNvPr id="967" name="Entrada de lápiz 966">
                  <a:extLst>
                    <a:ext uri="{FF2B5EF4-FFF2-40B4-BE49-F238E27FC236}">
                      <a16:creationId xmlns:a16="http://schemas.microsoft.com/office/drawing/2014/main" id="{1ADAC5FE-4459-AD8B-32AE-AFABE0DBBDFC}"/>
                    </a:ext>
                  </a:extLst>
                </p:cNvPr>
                <p:cNvPicPr/>
                <p:nvPr/>
              </p:nvPicPr>
              <p:blipFill>
                <a:blip r:embed="rId635"/>
                <a:stretch>
                  <a:fillRect/>
                </a:stretch>
              </p:blipFill>
              <p:spPr>
                <a:xfrm>
                  <a:off x="4784822" y="5976854"/>
                  <a:ext cx="25560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636">
              <p14:nvContentPartPr>
                <p14:cNvPr id="968" name="Entrada de lápiz 967">
                  <a:extLst>
                    <a:ext uri="{FF2B5EF4-FFF2-40B4-BE49-F238E27FC236}">
                      <a16:creationId xmlns:a16="http://schemas.microsoft.com/office/drawing/2014/main" id="{3E5386BB-3A4D-0C99-48A6-D2AB123D0A18}"/>
                    </a:ext>
                  </a:extLst>
                </p14:cNvPr>
                <p14:cNvContentPartPr/>
                <p14:nvPr/>
              </p14:nvContentPartPr>
              <p14:xfrm>
                <a:off x="5078942" y="5938694"/>
                <a:ext cx="23400" cy="82800"/>
              </p14:xfrm>
            </p:contentPart>
          </mc:Choice>
          <mc:Fallback xmlns="">
            <p:pic>
              <p:nvPicPr>
                <p:cNvPr id="968" name="Entrada de lápiz 967">
                  <a:extLst>
                    <a:ext uri="{FF2B5EF4-FFF2-40B4-BE49-F238E27FC236}">
                      <a16:creationId xmlns:a16="http://schemas.microsoft.com/office/drawing/2014/main" id="{3E5386BB-3A4D-0C99-48A6-D2AB123D0A18}"/>
                    </a:ext>
                  </a:extLst>
                </p:cNvPr>
                <p:cNvPicPr/>
                <p:nvPr/>
              </p:nvPicPr>
              <p:blipFill>
                <a:blip r:embed="rId637"/>
                <a:stretch>
                  <a:fillRect/>
                </a:stretch>
              </p:blipFill>
              <p:spPr>
                <a:xfrm>
                  <a:off x="5070302" y="5930054"/>
                  <a:ext cx="4104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638">
              <p14:nvContentPartPr>
                <p14:cNvPr id="969" name="Entrada de lápiz 968">
                  <a:extLst>
                    <a:ext uri="{FF2B5EF4-FFF2-40B4-BE49-F238E27FC236}">
                      <a16:creationId xmlns:a16="http://schemas.microsoft.com/office/drawing/2014/main" id="{5BDEE2B1-7FDD-AFB6-2487-7589B3D823D3}"/>
                    </a:ext>
                  </a:extLst>
                </p14:cNvPr>
                <p14:cNvContentPartPr/>
                <p14:nvPr/>
              </p14:nvContentPartPr>
              <p14:xfrm>
                <a:off x="5151302" y="6001334"/>
                <a:ext cx="114480" cy="105840"/>
              </p14:xfrm>
            </p:contentPart>
          </mc:Choice>
          <mc:Fallback xmlns="">
            <p:pic>
              <p:nvPicPr>
                <p:cNvPr id="969" name="Entrada de lápiz 968">
                  <a:extLst>
                    <a:ext uri="{FF2B5EF4-FFF2-40B4-BE49-F238E27FC236}">
                      <a16:creationId xmlns:a16="http://schemas.microsoft.com/office/drawing/2014/main" id="{5BDEE2B1-7FDD-AFB6-2487-7589B3D823D3}"/>
                    </a:ext>
                  </a:extLst>
                </p:cNvPr>
                <p:cNvPicPr/>
                <p:nvPr/>
              </p:nvPicPr>
              <p:blipFill>
                <a:blip r:embed="rId639"/>
                <a:stretch>
                  <a:fillRect/>
                </a:stretch>
              </p:blipFill>
              <p:spPr>
                <a:xfrm>
                  <a:off x="5142302" y="5992694"/>
                  <a:ext cx="13212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640">
              <p14:nvContentPartPr>
                <p14:cNvPr id="970" name="Entrada de lápiz 969">
                  <a:extLst>
                    <a:ext uri="{FF2B5EF4-FFF2-40B4-BE49-F238E27FC236}">
                      <a16:creationId xmlns:a16="http://schemas.microsoft.com/office/drawing/2014/main" id="{7B3F8769-B2DF-C53D-DF96-A3F866ACEB7D}"/>
                    </a:ext>
                  </a:extLst>
                </p14:cNvPr>
                <p14:cNvContentPartPr/>
                <p14:nvPr/>
              </p14:nvContentPartPr>
              <p14:xfrm>
                <a:off x="5255702" y="6022574"/>
                <a:ext cx="26640" cy="202680"/>
              </p14:xfrm>
            </p:contentPart>
          </mc:Choice>
          <mc:Fallback xmlns="">
            <p:pic>
              <p:nvPicPr>
                <p:cNvPr id="970" name="Entrada de lápiz 969">
                  <a:extLst>
                    <a:ext uri="{FF2B5EF4-FFF2-40B4-BE49-F238E27FC236}">
                      <a16:creationId xmlns:a16="http://schemas.microsoft.com/office/drawing/2014/main" id="{7B3F8769-B2DF-C53D-DF96-A3F866ACEB7D}"/>
                    </a:ext>
                  </a:extLst>
                </p:cNvPr>
                <p:cNvPicPr/>
                <p:nvPr/>
              </p:nvPicPr>
              <p:blipFill>
                <a:blip r:embed="rId641"/>
                <a:stretch>
                  <a:fillRect/>
                </a:stretch>
              </p:blipFill>
              <p:spPr>
                <a:xfrm>
                  <a:off x="5246702" y="6013574"/>
                  <a:ext cx="4428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642">
              <p14:nvContentPartPr>
                <p14:cNvPr id="972" name="Entrada de lápiz 971">
                  <a:extLst>
                    <a:ext uri="{FF2B5EF4-FFF2-40B4-BE49-F238E27FC236}">
                      <a16:creationId xmlns:a16="http://schemas.microsoft.com/office/drawing/2014/main" id="{3430B10B-C63C-D689-AC44-E85E1608CF9A}"/>
                    </a:ext>
                  </a:extLst>
                </p14:cNvPr>
                <p14:cNvContentPartPr/>
                <p14:nvPr/>
              </p14:nvContentPartPr>
              <p14:xfrm>
                <a:off x="5326262" y="6018974"/>
                <a:ext cx="176040" cy="203760"/>
              </p14:xfrm>
            </p:contentPart>
          </mc:Choice>
          <mc:Fallback xmlns="">
            <p:pic>
              <p:nvPicPr>
                <p:cNvPr id="972" name="Entrada de lápiz 971">
                  <a:extLst>
                    <a:ext uri="{FF2B5EF4-FFF2-40B4-BE49-F238E27FC236}">
                      <a16:creationId xmlns:a16="http://schemas.microsoft.com/office/drawing/2014/main" id="{3430B10B-C63C-D689-AC44-E85E1608CF9A}"/>
                    </a:ext>
                  </a:extLst>
                </p:cNvPr>
                <p:cNvPicPr/>
                <p:nvPr/>
              </p:nvPicPr>
              <p:blipFill>
                <a:blip r:embed="rId643"/>
                <a:stretch>
                  <a:fillRect/>
                </a:stretch>
              </p:blipFill>
              <p:spPr>
                <a:xfrm>
                  <a:off x="5317622" y="6009974"/>
                  <a:ext cx="19368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644">
              <p14:nvContentPartPr>
                <p14:cNvPr id="973" name="Entrada de lápiz 972">
                  <a:extLst>
                    <a:ext uri="{FF2B5EF4-FFF2-40B4-BE49-F238E27FC236}">
                      <a16:creationId xmlns:a16="http://schemas.microsoft.com/office/drawing/2014/main" id="{082BE160-721B-AD0D-0296-D0AB5365498A}"/>
                    </a:ext>
                  </a:extLst>
                </p14:cNvPr>
                <p14:cNvContentPartPr/>
                <p14:nvPr/>
              </p14:nvContentPartPr>
              <p14:xfrm>
                <a:off x="5575382" y="6006374"/>
                <a:ext cx="110520" cy="15840"/>
              </p14:xfrm>
            </p:contentPart>
          </mc:Choice>
          <mc:Fallback xmlns="">
            <p:pic>
              <p:nvPicPr>
                <p:cNvPr id="973" name="Entrada de lápiz 972">
                  <a:extLst>
                    <a:ext uri="{FF2B5EF4-FFF2-40B4-BE49-F238E27FC236}">
                      <a16:creationId xmlns:a16="http://schemas.microsoft.com/office/drawing/2014/main" id="{082BE160-721B-AD0D-0296-D0AB5365498A}"/>
                    </a:ext>
                  </a:extLst>
                </p:cNvPr>
                <p:cNvPicPr/>
                <p:nvPr/>
              </p:nvPicPr>
              <p:blipFill>
                <a:blip r:embed="rId645"/>
                <a:stretch>
                  <a:fillRect/>
                </a:stretch>
              </p:blipFill>
              <p:spPr>
                <a:xfrm>
                  <a:off x="5566382" y="5997734"/>
                  <a:ext cx="12816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646">
              <p14:nvContentPartPr>
                <p14:cNvPr id="974" name="Entrada de lápiz 973">
                  <a:extLst>
                    <a:ext uri="{FF2B5EF4-FFF2-40B4-BE49-F238E27FC236}">
                      <a16:creationId xmlns:a16="http://schemas.microsoft.com/office/drawing/2014/main" id="{BDD1F184-1DA5-3ACA-B20D-CFF7F0743E21}"/>
                    </a:ext>
                  </a:extLst>
                </p14:cNvPr>
                <p14:cNvContentPartPr/>
                <p14:nvPr/>
              </p14:nvContentPartPr>
              <p14:xfrm>
                <a:off x="5541542" y="6032654"/>
                <a:ext cx="158400" cy="225360"/>
              </p14:xfrm>
            </p:contentPart>
          </mc:Choice>
          <mc:Fallback xmlns="">
            <p:pic>
              <p:nvPicPr>
                <p:cNvPr id="974" name="Entrada de lápiz 973">
                  <a:extLst>
                    <a:ext uri="{FF2B5EF4-FFF2-40B4-BE49-F238E27FC236}">
                      <a16:creationId xmlns:a16="http://schemas.microsoft.com/office/drawing/2014/main" id="{BDD1F184-1DA5-3ACA-B20D-CFF7F0743E21}"/>
                    </a:ext>
                  </a:extLst>
                </p:cNvPr>
                <p:cNvPicPr/>
                <p:nvPr/>
              </p:nvPicPr>
              <p:blipFill>
                <a:blip r:embed="rId647"/>
                <a:stretch>
                  <a:fillRect/>
                </a:stretch>
              </p:blipFill>
              <p:spPr>
                <a:xfrm>
                  <a:off x="5532542" y="6023654"/>
                  <a:ext cx="176040" cy="243000"/>
                </a:xfrm>
                <a:prstGeom prst="rect">
                  <a:avLst/>
                </a:prstGeom>
              </p:spPr>
            </p:pic>
          </mc:Fallback>
        </mc:AlternateContent>
      </p:grpSp>
      <p:grpSp>
        <p:nvGrpSpPr>
          <p:cNvPr id="978" name="Grupo 977">
            <a:extLst>
              <a:ext uri="{FF2B5EF4-FFF2-40B4-BE49-F238E27FC236}">
                <a16:creationId xmlns:a16="http://schemas.microsoft.com/office/drawing/2014/main" id="{E9CB3061-2B90-CA87-0C30-80A9E5979C31}"/>
              </a:ext>
            </a:extLst>
          </p:cNvPr>
          <p:cNvGrpSpPr/>
          <p:nvPr/>
        </p:nvGrpSpPr>
        <p:grpSpPr>
          <a:xfrm>
            <a:off x="9494342" y="4343894"/>
            <a:ext cx="105840" cy="93240"/>
            <a:chOff x="9494342" y="4343894"/>
            <a:chExt cx="105840" cy="93240"/>
          </a:xfrm>
        </p:grpSpPr>
        <mc:AlternateContent xmlns:mc="http://schemas.openxmlformats.org/markup-compatibility/2006" xmlns:p14="http://schemas.microsoft.com/office/powerpoint/2010/main">
          <mc:Choice Requires="p14">
            <p:contentPart p14:bwMode="auto" r:id="rId648">
              <p14:nvContentPartPr>
                <p14:cNvPr id="976" name="Entrada de lápiz 975">
                  <a:extLst>
                    <a:ext uri="{FF2B5EF4-FFF2-40B4-BE49-F238E27FC236}">
                      <a16:creationId xmlns:a16="http://schemas.microsoft.com/office/drawing/2014/main" id="{81D745E7-CB8B-9708-B9EB-D4408C891351}"/>
                    </a:ext>
                  </a:extLst>
                </p14:cNvPr>
                <p14:cNvContentPartPr/>
                <p14:nvPr/>
              </p14:nvContentPartPr>
              <p14:xfrm>
                <a:off x="9495062" y="4343894"/>
                <a:ext cx="105120" cy="6120"/>
              </p14:xfrm>
            </p:contentPart>
          </mc:Choice>
          <mc:Fallback xmlns="">
            <p:pic>
              <p:nvPicPr>
                <p:cNvPr id="976" name="Entrada de lápiz 975">
                  <a:extLst>
                    <a:ext uri="{FF2B5EF4-FFF2-40B4-BE49-F238E27FC236}">
                      <a16:creationId xmlns:a16="http://schemas.microsoft.com/office/drawing/2014/main" id="{81D745E7-CB8B-9708-B9EB-D4408C891351}"/>
                    </a:ext>
                  </a:extLst>
                </p:cNvPr>
                <p:cNvPicPr/>
                <p:nvPr/>
              </p:nvPicPr>
              <p:blipFill>
                <a:blip r:embed="rId649"/>
                <a:stretch>
                  <a:fillRect/>
                </a:stretch>
              </p:blipFill>
              <p:spPr>
                <a:xfrm>
                  <a:off x="9486062" y="4334894"/>
                  <a:ext cx="12276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650">
              <p14:nvContentPartPr>
                <p14:cNvPr id="977" name="Entrada de lápiz 976">
                  <a:extLst>
                    <a:ext uri="{FF2B5EF4-FFF2-40B4-BE49-F238E27FC236}">
                      <a16:creationId xmlns:a16="http://schemas.microsoft.com/office/drawing/2014/main" id="{F301DB28-A1C7-9F62-A5A4-996654780379}"/>
                    </a:ext>
                  </a:extLst>
                </p14:cNvPr>
                <p14:cNvContentPartPr/>
                <p14:nvPr/>
              </p14:nvContentPartPr>
              <p14:xfrm>
                <a:off x="9494342" y="4432814"/>
                <a:ext cx="89280" cy="4320"/>
              </p14:xfrm>
            </p:contentPart>
          </mc:Choice>
          <mc:Fallback xmlns="">
            <p:pic>
              <p:nvPicPr>
                <p:cNvPr id="977" name="Entrada de lápiz 976">
                  <a:extLst>
                    <a:ext uri="{FF2B5EF4-FFF2-40B4-BE49-F238E27FC236}">
                      <a16:creationId xmlns:a16="http://schemas.microsoft.com/office/drawing/2014/main" id="{F301DB28-A1C7-9F62-A5A4-996654780379}"/>
                    </a:ext>
                  </a:extLst>
                </p:cNvPr>
                <p:cNvPicPr/>
                <p:nvPr/>
              </p:nvPicPr>
              <p:blipFill>
                <a:blip r:embed="rId651"/>
                <a:stretch>
                  <a:fillRect/>
                </a:stretch>
              </p:blipFill>
              <p:spPr>
                <a:xfrm>
                  <a:off x="9485702" y="4423814"/>
                  <a:ext cx="106920" cy="21960"/>
                </a:xfrm>
                <a:prstGeom prst="rect">
                  <a:avLst/>
                </a:prstGeom>
              </p:spPr>
            </p:pic>
          </mc:Fallback>
        </mc:AlternateContent>
      </p:grpSp>
      <p:grpSp>
        <p:nvGrpSpPr>
          <p:cNvPr id="986" name="Grupo 985">
            <a:extLst>
              <a:ext uri="{FF2B5EF4-FFF2-40B4-BE49-F238E27FC236}">
                <a16:creationId xmlns:a16="http://schemas.microsoft.com/office/drawing/2014/main" id="{80B21E10-1C8C-18E8-F540-E143116D09A7}"/>
              </a:ext>
            </a:extLst>
          </p:cNvPr>
          <p:cNvGrpSpPr/>
          <p:nvPr/>
        </p:nvGrpSpPr>
        <p:grpSpPr>
          <a:xfrm>
            <a:off x="9767942" y="4199894"/>
            <a:ext cx="792360" cy="264240"/>
            <a:chOff x="9767942" y="4199894"/>
            <a:chExt cx="792360" cy="264240"/>
          </a:xfrm>
        </p:grpSpPr>
        <mc:AlternateContent xmlns:mc="http://schemas.openxmlformats.org/markup-compatibility/2006" xmlns:p14="http://schemas.microsoft.com/office/powerpoint/2010/main">
          <mc:Choice Requires="p14">
            <p:contentPart p14:bwMode="auto" r:id="rId652">
              <p14:nvContentPartPr>
                <p14:cNvPr id="979" name="Entrada de lápiz 978">
                  <a:extLst>
                    <a:ext uri="{FF2B5EF4-FFF2-40B4-BE49-F238E27FC236}">
                      <a16:creationId xmlns:a16="http://schemas.microsoft.com/office/drawing/2014/main" id="{FE312DA7-FEA5-75D9-CD26-87ADDDF14B73}"/>
                    </a:ext>
                  </a:extLst>
                </p14:cNvPr>
                <p14:cNvContentPartPr/>
                <p14:nvPr/>
              </p14:nvContentPartPr>
              <p14:xfrm>
                <a:off x="9767942" y="4238054"/>
                <a:ext cx="184320" cy="191880"/>
              </p14:xfrm>
            </p:contentPart>
          </mc:Choice>
          <mc:Fallback xmlns="">
            <p:pic>
              <p:nvPicPr>
                <p:cNvPr id="979" name="Entrada de lápiz 978">
                  <a:extLst>
                    <a:ext uri="{FF2B5EF4-FFF2-40B4-BE49-F238E27FC236}">
                      <a16:creationId xmlns:a16="http://schemas.microsoft.com/office/drawing/2014/main" id="{FE312DA7-FEA5-75D9-CD26-87ADDDF14B73}"/>
                    </a:ext>
                  </a:extLst>
                </p:cNvPr>
                <p:cNvPicPr/>
                <p:nvPr/>
              </p:nvPicPr>
              <p:blipFill>
                <a:blip r:embed="rId653"/>
                <a:stretch>
                  <a:fillRect/>
                </a:stretch>
              </p:blipFill>
              <p:spPr>
                <a:xfrm>
                  <a:off x="9759302" y="4229054"/>
                  <a:ext cx="20196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654">
              <p14:nvContentPartPr>
                <p14:cNvPr id="980" name="Entrada de lápiz 979">
                  <a:extLst>
                    <a:ext uri="{FF2B5EF4-FFF2-40B4-BE49-F238E27FC236}">
                      <a16:creationId xmlns:a16="http://schemas.microsoft.com/office/drawing/2014/main" id="{A51B58AC-A8AA-08EB-8984-68C6B37F980C}"/>
                    </a:ext>
                  </a:extLst>
                </p14:cNvPr>
                <p14:cNvContentPartPr/>
                <p14:nvPr/>
              </p14:nvContentPartPr>
              <p14:xfrm>
                <a:off x="10026422" y="4199894"/>
                <a:ext cx="15120" cy="84240"/>
              </p14:xfrm>
            </p:contentPart>
          </mc:Choice>
          <mc:Fallback xmlns="">
            <p:pic>
              <p:nvPicPr>
                <p:cNvPr id="980" name="Entrada de lápiz 979">
                  <a:extLst>
                    <a:ext uri="{FF2B5EF4-FFF2-40B4-BE49-F238E27FC236}">
                      <a16:creationId xmlns:a16="http://schemas.microsoft.com/office/drawing/2014/main" id="{A51B58AC-A8AA-08EB-8984-68C6B37F980C}"/>
                    </a:ext>
                  </a:extLst>
                </p:cNvPr>
                <p:cNvPicPr/>
                <p:nvPr/>
              </p:nvPicPr>
              <p:blipFill>
                <a:blip r:embed="rId655"/>
                <a:stretch>
                  <a:fillRect/>
                </a:stretch>
              </p:blipFill>
              <p:spPr>
                <a:xfrm>
                  <a:off x="10017422" y="4191254"/>
                  <a:ext cx="3276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656">
              <p14:nvContentPartPr>
                <p14:cNvPr id="981" name="Entrada de lápiz 980">
                  <a:extLst>
                    <a:ext uri="{FF2B5EF4-FFF2-40B4-BE49-F238E27FC236}">
                      <a16:creationId xmlns:a16="http://schemas.microsoft.com/office/drawing/2014/main" id="{AF4DBD41-CA87-932F-FDF9-0C121E391855}"/>
                    </a:ext>
                  </a:extLst>
                </p14:cNvPr>
                <p14:cNvContentPartPr/>
                <p14:nvPr/>
              </p14:nvContentPartPr>
              <p14:xfrm>
                <a:off x="10075382" y="4263254"/>
                <a:ext cx="145440" cy="187560"/>
              </p14:xfrm>
            </p:contentPart>
          </mc:Choice>
          <mc:Fallback xmlns="">
            <p:pic>
              <p:nvPicPr>
                <p:cNvPr id="981" name="Entrada de lápiz 980">
                  <a:extLst>
                    <a:ext uri="{FF2B5EF4-FFF2-40B4-BE49-F238E27FC236}">
                      <a16:creationId xmlns:a16="http://schemas.microsoft.com/office/drawing/2014/main" id="{AF4DBD41-CA87-932F-FDF9-0C121E391855}"/>
                    </a:ext>
                  </a:extLst>
                </p:cNvPr>
                <p:cNvPicPr/>
                <p:nvPr/>
              </p:nvPicPr>
              <p:blipFill>
                <a:blip r:embed="rId657"/>
                <a:stretch>
                  <a:fillRect/>
                </a:stretch>
              </p:blipFill>
              <p:spPr>
                <a:xfrm>
                  <a:off x="10066742" y="4254614"/>
                  <a:ext cx="16308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658">
              <p14:nvContentPartPr>
                <p14:cNvPr id="982" name="Entrada de lápiz 981">
                  <a:extLst>
                    <a:ext uri="{FF2B5EF4-FFF2-40B4-BE49-F238E27FC236}">
                      <a16:creationId xmlns:a16="http://schemas.microsoft.com/office/drawing/2014/main" id="{37E16B12-4E3D-4C86-47B6-3A89336EAC7C}"/>
                    </a:ext>
                  </a:extLst>
                </p14:cNvPr>
                <p14:cNvContentPartPr/>
                <p14:nvPr/>
              </p14:nvContentPartPr>
              <p14:xfrm>
                <a:off x="10272662" y="4242374"/>
                <a:ext cx="82440" cy="199800"/>
              </p14:xfrm>
            </p:contentPart>
          </mc:Choice>
          <mc:Fallback xmlns="">
            <p:pic>
              <p:nvPicPr>
                <p:cNvPr id="982" name="Entrada de lápiz 981">
                  <a:extLst>
                    <a:ext uri="{FF2B5EF4-FFF2-40B4-BE49-F238E27FC236}">
                      <a16:creationId xmlns:a16="http://schemas.microsoft.com/office/drawing/2014/main" id="{37E16B12-4E3D-4C86-47B6-3A89336EAC7C}"/>
                    </a:ext>
                  </a:extLst>
                </p:cNvPr>
                <p:cNvPicPr/>
                <p:nvPr/>
              </p:nvPicPr>
              <p:blipFill>
                <a:blip r:embed="rId659"/>
                <a:stretch>
                  <a:fillRect/>
                </a:stretch>
              </p:blipFill>
              <p:spPr>
                <a:xfrm>
                  <a:off x="10263662" y="4233734"/>
                  <a:ext cx="10008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660">
              <p14:nvContentPartPr>
                <p14:cNvPr id="983" name="Entrada de lápiz 982">
                  <a:extLst>
                    <a:ext uri="{FF2B5EF4-FFF2-40B4-BE49-F238E27FC236}">
                      <a16:creationId xmlns:a16="http://schemas.microsoft.com/office/drawing/2014/main" id="{BF2298AF-CE9F-6609-8F6D-3F44E442DFC9}"/>
                    </a:ext>
                  </a:extLst>
                </p14:cNvPr>
                <p14:cNvContentPartPr/>
                <p14:nvPr/>
              </p14:nvContentPartPr>
              <p14:xfrm>
                <a:off x="10266542" y="4351454"/>
                <a:ext cx="91800" cy="6840"/>
              </p14:xfrm>
            </p:contentPart>
          </mc:Choice>
          <mc:Fallback xmlns="">
            <p:pic>
              <p:nvPicPr>
                <p:cNvPr id="983" name="Entrada de lápiz 982">
                  <a:extLst>
                    <a:ext uri="{FF2B5EF4-FFF2-40B4-BE49-F238E27FC236}">
                      <a16:creationId xmlns:a16="http://schemas.microsoft.com/office/drawing/2014/main" id="{BF2298AF-CE9F-6609-8F6D-3F44E442DFC9}"/>
                    </a:ext>
                  </a:extLst>
                </p:cNvPr>
                <p:cNvPicPr/>
                <p:nvPr/>
              </p:nvPicPr>
              <p:blipFill>
                <a:blip r:embed="rId661"/>
                <a:stretch>
                  <a:fillRect/>
                </a:stretch>
              </p:blipFill>
              <p:spPr>
                <a:xfrm>
                  <a:off x="10257902" y="4342814"/>
                  <a:ext cx="10944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662">
              <p14:nvContentPartPr>
                <p14:cNvPr id="984" name="Entrada de lápiz 983">
                  <a:extLst>
                    <a:ext uri="{FF2B5EF4-FFF2-40B4-BE49-F238E27FC236}">
                      <a16:creationId xmlns:a16="http://schemas.microsoft.com/office/drawing/2014/main" id="{C7C65638-330A-F34F-5A3B-F1699181556F}"/>
                    </a:ext>
                  </a:extLst>
                </p14:cNvPr>
                <p14:cNvContentPartPr/>
                <p14:nvPr/>
              </p14:nvContentPartPr>
              <p14:xfrm>
                <a:off x="10441502" y="4235534"/>
                <a:ext cx="108720" cy="11160"/>
              </p14:xfrm>
            </p:contentPart>
          </mc:Choice>
          <mc:Fallback xmlns="">
            <p:pic>
              <p:nvPicPr>
                <p:cNvPr id="984" name="Entrada de lápiz 983">
                  <a:extLst>
                    <a:ext uri="{FF2B5EF4-FFF2-40B4-BE49-F238E27FC236}">
                      <a16:creationId xmlns:a16="http://schemas.microsoft.com/office/drawing/2014/main" id="{C7C65638-330A-F34F-5A3B-F1699181556F}"/>
                    </a:ext>
                  </a:extLst>
                </p:cNvPr>
                <p:cNvPicPr/>
                <p:nvPr/>
              </p:nvPicPr>
              <p:blipFill>
                <a:blip r:embed="rId663"/>
                <a:stretch>
                  <a:fillRect/>
                </a:stretch>
              </p:blipFill>
              <p:spPr>
                <a:xfrm>
                  <a:off x="10432862" y="4226534"/>
                  <a:ext cx="12636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664">
              <p14:nvContentPartPr>
                <p14:cNvPr id="985" name="Entrada de lápiz 984">
                  <a:extLst>
                    <a:ext uri="{FF2B5EF4-FFF2-40B4-BE49-F238E27FC236}">
                      <a16:creationId xmlns:a16="http://schemas.microsoft.com/office/drawing/2014/main" id="{9181B172-E84A-0F54-4B04-16B4A49CDB47}"/>
                    </a:ext>
                  </a:extLst>
                </p14:cNvPr>
                <p14:cNvContentPartPr/>
                <p14:nvPr/>
              </p14:nvContentPartPr>
              <p14:xfrm>
                <a:off x="10410182" y="4241654"/>
                <a:ext cx="150120" cy="222480"/>
              </p14:xfrm>
            </p:contentPart>
          </mc:Choice>
          <mc:Fallback xmlns="">
            <p:pic>
              <p:nvPicPr>
                <p:cNvPr id="985" name="Entrada de lápiz 984">
                  <a:extLst>
                    <a:ext uri="{FF2B5EF4-FFF2-40B4-BE49-F238E27FC236}">
                      <a16:creationId xmlns:a16="http://schemas.microsoft.com/office/drawing/2014/main" id="{9181B172-E84A-0F54-4B04-16B4A49CDB47}"/>
                    </a:ext>
                  </a:extLst>
                </p:cNvPr>
                <p:cNvPicPr/>
                <p:nvPr/>
              </p:nvPicPr>
              <p:blipFill>
                <a:blip r:embed="rId665"/>
                <a:stretch>
                  <a:fillRect/>
                </a:stretch>
              </p:blipFill>
              <p:spPr>
                <a:xfrm>
                  <a:off x="10401542" y="4233014"/>
                  <a:ext cx="167760" cy="240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66">
            <p14:nvContentPartPr>
              <p14:cNvPr id="19" name="Entrada de lápiz 18">
                <a:extLst>
                  <a:ext uri="{FF2B5EF4-FFF2-40B4-BE49-F238E27FC236}">
                    <a16:creationId xmlns:a16="http://schemas.microsoft.com/office/drawing/2014/main" id="{A1C8F618-09AA-5FF8-4987-863352598B8A}"/>
                  </a:ext>
                </a:extLst>
              </p14:cNvPr>
              <p14:cNvContentPartPr/>
              <p14:nvPr/>
            </p14:nvContentPartPr>
            <p14:xfrm>
              <a:off x="4527422" y="1014974"/>
              <a:ext cx="33480" cy="217800"/>
            </p14:xfrm>
          </p:contentPart>
        </mc:Choice>
        <mc:Fallback xmlns="">
          <p:pic>
            <p:nvPicPr>
              <p:cNvPr id="19" name="Entrada de lápiz 18">
                <a:extLst>
                  <a:ext uri="{FF2B5EF4-FFF2-40B4-BE49-F238E27FC236}">
                    <a16:creationId xmlns:a16="http://schemas.microsoft.com/office/drawing/2014/main" id="{A1C8F618-09AA-5FF8-4987-863352598B8A}"/>
                  </a:ext>
                </a:extLst>
              </p:cNvPr>
              <p:cNvPicPr/>
              <p:nvPr/>
            </p:nvPicPr>
            <p:blipFill>
              <a:blip r:embed="rId667"/>
              <a:stretch>
                <a:fillRect/>
              </a:stretch>
            </p:blipFill>
            <p:spPr>
              <a:xfrm>
                <a:off x="4518422" y="1005974"/>
                <a:ext cx="5112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668">
            <p14:nvContentPartPr>
              <p14:cNvPr id="21" name="Entrada de lápiz 20">
                <a:extLst>
                  <a:ext uri="{FF2B5EF4-FFF2-40B4-BE49-F238E27FC236}">
                    <a16:creationId xmlns:a16="http://schemas.microsoft.com/office/drawing/2014/main" id="{774B1AC3-6543-C78F-6A53-7F134302AB93}"/>
                  </a:ext>
                </a:extLst>
              </p14:cNvPr>
              <p14:cNvContentPartPr/>
              <p14:nvPr/>
            </p14:nvContentPartPr>
            <p14:xfrm>
              <a:off x="4587182" y="1012094"/>
              <a:ext cx="32040" cy="234720"/>
            </p14:xfrm>
          </p:contentPart>
        </mc:Choice>
        <mc:Fallback xmlns="">
          <p:pic>
            <p:nvPicPr>
              <p:cNvPr id="21" name="Entrada de lápiz 20">
                <a:extLst>
                  <a:ext uri="{FF2B5EF4-FFF2-40B4-BE49-F238E27FC236}">
                    <a16:creationId xmlns:a16="http://schemas.microsoft.com/office/drawing/2014/main" id="{774B1AC3-6543-C78F-6A53-7F134302AB93}"/>
                  </a:ext>
                </a:extLst>
              </p:cNvPr>
              <p:cNvPicPr/>
              <p:nvPr/>
            </p:nvPicPr>
            <p:blipFill>
              <a:blip r:embed="rId669"/>
              <a:stretch>
                <a:fillRect/>
              </a:stretch>
            </p:blipFill>
            <p:spPr>
              <a:xfrm>
                <a:off x="4578542" y="1003454"/>
                <a:ext cx="4968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670">
            <p14:nvContentPartPr>
              <p14:cNvPr id="22" name="Entrada de lápiz 21">
                <a:extLst>
                  <a:ext uri="{FF2B5EF4-FFF2-40B4-BE49-F238E27FC236}">
                    <a16:creationId xmlns:a16="http://schemas.microsoft.com/office/drawing/2014/main" id="{C1DCE64A-C83A-0110-608A-4821BE2E995A}"/>
                  </a:ext>
                </a:extLst>
              </p14:cNvPr>
              <p14:cNvContentPartPr/>
              <p14:nvPr/>
            </p14:nvContentPartPr>
            <p14:xfrm>
              <a:off x="4470542" y="1091654"/>
              <a:ext cx="228240" cy="18360"/>
            </p14:xfrm>
          </p:contentPart>
        </mc:Choice>
        <mc:Fallback xmlns="">
          <p:pic>
            <p:nvPicPr>
              <p:cNvPr id="22" name="Entrada de lápiz 21">
                <a:extLst>
                  <a:ext uri="{FF2B5EF4-FFF2-40B4-BE49-F238E27FC236}">
                    <a16:creationId xmlns:a16="http://schemas.microsoft.com/office/drawing/2014/main" id="{C1DCE64A-C83A-0110-608A-4821BE2E995A}"/>
                  </a:ext>
                </a:extLst>
              </p:cNvPr>
              <p:cNvPicPr/>
              <p:nvPr/>
            </p:nvPicPr>
            <p:blipFill>
              <a:blip r:embed="rId671"/>
              <a:stretch>
                <a:fillRect/>
              </a:stretch>
            </p:blipFill>
            <p:spPr>
              <a:xfrm>
                <a:off x="4461542" y="1082654"/>
                <a:ext cx="2458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72">
            <p14:nvContentPartPr>
              <p14:cNvPr id="24" name="Entrada de lápiz 23">
                <a:extLst>
                  <a:ext uri="{FF2B5EF4-FFF2-40B4-BE49-F238E27FC236}">
                    <a16:creationId xmlns:a16="http://schemas.microsoft.com/office/drawing/2014/main" id="{6FD6098B-6D78-FDD5-6D4F-8CAD43DFD8A5}"/>
                  </a:ext>
                </a:extLst>
              </p14:cNvPr>
              <p14:cNvContentPartPr/>
              <p14:nvPr/>
            </p14:nvContentPartPr>
            <p14:xfrm>
              <a:off x="4471262" y="1173374"/>
              <a:ext cx="192960" cy="24120"/>
            </p14:xfrm>
          </p:contentPart>
        </mc:Choice>
        <mc:Fallback xmlns="">
          <p:pic>
            <p:nvPicPr>
              <p:cNvPr id="24" name="Entrada de lápiz 23">
                <a:extLst>
                  <a:ext uri="{FF2B5EF4-FFF2-40B4-BE49-F238E27FC236}">
                    <a16:creationId xmlns:a16="http://schemas.microsoft.com/office/drawing/2014/main" id="{6FD6098B-6D78-FDD5-6D4F-8CAD43DFD8A5}"/>
                  </a:ext>
                </a:extLst>
              </p:cNvPr>
              <p:cNvPicPr/>
              <p:nvPr/>
            </p:nvPicPr>
            <p:blipFill>
              <a:blip r:embed="rId673"/>
              <a:stretch>
                <a:fillRect/>
              </a:stretch>
            </p:blipFill>
            <p:spPr>
              <a:xfrm>
                <a:off x="4462262" y="1164734"/>
                <a:ext cx="21060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674">
            <p14:nvContentPartPr>
              <p14:cNvPr id="987" name="Entrada de lápiz 986">
                <a:extLst>
                  <a:ext uri="{FF2B5EF4-FFF2-40B4-BE49-F238E27FC236}">
                    <a16:creationId xmlns:a16="http://schemas.microsoft.com/office/drawing/2014/main" id="{3593751C-770B-85C3-4F29-EEB895571F7F}"/>
                  </a:ext>
                </a:extLst>
              </p14:cNvPr>
              <p14:cNvContentPartPr/>
              <p14:nvPr/>
            </p14:nvContentPartPr>
            <p14:xfrm>
              <a:off x="4742433" y="1024204"/>
              <a:ext cx="131760" cy="191880"/>
            </p14:xfrm>
          </p:contentPart>
        </mc:Choice>
        <mc:Fallback xmlns="">
          <p:pic>
            <p:nvPicPr>
              <p:cNvPr id="987" name="Entrada de lápiz 986">
                <a:extLst>
                  <a:ext uri="{FF2B5EF4-FFF2-40B4-BE49-F238E27FC236}">
                    <a16:creationId xmlns:a16="http://schemas.microsoft.com/office/drawing/2014/main" id="{3593751C-770B-85C3-4F29-EEB895571F7F}"/>
                  </a:ext>
                </a:extLst>
              </p:cNvPr>
              <p:cNvPicPr/>
              <p:nvPr/>
            </p:nvPicPr>
            <p:blipFill>
              <a:blip r:embed="rId675"/>
              <a:stretch>
                <a:fillRect/>
              </a:stretch>
            </p:blipFill>
            <p:spPr>
              <a:xfrm>
                <a:off x="4733793" y="1015564"/>
                <a:ext cx="14940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676">
            <p14:nvContentPartPr>
              <p14:cNvPr id="30" name="Entrada de lápiz 29">
                <a:extLst>
                  <a:ext uri="{FF2B5EF4-FFF2-40B4-BE49-F238E27FC236}">
                    <a16:creationId xmlns:a16="http://schemas.microsoft.com/office/drawing/2014/main" id="{C8CEB79B-0029-174B-C525-13A698B85641}"/>
                  </a:ext>
                </a:extLst>
              </p14:cNvPr>
              <p14:cNvContentPartPr/>
              <p14:nvPr/>
            </p14:nvContentPartPr>
            <p14:xfrm>
              <a:off x="4942502" y="1157534"/>
              <a:ext cx="56520" cy="56520"/>
            </p14:xfrm>
          </p:contentPart>
        </mc:Choice>
        <mc:Fallback xmlns="">
          <p:pic>
            <p:nvPicPr>
              <p:cNvPr id="30" name="Entrada de lápiz 29">
                <a:extLst>
                  <a:ext uri="{FF2B5EF4-FFF2-40B4-BE49-F238E27FC236}">
                    <a16:creationId xmlns:a16="http://schemas.microsoft.com/office/drawing/2014/main" id="{C8CEB79B-0029-174B-C525-13A698B85641}"/>
                  </a:ext>
                </a:extLst>
              </p:cNvPr>
              <p:cNvPicPr/>
              <p:nvPr/>
            </p:nvPicPr>
            <p:blipFill>
              <a:blip r:embed="rId677"/>
              <a:stretch>
                <a:fillRect/>
              </a:stretch>
            </p:blipFill>
            <p:spPr>
              <a:xfrm>
                <a:off x="4933862" y="1148894"/>
                <a:ext cx="7416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678">
            <p14:nvContentPartPr>
              <p14:cNvPr id="31" name="Entrada de lápiz 30">
                <a:extLst>
                  <a:ext uri="{FF2B5EF4-FFF2-40B4-BE49-F238E27FC236}">
                    <a16:creationId xmlns:a16="http://schemas.microsoft.com/office/drawing/2014/main" id="{C6396BB9-9BF6-2B54-9E77-6F8E79949793}"/>
                  </a:ext>
                </a:extLst>
              </p14:cNvPr>
              <p14:cNvContentPartPr/>
              <p14:nvPr/>
            </p14:nvContentPartPr>
            <p14:xfrm>
              <a:off x="4961582" y="1086254"/>
              <a:ext cx="26640" cy="23040"/>
            </p14:xfrm>
          </p:contentPart>
        </mc:Choice>
        <mc:Fallback xmlns="">
          <p:pic>
            <p:nvPicPr>
              <p:cNvPr id="31" name="Entrada de lápiz 30">
                <a:extLst>
                  <a:ext uri="{FF2B5EF4-FFF2-40B4-BE49-F238E27FC236}">
                    <a16:creationId xmlns:a16="http://schemas.microsoft.com/office/drawing/2014/main" id="{C6396BB9-9BF6-2B54-9E77-6F8E79949793}"/>
                  </a:ext>
                </a:extLst>
              </p:cNvPr>
              <p:cNvPicPr/>
              <p:nvPr/>
            </p:nvPicPr>
            <p:blipFill>
              <a:blip r:embed="rId679"/>
              <a:stretch>
                <a:fillRect/>
              </a:stretch>
            </p:blipFill>
            <p:spPr>
              <a:xfrm>
                <a:off x="4952942" y="1077614"/>
                <a:ext cx="4428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680">
            <p14:nvContentPartPr>
              <p14:cNvPr id="33" name="Entrada de lápiz 32">
                <a:extLst>
                  <a:ext uri="{FF2B5EF4-FFF2-40B4-BE49-F238E27FC236}">
                    <a16:creationId xmlns:a16="http://schemas.microsoft.com/office/drawing/2014/main" id="{A1241AE6-C405-AEED-8306-2C72BCD085DD}"/>
                  </a:ext>
                </a:extLst>
              </p14:cNvPr>
              <p14:cNvContentPartPr/>
              <p14:nvPr/>
            </p14:nvContentPartPr>
            <p14:xfrm>
              <a:off x="5064182" y="1070774"/>
              <a:ext cx="60840" cy="16920"/>
            </p14:xfrm>
          </p:contentPart>
        </mc:Choice>
        <mc:Fallback xmlns="">
          <p:pic>
            <p:nvPicPr>
              <p:cNvPr id="33" name="Entrada de lápiz 32">
                <a:extLst>
                  <a:ext uri="{FF2B5EF4-FFF2-40B4-BE49-F238E27FC236}">
                    <a16:creationId xmlns:a16="http://schemas.microsoft.com/office/drawing/2014/main" id="{A1241AE6-C405-AEED-8306-2C72BCD085DD}"/>
                  </a:ext>
                </a:extLst>
              </p:cNvPr>
              <p:cNvPicPr/>
              <p:nvPr/>
            </p:nvPicPr>
            <p:blipFill>
              <a:blip r:embed="rId681"/>
              <a:stretch>
                <a:fillRect/>
              </a:stretch>
            </p:blipFill>
            <p:spPr>
              <a:xfrm>
                <a:off x="5055542" y="1062134"/>
                <a:ext cx="7848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682">
            <p14:nvContentPartPr>
              <p14:cNvPr id="34" name="Entrada de lápiz 33">
                <a:extLst>
                  <a:ext uri="{FF2B5EF4-FFF2-40B4-BE49-F238E27FC236}">
                    <a16:creationId xmlns:a16="http://schemas.microsoft.com/office/drawing/2014/main" id="{9293493F-B641-C3C6-6D0A-E4C0EB28A986}"/>
                  </a:ext>
                </a:extLst>
              </p14:cNvPr>
              <p14:cNvContentPartPr/>
              <p14:nvPr/>
            </p14:nvContentPartPr>
            <p14:xfrm>
              <a:off x="5057342" y="1134134"/>
              <a:ext cx="74520" cy="7200"/>
            </p14:xfrm>
          </p:contentPart>
        </mc:Choice>
        <mc:Fallback xmlns="">
          <p:pic>
            <p:nvPicPr>
              <p:cNvPr id="34" name="Entrada de lápiz 33">
                <a:extLst>
                  <a:ext uri="{FF2B5EF4-FFF2-40B4-BE49-F238E27FC236}">
                    <a16:creationId xmlns:a16="http://schemas.microsoft.com/office/drawing/2014/main" id="{9293493F-B641-C3C6-6D0A-E4C0EB28A986}"/>
                  </a:ext>
                </a:extLst>
              </p:cNvPr>
              <p:cNvPicPr/>
              <p:nvPr/>
            </p:nvPicPr>
            <p:blipFill>
              <a:blip r:embed="rId683"/>
              <a:stretch>
                <a:fillRect/>
              </a:stretch>
            </p:blipFill>
            <p:spPr>
              <a:xfrm>
                <a:off x="5048342" y="1125134"/>
                <a:ext cx="9216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684">
            <p14:nvContentPartPr>
              <p14:cNvPr id="35" name="Entrada de lápiz 34">
                <a:extLst>
                  <a:ext uri="{FF2B5EF4-FFF2-40B4-BE49-F238E27FC236}">
                    <a16:creationId xmlns:a16="http://schemas.microsoft.com/office/drawing/2014/main" id="{68ADFC47-DF33-E7B9-F92A-09549CA15E8F}"/>
                  </a:ext>
                </a:extLst>
              </p14:cNvPr>
              <p14:cNvContentPartPr/>
              <p14:nvPr/>
            </p14:nvContentPartPr>
            <p14:xfrm>
              <a:off x="5224382" y="1002014"/>
              <a:ext cx="118440" cy="166680"/>
            </p14:xfrm>
          </p:contentPart>
        </mc:Choice>
        <mc:Fallback xmlns="">
          <p:pic>
            <p:nvPicPr>
              <p:cNvPr id="35" name="Entrada de lápiz 34">
                <a:extLst>
                  <a:ext uri="{FF2B5EF4-FFF2-40B4-BE49-F238E27FC236}">
                    <a16:creationId xmlns:a16="http://schemas.microsoft.com/office/drawing/2014/main" id="{68ADFC47-DF33-E7B9-F92A-09549CA15E8F}"/>
                  </a:ext>
                </a:extLst>
              </p:cNvPr>
              <p:cNvPicPr/>
              <p:nvPr/>
            </p:nvPicPr>
            <p:blipFill>
              <a:blip r:embed="rId685"/>
              <a:stretch>
                <a:fillRect/>
              </a:stretch>
            </p:blipFill>
            <p:spPr>
              <a:xfrm>
                <a:off x="5215742" y="993014"/>
                <a:ext cx="13608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686">
            <p14:nvContentPartPr>
              <p14:cNvPr id="36" name="Entrada de lápiz 35">
                <a:extLst>
                  <a:ext uri="{FF2B5EF4-FFF2-40B4-BE49-F238E27FC236}">
                    <a16:creationId xmlns:a16="http://schemas.microsoft.com/office/drawing/2014/main" id="{D4C5CB47-A854-330F-43E1-EEE3152D3228}"/>
                  </a:ext>
                </a:extLst>
              </p14:cNvPr>
              <p14:cNvContentPartPr/>
              <p14:nvPr/>
            </p14:nvContentPartPr>
            <p14:xfrm>
              <a:off x="5361182" y="995174"/>
              <a:ext cx="160200" cy="155880"/>
            </p14:xfrm>
          </p:contentPart>
        </mc:Choice>
        <mc:Fallback xmlns="">
          <p:pic>
            <p:nvPicPr>
              <p:cNvPr id="36" name="Entrada de lápiz 35">
                <a:extLst>
                  <a:ext uri="{FF2B5EF4-FFF2-40B4-BE49-F238E27FC236}">
                    <a16:creationId xmlns:a16="http://schemas.microsoft.com/office/drawing/2014/main" id="{D4C5CB47-A854-330F-43E1-EEE3152D3228}"/>
                  </a:ext>
                </a:extLst>
              </p:cNvPr>
              <p:cNvPicPr/>
              <p:nvPr/>
            </p:nvPicPr>
            <p:blipFill>
              <a:blip r:embed="rId687"/>
              <a:stretch>
                <a:fillRect/>
              </a:stretch>
            </p:blipFill>
            <p:spPr>
              <a:xfrm>
                <a:off x="5352542" y="986174"/>
                <a:ext cx="17784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688">
            <p14:nvContentPartPr>
              <p14:cNvPr id="44" name="Entrada de lápiz 43">
                <a:extLst>
                  <a:ext uri="{FF2B5EF4-FFF2-40B4-BE49-F238E27FC236}">
                    <a16:creationId xmlns:a16="http://schemas.microsoft.com/office/drawing/2014/main" id="{3ECC6AFC-F1D3-54FB-D319-744EFDB0EE5E}"/>
                  </a:ext>
                </a:extLst>
              </p14:cNvPr>
              <p14:cNvContentPartPr/>
              <p14:nvPr/>
            </p14:nvContentPartPr>
            <p14:xfrm>
              <a:off x="5623622" y="1035134"/>
              <a:ext cx="12960" cy="21960"/>
            </p14:xfrm>
          </p:contentPart>
        </mc:Choice>
        <mc:Fallback xmlns="">
          <p:pic>
            <p:nvPicPr>
              <p:cNvPr id="44" name="Entrada de lápiz 43">
                <a:extLst>
                  <a:ext uri="{FF2B5EF4-FFF2-40B4-BE49-F238E27FC236}">
                    <a16:creationId xmlns:a16="http://schemas.microsoft.com/office/drawing/2014/main" id="{3ECC6AFC-F1D3-54FB-D319-744EFDB0EE5E}"/>
                  </a:ext>
                </a:extLst>
              </p:cNvPr>
              <p:cNvPicPr/>
              <p:nvPr/>
            </p:nvPicPr>
            <p:blipFill>
              <a:blip r:embed="rId689"/>
              <a:stretch>
                <a:fillRect/>
              </a:stretch>
            </p:blipFill>
            <p:spPr>
              <a:xfrm>
                <a:off x="5614982" y="1026134"/>
                <a:ext cx="3060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690">
            <p14:nvContentPartPr>
              <p14:cNvPr id="47" name="Entrada de lápiz 46">
                <a:extLst>
                  <a:ext uri="{FF2B5EF4-FFF2-40B4-BE49-F238E27FC236}">
                    <a16:creationId xmlns:a16="http://schemas.microsoft.com/office/drawing/2014/main" id="{4A19E5A1-2445-E2EC-F72C-B3D80E15E48E}"/>
                  </a:ext>
                </a:extLst>
              </p14:cNvPr>
              <p14:cNvContentPartPr/>
              <p14:nvPr/>
            </p14:nvContentPartPr>
            <p14:xfrm>
              <a:off x="5556662" y="1160054"/>
              <a:ext cx="65520" cy="78840"/>
            </p14:xfrm>
          </p:contentPart>
        </mc:Choice>
        <mc:Fallback xmlns="">
          <p:pic>
            <p:nvPicPr>
              <p:cNvPr id="47" name="Entrada de lápiz 46">
                <a:extLst>
                  <a:ext uri="{FF2B5EF4-FFF2-40B4-BE49-F238E27FC236}">
                    <a16:creationId xmlns:a16="http://schemas.microsoft.com/office/drawing/2014/main" id="{4A19E5A1-2445-E2EC-F72C-B3D80E15E48E}"/>
                  </a:ext>
                </a:extLst>
              </p:cNvPr>
              <p:cNvPicPr/>
              <p:nvPr/>
            </p:nvPicPr>
            <p:blipFill>
              <a:blip r:embed="rId691"/>
              <a:stretch>
                <a:fillRect/>
              </a:stretch>
            </p:blipFill>
            <p:spPr>
              <a:xfrm>
                <a:off x="5548022" y="1151414"/>
                <a:ext cx="8316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692">
            <p14:nvContentPartPr>
              <p14:cNvPr id="57" name="Entrada de lápiz 56">
                <a:extLst>
                  <a:ext uri="{FF2B5EF4-FFF2-40B4-BE49-F238E27FC236}">
                    <a16:creationId xmlns:a16="http://schemas.microsoft.com/office/drawing/2014/main" id="{24A6D02D-AF8A-3E86-4F17-3C3EC540D31C}"/>
                  </a:ext>
                </a:extLst>
              </p14:cNvPr>
              <p14:cNvContentPartPr/>
              <p14:nvPr/>
            </p14:nvContentPartPr>
            <p14:xfrm>
              <a:off x="5816222" y="1003454"/>
              <a:ext cx="15840" cy="157320"/>
            </p14:xfrm>
          </p:contentPart>
        </mc:Choice>
        <mc:Fallback xmlns="">
          <p:pic>
            <p:nvPicPr>
              <p:cNvPr id="57" name="Entrada de lápiz 56">
                <a:extLst>
                  <a:ext uri="{FF2B5EF4-FFF2-40B4-BE49-F238E27FC236}">
                    <a16:creationId xmlns:a16="http://schemas.microsoft.com/office/drawing/2014/main" id="{24A6D02D-AF8A-3E86-4F17-3C3EC540D31C}"/>
                  </a:ext>
                </a:extLst>
              </p:cNvPr>
              <p:cNvPicPr/>
              <p:nvPr/>
            </p:nvPicPr>
            <p:blipFill>
              <a:blip r:embed="rId693"/>
              <a:stretch>
                <a:fillRect/>
              </a:stretch>
            </p:blipFill>
            <p:spPr>
              <a:xfrm>
                <a:off x="5807582" y="994814"/>
                <a:ext cx="3348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694">
            <p14:nvContentPartPr>
              <p14:cNvPr id="58" name="Entrada de lápiz 57">
                <a:extLst>
                  <a:ext uri="{FF2B5EF4-FFF2-40B4-BE49-F238E27FC236}">
                    <a16:creationId xmlns:a16="http://schemas.microsoft.com/office/drawing/2014/main" id="{8B354A2C-0F55-64CC-4DB1-E8E5AD35BF57}"/>
                  </a:ext>
                </a:extLst>
              </p14:cNvPr>
              <p14:cNvContentPartPr/>
              <p14:nvPr/>
            </p14:nvContentPartPr>
            <p14:xfrm>
              <a:off x="5877782" y="982214"/>
              <a:ext cx="7200" cy="168120"/>
            </p14:xfrm>
          </p:contentPart>
        </mc:Choice>
        <mc:Fallback xmlns="">
          <p:pic>
            <p:nvPicPr>
              <p:cNvPr id="58" name="Entrada de lápiz 57">
                <a:extLst>
                  <a:ext uri="{FF2B5EF4-FFF2-40B4-BE49-F238E27FC236}">
                    <a16:creationId xmlns:a16="http://schemas.microsoft.com/office/drawing/2014/main" id="{8B354A2C-0F55-64CC-4DB1-E8E5AD35BF57}"/>
                  </a:ext>
                </a:extLst>
              </p:cNvPr>
              <p:cNvPicPr/>
              <p:nvPr/>
            </p:nvPicPr>
            <p:blipFill>
              <a:blip r:embed="rId695"/>
              <a:stretch>
                <a:fillRect/>
              </a:stretch>
            </p:blipFill>
            <p:spPr>
              <a:xfrm>
                <a:off x="5868782" y="973214"/>
                <a:ext cx="2484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696">
            <p14:nvContentPartPr>
              <p14:cNvPr id="59" name="Entrada de lápiz 58">
                <a:extLst>
                  <a:ext uri="{FF2B5EF4-FFF2-40B4-BE49-F238E27FC236}">
                    <a16:creationId xmlns:a16="http://schemas.microsoft.com/office/drawing/2014/main" id="{1358936A-5F61-0349-8B5F-55D4B23C92F2}"/>
                  </a:ext>
                </a:extLst>
              </p14:cNvPr>
              <p14:cNvContentPartPr/>
              <p14:nvPr/>
            </p14:nvContentPartPr>
            <p14:xfrm>
              <a:off x="5745662" y="1055654"/>
              <a:ext cx="163080" cy="11520"/>
            </p14:xfrm>
          </p:contentPart>
        </mc:Choice>
        <mc:Fallback xmlns="">
          <p:pic>
            <p:nvPicPr>
              <p:cNvPr id="59" name="Entrada de lápiz 58">
                <a:extLst>
                  <a:ext uri="{FF2B5EF4-FFF2-40B4-BE49-F238E27FC236}">
                    <a16:creationId xmlns:a16="http://schemas.microsoft.com/office/drawing/2014/main" id="{1358936A-5F61-0349-8B5F-55D4B23C92F2}"/>
                  </a:ext>
                </a:extLst>
              </p:cNvPr>
              <p:cNvPicPr/>
              <p:nvPr/>
            </p:nvPicPr>
            <p:blipFill>
              <a:blip r:embed="rId697"/>
              <a:stretch>
                <a:fillRect/>
              </a:stretch>
            </p:blipFill>
            <p:spPr>
              <a:xfrm>
                <a:off x="5736662" y="1047014"/>
                <a:ext cx="18072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698">
            <p14:nvContentPartPr>
              <p14:cNvPr id="61" name="Entrada de lápiz 60">
                <a:extLst>
                  <a:ext uri="{FF2B5EF4-FFF2-40B4-BE49-F238E27FC236}">
                    <a16:creationId xmlns:a16="http://schemas.microsoft.com/office/drawing/2014/main" id="{B45C2514-6732-2E5A-39DA-AFDDA5BFF821}"/>
                  </a:ext>
                </a:extLst>
              </p14:cNvPr>
              <p14:cNvContentPartPr/>
              <p14:nvPr/>
            </p14:nvContentPartPr>
            <p14:xfrm>
              <a:off x="5759702" y="1113254"/>
              <a:ext cx="155520" cy="15480"/>
            </p14:xfrm>
          </p:contentPart>
        </mc:Choice>
        <mc:Fallback xmlns="">
          <p:pic>
            <p:nvPicPr>
              <p:cNvPr id="61" name="Entrada de lápiz 60">
                <a:extLst>
                  <a:ext uri="{FF2B5EF4-FFF2-40B4-BE49-F238E27FC236}">
                    <a16:creationId xmlns:a16="http://schemas.microsoft.com/office/drawing/2014/main" id="{B45C2514-6732-2E5A-39DA-AFDDA5BFF821}"/>
                  </a:ext>
                </a:extLst>
              </p:cNvPr>
              <p:cNvPicPr/>
              <p:nvPr/>
            </p:nvPicPr>
            <p:blipFill>
              <a:blip r:embed="rId699"/>
              <a:stretch>
                <a:fillRect/>
              </a:stretch>
            </p:blipFill>
            <p:spPr>
              <a:xfrm>
                <a:off x="5750702" y="1104614"/>
                <a:ext cx="17316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700">
            <p14:nvContentPartPr>
              <p14:cNvPr id="449" name="Entrada de lápiz 448">
                <a:extLst>
                  <a:ext uri="{FF2B5EF4-FFF2-40B4-BE49-F238E27FC236}">
                    <a16:creationId xmlns:a16="http://schemas.microsoft.com/office/drawing/2014/main" id="{68072498-4CA8-DE2F-9462-D2DE624BD3BD}"/>
                  </a:ext>
                </a:extLst>
              </p14:cNvPr>
              <p14:cNvContentPartPr/>
              <p14:nvPr/>
            </p14:nvContentPartPr>
            <p14:xfrm>
              <a:off x="6167942" y="1116494"/>
              <a:ext cx="41400" cy="56880"/>
            </p14:xfrm>
          </p:contentPart>
        </mc:Choice>
        <mc:Fallback xmlns="">
          <p:pic>
            <p:nvPicPr>
              <p:cNvPr id="449" name="Entrada de lápiz 448">
                <a:extLst>
                  <a:ext uri="{FF2B5EF4-FFF2-40B4-BE49-F238E27FC236}">
                    <a16:creationId xmlns:a16="http://schemas.microsoft.com/office/drawing/2014/main" id="{68072498-4CA8-DE2F-9462-D2DE624BD3BD}"/>
                  </a:ext>
                </a:extLst>
              </p:cNvPr>
              <p:cNvPicPr/>
              <p:nvPr/>
            </p:nvPicPr>
            <p:blipFill>
              <a:blip r:embed="rId701"/>
              <a:stretch>
                <a:fillRect/>
              </a:stretch>
            </p:blipFill>
            <p:spPr>
              <a:xfrm>
                <a:off x="6159302" y="1107494"/>
                <a:ext cx="5904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702">
            <p14:nvContentPartPr>
              <p14:cNvPr id="450" name="Entrada de lápiz 449">
                <a:extLst>
                  <a:ext uri="{FF2B5EF4-FFF2-40B4-BE49-F238E27FC236}">
                    <a16:creationId xmlns:a16="http://schemas.microsoft.com/office/drawing/2014/main" id="{DED125F2-81F6-D42D-8E53-A8A3A206450A}"/>
                  </a:ext>
                </a:extLst>
              </p14:cNvPr>
              <p14:cNvContentPartPr/>
              <p14:nvPr/>
            </p14:nvContentPartPr>
            <p14:xfrm>
              <a:off x="6166862" y="1055294"/>
              <a:ext cx="19440" cy="17640"/>
            </p14:xfrm>
          </p:contentPart>
        </mc:Choice>
        <mc:Fallback xmlns="">
          <p:pic>
            <p:nvPicPr>
              <p:cNvPr id="450" name="Entrada de lápiz 449">
                <a:extLst>
                  <a:ext uri="{FF2B5EF4-FFF2-40B4-BE49-F238E27FC236}">
                    <a16:creationId xmlns:a16="http://schemas.microsoft.com/office/drawing/2014/main" id="{DED125F2-81F6-D42D-8E53-A8A3A206450A}"/>
                  </a:ext>
                </a:extLst>
              </p:cNvPr>
              <p:cNvPicPr/>
              <p:nvPr/>
            </p:nvPicPr>
            <p:blipFill>
              <a:blip r:embed="rId703"/>
              <a:stretch>
                <a:fillRect/>
              </a:stretch>
            </p:blipFill>
            <p:spPr>
              <a:xfrm>
                <a:off x="6157862" y="1046654"/>
                <a:ext cx="3708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704">
            <p14:nvContentPartPr>
              <p14:cNvPr id="451" name="Entrada de lápiz 450">
                <a:extLst>
                  <a:ext uri="{FF2B5EF4-FFF2-40B4-BE49-F238E27FC236}">
                    <a16:creationId xmlns:a16="http://schemas.microsoft.com/office/drawing/2014/main" id="{3DEFC4DE-CFDB-278A-DA4A-262C2913B49D}"/>
                  </a:ext>
                </a:extLst>
              </p14:cNvPr>
              <p14:cNvContentPartPr/>
              <p14:nvPr/>
            </p14:nvContentPartPr>
            <p14:xfrm>
              <a:off x="6274862" y="1030094"/>
              <a:ext cx="87120" cy="6840"/>
            </p14:xfrm>
          </p:contentPart>
        </mc:Choice>
        <mc:Fallback xmlns="">
          <p:pic>
            <p:nvPicPr>
              <p:cNvPr id="451" name="Entrada de lápiz 450">
                <a:extLst>
                  <a:ext uri="{FF2B5EF4-FFF2-40B4-BE49-F238E27FC236}">
                    <a16:creationId xmlns:a16="http://schemas.microsoft.com/office/drawing/2014/main" id="{3DEFC4DE-CFDB-278A-DA4A-262C2913B49D}"/>
                  </a:ext>
                </a:extLst>
              </p:cNvPr>
              <p:cNvPicPr/>
              <p:nvPr/>
            </p:nvPicPr>
            <p:blipFill>
              <a:blip r:embed="rId705"/>
              <a:stretch>
                <a:fillRect/>
              </a:stretch>
            </p:blipFill>
            <p:spPr>
              <a:xfrm>
                <a:off x="6265862" y="1021094"/>
                <a:ext cx="10476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706">
            <p14:nvContentPartPr>
              <p14:cNvPr id="452" name="Entrada de lápiz 451">
                <a:extLst>
                  <a:ext uri="{FF2B5EF4-FFF2-40B4-BE49-F238E27FC236}">
                    <a16:creationId xmlns:a16="http://schemas.microsoft.com/office/drawing/2014/main" id="{3B2B4B97-6EF2-09DD-4348-2420E405D470}"/>
                  </a:ext>
                </a:extLst>
              </p14:cNvPr>
              <p14:cNvContentPartPr/>
              <p14:nvPr/>
            </p14:nvContentPartPr>
            <p14:xfrm>
              <a:off x="6274862" y="1085534"/>
              <a:ext cx="91440" cy="23400"/>
            </p14:xfrm>
          </p:contentPart>
        </mc:Choice>
        <mc:Fallback xmlns="">
          <p:pic>
            <p:nvPicPr>
              <p:cNvPr id="452" name="Entrada de lápiz 451">
                <a:extLst>
                  <a:ext uri="{FF2B5EF4-FFF2-40B4-BE49-F238E27FC236}">
                    <a16:creationId xmlns:a16="http://schemas.microsoft.com/office/drawing/2014/main" id="{3B2B4B97-6EF2-09DD-4348-2420E405D470}"/>
                  </a:ext>
                </a:extLst>
              </p:cNvPr>
              <p:cNvPicPr/>
              <p:nvPr/>
            </p:nvPicPr>
            <p:blipFill>
              <a:blip r:embed="rId707"/>
              <a:stretch>
                <a:fillRect/>
              </a:stretch>
            </p:blipFill>
            <p:spPr>
              <a:xfrm>
                <a:off x="6265862" y="1076534"/>
                <a:ext cx="10908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708">
            <p14:nvContentPartPr>
              <p14:cNvPr id="454" name="Entrada de lápiz 453">
                <a:extLst>
                  <a:ext uri="{FF2B5EF4-FFF2-40B4-BE49-F238E27FC236}">
                    <a16:creationId xmlns:a16="http://schemas.microsoft.com/office/drawing/2014/main" id="{03A8940E-7687-C8E1-B293-67F4725CD6BE}"/>
                  </a:ext>
                </a:extLst>
              </p14:cNvPr>
              <p14:cNvContentPartPr/>
              <p14:nvPr/>
            </p14:nvContentPartPr>
            <p14:xfrm>
              <a:off x="6466022" y="987614"/>
              <a:ext cx="10440" cy="158040"/>
            </p14:xfrm>
          </p:contentPart>
        </mc:Choice>
        <mc:Fallback xmlns="">
          <p:pic>
            <p:nvPicPr>
              <p:cNvPr id="454" name="Entrada de lápiz 453">
                <a:extLst>
                  <a:ext uri="{FF2B5EF4-FFF2-40B4-BE49-F238E27FC236}">
                    <a16:creationId xmlns:a16="http://schemas.microsoft.com/office/drawing/2014/main" id="{03A8940E-7687-C8E1-B293-67F4725CD6BE}"/>
                  </a:ext>
                </a:extLst>
              </p:cNvPr>
              <p:cNvPicPr/>
              <p:nvPr/>
            </p:nvPicPr>
            <p:blipFill>
              <a:blip r:embed="rId709"/>
              <a:stretch>
                <a:fillRect/>
              </a:stretch>
            </p:blipFill>
            <p:spPr>
              <a:xfrm>
                <a:off x="6457382" y="978974"/>
                <a:ext cx="2808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710">
            <p14:nvContentPartPr>
              <p14:cNvPr id="455" name="Entrada de lápiz 454">
                <a:extLst>
                  <a:ext uri="{FF2B5EF4-FFF2-40B4-BE49-F238E27FC236}">
                    <a16:creationId xmlns:a16="http://schemas.microsoft.com/office/drawing/2014/main" id="{2BEC5164-0488-0207-C634-0A77D4870DFF}"/>
                  </a:ext>
                </a:extLst>
              </p14:cNvPr>
              <p14:cNvContentPartPr/>
              <p14:nvPr/>
            </p14:nvContentPartPr>
            <p14:xfrm>
              <a:off x="6527942" y="992294"/>
              <a:ext cx="170640" cy="154800"/>
            </p14:xfrm>
          </p:contentPart>
        </mc:Choice>
        <mc:Fallback xmlns="">
          <p:pic>
            <p:nvPicPr>
              <p:cNvPr id="455" name="Entrada de lápiz 454">
                <a:extLst>
                  <a:ext uri="{FF2B5EF4-FFF2-40B4-BE49-F238E27FC236}">
                    <a16:creationId xmlns:a16="http://schemas.microsoft.com/office/drawing/2014/main" id="{2BEC5164-0488-0207-C634-0A77D4870DFF}"/>
                  </a:ext>
                </a:extLst>
              </p:cNvPr>
              <p:cNvPicPr/>
              <p:nvPr/>
            </p:nvPicPr>
            <p:blipFill>
              <a:blip r:embed="rId711"/>
              <a:stretch>
                <a:fillRect/>
              </a:stretch>
            </p:blipFill>
            <p:spPr>
              <a:xfrm>
                <a:off x="6519302" y="983294"/>
                <a:ext cx="18828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712">
            <p14:nvContentPartPr>
              <p14:cNvPr id="989" name="Entrada de lápiz 988">
                <a:extLst>
                  <a:ext uri="{FF2B5EF4-FFF2-40B4-BE49-F238E27FC236}">
                    <a16:creationId xmlns:a16="http://schemas.microsoft.com/office/drawing/2014/main" id="{583988BF-F3A7-05E2-AFBF-BE0A1240D199}"/>
                  </a:ext>
                </a:extLst>
              </p14:cNvPr>
              <p14:cNvContentPartPr/>
              <p14:nvPr/>
            </p14:nvContentPartPr>
            <p14:xfrm>
              <a:off x="5963193" y="962284"/>
              <a:ext cx="109800" cy="180720"/>
            </p14:xfrm>
          </p:contentPart>
        </mc:Choice>
        <mc:Fallback xmlns="">
          <p:pic>
            <p:nvPicPr>
              <p:cNvPr id="989" name="Entrada de lápiz 988">
                <a:extLst>
                  <a:ext uri="{FF2B5EF4-FFF2-40B4-BE49-F238E27FC236}">
                    <a16:creationId xmlns:a16="http://schemas.microsoft.com/office/drawing/2014/main" id="{583988BF-F3A7-05E2-AFBF-BE0A1240D199}"/>
                  </a:ext>
                </a:extLst>
              </p:cNvPr>
              <p:cNvPicPr/>
              <p:nvPr/>
            </p:nvPicPr>
            <p:blipFill>
              <a:blip r:embed="rId713"/>
              <a:stretch>
                <a:fillRect/>
              </a:stretch>
            </p:blipFill>
            <p:spPr>
              <a:xfrm>
                <a:off x="5954193" y="953644"/>
                <a:ext cx="127440" cy="198360"/>
              </a:xfrm>
              <a:prstGeom prst="rect">
                <a:avLst/>
              </a:prstGeom>
            </p:spPr>
          </p:pic>
        </mc:Fallback>
      </mc:AlternateContent>
      <p:grpSp>
        <p:nvGrpSpPr>
          <p:cNvPr id="992" name="Grupo 991">
            <a:extLst>
              <a:ext uri="{FF2B5EF4-FFF2-40B4-BE49-F238E27FC236}">
                <a16:creationId xmlns:a16="http://schemas.microsoft.com/office/drawing/2014/main" id="{33B2750D-490A-1CEC-F665-2D31FFADFCE2}"/>
              </a:ext>
            </a:extLst>
          </p:cNvPr>
          <p:cNvGrpSpPr/>
          <p:nvPr/>
        </p:nvGrpSpPr>
        <p:grpSpPr>
          <a:xfrm>
            <a:off x="6742142" y="932764"/>
            <a:ext cx="1388520" cy="286330"/>
            <a:chOff x="6742142" y="932764"/>
            <a:chExt cx="1388520" cy="286330"/>
          </a:xfrm>
        </p:grpSpPr>
        <mc:AlternateContent xmlns:mc="http://schemas.openxmlformats.org/markup-compatibility/2006" xmlns:p14="http://schemas.microsoft.com/office/powerpoint/2010/main">
          <mc:Choice Requires="p14">
            <p:contentPart p14:bwMode="auto" r:id="rId714">
              <p14:nvContentPartPr>
                <p14:cNvPr id="94" name="Entrada de lápiz 93">
                  <a:extLst>
                    <a:ext uri="{FF2B5EF4-FFF2-40B4-BE49-F238E27FC236}">
                      <a16:creationId xmlns:a16="http://schemas.microsoft.com/office/drawing/2014/main" id="{E9160871-11EE-DBD2-6DE2-793475F1FF37}"/>
                    </a:ext>
                  </a:extLst>
                </p14:cNvPr>
                <p14:cNvContentPartPr/>
                <p14:nvPr/>
              </p14:nvContentPartPr>
              <p14:xfrm>
                <a:off x="7481222" y="1108934"/>
                <a:ext cx="62640" cy="69840"/>
              </p14:xfrm>
            </p:contentPart>
          </mc:Choice>
          <mc:Fallback xmlns="">
            <p:pic>
              <p:nvPicPr>
                <p:cNvPr id="94" name="Entrada de lápiz 93">
                  <a:extLst>
                    <a:ext uri="{FF2B5EF4-FFF2-40B4-BE49-F238E27FC236}">
                      <a16:creationId xmlns:a16="http://schemas.microsoft.com/office/drawing/2014/main" id="{E9160871-11EE-DBD2-6DE2-793475F1FF37}"/>
                    </a:ext>
                  </a:extLst>
                </p:cNvPr>
                <p:cNvPicPr/>
                <p:nvPr/>
              </p:nvPicPr>
              <p:blipFill>
                <a:blip r:embed="rId715"/>
                <a:stretch>
                  <a:fillRect/>
                </a:stretch>
              </p:blipFill>
              <p:spPr>
                <a:xfrm>
                  <a:off x="7472222" y="1100294"/>
                  <a:ext cx="8028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716">
              <p14:nvContentPartPr>
                <p14:cNvPr id="95" name="Entrada de lápiz 94">
                  <a:extLst>
                    <a:ext uri="{FF2B5EF4-FFF2-40B4-BE49-F238E27FC236}">
                      <a16:creationId xmlns:a16="http://schemas.microsoft.com/office/drawing/2014/main" id="{19D51F26-D30C-2BA7-6FB2-A39EE018A2D1}"/>
                    </a:ext>
                  </a:extLst>
                </p14:cNvPr>
                <p14:cNvContentPartPr/>
                <p14:nvPr/>
              </p14:nvContentPartPr>
              <p14:xfrm>
                <a:off x="7496702" y="1038014"/>
                <a:ext cx="20880" cy="7200"/>
              </p14:xfrm>
            </p:contentPart>
          </mc:Choice>
          <mc:Fallback xmlns="">
            <p:pic>
              <p:nvPicPr>
                <p:cNvPr id="95" name="Entrada de lápiz 94">
                  <a:extLst>
                    <a:ext uri="{FF2B5EF4-FFF2-40B4-BE49-F238E27FC236}">
                      <a16:creationId xmlns:a16="http://schemas.microsoft.com/office/drawing/2014/main" id="{19D51F26-D30C-2BA7-6FB2-A39EE018A2D1}"/>
                    </a:ext>
                  </a:extLst>
                </p:cNvPr>
                <p:cNvPicPr/>
                <p:nvPr/>
              </p:nvPicPr>
              <p:blipFill>
                <a:blip r:embed="rId717"/>
                <a:stretch>
                  <a:fillRect/>
                </a:stretch>
              </p:blipFill>
              <p:spPr>
                <a:xfrm>
                  <a:off x="7488062" y="1029014"/>
                  <a:ext cx="3852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718">
              <p14:nvContentPartPr>
                <p14:cNvPr id="97" name="Entrada de lápiz 96">
                  <a:extLst>
                    <a:ext uri="{FF2B5EF4-FFF2-40B4-BE49-F238E27FC236}">
                      <a16:creationId xmlns:a16="http://schemas.microsoft.com/office/drawing/2014/main" id="{2A18EBC8-5B0F-D537-392F-155903641099}"/>
                    </a:ext>
                  </a:extLst>
                </p14:cNvPr>
                <p14:cNvContentPartPr/>
                <p14:nvPr/>
              </p14:nvContentPartPr>
              <p14:xfrm>
                <a:off x="7648262" y="1003094"/>
                <a:ext cx="84600" cy="11880"/>
              </p14:xfrm>
            </p:contentPart>
          </mc:Choice>
          <mc:Fallback xmlns="">
            <p:pic>
              <p:nvPicPr>
                <p:cNvPr id="97" name="Entrada de lápiz 96">
                  <a:extLst>
                    <a:ext uri="{FF2B5EF4-FFF2-40B4-BE49-F238E27FC236}">
                      <a16:creationId xmlns:a16="http://schemas.microsoft.com/office/drawing/2014/main" id="{2A18EBC8-5B0F-D537-392F-155903641099}"/>
                    </a:ext>
                  </a:extLst>
                </p:cNvPr>
                <p:cNvPicPr/>
                <p:nvPr/>
              </p:nvPicPr>
              <p:blipFill>
                <a:blip r:embed="rId719"/>
                <a:stretch>
                  <a:fillRect/>
                </a:stretch>
              </p:blipFill>
              <p:spPr>
                <a:xfrm>
                  <a:off x="7639262" y="994454"/>
                  <a:ext cx="10224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720">
              <p14:nvContentPartPr>
                <p14:cNvPr id="110" name="Entrada de lápiz 109">
                  <a:extLst>
                    <a:ext uri="{FF2B5EF4-FFF2-40B4-BE49-F238E27FC236}">
                      <a16:creationId xmlns:a16="http://schemas.microsoft.com/office/drawing/2014/main" id="{99CC79DA-5FAF-455C-921B-10CB5D1D2B4D}"/>
                    </a:ext>
                  </a:extLst>
                </p14:cNvPr>
                <p14:cNvContentPartPr/>
                <p14:nvPr/>
              </p14:nvContentPartPr>
              <p14:xfrm>
                <a:off x="7659422" y="1064294"/>
                <a:ext cx="98640" cy="14040"/>
              </p14:xfrm>
            </p:contentPart>
          </mc:Choice>
          <mc:Fallback xmlns="">
            <p:pic>
              <p:nvPicPr>
                <p:cNvPr id="110" name="Entrada de lápiz 109">
                  <a:extLst>
                    <a:ext uri="{FF2B5EF4-FFF2-40B4-BE49-F238E27FC236}">
                      <a16:creationId xmlns:a16="http://schemas.microsoft.com/office/drawing/2014/main" id="{99CC79DA-5FAF-455C-921B-10CB5D1D2B4D}"/>
                    </a:ext>
                  </a:extLst>
                </p:cNvPr>
                <p:cNvPicPr/>
                <p:nvPr/>
              </p:nvPicPr>
              <p:blipFill>
                <a:blip r:embed="rId721"/>
                <a:stretch>
                  <a:fillRect/>
                </a:stretch>
              </p:blipFill>
              <p:spPr>
                <a:xfrm>
                  <a:off x="7650782" y="1055654"/>
                  <a:ext cx="11628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722">
              <p14:nvContentPartPr>
                <p14:cNvPr id="126" name="Entrada de lápiz 125">
                  <a:extLst>
                    <a:ext uri="{FF2B5EF4-FFF2-40B4-BE49-F238E27FC236}">
                      <a16:creationId xmlns:a16="http://schemas.microsoft.com/office/drawing/2014/main" id="{758B0382-1BEF-DB3D-2865-F66DA910E4A4}"/>
                    </a:ext>
                  </a:extLst>
                </p14:cNvPr>
                <p14:cNvContentPartPr/>
                <p14:nvPr/>
              </p14:nvContentPartPr>
              <p14:xfrm>
                <a:off x="7887662" y="962414"/>
                <a:ext cx="12600" cy="171360"/>
              </p14:xfrm>
            </p:contentPart>
          </mc:Choice>
          <mc:Fallback xmlns="">
            <p:pic>
              <p:nvPicPr>
                <p:cNvPr id="126" name="Entrada de lápiz 125">
                  <a:extLst>
                    <a:ext uri="{FF2B5EF4-FFF2-40B4-BE49-F238E27FC236}">
                      <a16:creationId xmlns:a16="http://schemas.microsoft.com/office/drawing/2014/main" id="{758B0382-1BEF-DB3D-2865-F66DA910E4A4}"/>
                    </a:ext>
                  </a:extLst>
                </p:cNvPr>
                <p:cNvPicPr/>
                <p:nvPr/>
              </p:nvPicPr>
              <p:blipFill>
                <a:blip r:embed="rId723"/>
                <a:stretch>
                  <a:fillRect/>
                </a:stretch>
              </p:blipFill>
              <p:spPr>
                <a:xfrm>
                  <a:off x="7879022" y="953414"/>
                  <a:ext cx="302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724">
              <p14:nvContentPartPr>
                <p14:cNvPr id="523" name="Entrada de lápiz 522">
                  <a:extLst>
                    <a:ext uri="{FF2B5EF4-FFF2-40B4-BE49-F238E27FC236}">
                      <a16:creationId xmlns:a16="http://schemas.microsoft.com/office/drawing/2014/main" id="{55E4ABBA-C8E5-DED8-00D4-2427AB69CB2A}"/>
                    </a:ext>
                  </a:extLst>
                </p14:cNvPr>
                <p14:cNvContentPartPr/>
                <p14:nvPr/>
              </p14:nvContentPartPr>
              <p14:xfrm>
                <a:off x="7949942" y="959534"/>
                <a:ext cx="180720" cy="176400"/>
              </p14:xfrm>
            </p:contentPart>
          </mc:Choice>
          <mc:Fallback xmlns="">
            <p:pic>
              <p:nvPicPr>
                <p:cNvPr id="523" name="Entrada de lápiz 522">
                  <a:extLst>
                    <a:ext uri="{FF2B5EF4-FFF2-40B4-BE49-F238E27FC236}">
                      <a16:creationId xmlns:a16="http://schemas.microsoft.com/office/drawing/2014/main" id="{55E4ABBA-C8E5-DED8-00D4-2427AB69CB2A}"/>
                    </a:ext>
                  </a:extLst>
                </p:cNvPr>
                <p:cNvPicPr/>
                <p:nvPr/>
              </p:nvPicPr>
              <p:blipFill>
                <a:blip r:embed="rId725"/>
                <a:stretch>
                  <a:fillRect/>
                </a:stretch>
              </p:blipFill>
              <p:spPr>
                <a:xfrm>
                  <a:off x="7940942" y="950894"/>
                  <a:ext cx="19836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726">
              <p14:nvContentPartPr>
                <p14:cNvPr id="477" name="Entrada de lápiz 476">
                  <a:extLst>
                    <a:ext uri="{FF2B5EF4-FFF2-40B4-BE49-F238E27FC236}">
                      <a16:creationId xmlns:a16="http://schemas.microsoft.com/office/drawing/2014/main" id="{9D267719-6C77-70A6-DEC9-FC4387472476}"/>
                    </a:ext>
                  </a:extLst>
                </p14:cNvPr>
                <p14:cNvContentPartPr/>
                <p14:nvPr/>
              </p14:nvContentPartPr>
              <p14:xfrm>
                <a:off x="6816302" y="1034414"/>
                <a:ext cx="32040" cy="30240"/>
              </p14:xfrm>
            </p:contentPart>
          </mc:Choice>
          <mc:Fallback xmlns="">
            <p:pic>
              <p:nvPicPr>
                <p:cNvPr id="477" name="Entrada de lápiz 476">
                  <a:extLst>
                    <a:ext uri="{FF2B5EF4-FFF2-40B4-BE49-F238E27FC236}">
                      <a16:creationId xmlns:a16="http://schemas.microsoft.com/office/drawing/2014/main" id="{9D267719-6C77-70A6-DEC9-FC4387472476}"/>
                    </a:ext>
                  </a:extLst>
                </p:cNvPr>
                <p:cNvPicPr/>
                <p:nvPr/>
              </p:nvPicPr>
              <p:blipFill>
                <a:blip r:embed="rId727"/>
                <a:stretch>
                  <a:fillRect/>
                </a:stretch>
              </p:blipFill>
              <p:spPr>
                <a:xfrm>
                  <a:off x="6807662" y="1025774"/>
                  <a:ext cx="4968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728">
              <p14:nvContentPartPr>
                <p14:cNvPr id="480" name="Entrada de lápiz 479">
                  <a:extLst>
                    <a:ext uri="{FF2B5EF4-FFF2-40B4-BE49-F238E27FC236}">
                      <a16:creationId xmlns:a16="http://schemas.microsoft.com/office/drawing/2014/main" id="{D44231E6-B77A-8B0C-451C-56AC80FE5DD6}"/>
                    </a:ext>
                  </a:extLst>
                </p14:cNvPr>
                <p14:cNvContentPartPr/>
                <p14:nvPr/>
              </p14:nvContentPartPr>
              <p14:xfrm>
                <a:off x="6742142" y="1158254"/>
                <a:ext cx="63360" cy="60840"/>
              </p14:xfrm>
            </p:contentPart>
          </mc:Choice>
          <mc:Fallback xmlns="">
            <p:pic>
              <p:nvPicPr>
                <p:cNvPr id="480" name="Entrada de lápiz 479">
                  <a:extLst>
                    <a:ext uri="{FF2B5EF4-FFF2-40B4-BE49-F238E27FC236}">
                      <a16:creationId xmlns:a16="http://schemas.microsoft.com/office/drawing/2014/main" id="{D44231E6-B77A-8B0C-451C-56AC80FE5DD6}"/>
                    </a:ext>
                  </a:extLst>
                </p:cNvPr>
                <p:cNvPicPr/>
                <p:nvPr/>
              </p:nvPicPr>
              <p:blipFill>
                <a:blip r:embed="rId729"/>
                <a:stretch>
                  <a:fillRect/>
                </a:stretch>
              </p:blipFill>
              <p:spPr>
                <a:xfrm>
                  <a:off x="6733142" y="1149254"/>
                  <a:ext cx="8100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730">
              <p14:nvContentPartPr>
                <p14:cNvPr id="490" name="Entrada de lápiz 489">
                  <a:extLst>
                    <a:ext uri="{FF2B5EF4-FFF2-40B4-BE49-F238E27FC236}">
                      <a16:creationId xmlns:a16="http://schemas.microsoft.com/office/drawing/2014/main" id="{D71D22DB-C250-E60D-878F-CC565D382C7A}"/>
                    </a:ext>
                  </a:extLst>
                </p14:cNvPr>
                <p14:cNvContentPartPr/>
                <p14:nvPr/>
              </p14:nvContentPartPr>
              <p14:xfrm>
                <a:off x="7026182" y="967454"/>
                <a:ext cx="41040" cy="144000"/>
              </p14:xfrm>
            </p:contentPart>
          </mc:Choice>
          <mc:Fallback xmlns="">
            <p:pic>
              <p:nvPicPr>
                <p:cNvPr id="490" name="Entrada de lápiz 489">
                  <a:extLst>
                    <a:ext uri="{FF2B5EF4-FFF2-40B4-BE49-F238E27FC236}">
                      <a16:creationId xmlns:a16="http://schemas.microsoft.com/office/drawing/2014/main" id="{D71D22DB-C250-E60D-878F-CC565D382C7A}"/>
                    </a:ext>
                  </a:extLst>
                </p:cNvPr>
                <p:cNvPicPr/>
                <p:nvPr/>
              </p:nvPicPr>
              <p:blipFill>
                <a:blip r:embed="rId731"/>
                <a:stretch>
                  <a:fillRect/>
                </a:stretch>
              </p:blipFill>
              <p:spPr>
                <a:xfrm>
                  <a:off x="7017182" y="958454"/>
                  <a:ext cx="5868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732">
              <p14:nvContentPartPr>
                <p14:cNvPr id="498" name="Entrada de lápiz 497">
                  <a:extLst>
                    <a:ext uri="{FF2B5EF4-FFF2-40B4-BE49-F238E27FC236}">
                      <a16:creationId xmlns:a16="http://schemas.microsoft.com/office/drawing/2014/main" id="{85BCAC8F-1B56-5B4F-9022-51896AFD693A}"/>
                    </a:ext>
                  </a:extLst>
                </p14:cNvPr>
                <p14:cNvContentPartPr/>
                <p14:nvPr/>
              </p14:nvContentPartPr>
              <p14:xfrm>
                <a:off x="7117982" y="956654"/>
                <a:ext cx="26640" cy="151200"/>
              </p14:xfrm>
            </p:contentPart>
          </mc:Choice>
          <mc:Fallback xmlns="">
            <p:pic>
              <p:nvPicPr>
                <p:cNvPr id="498" name="Entrada de lápiz 497">
                  <a:extLst>
                    <a:ext uri="{FF2B5EF4-FFF2-40B4-BE49-F238E27FC236}">
                      <a16:creationId xmlns:a16="http://schemas.microsoft.com/office/drawing/2014/main" id="{85BCAC8F-1B56-5B4F-9022-51896AFD693A}"/>
                    </a:ext>
                  </a:extLst>
                </p:cNvPr>
                <p:cNvPicPr/>
                <p:nvPr/>
              </p:nvPicPr>
              <p:blipFill>
                <a:blip r:embed="rId733"/>
                <a:stretch>
                  <a:fillRect/>
                </a:stretch>
              </p:blipFill>
              <p:spPr>
                <a:xfrm>
                  <a:off x="7108982" y="948014"/>
                  <a:ext cx="4428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734">
              <p14:nvContentPartPr>
                <p14:cNvPr id="500" name="Entrada de lápiz 499">
                  <a:extLst>
                    <a:ext uri="{FF2B5EF4-FFF2-40B4-BE49-F238E27FC236}">
                      <a16:creationId xmlns:a16="http://schemas.microsoft.com/office/drawing/2014/main" id="{2BEDC82C-B2E5-7BCB-A295-C662B2F41245}"/>
                    </a:ext>
                  </a:extLst>
                </p14:cNvPr>
                <p14:cNvContentPartPr/>
                <p14:nvPr/>
              </p14:nvContentPartPr>
              <p14:xfrm>
                <a:off x="6968222" y="1011014"/>
                <a:ext cx="224280" cy="15840"/>
              </p14:xfrm>
            </p:contentPart>
          </mc:Choice>
          <mc:Fallback xmlns="">
            <p:pic>
              <p:nvPicPr>
                <p:cNvPr id="500" name="Entrada de lápiz 499">
                  <a:extLst>
                    <a:ext uri="{FF2B5EF4-FFF2-40B4-BE49-F238E27FC236}">
                      <a16:creationId xmlns:a16="http://schemas.microsoft.com/office/drawing/2014/main" id="{2BEDC82C-B2E5-7BCB-A295-C662B2F41245}"/>
                    </a:ext>
                  </a:extLst>
                </p:cNvPr>
                <p:cNvPicPr/>
                <p:nvPr/>
              </p:nvPicPr>
              <p:blipFill>
                <a:blip r:embed="rId735"/>
                <a:stretch>
                  <a:fillRect/>
                </a:stretch>
              </p:blipFill>
              <p:spPr>
                <a:xfrm>
                  <a:off x="6959222" y="1002014"/>
                  <a:ext cx="24192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736">
              <p14:nvContentPartPr>
                <p14:cNvPr id="502" name="Entrada de lápiz 501">
                  <a:extLst>
                    <a:ext uri="{FF2B5EF4-FFF2-40B4-BE49-F238E27FC236}">
                      <a16:creationId xmlns:a16="http://schemas.microsoft.com/office/drawing/2014/main" id="{3CBEFF40-3D7B-ED27-6B5B-F509B6AE705A}"/>
                    </a:ext>
                  </a:extLst>
                </p14:cNvPr>
                <p14:cNvContentPartPr/>
                <p14:nvPr/>
              </p14:nvContentPartPr>
              <p14:xfrm>
                <a:off x="6976862" y="1082294"/>
                <a:ext cx="190080" cy="12960"/>
              </p14:xfrm>
            </p:contentPart>
          </mc:Choice>
          <mc:Fallback xmlns="">
            <p:pic>
              <p:nvPicPr>
                <p:cNvPr id="502" name="Entrada de lápiz 501">
                  <a:extLst>
                    <a:ext uri="{FF2B5EF4-FFF2-40B4-BE49-F238E27FC236}">
                      <a16:creationId xmlns:a16="http://schemas.microsoft.com/office/drawing/2014/main" id="{3CBEFF40-3D7B-ED27-6B5B-F509B6AE705A}"/>
                    </a:ext>
                  </a:extLst>
                </p:cNvPr>
                <p:cNvPicPr/>
                <p:nvPr/>
              </p:nvPicPr>
              <p:blipFill>
                <a:blip r:embed="rId737"/>
                <a:stretch>
                  <a:fillRect/>
                </a:stretch>
              </p:blipFill>
              <p:spPr>
                <a:xfrm>
                  <a:off x="6968222" y="1073654"/>
                  <a:ext cx="20772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738">
              <p14:nvContentPartPr>
                <p14:cNvPr id="991" name="Entrada de lápiz 990">
                  <a:extLst>
                    <a:ext uri="{FF2B5EF4-FFF2-40B4-BE49-F238E27FC236}">
                      <a16:creationId xmlns:a16="http://schemas.microsoft.com/office/drawing/2014/main" id="{703DDA49-D27A-EB83-1843-CF05DF175C94}"/>
                    </a:ext>
                  </a:extLst>
                </p14:cNvPr>
                <p14:cNvContentPartPr/>
                <p14:nvPr/>
              </p14:nvContentPartPr>
              <p14:xfrm>
                <a:off x="7236513" y="932764"/>
                <a:ext cx="119880" cy="221760"/>
              </p14:xfrm>
            </p:contentPart>
          </mc:Choice>
          <mc:Fallback xmlns="">
            <p:pic>
              <p:nvPicPr>
                <p:cNvPr id="991" name="Entrada de lápiz 990">
                  <a:extLst>
                    <a:ext uri="{FF2B5EF4-FFF2-40B4-BE49-F238E27FC236}">
                      <a16:creationId xmlns:a16="http://schemas.microsoft.com/office/drawing/2014/main" id="{703DDA49-D27A-EB83-1843-CF05DF175C94}"/>
                    </a:ext>
                  </a:extLst>
                </p:cNvPr>
                <p:cNvPicPr/>
                <p:nvPr/>
              </p:nvPicPr>
              <p:blipFill>
                <a:blip r:embed="rId739"/>
                <a:stretch>
                  <a:fillRect/>
                </a:stretch>
              </p:blipFill>
              <p:spPr>
                <a:xfrm>
                  <a:off x="7227513" y="923764"/>
                  <a:ext cx="137520" cy="239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40">
            <p14:nvContentPartPr>
              <p14:cNvPr id="344" name="Entrada de lápiz 343">
                <a:extLst>
                  <a:ext uri="{FF2B5EF4-FFF2-40B4-BE49-F238E27FC236}">
                    <a16:creationId xmlns:a16="http://schemas.microsoft.com/office/drawing/2014/main" id="{90890D15-61E9-1DB3-1246-12EAD36B1EB6}"/>
                  </a:ext>
                </a:extLst>
              </p14:cNvPr>
              <p14:cNvContentPartPr/>
              <p14:nvPr/>
            </p14:nvContentPartPr>
            <p14:xfrm>
              <a:off x="4730822" y="3857174"/>
              <a:ext cx="32400" cy="202680"/>
            </p14:xfrm>
          </p:contentPart>
        </mc:Choice>
        <mc:Fallback xmlns="">
          <p:pic>
            <p:nvPicPr>
              <p:cNvPr id="344" name="Entrada de lápiz 343">
                <a:extLst>
                  <a:ext uri="{FF2B5EF4-FFF2-40B4-BE49-F238E27FC236}">
                    <a16:creationId xmlns:a16="http://schemas.microsoft.com/office/drawing/2014/main" id="{90890D15-61E9-1DB3-1246-12EAD36B1EB6}"/>
                  </a:ext>
                </a:extLst>
              </p:cNvPr>
              <p:cNvPicPr/>
              <p:nvPr/>
            </p:nvPicPr>
            <p:blipFill>
              <a:blip r:embed="rId741"/>
              <a:stretch>
                <a:fillRect/>
              </a:stretch>
            </p:blipFill>
            <p:spPr>
              <a:xfrm>
                <a:off x="4721822" y="3848534"/>
                <a:ext cx="5004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742">
            <p14:nvContentPartPr>
              <p14:cNvPr id="345" name="Entrada de lápiz 344">
                <a:extLst>
                  <a:ext uri="{FF2B5EF4-FFF2-40B4-BE49-F238E27FC236}">
                    <a16:creationId xmlns:a16="http://schemas.microsoft.com/office/drawing/2014/main" id="{9C351AE3-8EC9-2EC5-F787-4584C9C3BC26}"/>
                  </a:ext>
                </a:extLst>
              </p14:cNvPr>
              <p14:cNvContentPartPr/>
              <p14:nvPr/>
            </p14:nvContentPartPr>
            <p14:xfrm>
              <a:off x="4806782" y="3856814"/>
              <a:ext cx="36720" cy="209520"/>
            </p14:xfrm>
          </p:contentPart>
        </mc:Choice>
        <mc:Fallback xmlns="">
          <p:pic>
            <p:nvPicPr>
              <p:cNvPr id="345" name="Entrada de lápiz 344">
                <a:extLst>
                  <a:ext uri="{FF2B5EF4-FFF2-40B4-BE49-F238E27FC236}">
                    <a16:creationId xmlns:a16="http://schemas.microsoft.com/office/drawing/2014/main" id="{9C351AE3-8EC9-2EC5-F787-4584C9C3BC26}"/>
                  </a:ext>
                </a:extLst>
              </p:cNvPr>
              <p:cNvPicPr/>
              <p:nvPr/>
            </p:nvPicPr>
            <p:blipFill>
              <a:blip r:embed="rId743"/>
              <a:stretch>
                <a:fillRect/>
              </a:stretch>
            </p:blipFill>
            <p:spPr>
              <a:xfrm>
                <a:off x="4797782" y="3847814"/>
                <a:ext cx="5436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744">
            <p14:nvContentPartPr>
              <p14:cNvPr id="346" name="Entrada de lápiz 345">
                <a:extLst>
                  <a:ext uri="{FF2B5EF4-FFF2-40B4-BE49-F238E27FC236}">
                    <a16:creationId xmlns:a16="http://schemas.microsoft.com/office/drawing/2014/main" id="{5A1B1CCA-4BDE-A26A-E071-05E9C79845D4}"/>
                  </a:ext>
                </a:extLst>
              </p14:cNvPr>
              <p14:cNvContentPartPr/>
              <p14:nvPr/>
            </p14:nvContentPartPr>
            <p14:xfrm>
              <a:off x="4682222" y="3923054"/>
              <a:ext cx="245880" cy="31680"/>
            </p14:xfrm>
          </p:contentPart>
        </mc:Choice>
        <mc:Fallback xmlns="">
          <p:pic>
            <p:nvPicPr>
              <p:cNvPr id="346" name="Entrada de lápiz 345">
                <a:extLst>
                  <a:ext uri="{FF2B5EF4-FFF2-40B4-BE49-F238E27FC236}">
                    <a16:creationId xmlns:a16="http://schemas.microsoft.com/office/drawing/2014/main" id="{5A1B1CCA-4BDE-A26A-E071-05E9C79845D4}"/>
                  </a:ext>
                </a:extLst>
              </p:cNvPr>
              <p:cNvPicPr/>
              <p:nvPr/>
            </p:nvPicPr>
            <p:blipFill>
              <a:blip r:embed="rId745"/>
              <a:stretch>
                <a:fillRect/>
              </a:stretch>
            </p:blipFill>
            <p:spPr>
              <a:xfrm>
                <a:off x="4673582" y="3914054"/>
                <a:ext cx="26352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746">
            <p14:nvContentPartPr>
              <p14:cNvPr id="347" name="Entrada de lápiz 346">
                <a:extLst>
                  <a:ext uri="{FF2B5EF4-FFF2-40B4-BE49-F238E27FC236}">
                    <a16:creationId xmlns:a16="http://schemas.microsoft.com/office/drawing/2014/main" id="{13893B1F-A211-EAA1-C48E-125B460BD2BB}"/>
                  </a:ext>
                </a:extLst>
              </p14:cNvPr>
              <p14:cNvContentPartPr/>
              <p14:nvPr/>
            </p14:nvContentPartPr>
            <p14:xfrm>
              <a:off x="4710302" y="3986774"/>
              <a:ext cx="197280" cy="10080"/>
            </p14:xfrm>
          </p:contentPart>
        </mc:Choice>
        <mc:Fallback xmlns="">
          <p:pic>
            <p:nvPicPr>
              <p:cNvPr id="347" name="Entrada de lápiz 346">
                <a:extLst>
                  <a:ext uri="{FF2B5EF4-FFF2-40B4-BE49-F238E27FC236}">
                    <a16:creationId xmlns:a16="http://schemas.microsoft.com/office/drawing/2014/main" id="{13893B1F-A211-EAA1-C48E-125B460BD2BB}"/>
                  </a:ext>
                </a:extLst>
              </p:cNvPr>
              <p:cNvPicPr/>
              <p:nvPr/>
            </p:nvPicPr>
            <p:blipFill>
              <a:blip r:embed="rId747"/>
              <a:stretch>
                <a:fillRect/>
              </a:stretch>
            </p:blipFill>
            <p:spPr>
              <a:xfrm>
                <a:off x="4701662" y="3977774"/>
                <a:ext cx="21492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748">
            <p14:nvContentPartPr>
              <p14:cNvPr id="993" name="Entrada de lápiz 992">
                <a:extLst>
                  <a:ext uri="{FF2B5EF4-FFF2-40B4-BE49-F238E27FC236}">
                    <a16:creationId xmlns:a16="http://schemas.microsoft.com/office/drawing/2014/main" id="{AC7ADC5A-1272-650D-6B1B-A6AED9D297D1}"/>
                  </a:ext>
                </a:extLst>
              </p14:cNvPr>
              <p14:cNvContentPartPr/>
              <p14:nvPr/>
            </p14:nvContentPartPr>
            <p14:xfrm>
              <a:off x="4981113" y="3833284"/>
              <a:ext cx="141120" cy="201240"/>
            </p14:xfrm>
          </p:contentPart>
        </mc:Choice>
        <mc:Fallback xmlns="">
          <p:pic>
            <p:nvPicPr>
              <p:cNvPr id="993" name="Entrada de lápiz 992">
                <a:extLst>
                  <a:ext uri="{FF2B5EF4-FFF2-40B4-BE49-F238E27FC236}">
                    <a16:creationId xmlns:a16="http://schemas.microsoft.com/office/drawing/2014/main" id="{AC7ADC5A-1272-650D-6B1B-A6AED9D297D1}"/>
                  </a:ext>
                </a:extLst>
              </p:cNvPr>
              <p:cNvPicPr/>
              <p:nvPr/>
            </p:nvPicPr>
            <p:blipFill>
              <a:blip r:embed="rId749"/>
              <a:stretch>
                <a:fillRect/>
              </a:stretch>
            </p:blipFill>
            <p:spPr>
              <a:xfrm>
                <a:off x="4972113" y="3824284"/>
                <a:ext cx="15876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750">
            <p14:nvContentPartPr>
              <p14:cNvPr id="994" name="Entrada de lápiz 993">
                <a:extLst>
                  <a:ext uri="{FF2B5EF4-FFF2-40B4-BE49-F238E27FC236}">
                    <a16:creationId xmlns:a16="http://schemas.microsoft.com/office/drawing/2014/main" id="{F84EE99D-7405-E046-CB19-AC5CFA47B75A}"/>
                  </a:ext>
                </a:extLst>
              </p14:cNvPr>
              <p14:cNvContentPartPr/>
              <p14:nvPr/>
            </p14:nvContentPartPr>
            <p14:xfrm>
              <a:off x="4964553" y="3866404"/>
              <a:ext cx="12600" cy="167400"/>
            </p14:xfrm>
          </p:contentPart>
        </mc:Choice>
        <mc:Fallback xmlns="">
          <p:pic>
            <p:nvPicPr>
              <p:cNvPr id="994" name="Entrada de lápiz 993">
                <a:extLst>
                  <a:ext uri="{FF2B5EF4-FFF2-40B4-BE49-F238E27FC236}">
                    <a16:creationId xmlns:a16="http://schemas.microsoft.com/office/drawing/2014/main" id="{F84EE99D-7405-E046-CB19-AC5CFA47B75A}"/>
                  </a:ext>
                </a:extLst>
              </p:cNvPr>
              <p:cNvPicPr/>
              <p:nvPr/>
            </p:nvPicPr>
            <p:blipFill>
              <a:blip r:embed="rId751"/>
              <a:stretch>
                <a:fillRect/>
              </a:stretch>
            </p:blipFill>
            <p:spPr>
              <a:xfrm>
                <a:off x="4955553" y="3857764"/>
                <a:ext cx="30240" cy="185040"/>
              </a:xfrm>
              <a:prstGeom prst="rect">
                <a:avLst/>
              </a:prstGeom>
            </p:spPr>
          </p:pic>
        </mc:Fallback>
      </mc:AlternateContent>
      <p:grpSp>
        <p:nvGrpSpPr>
          <p:cNvPr id="999" name="Grupo 998">
            <a:extLst>
              <a:ext uri="{FF2B5EF4-FFF2-40B4-BE49-F238E27FC236}">
                <a16:creationId xmlns:a16="http://schemas.microsoft.com/office/drawing/2014/main" id="{A955DBD2-B9E6-0284-D038-4C73B5635BAB}"/>
              </a:ext>
            </a:extLst>
          </p:cNvPr>
          <p:cNvGrpSpPr/>
          <p:nvPr/>
        </p:nvGrpSpPr>
        <p:grpSpPr>
          <a:xfrm>
            <a:off x="5221862" y="3650764"/>
            <a:ext cx="3027240" cy="401170"/>
            <a:chOff x="5221862" y="3650764"/>
            <a:chExt cx="3027240" cy="401170"/>
          </a:xfrm>
        </p:grpSpPr>
        <mc:AlternateContent xmlns:mc="http://schemas.openxmlformats.org/markup-compatibility/2006" xmlns:p14="http://schemas.microsoft.com/office/powerpoint/2010/main">
          <mc:Choice Requires="p14">
            <p:contentPart p14:bwMode="auto" r:id="rId752">
              <p14:nvContentPartPr>
                <p14:cNvPr id="775" name="Entrada de lápiz 774">
                  <a:extLst>
                    <a:ext uri="{FF2B5EF4-FFF2-40B4-BE49-F238E27FC236}">
                      <a16:creationId xmlns:a16="http://schemas.microsoft.com/office/drawing/2014/main" id="{5211BFEF-40EA-155E-3CCF-6EAB3445B32D}"/>
                    </a:ext>
                  </a:extLst>
                </p14:cNvPr>
                <p14:cNvContentPartPr/>
                <p14:nvPr/>
              </p14:nvContentPartPr>
              <p14:xfrm>
                <a:off x="7994222" y="3891734"/>
                <a:ext cx="57600" cy="64080"/>
              </p14:xfrm>
            </p:contentPart>
          </mc:Choice>
          <mc:Fallback xmlns="">
            <p:pic>
              <p:nvPicPr>
                <p:cNvPr id="775" name="Entrada de lápiz 774">
                  <a:extLst>
                    <a:ext uri="{FF2B5EF4-FFF2-40B4-BE49-F238E27FC236}">
                      <a16:creationId xmlns:a16="http://schemas.microsoft.com/office/drawing/2014/main" id="{5211BFEF-40EA-155E-3CCF-6EAB3445B32D}"/>
                    </a:ext>
                  </a:extLst>
                </p:cNvPr>
                <p:cNvPicPr/>
                <p:nvPr/>
              </p:nvPicPr>
              <p:blipFill>
                <a:blip r:embed="rId753"/>
                <a:stretch>
                  <a:fillRect/>
                </a:stretch>
              </p:blipFill>
              <p:spPr>
                <a:xfrm>
                  <a:off x="7985582" y="3882734"/>
                  <a:ext cx="7524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754">
              <p14:nvContentPartPr>
                <p14:cNvPr id="776" name="Entrada de lápiz 775">
                  <a:extLst>
                    <a:ext uri="{FF2B5EF4-FFF2-40B4-BE49-F238E27FC236}">
                      <a16:creationId xmlns:a16="http://schemas.microsoft.com/office/drawing/2014/main" id="{DF25E2B6-A9D0-24F8-56AD-C3745E09742E}"/>
                    </a:ext>
                  </a:extLst>
                </p14:cNvPr>
                <p14:cNvContentPartPr/>
                <p14:nvPr/>
              </p14:nvContentPartPr>
              <p14:xfrm>
                <a:off x="7992422" y="3798494"/>
                <a:ext cx="29520" cy="15120"/>
              </p14:xfrm>
            </p:contentPart>
          </mc:Choice>
          <mc:Fallback xmlns="">
            <p:pic>
              <p:nvPicPr>
                <p:cNvPr id="776" name="Entrada de lápiz 775">
                  <a:extLst>
                    <a:ext uri="{FF2B5EF4-FFF2-40B4-BE49-F238E27FC236}">
                      <a16:creationId xmlns:a16="http://schemas.microsoft.com/office/drawing/2014/main" id="{DF25E2B6-A9D0-24F8-56AD-C3745E09742E}"/>
                    </a:ext>
                  </a:extLst>
                </p:cNvPr>
                <p:cNvPicPr/>
                <p:nvPr/>
              </p:nvPicPr>
              <p:blipFill>
                <a:blip r:embed="rId755"/>
                <a:stretch>
                  <a:fillRect/>
                </a:stretch>
              </p:blipFill>
              <p:spPr>
                <a:xfrm>
                  <a:off x="7983422" y="3789854"/>
                  <a:ext cx="4716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756">
              <p14:nvContentPartPr>
                <p14:cNvPr id="777" name="Entrada de lápiz 776">
                  <a:extLst>
                    <a:ext uri="{FF2B5EF4-FFF2-40B4-BE49-F238E27FC236}">
                      <a16:creationId xmlns:a16="http://schemas.microsoft.com/office/drawing/2014/main" id="{F396DCCC-62B3-5BDE-5364-306DFBDB38A1}"/>
                    </a:ext>
                  </a:extLst>
                </p14:cNvPr>
                <p14:cNvContentPartPr/>
                <p14:nvPr/>
              </p14:nvContentPartPr>
              <p14:xfrm>
                <a:off x="8169542" y="3753134"/>
                <a:ext cx="79560" cy="6480"/>
              </p14:xfrm>
            </p:contentPart>
          </mc:Choice>
          <mc:Fallback xmlns="">
            <p:pic>
              <p:nvPicPr>
                <p:cNvPr id="777" name="Entrada de lápiz 776">
                  <a:extLst>
                    <a:ext uri="{FF2B5EF4-FFF2-40B4-BE49-F238E27FC236}">
                      <a16:creationId xmlns:a16="http://schemas.microsoft.com/office/drawing/2014/main" id="{F396DCCC-62B3-5BDE-5364-306DFBDB38A1}"/>
                    </a:ext>
                  </a:extLst>
                </p:cNvPr>
                <p:cNvPicPr/>
                <p:nvPr/>
              </p:nvPicPr>
              <p:blipFill>
                <a:blip r:embed="rId447"/>
                <a:stretch>
                  <a:fillRect/>
                </a:stretch>
              </p:blipFill>
              <p:spPr>
                <a:xfrm>
                  <a:off x="8160542" y="3744494"/>
                  <a:ext cx="9720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757">
              <p14:nvContentPartPr>
                <p14:cNvPr id="778" name="Entrada de lápiz 777">
                  <a:extLst>
                    <a:ext uri="{FF2B5EF4-FFF2-40B4-BE49-F238E27FC236}">
                      <a16:creationId xmlns:a16="http://schemas.microsoft.com/office/drawing/2014/main" id="{AB6BFD2E-87B4-EEDC-B8E7-BA3F9B629882}"/>
                    </a:ext>
                  </a:extLst>
                </p14:cNvPr>
                <p14:cNvContentPartPr/>
                <p14:nvPr/>
              </p14:nvContentPartPr>
              <p14:xfrm>
                <a:off x="8139662" y="3819734"/>
                <a:ext cx="100440" cy="11520"/>
              </p14:xfrm>
            </p:contentPart>
          </mc:Choice>
          <mc:Fallback xmlns="">
            <p:pic>
              <p:nvPicPr>
                <p:cNvPr id="778" name="Entrada de lápiz 777">
                  <a:extLst>
                    <a:ext uri="{FF2B5EF4-FFF2-40B4-BE49-F238E27FC236}">
                      <a16:creationId xmlns:a16="http://schemas.microsoft.com/office/drawing/2014/main" id="{AB6BFD2E-87B4-EEDC-B8E7-BA3F9B629882}"/>
                    </a:ext>
                  </a:extLst>
                </p:cNvPr>
                <p:cNvPicPr/>
                <p:nvPr/>
              </p:nvPicPr>
              <p:blipFill>
                <a:blip r:embed="rId758"/>
                <a:stretch>
                  <a:fillRect/>
                </a:stretch>
              </p:blipFill>
              <p:spPr>
                <a:xfrm>
                  <a:off x="8131022" y="3810734"/>
                  <a:ext cx="11808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759">
              <p14:nvContentPartPr>
                <p14:cNvPr id="424" name="Entrada de lápiz 423">
                  <a:extLst>
                    <a:ext uri="{FF2B5EF4-FFF2-40B4-BE49-F238E27FC236}">
                      <a16:creationId xmlns:a16="http://schemas.microsoft.com/office/drawing/2014/main" id="{B8007EA3-8808-3A51-4128-2D6E8C49E3E5}"/>
                    </a:ext>
                  </a:extLst>
                </p14:cNvPr>
                <p14:cNvContentPartPr/>
                <p14:nvPr/>
              </p14:nvContentPartPr>
              <p14:xfrm>
                <a:off x="6636662" y="3899294"/>
                <a:ext cx="70560" cy="84240"/>
              </p14:xfrm>
            </p:contentPart>
          </mc:Choice>
          <mc:Fallback xmlns="">
            <p:pic>
              <p:nvPicPr>
                <p:cNvPr id="424" name="Entrada de lápiz 423">
                  <a:extLst>
                    <a:ext uri="{FF2B5EF4-FFF2-40B4-BE49-F238E27FC236}">
                      <a16:creationId xmlns:a16="http://schemas.microsoft.com/office/drawing/2014/main" id="{B8007EA3-8808-3A51-4128-2D6E8C49E3E5}"/>
                    </a:ext>
                  </a:extLst>
                </p:cNvPr>
                <p:cNvPicPr/>
                <p:nvPr/>
              </p:nvPicPr>
              <p:blipFill>
                <a:blip r:embed="rId760"/>
                <a:stretch>
                  <a:fillRect/>
                </a:stretch>
              </p:blipFill>
              <p:spPr>
                <a:xfrm>
                  <a:off x="6627662" y="3890654"/>
                  <a:ext cx="8820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761">
              <p14:nvContentPartPr>
                <p14:cNvPr id="427" name="Entrada de lápiz 426">
                  <a:extLst>
                    <a:ext uri="{FF2B5EF4-FFF2-40B4-BE49-F238E27FC236}">
                      <a16:creationId xmlns:a16="http://schemas.microsoft.com/office/drawing/2014/main" id="{A94049ED-6BC8-B6A6-296E-BD84B53AE454}"/>
                    </a:ext>
                  </a:extLst>
                </p14:cNvPr>
                <p14:cNvContentPartPr/>
                <p14:nvPr/>
              </p14:nvContentPartPr>
              <p14:xfrm>
                <a:off x="6648182" y="3816494"/>
                <a:ext cx="27360" cy="15840"/>
              </p14:xfrm>
            </p:contentPart>
          </mc:Choice>
          <mc:Fallback xmlns="">
            <p:pic>
              <p:nvPicPr>
                <p:cNvPr id="427" name="Entrada de lápiz 426">
                  <a:extLst>
                    <a:ext uri="{FF2B5EF4-FFF2-40B4-BE49-F238E27FC236}">
                      <a16:creationId xmlns:a16="http://schemas.microsoft.com/office/drawing/2014/main" id="{A94049ED-6BC8-B6A6-296E-BD84B53AE454}"/>
                    </a:ext>
                  </a:extLst>
                </p:cNvPr>
                <p:cNvPicPr/>
                <p:nvPr/>
              </p:nvPicPr>
              <p:blipFill>
                <a:blip r:embed="rId762"/>
                <a:stretch>
                  <a:fillRect/>
                </a:stretch>
              </p:blipFill>
              <p:spPr>
                <a:xfrm>
                  <a:off x="6639542" y="3807494"/>
                  <a:ext cx="4500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763">
              <p14:nvContentPartPr>
                <p14:cNvPr id="438" name="Entrada de lápiz 437">
                  <a:extLst>
                    <a:ext uri="{FF2B5EF4-FFF2-40B4-BE49-F238E27FC236}">
                      <a16:creationId xmlns:a16="http://schemas.microsoft.com/office/drawing/2014/main" id="{FDA2675B-092E-930C-3AB7-89ED991B13B5}"/>
                    </a:ext>
                  </a:extLst>
                </p14:cNvPr>
                <p14:cNvContentPartPr/>
                <p14:nvPr/>
              </p14:nvContentPartPr>
              <p14:xfrm>
                <a:off x="6766622" y="3786974"/>
                <a:ext cx="86400" cy="5400"/>
              </p14:xfrm>
            </p:contentPart>
          </mc:Choice>
          <mc:Fallback xmlns="">
            <p:pic>
              <p:nvPicPr>
                <p:cNvPr id="438" name="Entrada de lápiz 437">
                  <a:extLst>
                    <a:ext uri="{FF2B5EF4-FFF2-40B4-BE49-F238E27FC236}">
                      <a16:creationId xmlns:a16="http://schemas.microsoft.com/office/drawing/2014/main" id="{FDA2675B-092E-930C-3AB7-89ED991B13B5}"/>
                    </a:ext>
                  </a:extLst>
                </p:cNvPr>
                <p:cNvPicPr/>
                <p:nvPr/>
              </p:nvPicPr>
              <p:blipFill>
                <a:blip r:embed="rId764"/>
                <a:stretch>
                  <a:fillRect/>
                </a:stretch>
              </p:blipFill>
              <p:spPr>
                <a:xfrm>
                  <a:off x="6757622" y="3778334"/>
                  <a:ext cx="10404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765">
              <p14:nvContentPartPr>
                <p14:cNvPr id="439" name="Entrada de lápiz 438">
                  <a:extLst>
                    <a:ext uri="{FF2B5EF4-FFF2-40B4-BE49-F238E27FC236}">
                      <a16:creationId xmlns:a16="http://schemas.microsoft.com/office/drawing/2014/main" id="{81EFCB80-182F-51BF-8447-873359F54671}"/>
                    </a:ext>
                  </a:extLst>
                </p14:cNvPr>
                <p14:cNvContentPartPr/>
                <p14:nvPr/>
              </p14:nvContentPartPr>
              <p14:xfrm>
                <a:off x="6743582" y="3833054"/>
                <a:ext cx="109440" cy="6840"/>
              </p14:xfrm>
            </p:contentPart>
          </mc:Choice>
          <mc:Fallback xmlns="">
            <p:pic>
              <p:nvPicPr>
                <p:cNvPr id="439" name="Entrada de lápiz 438">
                  <a:extLst>
                    <a:ext uri="{FF2B5EF4-FFF2-40B4-BE49-F238E27FC236}">
                      <a16:creationId xmlns:a16="http://schemas.microsoft.com/office/drawing/2014/main" id="{81EFCB80-182F-51BF-8447-873359F54671}"/>
                    </a:ext>
                  </a:extLst>
                </p:cNvPr>
                <p:cNvPicPr/>
                <p:nvPr/>
              </p:nvPicPr>
              <p:blipFill>
                <a:blip r:embed="rId766"/>
                <a:stretch>
                  <a:fillRect/>
                </a:stretch>
              </p:blipFill>
              <p:spPr>
                <a:xfrm>
                  <a:off x="6734942" y="3824054"/>
                  <a:ext cx="12708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767">
              <p14:nvContentPartPr>
                <p14:cNvPr id="441" name="Entrada de lápiz 440">
                  <a:extLst>
                    <a:ext uri="{FF2B5EF4-FFF2-40B4-BE49-F238E27FC236}">
                      <a16:creationId xmlns:a16="http://schemas.microsoft.com/office/drawing/2014/main" id="{BEBBE111-F740-7D56-9D71-AB7A22DD8674}"/>
                    </a:ext>
                  </a:extLst>
                </p14:cNvPr>
                <p14:cNvContentPartPr/>
                <p14:nvPr/>
              </p14:nvContentPartPr>
              <p14:xfrm>
                <a:off x="6973982" y="3713894"/>
                <a:ext cx="158040" cy="10440"/>
              </p14:xfrm>
            </p:contentPart>
          </mc:Choice>
          <mc:Fallback xmlns="">
            <p:pic>
              <p:nvPicPr>
                <p:cNvPr id="441" name="Entrada de lápiz 440">
                  <a:extLst>
                    <a:ext uri="{FF2B5EF4-FFF2-40B4-BE49-F238E27FC236}">
                      <a16:creationId xmlns:a16="http://schemas.microsoft.com/office/drawing/2014/main" id="{BEBBE111-F740-7D56-9D71-AB7A22DD8674}"/>
                    </a:ext>
                  </a:extLst>
                </p:cNvPr>
                <p:cNvPicPr/>
                <p:nvPr/>
              </p:nvPicPr>
              <p:blipFill>
                <a:blip r:embed="rId768"/>
                <a:stretch>
                  <a:fillRect/>
                </a:stretch>
              </p:blipFill>
              <p:spPr>
                <a:xfrm>
                  <a:off x="6964982" y="3704894"/>
                  <a:ext cx="17568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769">
              <p14:nvContentPartPr>
                <p14:cNvPr id="442" name="Entrada de lápiz 441">
                  <a:extLst>
                    <a:ext uri="{FF2B5EF4-FFF2-40B4-BE49-F238E27FC236}">
                      <a16:creationId xmlns:a16="http://schemas.microsoft.com/office/drawing/2014/main" id="{460B07DF-4052-6EBF-CCDC-5E14AD94EF9D}"/>
                    </a:ext>
                  </a:extLst>
                </p14:cNvPr>
                <p14:cNvContentPartPr/>
                <p14:nvPr/>
              </p14:nvContentPartPr>
              <p14:xfrm>
                <a:off x="6985142" y="3700214"/>
                <a:ext cx="20880" cy="127800"/>
              </p14:xfrm>
            </p:contentPart>
          </mc:Choice>
          <mc:Fallback xmlns="">
            <p:pic>
              <p:nvPicPr>
                <p:cNvPr id="442" name="Entrada de lápiz 441">
                  <a:extLst>
                    <a:ext uri="{FF2B5EF4-FFF2-40B4-BE49-F238E27FC236}">
                      <a16:creationId xmlns:a16="http://schemas.microsoft.com/office/drawing/2014/main" id="{460B07DF-4052-6EBF-CCDC-5E14AD94EF9D}"/>
                    </a:ext>
                  </a:extLst>
                </p:cNvPr>
                <p:cNvPicPr/>
                <p:nvPr/>
              </p:nvPicPr>
              <p:blipFill>
                <a:blip r:embed="rId770"/>
                <a:stretch>
                  <a:fillRect/>
                </a:stretch>
              </p:blipFill>
              <p:spPr>
                <a:xfrm>
                  <a:off x="6976142" y="3691574"/>
                  <a:ext cx="3852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771">
              <p14:nvContentPartPr>
                <p14:cNvPr id="444" name="Entrada de lápiz 443">
                  <a:extLst>
                    <a:ext uri="{FF2B5EF4-FFF2-40B4-BE49-F238E27FC236}">
                      <a16:creationId xmlns:a16="http://schemas.microsoft.com/office/drawing/2014/main" id="{96E2D64E-F6E4-291F-9977-A24A2EBEBB20}"/>
                    </a:ext>
                  </a:extLst>
                </p14:cNvPr>
                <p14:cNvContentPartPr/>
                <p14:nvPr/>
              </p14:nvContentPartPr>
              <p14:xfrm>
                <a:off x="6974702" y="3811814"/>
                <a:ext cx="151200" cy="140760"/>
              </p14:xfrm>
            </p:contentPart>
          </mc:Choice>
          <mc:Fallback xmlns="">
            <p:pic>
              <p:nvPicPr>
                <p:cNvPr id="444" name="Entrada de lápiz 443">
                  <a:extLst>
                    <a:ext uri="{FF2B5EF4-FFF2-40B4-BE49-F238E27FC236}">
                      <a16:creationId xmlns:a16="http://schemas.microsoft.com/office/drawing/2014/main" id="{96E2D64E-F6E4-291F-9977-A24A2EBEBB20}"/>
                    </a:ext>
                  </a:extLst>
                </p:cNvPr>
                <p:cNvPicPr/>
                <p:nvPr/>
              </p:nvPicPr>
              <p:blipFill>
                <a:blip r:embed="rId772"/>
                <a:stretch>
                  <a:fillRect/>
                </a:stretch>
              </p:blipFill>
              <p:spPr>
                <a:xfrm>
                  <a:off x="6965702" y="3803174"/>
                  <a:ext cx="16884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773">
              <p14:nvContentPartPr>
                <p14:cNvPr id="446" name="Entrada de lápiz 445">
                  <a:extLst>
                    <a:ext uri="{FF2B5EF4-FFF2-40B4-BE49-F238E27FC236}">
                      <a16:creationId xmlns:a16="http://schemas.microsoft.com/office/drawing/2014/main" id="{5DBB0E09-5D54-84D3-356E-247544FC55DB}"/>
                    </a:ext>
                  </a:extLst>
                </p14:cNvPr>
                <p14:cNvContentPartPr/>
                <p14:nvPr/>
              </p14:nvContentPartPr>
              <p14:xfrm>
                <a:off x="7326062" y="3768974"/>
                <a:ext cx="5760" cy="14760"/>
              </p14:xfrm>
            </p:contentPart>
          </mc:Choice>
          <mc:Fallback xmlns="">
            <p:pic>
              <p:nvPicPr>
                <p:cNvPr id="446" name="Entrada de lápiz 445">
                  <a:extLst>
                    <a:ext uri="{FF2B5EF4-FFF2-40B4-BE49-F238E27FC236}">
                      <a16:creationId xmlns:a16="http://schemas.microsoft.com/office/drawing/2014/main" id="{5DBB0E09-5D54-84D3-356E-247544FC55DB}"/>
                    </a:ext>
                  </a:extLst>
                </p:cNvPr>
                <p:cNvPicPr/>
                <p:nvPr/>
              </p:nvPicPr>
              <p:blipFill>
                <a:blip r:embed="rId774"/>
                <a:stretch>
                  <a:fillRect/>
                </a:stretch>
              </p:blipFill>
              <p:spPr>
                <a:xfrm>
                  <a:off x="7317422" y="3760334"/>
                  <a:ext cx="2340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775">
              <p14:nvContentPartPr>
                <p14:cNvPr id="447" name="Entrada de lápiz 446">
                  <a:extLst>
                    <a:ext uri="{FF2B5EF4-FFF2-40B4-BE49-F238E27FC236}">
                      <a16:creationId xmlns:a16="http://schemas.microsoft.com/office/drawing/2014/main" id="{C2D5AB47-EE5C-FAA1-F60A-83492EC5EC68}"/>
                    </a:ext>
                  </a:extLst>
                </p14:cNvPr>
                <p14:cNvContentPartPr/>
                <p14:nvPr/>
              </p14:nvContentPartPr>
              <p14:xfrm>
                <a:off x="7217702" y="3897134"/>
                <a:ext cx="84240" cy="126720"/>
              </p14:xfrm>
            </p:contentPart>
          </mc:Choice>
          <mc:Fallback xmlns="">
            <p:pic>
              <p:nvPicPr>
                <p:cNvPr id="447" name="Entrada de lápiz 446">
                  <a:extLst>
                    <a:ext uri="{FF2B5EF4-FFF2-40B4-BE49-F238E27FC236}">
                      <a16:creationId xmlns:a16="http://schemas.microsoft.com/office/drawing/2014/main" id="{C2D5AB47-EE5C-FAA1-F60A-83492EC5EC68}"/>
                    </a:ext>
                  </a:extLst>
                </p:cNvPr>
                <p:cNvPicPr/>
                <p:nvPr/>
              </p:nvPicPr>
              <p:blipFill>
                <a:blip r:embed="rId776"/>
                <a:stretch>
                  <a:fillRect/>
                </a:stretch>
              </p:blipFill>
              <p:spPr>
                <a:xfrm>
                  <a:off x="7209062" y="3888134"/>
                  <a:ext cx="1018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777">
              <p14:nvContentPartPr>
                <p14:cNvPr id="769" name="Entrada de lápiz 768">
                  <a:extLst>
                    <a:ext uri="{FF2B5EF4-FFF2-40B4-BE49-F238E27FC236}">
                      <a16:creationId xmlns:a16="http://schemas.microsoft.com/office/drawing/2014/main" id="{CAD3E302-0A67-39C4-0CF7-11D4CBCD9274}"/>
                    </a:ext>
                  </a:extLst>
                </p14:cNvPr>
                <p14:cNvContentPartPr/>
                <p14:nvPr/>
              </p14:nvContentPartPr>
              <p14:xfrm>
                <a:off x="7489142" y="3708494"/>
                <a:ext cx="22320" cy="172440"/>
              </p14:xfrm>
            </p:contentPart>
          </mc:Choice>
          <mc:Fallback xmlns="">
            <p:pic>
              <p:nvPicPr>
                <p:cNvPr id="769" name="Entrada de lápiz 768">
                  <a:extLst>
                    <a:ext uri="{FF2B5EF4-FFF2-40B4-BE49-F238E27FC236}">
                      <a16:creationId xmlns:a16="http://schemas.microsoft.com/office/drawing/2014/main" id="{CAD3E302-0A67-39C4-0CF7-11D4CBCD9274}"/>
                    </a:ext>
                  </a:extLst>
                </p:cNvPr>
                <p:cNvPicPr/>
                <p:nvPr/>
              </p:nvPicPr>
              <p:blipFill>
                <a:blip r:embed="rId778"/>
                <a:stretch>
                  <a:fillRect/>
                </a:stretch>
              </p:blipFill>
              <p:spPr>
                <a:xfrm>
                  <a:off x="7480502" y="3699854"/>
                  <a:ext cx="3996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779">
              <p14:nvContentPartPr>
                <p14:cNvPr id="770" name="Entrada de lápiz 769">
                  <a:extLst>
                    <a:ext uri="{FF2B5EF4-FFF2-40B4-BE49-F238E27FC236}">
                      <a16:creationId xmlns:a16="http://schemas.microsoft.com/office/drawing/2014/main" id="{A25DC777-E649-ADD1-3A27-98F1E22A5390}"/>
                    </a:ext>
                  </a:extLst>
                </p14:cNvPr>
                <p14:cNvContentPartPr/>
                <p14:nvPr/>
              </p14:nvContentPartPr>
              <p14:xfrm>
                <a:off x="7602542" y="3690854"/>
                <a:ext cx="3960" cy="185400"/>
              </p14:xfrm>
            </p:contentPart>
          </mc:Choice>
          <mc:Fallback xmlns="">
            <p:pic>
              <p:nvPicPr>
                <p:cNvPr id="770" name="Entrada de lápiz 769">
                  <a:extLst>
                    <a:ext uri="{FF2B5EF4-FFF2-40B4-BE49-F238E27FC236}">
                      <a16:creationId xmlns:a16="http://schemas.microsoft.com/office/drawing/2014/main" id="{A25DC777-E649-ADD1-3A27-98F1E22A5390}"/>
                    </a:ext>
                  </a:extLst>
                </p:cNvPr>
                <p:cNvPicPr/>
                <p:nvPr/>
              </p:nvPicPr>
              <p:blipFill>
                <a:blip r:embed="rId780"/>
                <a:stretch>
                  <a:fillRect/>
                </a:stretch>
              </p:blipFill>
              <p:spPr>
                <a:xfrm>
                  <a:off x="7593902" y="3681854"/>
                  <a:ext cx="2160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781">
              <p14:nvContentPartPr>
                <p14:cNvPr id="771" name="Entrada de lápiz 770">
                  <a:extLst>
                    <a:ext uri="{FF2B5EF4-FFF2-40B4-BE49-F238E27FC236}">
                      <a16:creationId xmlns:a16="http://schemas.microsoft.com/office/drawing/2014/main" id="{F635D719-25CF-3827-C998-B7C11CFF783C}"/>
                    </a:ext>
                  </a:extLst>
                </p14:cNvPr>
                <p14:cNvContentPartPr/>
                <p14:nvPr/>
              </p14:nvContentPartPr>
              <p14:xfrm>
                <a:off x="7446302" y="3769694"/>
                <a:ext cx="211320" cy="12240"/>
              </p14:xfrm>
            </p:contentPart>
          </mc:Choice>
          <mc:Fallback xmlns="">
            <p:pic>
              <p:nvPicPr>
                <p:cNvPr id="771" name="Entrada de lápiz 770">
                  <a:extLst>
                    <a:ext uri="{FF2B5EF4-FFF2-40B4-BE49-F238E27FC236}">
                      <a16:creationId xmlns:a16="http://schemas.microsoft.com/office/drawing/2014/main" id="{F635D719-25CF-3827-C998-B7C11CFF783C}"/>
                    </a:ext>
                  </a:extLst>
                </p:cNvPr>
                <p:cNvPicPr/>
                <p:nvPr/>
              </p:nvPicPr>
              <p:blipFill>
                <a:blip r:embed="rId782"/>
                <a:stretch>
                  <a:fillRect/>
                </a:stretch>
              </p:blipFill>
              <p:spPr>
                <a:xfrm>
                  <a:off x="7437662" y="3760694"/>
                  <a:ext cx="22896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783">
              <p14:nvContentPartPr>
                <p14:cNvPr id="772" name="Entrada de lápiz 771">
                  <a:extLst>
                    <a:ext uri="{FF2B5EF4-FFF2-40B4-BE49-F238E27FC236}">
                      <a16:creationId xmlns:a16="http://schemas.microsoft.com/office/drawing/2014/main" id="{2D20268B-BD59-7C90-98EF-BF2408DE2D21}"/>
                    </a:ext>
                  </a:extLst>
                </p14:cNvPr>
                <p14:cNvContentPartPr/>
                <p14:nvPr/>
              </p14:nvContentPartPr>
              <p14:xfrm>
                <a:off x="7471502" y="3843494"/>
                <a:ext cx="179280" cy="15480"/>
              </p14:xfrm>
            </p:contentPart>
          </mc:Choice>
          <mc:Fallback xmlns="">
            <p:pic>
              <p:nvPicPr>
                <p:cNvPr id="772" name="Entrada de lápiz 771">
                  <a:extLst>
                    <a:ext uri="{FF2B5EF4-FFF2-40B4-BE49-F238E27FC236}">
                      <a16:creationId xmlns:a16="http://schemas.microsoft.com/office/drawing/2014/main" id="{2D20268B-BD59-7C90-98EF-BF2408DE2D21}"/>
                    </a:ext>
                  </a:extLst>
                </p:cNvPr>
                <p:cNvPicPr/>
                <p:nvPr/>
              </p:nvPicPr>
              <p:blipFill>
                <a:blip r:embed="rId784"/>
                <a:stretch>
                  <a:fillRect/>
                </a:stretch>
              </p:blipFill>
              <p:spPr>
                <a:xfrm>
                  <a:off x="7462502" y="3834494"/>
                  <a:ext cx="19692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785">
              <p14:nvContentPartPr>
                <p14:cNvPr id="350" name="Entrada de lápiz 349">
                  <a:extLst>
                    <a:ext uri="{FF2B5EF4-FFF2-40B4-BE49-F238E27FC236}">
                      <a16:creationId xmlns:a16="http://schemas.microsoft.com/office/drawing/2014/main" id="{CA12D755-6742-C3F8-19B7-E8731F32737B}"/>
                    </a:ext>
                  </a:extLst>
                </p14:cNvPr>
                <p14:cNvContentPartPr/>
                <p14:nvPr/>
              </p14:nvContentPartPr>
              <p14:xfrm>
                <a:off x="5230502" y="3986774"/>
                <a:ext cx="69480" cy="65160"/>
              </p14:xfrm>
            </p:contentPart>
          </mc:Choice>
          <mc:Fallback xmlns="">
            <p:pic>
              <p:nvPicPr>
                <p:cNvPr id="350" name="Entrada de lápiz 349">
                  <a:extLst>
                    <a:ext uri="{FF2B5EF4-FFF2-40B4-BE49-F238E27FC236}">
                      <a16:creationId xmlns:a16="http://schemas.microsoft.com/office/drawing/2014/main" id="{CA12D755-6742-C3F8-19B7-E8731F32737B}"/>
                    </a:ext>
                  </a:extLst>
                </p:cNvPr>
                <p:cNvPicPr/>
                <p:nvPr/>
              </p:nvPicPr>
              <p:blipFill>
                <a:blip r:embed="rId786"/>
                <a:stretch>
                  <a:fillRect/>
                </a:stretch>
              </p:blipFill>
              <p:spPr>
                <a:xfrm>
                  <a:off x="5221862" y="3977774"/>
                  <a:ext cx="8712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787">
              <p14:nvContentPartPr>
                <p14:cNvPr id="351" name="Entrada de lápiz 350">
                  <a:extLst>
                    <a:ext uri="{FF2B5EF4-FFF2-40B4-BE49-F238E27FC236}">
                      <a16:creationId xmlns:a16="http://schemas.microsoft.com/office/drawing/2014/main" id="{4C20B01D-FD00-FC60-8970-F3BC66E7B2EF}"/>
                    </a:ext>
                  </a:extLst>
                </p14:cNvPr>
                <p14:cNvContentPartPr/>
                <p14:nvPr/>
              </p14:nvContentPartPr>
              <p14:xfrm>
                <a:off x="5221862" y="3899654"/>
                <a:ext cx="44280" cy="14400"/>
              </p14:xfrm>
            </p:contentPart>
          </mc:Choice>
          <mc:Fallback xmlns="">
            <p:pic>
              <p:nvPicPr>
                <p:cNvPr id="351" name="Entrada de lápiz 350">
                  <a:extLst>
                    <a:ext uri="{FF2B5EF4-FFF2-40B4-BE49-F238E27FC236}">
                      <a16:creationId xmlns:a16="http://schemas.microsoft.com/office/drawing/2014/main" id="{4C20B01D-FD00-FC60-8970-F3BC66E7B2EF}"/>
                    </a:ext>
                  </a:extLst>
                </p:cNvPr>
                <p:cNvPicPr/>
                <p:nvPr/>
              </p:nvPicPr>
              <p:blipFill>
                <a:blip r:embed="rId788"/>
                <a:stretch>
                  <a:fillRect/>
                </a:stretch>
              </p:blipFill>
              <p:spPr>
                <a:xfrm>
                  <a:off x="5213222" y="3890654"/>
                  <a:ext cx="6192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789">
              <p14:nvContentPartPr>
                <p14:cNvPr id="352" name="Entrada de lápiz 351">
                  <a:extLst>
                    <a:ext uri="{FF2B5EF4-FFF2-40B4-BE49-F238E27FC236}">
                      <a16:creationId xmlns:a16="http://schemas.microsoft.com/office/drawing/2014/main" id="{00643C31-C1BF-910A-DE62-7E75C129E0BF}"/>
                    </a:ext>
                  </a:extLst>
                </p14:cNvPr>
                <p14:cNvContentPartPr/>
                <p14:nvPr/>
              </p14:nvContentPartPr>
              <p14:xfrm>
                <a:off x="5373062" y="3858974"/>
                <a:ext cx="103320" cy="10440"/>
              </p14:xfrm>
            </p:contentPart>
          </mc:Choice>
          <mc:Fallback xmlns="">
            <p:pic>
              <p:nvPicPr>
                <p:cNvPr id="352" name="Entrada de lápiz 351">
                  <a:extLst>
                    <a:ext uri="{FF2B5EF4-FFF2-40B4-BE49-F238E27FC236}">
                      <a16:creationId xmlns:a16="http://schemas.microsoft.com/office/drawing/2014/main" id="{00643C31-C1BF-910A-DE62-7E75C129E0BF}"/>
                    </a:ext>
                  </a:extLst>
                </p:cNvPr>
                <p:cNvPicPr/>
                <p:nvPr/>
              </p:nvPicPr>
              <p:blipFill>
                <a:blip r:embed="rId790"/>
                <a:stretch>
                  <a:fillRect/>
                </a:stretch>
              </p:blipFill>
              <p:spPr>
                <a:xfrm>
                  <a:off x="5364062" y="3850334"/>
                  <a:ext cx="12096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791">
              <p14:nvContentPartPr>
                <p14:cNvPr id="374" name="Entrada de lápiz 373">
                  <a:extLst>
                    <a:ext uri="{FF2B5EF4-FFF2-40B4-BE49-F238E27FC236}">
                      <a16:creationId xmlns:a16="http://schemas.microsoft.com/office/drawing/2014/main" id="{9866CA20-3B5C-C9BD-3F43-CDBD3FFCCC8B}"/>
                    </a:ext>
                  </a:extLst>
                </p14:cNvPr>
                <p14:cNvContentPartPr/>
                <p14:nvPr/>
              </p14:nvContentPartPr>
              <p14:xfrm>
                <a:off x="5360822" y="3938894"/>
                <a:ext cx="105480" cy="7560"/>
              </p14:xfrm>
            </p:contentPart>
          </mc:Choice>
          <mc:Fallback xmlns="">
            <p:pic>
              <p:nvPicPr>
                <p:cNvPr id="374" name="Entrada de lápiz 373">
                  <a:extLst>
                    <a:ext uri="{FF2B5EF4-FFF2-40B4-BE49-F238E27FC236}">
                      <a16:creationId xmlns:a16="http://schemas.microsoft.com/office/drawing/2014/main" id="{9866CA20-3B5C-C9BD-3F43-CDBD3FFCCC8B}"/>
                    </a:ext>
                  </a:extLst>
                </p:cNvPr>
                <p:cNvPicPr/>
                <p:nvPr/>
              </p:nvPicPr>
              <p:blipFill>
                <a:blip r:embed="rId792"/>
                <a:stretch>
                  <a:fillRect/>
                </a:stretch>
              </p:blipFill>
              <p:spPr>
                <a:xfrm>
                  <a:off x="5352182" y="3929894"/>
                  <a:ext cx="12312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793">
              <p14:nvContentPartPr>
                <p14:cNvPr id="391" name="Entrada de lápiz 390">
                  <a:extLst>
                    <a:ext uri="{FF2B5EF4-FFF2-40B4-BE49-F238E27FC236}">
                      <a16:creationId xmlns:a16="http://schemas.microsoft.com/office/drawing/2014/main" id="{F4C448CA-4CE9-EB58-294D-14AFEFD9CFB9}"/>
                    </a:ext>
                  </a:extLst>
                </p14:cNvPr>
                <p14:cNvContentPartPr/>
                <p14:nvPr/>
              </p14:nvContentPartPr>
              <p14:xfrm>
                <a:off x="5564222" y="3772934"/>
                <a:ext cx="131760" cy="181800"/>
              </p14:xfrm>
            </p:contentPart>
          </mc:Choice>
          <mc:Fallback xmlns="">
            <p:pic>
              <p:nvPicPr>
                <p:cNvPr id="391" name="Entrada de lápiz 390">
                  <a:extLst>
                    <a:ext uri="{FF2B5EF4-FFF2-40B4-BE49-F238E27FC236}">
                      <a16:creationId xmlns:a16="http://schemas.microsoft.com/office/drawing/2014/main" id="{F4C448CA-4CE9-EB58-294D-14AFEFD9CFB9}"/>
                    </a:ext>
                  </a:extLst>
                </p:cNvPr>
                <p:cNvPicPr/>
                <p:nvPr/>
              </p:nvPicPr>
              <p:blipFill>
                <a:blip r:embed="rId794"/>
                <a:stretch>
                  <a:fillRect/>
                </a:stretch>
              </p:blipFill>
              <p:spPr>
                <a:xfrm>
                  <a:off x="5555582" y="3764294"/>
                  <a:ext cx="14940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795">
              <p14:nvContentPartPr>
                <p14:cNvPr id="393" name="Entrada de lápiz 392">
                  <a:extLst>
                    <a:ext uri="{FF2B5EF4-FFF2-40B4-BE49-F238E27FC236}">
                      <a16:creationId xmlns:a16="http://schemas.microsoft.com/office/drawing/2014/main" id="{A40864F0-024C-6E7C-E39D-CA96233CA091}"/>
                    </a:ext>
                  </a:extLst>
                </p14:cNvPr>
                <p14:cNvContentPartPr/>
                <p14:nvPr/>
              </p14:nvContentPartPr>
              <p14:xfrm>
                <a:off x="5703182" y="3777614"/>
                <a:ext cx="169920" cy="167400"/>
              </p14:xfrm>
            </p:contentPart>
          </mc:Choice>
          <mc:Fallback xmlns="">
            <p:pic>
              <p:nvPicPr>
                <p:cNvPr id="393" name="Entrada de lápiz 392">
                  <a:extLst>
                    <a:ext uri="{FF2B5EF4-FFF2-40B4-BE49-F238E27FC236}">
                      <a16:creationId xmlns:a16="http://schemas.microsoft.com/office/drawing/2014/main" id="{A40864F0-024C-6E7C-E39D-CA96233CA091}"/>
                    </a:ext>
                  </a:extLst>
                </p:cNvPr>
                <p:cNvPicPr/>
                <p:nvPr/>
              </p:nvPicPr>
              <p:blipFill>
                <a:blip r:embed="rId796"/>
                <a:stretch>
                  <a:fillRect/>
                </a:stretch>
              </p:blipFill>
              <p:spPr>
                <a:xfrm>
                  <a:off x="5694542" y="3768974"/>
                  <a:ext cx="18756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797">
              <p14:nvContentPartPr>
                <p14:cNvPr id="403" name="Entrada de lápiz 402">
                  <a:extLst>
                    <a:ext uri="{FF2B5EF4-FFF2-40B4-BE49-F238E27FC236}">
                      <a16:creationId xmlns:a16="http://schemas.microsoft.com/office/drawing/2014/main" id="{2AFE1344-E81C-FDEF-DFB1-81D41D950DD0}"/>
                    </a:ext>
                  </a:extLst>
                </p14:cNvPr>
                <p14:cNvContentPartPr/>
                <p14:nvPr/>
              </p14:nvContentPartPr>
              <p14:xfrm>
                <a:off x="6000902" y="3829814"/>
                <a:ext cx="24840" cy="28440"/>
              </p14:xfrm>
            </p:contentPart>
          </mc:Choice>
          <mc:Fallback xmlns="">
            <p:pic>
              <p:nvPicPr>
                <p:cNvPr id="403" name="Entrada de lápiz 402">
                  <a:extLst>
                    <a:ext uri="{FF2B5EF4-FFF2-40B4-BE49-F238E27FC236}">
                      <a16:creationId xmlns:a16="http://schemas.microsoft.com/office/drawing/2014/main" id="{2AFE1344-E81C-FDEF-DFB1-81D41D950DD0}"/>
                    </a:ext>
                  </a:extLst>
                </p:cNvPr>
                <p:cNvPicPr/>
                <p:nvPr/>
              </p:nvPicPr>
              <p:blipFill>
                <a:blip r:embed="rId798"/>
                <a:stretch>
                  <a:fillRect/>
                </a:stretch>
              </p:blipFill>
              <p:spPr>
                <a:xfrm>
                  <a:off x="5991902" y="3820814"/>
                  <a:ext cx="4248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799">
              <p14:nvContentPartPr>
                <p14:cNvPr id="404" name="Entrada de lápiz 403">
                  <a:extLst>
                    <a:ext uri="{FF2B5EF4-FFF2-40B4-BE49-F238E27FC236}">
                      <a16:creationId xmlns:a16="http://schemas.microsoft.com/office/drawing/2014/main" id="{56A73ED2-E5A7-DEF3-61D0-42DEE43AE4E6}"/>
                    </a:ext>
                  </a:extLst>
                </p14:cNvPr>
                <p14:cNvContentPartPr/>
                <p14:nvPr/>
              </p14:nvContentPartPr>
              <p14:xfrm>
                <a:off x="5938622" y="3931334"/>
                <a:ext cx="77400" cy="82440"/>
              </p14:xfrm>
            </p:contentPart>
          </mc:Choice>
          <mc:Fallback xmlns="">
            <p:pic>
              <p:nvPicPr>
                <p:cNvPr id="404" name="Entrada de lápiz 403">
                  <a:extLst>
                    <a:ext uri="{FF2B5EF4-FFF2-40B4-BE49-F238E27FC236}">
                      <a16:creationId xmlns:a16="http://schemas.microsoft.com/office/drawing/2014/main" id="{56A73ED2-E5A7-DEF3-61D0-42DEE43AE4E6}"/>
                    </a:ext>
                  </a:extLst>
                </p:cNvPr>
                <p:cNvPicPr/>
                <p:nvPr/>
              </p:nvPicPr>
              <p:blipFill>
                <a:blip r:embed="rId800"/>
                <a:stretch>
                  <a:fillRect/>
                </a:stretch>
              </p:blipFill>
              <p:spPr>
                <a:xfrm>
                  <a:off x="5929622" y="3922334"/>
                  <a:ext cx="9504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801">
              <p14:nvContentPartPr>
                <p14:cNvPr id="405" name="Entrada de lápiz 404">
                  <a:extLst>
                    <a:ext uri="{FF2B5EF4-FFF2-40B4-BE49-F238E27FC236}">
                      <a16:creationId xmlns:a16="http://schemas.microsoft.com/office/drawing/2014/main" id="{360519B5-CC87-472D-AB6D-98C10A4D69C5}"/>
                    </a:ext>
                  </a:extLst>
                </p14:cNvPr>
                <p14:cNvContentPartPr/>
                <p14:nvPr/>
              </p14:nvContentPartPr>
              <p14:xfrm>
                <a:off x="6192422" y="3749534"/>
                <a:ext cx="39240" cy="199440"/>
              </p14:xfrm>
            </p:contentPart>
          </mc:Choice>
          <mc:Fallback xmlns="">
            <p:pic>
              <p:nvPicPr>
                <p:cNvPr id="405" name="Entrada de lápiz 404">
                  <a:extLst>
                    <a:ext uri="{FF2B5EF4-FFF2-40B4-BE49-F238E27FC236}">
                      <a16:creationId xmlns:a16="http://schemas.microsoft.com/office/drawing/2014/main" id="{360519B5-CC87-472D-AB6D-98C10A4D69C5}"/>
                    </a:ext>
                  </a:extLst>
                </p:cNvPr>
                <p:cNvPicPr/>
                <p:nvPr/>
              </p:nvPicPr>
              <p:blipFill>
                <a:blip r:embed="rId802"/>
                <a:stretch>
                  <a:fillRect/>
                </a:stretch>
              </p:blipFill>
              <p:spPr>
                <a:xfrm>
                  <a:off x="6183782" y="3740534"/>
                  <a:ext cx="5688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803">
              <p14:nvContentPartPr>
                <p14:cNvPr id="409" name="Entrada de lápiz 408">
                  <a:extLst>
                    <a:ext uri="{FF2B5EF4-FFF2-40B4-BE49-F238E27FC236}">
                      <a16:creationId xmlns:a16="http://schemas.microsoft.com/office/drawing/2014/main" id="{48F2F013-B83B-F8A8-2A6F-2B89213D80F6}"/>
                    </a:ext>
                  </a:extLst>
                </p14:cNvPr>
                <p14:cNvContentPartPr/>
                <p14:nvPr/>
              </p14:nvContentPartPr>
              <p14:xfrm>
                <a:off x="6268382" y="3750974"/>
                <a:ext cx="17640" cy="198000"/>
              </p14:xfrm>
            </p:contentPart>
          </mc:Choice>
          <mc:Fallback xmlns="">
            <p:pic>
              <p:nvPicPr>
                <p:cNvPr id="409" name="Entrada de lápiz 408">
                  <a:extLst>
                    <a:ext uri="{FF2B5EF4-FFF2-40B4-BE49-F238E27FC236}">
                      <a16:creationId xmlns:a16="http://schemas.microsoft.com/office/drawing/2014/main" id="{48F2F013-B83B-F8A8-2A6F-2B89213D80F6}"/>
                    </a:ext>
                  </a:extLst>
                </p:cNvPr>
                <p:cNvPicPr/>
                <p:nvPr/>
              </p:nvPicPr>
              <p:blipFill>
                <a:blip r:embed="rId804"/>
                <a:stretch>
                  <a:fillRect/>
                </a:stretch>
              </p:blipFill>
              <p:spPr>
                <a:xfrm>
                  <a:off x="6259382" y="3741974"/>
                  <a:ext cx="3528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805">
              <p14:nvContentPartPr>
                <p14:cNvPr id="411" name="Entrada de lápiz 410">
                  <a:extLst>
                    <a:ext uri="{FF2B5EF4-FFF2-40B4-BE49-F238E27FC236}">
                      <a16:creationId xmlns:a16="http://schemas.microsoft.com/office/drawing/2014/main" id="{E771BCDF-0735-5375-1AF9-4281AC9E50F7}"/>
                    </a:ext>
                  </a:extLst>
                </p14:cNvPr>
                <p14:cNvContentPartPr/>
                <p14:nvPr/>
              </p14:nvContentPartPr>
              <p14:xfrm>
                <a:off x="6128702" y="3829814"/>
                <a:ext cx="222120" cy="18360"/>
              </p14:xfrm>
            </p:contentPart>
          </mc:Choice>
          <mc:Fallback xmlns="">
            <p:pic>
              <p:nvPicPr>
                <p:cNvPr id="411" name="Entrada de lápiz 410">
                  <a:extLst>
                    <a:ext uri="{FF2B5EF4-FFF2-40B4-BE49-F238E27FC236}">
                      <a16:creationId xmlns:a16="http://schemas.microsoft.com/office/drawing/2014/main" id="{E771BCDF-0735-5375-1AF9-4281AC9E50F7}"/>
                    </a:ext>
                  </a:extLst>
                </p:cNvPr>
                <p:cNvPicPr/>
                <p:nvPr/>
              </p:nvPicPr>
              <p:blipFill>
                <a:blip r:embed="rId806"/>
                <a:stretch>
                  <a:fillRect/>
                </a:stretch>
              </p:blipFill>
              <p:spPr>
                <a:xfrm>
                  <a:off x="6120062" y="3820814"/>
                  <a:ext cx="23976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807">
              <p14:nvContentPartPr>
                <p14:cNvPr id="413" name="Entrada de lápiz 412">
                  <a:extLst>
                    <a:ext uri="{FF2B5EF4-FFF2-40B4-BE49-F238E27FC236}">
                      <a16:creationId xmlns:a16="http://schemas.microsoft.com/office/drawing/2014/main" id="{C79524B4-DC17-D14E-F164-790E0BFCE58E}"/>
                    </a:ext>
                  </a:extLst>
                </p14:cNvPr>
                <p14:cNvContentPartPr/>
                <p14:nvPr/>
              </p14:nvContentPartPr>
              <p14:xfrm>
                <a:off x="6155702" y="3885974"/>
                <a:ext cx="187200" cy="6840"/>
              </p14:xfrm>
            </p:contentPart>
          </mc:Choice>
          <mc:Fallback xmlns="">
            <p:pic>
              <p:nvPicPr>
                <p:cNvPr id="413" name="Entrada de lápiz 412">
                  <a:extLst>
                    <a:ext uri="{FF2B5EF4-FFF2-40B4-BE49-F238E27FC236}">
                      <a16:creationId xmlns:a16="http://schemas.microsoft.com/office/drawing/2014/main" id="{C79524B4-DC17-D14E-F164-790E0BFCE58E}"/>
                    </a:ext>
                  </a:extLst>
                </p:cNvPr>
                <p:cNvPicPr/>
                <p:nvPr/>
              </p:nvPicPr>
              <p:blipFill>
                <a:blip r:embed="rId808"/>
                <a:stretch>
                  <a:fillRect/>
                </a:stretch>
              </p:blipFill>
              <p:spPr>
                <a:xfrm>
                  <a:off x="6146702" y="3877334"/>
                  <a:ext cx="20484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809">
              <p14:nvContentPartPr>
                <p14:cNvPr id="996" name="Entrada de lápiz 995">
                  <a:extLst>
                    <a:ext uri="{FF2B5EF4-FFF2-40B4-BE49-F238E27FC236}">
                      <a16:creationId xmlns:a16="http://schemas.microsoft.com/office/drawing/2014/main" id="{2C23A4A8-326F-7663-8084-DA72201AC8CA}"/>
                    </a:ext>
                  </a:extLst>
                </p14:cNvPr>
                <p14:cNvContentPartPr/>
                <p14:nvPr/>
              </p14:nvContentPartPr>
              <p14:xfrm>
                <a:off x="6402033" y="3733564"/>
                <a:ext cx="141120" cy="212400"/>
              </p14:xfrm>
            </p:contentPart>
          </mc:Choice>
          <mc:Fallback xmlns="">
            <p:pic>
              <p:nvPicPr>
                <p:cNvPr id="996" name="Entrada de lápiz 995">
                  <a:extLst>
                    <a:ext uri="{FF2B5EF4-FFF2-40B4-BE49-F238E27FC236}">
                      <a16:creationId xmlns:a16="http://schemas.microsoft.com/office/drawing/2014/main" id="{2C23A4A8-326F-7663-8084-DA72201AC8CA}"/>
                    </a:ext>
                  </a:extLst>
                </p:cNvPr>
                <p:cNvPicPr/>
                <p:nvPr/>
              </p:nvPicPr>
              <p:blipFill>
                <a:blip r:embed="rId810"/>
                <a:stretch>
                  <a:fillRect/>
                </a:stretch>
              </p:blipFill>
              <p:spPr>
                <a:xfrm>
                  <a:off x="6393393" y="3724924"/>
                  <a:ext cx="15876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811">
              <p14:nvContentPartPr>
                <p14:cNvPr id="998" name="Entrada de lápiz 997">
                  <a:extLst>
                    <a:ext uri="{FF2B5EF4-FFF2-40B4-BE49-F238E27FC236}">
                      <a16:creationId xmlns:a16="http://schemas.microsoft.com/office/drawing/2014/main" id="{D791512F-051C-E2E1-C228-4959104B0025}"/>
                    </a:ext>
                  </a:extLst>
                </p14:cNvPr>
                <p14:cNvContentPartPr/>
                <p14:nvPr/>
              </p14:nvContentPartPr>
              <p14:xfrm>
                <a:off x="7722873" y="3650764"/>
                <a:ext cx="153000" cy="226800"/>
              </p14:xfrm>
            </p:contentPart>
          </mc:Choice>
          <mc:Fallback xmlns="">
            <p:pic>
              <p:nvPicPr>
                <p:cNvPr id="998" name="Entrada de lápiz 997">
                  <a:extLst>
                    <a:ext uri="{FF2B5EF4-FFF2-40B4-BE49-F238E27FC236}">
                      <a16:creationId xmlns:a16="http://schemas.microsoft.com/office/drawing/2014/main" id="{D791512F-051C-E2E1-C228-4959104B0025}"/>
                    </a:ext>
                  </a:extLst>
                </p:cNvPr>
                <p:cNvPicPr/>
                <p:nvPr/>
              </p:nvPicPr>
              <p:blipFill>
                <a:blip r:embed="rId812"/>
                <a:stretch>
                  <a:fillRect/>
                </a:stretch>
              </p:blipFill>
              <p:spPr>
                <a:xfrm>
                  <a:off x="7714233" y="3641764"/>
                  <a:ext cx="170640" cy="244440"/>
                </a:xfrm>
                <a:prstGeom prst="rect">
                  <a:avLst/>
                </a:prstGeom>
              </p:spPr>
            </p:pic>
          </mc:Fallback>
        </mc:AlternateContent>
      </p:grpSp>
      <p:sp>
        <p:nvSpPr>
          <p:cNvPr id="3" name="CuadroTexto 2">
            <a:extLst>
              <a:ext uri="{FF2B5EF4-FFF2-40B4-BE49-F238E27FC236}">
                <a16:creationId xmlns:a16="http://schemas.microsoft.com/office/drawing/2014/main" id="{41ADE15D-BB09-4C75-8A0B-D730FABC4D66}"/>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4" name="CuadroTexto 3">
            <a:extLst>
              <a:ext uri="{FF2B5EF4-FFF2-40B4-BE49-F238E27FC236}">
                <a16:creationId xmlns:a16="http://schemas.microsoft.com/office/drawing/2014/main" id="{0D7C8287-C1BB-ECA0-A131-0C47F7A7A852}"/>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grpSp>
        <p:nvGrpSpPr>
          <p:cNvPr id="13" name="Grupo 12">
            <a:extLst>
              <a:ext uri="{FF2B5EF4-FFF2-40B4-BE49-F238E27FC236}">
                <a16:creationId xmlns:a16="http://schemas.microsoft.com/office/drawing/2014/main" id="{5AD19544-01EF-1EC7-2665-E4F9AF2E7BF3}"/>
              </a:ext>
            </a:extLst>
          </p:cNvPr>
          <p:cNvGrpSpPr/>
          <p:nvPr/>
        </p:nvGrpSpPr>
        <p:grpSpPr>
          <a:xfrm>
            <a:off x="3874024" y="2796215"/>
            <a:ext cx="792360" cy="359640"/>
            <a:chOff x="3874024" y="2796215"/>
            <a:chExt cx="792360" cy="359640"/>
          </a:xfrm>
        </p:grpSpPr>
        <mc:AlternateContent xmlns:mc="http://schemas.openxmlformats.org/markup-compatibility/2006" xmlns:p14="http://schemas.microsoft.com/office/powerpoint/2010/main">
          <mc:Choice Requires="p14">
            <p:contentPart p14:bwMode="auto" r:id="rId813">
              <p14:nvContentPartPr>
                <p14:cNvPr id="11" name="Entrada de lápiz 10">
                  <a:extLst>
                    <a:ext uri="{FF2B5EF4-FFF2-40B4-BE49-F238E27FC236}">
                      <a16:creationId xmlns:a16="http://schemas.microsoft.com/office/drawing/2014/main" id="{932ECFDD-69FD-918D-C7B2-DF094CF61C19}"/>
                    </a:ext>
                  </a:extLst>
                </p14:cNvPr>
                <p14:cNvContentPartPr/>
                <p14:nvPr/>
              </p14:nvContentPartPr>
              <p14:xfrm>
                <a:off x="3874024" y="2866775"/>
                <a:ext cx="736560" cy="289080"/>
              </p14:xfrm>
            </p:contentPart>
          </mc:Choice>
          <mc:Fallback xmlns="">
            <p:pic>
              <p:nvPicPr>
                <p:cNvPr id="11" name="Entrada de lápiz 10">
                  <a:extLst>
                    <a:ext uri="{FF2B5EF4-FFF2-40B4-BE49-F238E27FC236}">
                      <a16:creationId xmlns:a16="http://schemas.microsoft.com/office/drawing/2014/main" id="{932ECFDD-69FD-918D-C7B2-DF094CF61C19}"/>
                    </a:ext>
                  </a:extLst>
                </p:cNvPr>
                <p:cNvPicPr/>
                <p:nvPr/>
              </p:nvPicPr>
              <p:blipFill>
                <a:blip r:embed="rId814"/>
                <a:stretch>
                  <a:fillRect/>
                </a:stretch>
              </p:blipFill>
              <p:spPr>
                <a:xfrm>
                  <a:off x="3856024" y="2848775"/>
                  <a:ext cx="77220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815">
              <p14:nvContentPartPr>
                <p14:cNvPr id="12" name="Entrada de lápiz 11">
                  <a:extLst>
                    <a:ext uri="{FF2B5EF4-FFF2-40B4-BE49-F238E27FC236}">
                      <a16:creationId xmlns:a16="http://schemas.microsoft.com/office/drawing/2014/main" id="{3DD4BF40-33F7-6694-E23B-2F8FA0D89EA6}"/>
                    </a:ext>
                  </a:extLst>
                </p14:cNvPr>
                <p14:cNvContentPartPr/>
                <p14:nvPr/>
              </p14:nvContentPartPr>
              <p14:xfrm>
                <a:off x="4477024" y="2796215"/>
                <a:ext cx="189360" cy="108000"/>
              </p14:xfrm>
            </p:contentPart>
          </mc:Choice>
          <mc:Fallback xmlns="">
            <p:pic>
              <p:nvPicPr>
                <p:cNvPr id="12" name="Entrada de lápiz 11">
                  <a:extLst>
                    <a:ext uri="{FF2B5EF4-FFF2-40B4-BE49-F238E27FC236}">
                      <a16:creationId xmlns:a16="http://schemas.microsoft.com/office/drawing/2014/main" id="{3DD4BF40-33F7-6694-E23B-2F8FA0D89EA6}"/>
                    </a:ext>
                  </a:extLst>
                </p:cNvPr>
                <p:cNvPicPr/>
                <p:nvPr/>
              </p:nvPicPr>
              <p:blipFill>
                <a:blip r:embed="rId816"/>
                <a:stretch>
                  <a:fillRect/>
                </a:stretch>
              </p:blipFill>
              <p:spPr>
                <a:xfrm>
                  <a:off x="4459384" y="2778215"/>
                  <a:ext cx="225000" cy="143640"/>
                </a:xfrm>
                <a:prstGeom prst="rect">
                  <a:avLst/>
                </a:prstGeom>
              </p:spPr>
            </p:pic>
          </mc:Fallback>
        </mc:AlternateContent>
      </p:grpSp>
      <p:grpSp>
        <p:nvGrpSpPr>
          <p:cNvPr id="96" name="Grupo 95">
            <a:extLst>
              <a:ext uri="{FF2B5EF4-FFF2-40B4-BE49-F238E27FC236}">
                <a16:creationId xmlns:a16="http://schemas.microsoft.com/office/drawing/2014/main" id="{88DADE45-59D2-C4BA-1E0C-6F370324BF19}"/>
              </a:ext>
            </a:extLst>
          </p:cNvPr>
          <p:cNvGrpSpPr/>
          <p:nvPr/>
        </p:nvGrpSpPr>
        <p:grpSpPr>
          <a:xfrm>
            <a:off x="2822824" y="2802335"/>
            <a:ext cx="809640" cy="305280"/>
            <a:chOff x="2822824" y="2802335"/>
            <a:chExt cx="809640" cy="305280"/>
          </a:xfrm>
        </p:grpSpPr>
        <mc:AlternateContent xmlns:mc="http://schemas.openxmlformats.org/markup-compatibility/2006" xmlns:p14="http://schemas.microsoft.com/office/powerpoint/2010/main">
          <mc:Choice Requires="p14">
            <p:contentPart p14:bwMode="auto" r:id="rId817">
              <p14:nvContentPartPr>
                <p14:cNvPr id="14" name="Entrada de lápiz 13">
                  <a:extLst>
                    <a:ext uri="{FF2B5EF4-FFF2-40B4-BE49-F238E27FC236}">
                      <a16:creationId xmlns:a16="http://schemas.microsoft.com/office/drawing/2014/main" id="{E236A90E-F0A3-1092-F98A-92561E43EAAE}"/>
                    </a:ext>
                  </a:extLst>
                </p14:cNvPr>
                <p14:cNvContentPartPr/>
                <p14:nvPr/>
              </p14:nvContentPartPr>
              <p14:xfrm>
                <a:off x="2822824" y="2979455"/>
                <a:ext cx="116640" cy="128160"/>
              </p14:xfrm>
            </p:contentPart>
          </mc:Choice>
          <mc:Fallback xmlns="">
            <p:pic>
              <p:nvPicPr>
                <p:cNvPr id="14" name="Entrada de lápiz 13">
                  <a:extLst>
                    <a:ext uri="{FF2B5EF4-FFF2-40B4-BE49-F238E27FC236}">
                      <a16:creationId xmlns:a16="http://schemas.microsoft.com/office/drawing/2014/main" id="{E236A90E-F0A3-1092-F98A-92561E43EAAE}"/>
                    </a:ext>
                  </a:extLst>
                </p:cNvPr>
                <p:cNvPicPr/>
                <p:nvPr/>
              </p:nvPicPr>
              <p:blipFill>
                <a:blip r:embed="rId818"/>
                <a:stretch>
                  <a:fillRect/>
                </a:stretch>
              </p:blipFill>
              <p:spPr>
                <a:xfrm>
                  <a:off x="2805184" y="2961455"/>
                  <a:ext cx="15228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819">
              <p14:nvContentPartPr>
                <p14:cNvPr id="15" name="Entrada de lápiz 14">
                  <a:extLst>
                    <a:ext uri="{FF2B5EF4-FFF2-40B4-BE49-F238E27FC236}">
                      <a16:creationId xmlns:a16="http://schemas.microsoft.com/office/drawing/2014/main" id="{E1119467-A845-07D3-DABB-70486802695C}"/>
                    </a:ext>
                  </a:extLst>
                </p14:cNvPr>
                <p14:cNvContentPartPr/>
                <p14:nvPr/>
              </p14:nvContentPartPr>
              <p14:xfrm>
                <a:off x="2965744" y="2976575"/>
                <a:ext cx="72000" cy="119160"/>
              </p14:xfrm>
            </p:contentPart>
          </mc:Choice>
          <mc:Fallback xmlns="">
            <p:pic>
              <p:nvPicPr>
                <p:cNvPr id="15" name="Entrada de lápiz 14">
                  <a:extLst>
                    <a:ext uri="{FF2B5EF4-FFF2-40B4-BE49-F238E27FC236}">
                      <a16:creationId xmlns:a16="http://schemas.microsoft.com/office/drawing/2014/main" id="{E1119467-A845-07D3-DABB-70486802695C}"/>
                    </a:ext>
                  </a:extLst>
                </p:cNvPr>
                <p:cNvPicPr/>
                <p:nvPr/>
              </p:nvPicPr>
              <p:blipFill>
                <a:blip r:embed="rId820"/>
                <a:stretch>
                  <a:fillRect/>
                </a:stretch>
              </p:blipFill>
              <p:spPr>
                <a:xfrm>
                  <a:off x="2948104" y="2958575"/>
                  <a:ext cx="10764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821">
              <p14:nvContentPartPr>
                <p14:cNvPr id="26" name="Entrada de lápiz 25">
                  <a:extLst>
                    <a:ext uri="{FF2B5EF4-FFF2-40B4-BE49-F238E27FC236}">
                      <a16:creationId xmlns:a16="http://schemas.microsoft.com/office/drawing/2014/main" id="{01D15A19-5B74-72C7-C650-3E79314B12DE}"/>
                    </a:ext>
                  </a:extLst>
                </p14:cNvPr>
                <p14:cNvContentPartPr/>
                <p14:nvPr/>
              </p14:nvContentPartPr>
              <p14:xfrm>
                <a:off x="3037744" y="2964695"/>
                <a:ext cx="108720" cy="109440"/>
              </p14:xfrm>
            </p:contentPart>
          </mc:Choice>
          <mc:Fallback xmlns="">
            <p:pic>
              <p:nvPicPr>
                <p:cNvPr id="26" name="Entrada de lápiz 25">
                  <a:extLst>
                    <a:ext uri="{FF2B5EF4-FFF2-40B4-BE49-F238E27FC236}">
                      <a16:creationId xmlns:a16="http://schemas.microsoft.com/office/drawing/2014/main" id="{01D15A19-5B74-72C7-C650-3E79314B12DE}"/>
                    </a:ext>
                  </a:extLst>
                </p:cNvPr>
                <p:cNvPicPr/>
                <p:nvPr/>
              </p:nvPicPr>
              <p:blipFill>
                <a:blip r:embed="rId822"/>
                <a:stretch>
                  <a:fillRect/>
                </a:stretch>
              </p:blipFill>
              <p:spPr>
                <a:xfrm>
                  <a:off x="3020104" y="2947055"/>
                  <a:ext cx="14436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823">
              <p14:nvContentPartPr>
                <p14:cNvPr id="27" name="Entrada de lápiz 26">
                  <a:extLst>
                    <a:ext uri="{FF2B5EF4-FFF2-40B4-BE49-F238E27FC236}">
                      <a16:creationId xmlns:a16="http://schemas.microsoft.com/office/drawing/2014/main" id="{E295C3AB-14D1-9443-86AF-396EB848E102}"/>
                    </a:ext>
                  </a:extLst>
                </p14:cNvPr>
                <p14:cNvContentPartPr/>
                <p14:nvPr/>
              </p14:nvContentPartPr>
              <p14:xfrm>
                <a:off x="3122344" y="2988095"/>
                <a:ext cx="106920" cy="83880"/>
              </p14:xfrm>
            </p:contentPart>
          </mc:Choice>
          <mc:Fallback xmlns="">
            <p:pic>
              <p:nvPicPr>
                <p:cNvPr id="27" name="Entrada de lápiz 26">
                  <a:extLst>
                    <a:ext uri="{FF2B5EF4-FFF2-40B4-BE49-F238E27FC236}">
                      <a16:creationId xmlns:a16="http://schemas.microsoft.com/office/drawing/2014/main" id="{E295C3AB-14D1-9443-86AF-396EB848E102}"/>
                    </a:ext>
                  </a:extLst>
                </p:cNvPr>
                <p:cNvPicPr/>
                <p:nvPr/>
              </p:nvPicPr>
              <p:blipFill>
                <a:blip r:embed="rId824"/>
                <a:stretch>
                  <a:fillRect/>
                </a:stretch>
              </p:blipFill>
              <p:spPr>
                <a:xfrm>
                  <a:off x="3104344" y="2970095"/>
                  <a:ext cx="14256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825">
              <p14:nvContentPartPr>
                <p14:cNvPr id="29" name="Entrada de lápiz 28">
                  <a:extLst>
                    <a:ext uri="{FF2B5EF4-FFF2-40B4-BE49-F238E27FC236}">
                      <a16:creationId xmlns:a16="http://schemas.microsoft.com/office/drawing/2014/main" id="{83A75F96-4295-255D-29D3-8ECAC2FF9D5B}"/>
                    </a:ext>
                  </a:extLst>
                </p14:cNvPr>
                <p14:cNvContentPartPr/>
                <p14:nvPr/>
              </p14:nvContentPartPr>
              <p14:xfrm>
                <a:off x="3243664" y="2808095"/>
                <a:ext cx="26280" cy="224280"/>
              </p14:xfrm>
            </p:contentPart>
          </mc:Choice>
          <mc:Fallback xmlns="">
            <p:pic>
              <p:nvPicPr>
                <p:cNvPr id="29" name="Entrada de lápiz 28">
                  <a:extLst>
                    <a:ext uri="{FF2B5EF4-FFF2-40B4-BE49-F238E27FC236}">
                      <a16:creationId xmlns:a16="http://schemas.microsoft.com/office/drawing/2014/main" id="{83A75F96-4295-255D-29D3-8ECAC2FF9D5B}"/>
                    </a:ext>
                  </a:extLst>
                </p:cNvPr>
                <p:cNvPicPr/>
                <p:nvPr/>
              </p:nvPicPr>
              <p:blipFill>
                <a:blip r:embed="rId826"/>
                <a:stretch>
                  <a:fillRect/>
                </a:stretch>
              </p:blipFill>
              <p:spPr>
                <a:xfrm>
                  <a:off x="3225664" y="2790455"/>
                  <a:ext cx="6192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827">
              <p14:nvContentPartPr>
                <p14:cNvPr id="39" name="Entrada de lápiz 38">
                  <a:extLst>
                    <a:ext uri="{FF2B5EF4-FFF2-40B4-BE49-F238E27FC236}">
                      <a16:creationId xmlns:a16="http://schemas.microsoft.com/office/drawing/2014/main" id="{B81B5F07-FF3D-213B-102D-1206021B6192}"/>
                    </a:ext>
                  </a:extLst>
                </p14:cNvPr>
                <p14:cNvContentPartPr/>
                <p14:nvPr/>
              </p14:nvContentPartPr>
              <p14:xfrm>
                <a:off x="3284704" y="2945615"/>
                <a:ext cx="107640" cy="95400"/>
              </p14:xfrm>
            </p:contentPart>
          </mc:Choice>
          <mc:Fallback xmlns="">
            <p:pic>
              <p:nvPicPr>
                <p:cNvPr id="39" name="Entrada de lápiz 38">
                  <a:extLst>
                    <a:ext uri="{FF2B5EF4-FFF2-40B4-BE49-F238E27FC236}">
                      <a16:creationId xmlns:a16="http://schemas.microsoft.com/office/drawing/2014/main" id="{B81B5F07-FF3D-213B-102D-1206021B6192}"/>
                    </a:ext>
                  </a:extLst>
                </p:cNvPr>
                <p:cNvPicPr/>
                <p:nvPr/>
              </p:nvPicPr>
              <p:blipFill>
                <a:blip r:embed="rId828"/>
                <a:stretch>
                  <a:fillRect/>
                </a:stretch>
              </p:blipFill>
              <p:spPr>
                <a:xfrm>
                  <a:off x="3266704" y="2927975"/>
                  <a:ext cx="14328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829">
              <p14:nvContentPartPr>
                <p14:cNvPr id="56" name="Entrada de lápiz 55">
                  <a:extLst>
                    <a:ext uri="{FF2B5EF4-FFF2-40B4-BE49-F238E27FC236}">
                      <a16:creationId xmlns:a16="http://schemas.microsoft.com/office/drawing/2014/main" id="{934757DE-16EF-A9B0-EFBC-4624AF39C708}"/>
                    </a:ext>
                  </a:extLst>
                </p14:cNvPr>
                <p14:cNvContentPartPr/>
                <p14:nvPr/>
              </p14:nvContentPartPr>
              <p14:xfrm>
                <a:off x="3396664" y="2936975"/>
                <a:ext cx="88560" cy="88200"/>
              </p14:xfrm>
            </p:contentPart>
          </mc:Choice>
          <mc:Fallback xmlns="">
            <p:pic>
              <p:nvPicPr>
                <p:cNvPr id="56" name="Entrada de lápiz 55">
                  <a:extLst>
                    <a:ext uri="{FF2B5EF4-FFF2-40B4-BE49-F238E27FC236}">
                      <a16:creationId xmlns:a16="http://schemas.microsoft.com/office/drawing/2014/main" id="{934757DE-16EF-A9B0-EFBC-4624AF39C708}"/>
                    </a:ext>
                  </a:extLst>
                </p:cNvPr>
                <p:cNvPicPr/>
                <p:nvPr/>
              </p:nvPicPr>
              <p:blipFill>
                <a:blip r:embed="rId830"/>
                <a:stretch>
                  <a:fillRect/>
                </a:stretch>
              </p:blipFill>
              <p:spPr>
                <a:xfrm>
                  <a:off x="3378664" y="2918975"/>
                  <a:ext cx="12420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831">
              <p14:nvContentPartPr>
                <p14:cNvPr id="63" name="Entrada de lápiz 62">
                  <a:extLst>
                    <a:ext uri="{FF2B5EF4-FFF2-40B4-BE49-F238E27FC236}">
                      <a16:creationId xmlns:a16="http://schemas.microsoft.com/office/drawing/2014/main" id="{B2B91B06-CF45-6C9F-4678-D7ED81C03E2E}"/>
                    </a:ext>
                  </a:extLst>
                </p14:cNvPr>
                <p14:cNvContentPartPr/>
                <p14:nvPr/>
              </p14:nvContentPartPr>
              <p14:xfrm>
                <a:off x="3469744" y="2802335"/>
                <a:ext cx="29520" cy="219960"/>
              </p14:xfrm>
            </p:contentPart>
          </mc:Choice>
          <mc:Fallback xmlns="">
            <p:pic>
              <p:nvPicPr>
                <p:cNvPr id="63" name="Entrada de lápiz 62">
                  <a:extLst>
                    <a:ext uri="{FF2B5EF4-FFF2-40B4-BE49-F238E27FC236}">
                      <a16:creationId xmlns:a16="http://schemas.microsoft.com/office/drawing/2014/main" id="{B2B91B06-CF45-6C9F-4678-D7ED81C03E2E}"/>
                    </a:ext>
                  </a:extLst>
                </p:cNvPr>
                <p:cNvPicPr/>
                <p:nvPr/>
              </p:nvPicPr>
              <p:blipFill>
                <a:blip r:embed="rId832"/>
                <a:stretch>
                  <a:fillRect/>
                </a:stretch>
              </p:blipFill>
              <p:spPr>
                <a:xfrm>
                  <a:off x="3452104" y="2784335"/>
                  <a:ext cx="6516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833">
              <p14:nvContentPartPr>
                <p14:cNvPr id="93" name="Entrada de lápiz 92">
                  <a:extLst>
                    <a:ext uri="{FF2B5EF4-FFF2-40B4-BE49-F238E27FC236}">
                      <a16:creationId xmlns:a16="http://schemas.microsoft.com/office/drawing/2014/main" id="{D084A935-1596-7E07-340D-378A55349758}"/>
                    </a:ext>
                  </a:extLst>
                </p14:cNvPr>
                <p14:cNvContentPartPr/>
                <p14:nvPr/>
              </p14:nvContentPartPr>
              <p14:xfrm>
                <a:off x="3518344" y="2930135"/>
                <a:ext cx="114120" cy="91440"/>
              </p14:xfrm>
            </p:contentPart>
          </mc:Choice>
          <mc:Fallback xmlns="">
            <p:pic>
              <p:nvPicPr>
                <p:cNvPr id="93" name="Entrada de lápiz 92">
                  <a:extLst>
                    <a:ext uri="{FF2B5EF4-FFF2-40B4-BE49-F238E27FC236}">
                      <a16:creationId xmlns:a16="http://schemas.microsoft.com/office/drawing/2014/main" id="{D084A935-1596-7E07-340D-378A55349758}"/>
                    </a:ext>
                  </a:extLst>
                </p:cNvPr>
                <p:cNvPicPr/>
                <p:nvPr/>
              </p:nvPicPr>
              <p:blipFill>
                <a:blip r:embed="rId834"/>
                <a:stretch>
                  <a:fillRect/>
                </a:stretch>
              </p:blipFill>
              <p:spPr>
                <a:xfrm>
                  <a:off x="3500344" y="2912135"/>
                  <a:ext cx="149760" cy="127080"/>
                </a:xfrm>
                <a:prstGeom prst="rect">
                  <a:avLst/>
                </a:prstGeom>
              </p:spPr>
            </p:pic>
          </mc:Fallback>
        </mc:AlternateContent>
      </p:grpSp>
      <p:grpSp>
        <p:nvGrpSpPr>
          <p:cNvPr id="116" name="Grupo 115">
            <a:extLst>
              <a:ext uri="{FF2B5EF4-FFF2-40B4-BE49-F238E27FC236}">
                <a16:creationId xmlns:a16="http://schemas.microsoft.com/office/drawing/2014/main" id="{62CBEFB8-E38B-84B5-1D4C-1B6F0B393A76}"/>
              </a:ext>
            </a:extLst>
          </p:cNvPr>
          <p:cNvGrpSpPr/>
          <p:nvPr/>
        </p:nvGrpSpPr>
        <p:grpSpPr>
          <a:xfrm>
            <a:off x="2381104" y="3227855"/>
            <a:ext cx="1870920" cy="1833840"/>
            <a:chOff x="2381104" y="3227855"/>
            <a:chExt cx="1870920" cy="1833840"/>
          </a:xfrm>
        </p:grpSpPr>
        <mc:AlternateContent xmlns:mc="http://schemas.openxmlformats.org/markup-compatibility/2006" xmlns:p14="http://schemas.microsoft.com/office/powerpoint/2010/main">
          <mc:Choice Requires="p14">
            <p:contentPart p14:bwMode="auto" r:id="rId835">
              <p14:nvContentPartPr>
                <p14:cNvPr id="98" name="Entrada de lápiz 97">
                  <a:extLst>
                    <a:ext uri="{FF2B5EF4-FFF2-40B4-BE49-F238E27FC236}">
                      <a16:creationId xmlns:a16="http://schemas.microsoft.com/office/drawing/2014/main" id="{D3A44FA9-C2A5-203F-1D63-9E2B2D4BCE7C}"/>
                    </a:ext>
                  </a:extLst>
                </p14:cNvPr>
                <p14:cNvContentPartPr/>
                <p14:nvPr/>
              </p14:nvContentPartPr>
              <p14:xfrm>
                <a:off x="2449504" y="3331535"/>
                <a:ext cx="12240" cy="163800"/>
              </p14:xfrm>
            </p:contentPart>
          </mc:Choice>
          <mc:Fallback xmlns="">
            <p:pic>
              <p:nvPicPr>
                <p:cNvPr id="98" name="Entrada de lápiz 97">
                  <a:extLst>
                    <a:ext uri="{FF2B5EF4-FFF2-40B4-BE49-F238E27FC236}">
                      <a16:creationId xmlns:a16="http://schemas.microsoft.com/office/drawing/2014/main" id="{D3A44FA9-C2A5-203F-1D63-9E2B2D4BCE7C}"/>
                    </a:ext>
                  </a:extLst>
                </p:cNvPr>
                <p:cNvPicPr/>
                <p:nvPr/>
              </p:nvPicPr>
              <p:blipFill>
                <a:blip r:embed="rId836"/>
                <a:stretch>
                  <a:fillRect/>
                </a:stretch>
              </p:blipFill>
              <p:spPr>
                <a:xfrm>
                  <a:off x="2431504" y="3313895"/>
                  <a:ext cx="4788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837">
              <p14:nvContentPartPr>
                <p14:cNvPr id="99" name="Entrada de lápiz 98">
                  <a:extLst>
                    <a:ext uri="{FF2B5EF4-FFF2-40B4-BE49-F238E27FC236}">
                      <a16:creationId xmlns:a16="http://schemas.microsoft.com/office/drawing/2014/main" id="{A6AAE342-91A1-EB34-8912-DBD1CC4750AA}"/>
                    </a:ext>
                  </a:extLst>
                </p14:cNvPr>
                <p14:cNvContentPartPr/>
                <p14:nvPr/>
              </p14:nvContentPartPr>
              <p14:xfrm>
                <a:off x="2381104" y="3305615"/>
                <a:ext cx="127800" cy="114480"/>
              </p14:xfrm>
            </p:contentPart>
          </mc:Choice>
          <mc:Fallback xmlns="">
            <p:pic>
              <p:nvPicPr>
                <p:cNvPr id="99" name="Entrada de lápiz 98">
                  <a:extLst>
                    <a:ext uri="{FF2B5EF4-FFF2-40B4-BE49-F238E27FC236}">
                      <a16:creationId xmlns:a16="http://schemas.microsoft.com/office/drawing/2014/main" id="{A6AAE342-91A1-EB34-8912-DBD1CC4750AA}"/>
                    </a:ext>
                  </a:extLst>
                </p:cNvPr>
                <p:cNvPicPr/>
                <p:nvPr/>
              </p:nvPicPr>
              <p:blipFill>
                <a:blip r:embed="rId838"/>
                <a:stretch>
                  <a:fillRect/>
                </a:stretch>
              </p:blipFill>
              <p:spPr>
                <a:xfrm>
                  <a:off x="2363104" y="3287615"/>
                  <a:ext cx="16344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839">
              <p14:nvContentPartPr>
                <p14:cNvPr id="100" name="Entrada de lápiz 99">
                  <a:extLst>
                    <a:ext uri="{FF2B5EF4-FFF2-40B4-BE49-F238E27FC236}">
                      <a16:creationId xmlns:a16="http://schemas.microsoft.com/office/drawing/2014/main" id="{F52F4D7F-E36A-9925-C19E-751A28B3890F}"/>
                    </a:ext>
                  </a:extLst>
                </p14:cNvPr>
                <p14:cNvContentPartPr/>
                <p14:nvPr/>
              </p14:nvContentPartPr>
              <p14:xfrm>
                <a:off x="2511424" y="3324335"/>
                <a:ext cx="56520" cy="78480"/>
              </p14:xfrm>
            </p:contentPart>
          </mc:Choice>
          <mc:Fallback xmlns="">
            <p:pic>
              <p:nvPicPr>
                <p:cNvPr id="100" name="Entrada de lápiz 99">
                  <a:extLst>
                    <a:ext uri="{FF2B5EF4-FFF2-40B4-BE49-F238E27FC236}">
                      <a16:creationId xmlns:a16="http://schemas.microsoft.com/office/drawing/2014/main" id="{F52F4D7F-E36A-9925-C19E-751A28B3890F}"/>
                    </a:ext>
                  </a:extLst>
                </p:cNvPr>
                <p:cNvPicPr/>
                <p:nvPr/>
              </p:nvPicPr>
              <p:blipFill>
                <a:blip r:embed="rId840"/>
                <a:stretch>
                  <a:fillRect/>
                </a:stretch>
              </p:blipFill>
              <p:spPr>
                <a:xfrm>
                  <a:off x="2493424" y="3306695"/>
                  <a:ext cx="9216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841">
              <p14:nvContentPartPr>
                <p14:cNvPr id="101" name="Entrada de lápiz 100">
                  <a:extLst>
                    <a:ext uri="{FF2B5EF4-FFF2-40B4-BE49-F238E27FC236}">
                      <a16:creationId xmlns:a16="http://schemas.microsoft.com/office/drawing/2014/main" id="{B30874AB-3E2E-982A-2D3B-66D946B5BC17}"/>
                    </a:ext>
                  </a:extLst>
                </p14:cNvPr>
                <p14:cNvContentPartPr/>
                <p14:nvPr/>
              </p14:nvContentPartPr>
              <p14:xfrm>
                <a:off x="2599624" y="3333695"/>
                <a:ext cx="54360" cy="74880"/>
              </p14:xfrm>
            </p:contentPart>
          </mc:Choice>
          <mc:Fallback xmlns="">
            <p:pic>
              <p:nvPicPr>
                <p:cNvPr id="101" name="Entrada de lápiz 100">
                  <a:extLst>
                    <a:ext uri="{FF2B5EF4-FFF2-40B4-BE49-F238E27FC236}">
                      <a16:creationId xmlns:a16="http://schemas.microsoft.com/office/drawing/2014/main" id="{B30874AB-3E2E-982A-2D3B-66D946B5BC17}"/>
                    </a:ext>
                  </a:extLst>
                </p:cNvPr>
                <p:cNvPicPr/>
                <p:nvPr/>
              </p:nvPicPr>
              <p:blipFill>
                <a:blip r:embed="rId842"/>
                <a:stretch>
                  <a:fillRect/>
                </a:stretch>
              </p:blipFill>
              <p:spPr>
                <a:xfrm>
                  <a:off x="2581624" y="3316055"/>
                  <a:ext cx="9000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843">
              <p14:nvContentPartPr>
                <p14:cNvPr id="102" name="Entrada de lápiz 101">
                  <a:extLst>
                    <a:ext uri="{FF2B5EF4-FFF2-40B4-BE49-F238E27FC236}">
                      <a16:creationId xmlns:a16="http://schemas.microsoft.com/office/drawing/2014/main" id="{B27DD27A-F103-AAEE-1BD8-41D110637362}"/>
                    </a:ext>
                  </a:extLst>
                </p14:cNvPr>
                <p14:cNvContentPartPr/>
                <p14:nvPr/>
              </p14:nvContentPartPr>
              <p14:xfrm>
                <a:off x="2677744" y="3321095"/>
                <a:ext cx="126360" cy="93600"/>
              </p14:xfrm>
            </p:contentPart>
          </mc:Choice>
          <mc:Fallback xmlns="">
            <p:pic>
              <p:nvPicPr>
                <p:cNvPr id="102" name="Entrada de lápiz 101">
                  <a:extLst>
                    <a:ext uri="{FF2B5EF4-FFF2-40B4-BE49-F238E27FC236}">
                      <a16:creationId xmlns:a16="http://schemas.microsoft.com/office/drawing/2014/main" id="{B27DD27A-F103-AAEE-1BD8-41D110637362}"/>
                    </a:ext>
                  </a:extLst>
                </p:cNvPr>
                <p:cNvPicPr/>
                <p:nvPr/>
              </p:nvPicPr>
              <p:blipFill>
                <a:blip r:embed="rId844"/>
                <a:stretch>
                  <a:fillRect/>
                </a:stretch>
              </p:blipFill>
              <p:spPr>
                <a:xfrm>
                  <a:off x="2660104" y="3303095"/>
                  <a:ext cx="16200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845">
              <p14:nvContentPartPr>
                <p14:cNvPr id="103" name="Entrada de lápiz 102">
                  <a:extLst>
                    <a:ext uri="{FF2B5EF4-FFF2-40B4-BE49-F238E27FC236}">
                      <a16:creationId xmlns:a16="http://schemas.microsoft.com/office/drawing/2014/main" id="{9ED94444-C12B-9A39-2477-9F2D642E71E4}"/>
                    </a:ext>
                  </a:extLst>
                </p14:cNvPr>
                <p14:cNvContentPartPr/>
                <p14:nvPr/>
              </p14:nvContentPartPr>
              <p14:xfrm>
                <a:off x="2952784" y="3267095"/>
                <a:ext cx="71640" cy="109800"/>
              </p14:xfrm>
            </p:contentPart>
          </mc:Choice>
          <mc:Fallback xmlns="">
            <p:pic>
              <p:nvPicPr>
                <p:cNvPr id="103" name="Entrada de lápiz 102">
                  <a:extLst>
                    <a:ext uri="{FF2B5EF4-FFF2-40B4-BE49-F238E27FC236}">
                      <a16:creationId xmlns:a16="http://schemas.microsoft.com/office/drawing/2014/main" id="{9ED94444-C12B-9A39-2477-9F2D642E71E4}"/>
                    </a:ext>
                  </a:extLst>
                </p:cNvPr>
                <p:cNvPicPr/>
                <p:nvPr/>
              </p:nvPicPr>
              <p:blipFill>
                <a:blip r:embed="rId846"/>
                <a:stretch>
                  <a:fillRect/>
                </a:stretch>
              </p:blipFill>
              <p:spPr>
                <a:xfrm>
                  <a:off x="2935144" y="3249455"/>
                  <a:ext cx="10728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847">
              <p14:nvContentPartPr>
                <p14:cNvPr id="104" name="Entrada de lápiz 103">
                  <a:extLst>
                    <a:ext uri="{FF2B5EF4-FFF2-40B4-BE49-F238E27FC236}">
                      <a16:creationId xmlns:a16="http://schemas.microsoft.com/office/drawing/2014/main" id="{3234AD33-B67A-3FC8-F976-A7B068AA1294}"/>
                    </a:ext>
                  </a:extLst>
                </p14:cNvPr>
                <p14:cNvContentPartPr/>
                <p14:nvPr/>
              </p14:nvContentPartPr>
              <p14:xfrm>
                <a:off x="3033784" y="3273215"/>
                <a:ext cx="100800" cy="94320"/>
              </p14:xfrm>
            </p:contentPart>
          </mc:Choice>
          <mc:Fallback xmlns="">
            <p:pic>
              <p:nvPicPr>
                <p:cNvPr id="104" name="Entrada de lápiz 103">
                  <a:extLst>
                    <a:ext uri="{FF2B5EF4-FFF2-40B4-BE49-F238E27FC236}">
                      <a16:creationId xmlns:a16="http://schemas.microsoft.com/office/drawing/2014/main" id="{3234AD33-B67A-3FC8-F976-A7B068AA1294}"/>
                    </a:ext>
                  </a:extLst>
                </p:cNvPr>
                <p:cNvPicPr/>
                <p:nvPr/>
              </p:nvPicPr>
              <p:blipFill>
                <a:blip r:embed="rId848"/>
                <a:stretch>
                  <a:fillRect/>
                </a:stretch>
              </p:blipFill>
              <p:spPr>
                <a:xfrm>
                  <a:off x="3015784" y="3255215"/>
                  <a:ext cx="13644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849">
              <p14:nvContentPartPr>
                <p14:cNvPr id="105" name="Entrada de lápiz 104">
                  <a:extLst>
                    <a:ext uri="{FF2B5EF4-FFF2-40B4-BE49-F238E27FC236}">
                      <a16:creationId xmlns:a16="http://schemas.microsoft.com/office/drawing/2014/main" id="{D22B99E6-3E2F-C8D0-385C-86F4F57346BA}"/>
                    </a:ext>
                  </a:extLst>
                </p14:cNvPr>
                <p14:cNvContentPartPr/>
                <p14:nvPr/>
              </p14:nvContentPartPr>
              <p14:xfrm>
                <a:off x="3138904" y="3250175"/>
                <a:ext cx="155160" cy="61920"/>
              </p14:xfrm>
            </p:contentPart>
          </mc:Choice>
          <mc:Fallback xmlns="">
            <p:pic>
              <p:nvPicPr>
                <p:cNvPr id="105" name="Entrada de lápiz 104">
                  <a:extLst>
                    <a:ext uri="{FF2B5EF4-FFF2-40B4-BE49-F238E27FC236}">
                      <a16:creationId xmlns:a16="http://schemas.microsoft.com/office/drawing/2014/main" id="{D22B99E6-3E2F-C8D0-385C-86F4F57346BA}"/>
                    </a:ext>
                  </a:extLst>
                </p:cNvPr>
                <p:cNvPicPr/>
                <p:nvPr/>
              </p:nvPicPr>
              <p:blipFill>
                <a:blip r:embed="rId850"/>
                <a:stretch>
                  <a:fillRect/>
                </a:stretch>
              </p:blipFill>
              <p:spPr>
                <a:xfrm>
                  <a:off x="3121264" y="3232175"/>
                  <a:ext cx="19080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851">
              <p14:nvContentPartPr>
                <p14:cNvPr id="106" name="Entrada de lápiz 105">
                  <a:extLst>
                    <a:ext uri="{FF2B5EF4-FFF2-40B4-BE49-F238E27FC236}">
                      <a16:creationId xmlns:a16="http://schemas.microsoft.com/office/drawing/2014/main" id="{DC301575-0DBA-D5C9-1D56-30733CE99657}"/>
                    </a:ext>
                  </a:extLst>
                </p14:cNvPr>
                <p14:cNvContentPartPr/>
                <p14:nvPr/>
              </p14:nvContentPartPr>
              <p14:xfrm>
                <a:off x="3342664" y="3249455"/>
                <a:ext cx="41760" cy="138600"/>
              </p14:xfrm>
            </p:contentPart>
          </mc:Choice>
          <mc:Fallback xmlns="">
            <p:pic>
              <p:nvPicPr>
                <p:cNvPr id="106" name="Entrada de lápiz 105">
                  <a:extLst>
                    <a:ext uri="{FF2B5EF4-FFF2-40B4-BE49-F238E27FC236}">
                      <a16:creationId xmlns:a16="http://schemas.microsoft.com/office/drawing/2014/main" id="{DC301575-0DBA-D5C9-1D56-30733CE99657}"/>
                    </a:ext>
                  </a:extLst>
                </p:cNvPr>
                <p:cNvPicPr/>
                <p:nvPr/>
              </p:nvPicPr>
              <p:blipFill>
                <a:blip r:embed="rId852"/>
                <a:stretch>
                  <a:fillRect/>
                </a:stretch>
              </p:blipFill>
              <p:spPr>
                <a:xfrm>
                  <a:off x="3325024" y="3231455"/>
                  <a:ext cx="7740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853">
              <p14:nvContentPartPr>
                <p14:cNvPr id="107" name="Entrada de lápiz 106">
                  <a:extLst>
                    <a:ext uri="{FF2B5EF4-FFF2-40B4-BE49-F238E27FC236}">
                      <a16:creationId xmlns:a16="http://schemas.microsoft.com/office/drawing/2014/main" id="{C6CC1D1A-DB52-CD72-FC54-7F2592F09B97}"/>
                    </a:ext>
                  </a:extLst>
                </p14:cNvPr>
                <p14:cNvContentPartPr/>
                <p14:nvPr/>
              </p14:nvContentPartPr>
              <p14:xfrm>
                <a:off x="3337624" y="3228215"/>
                <a:ext cx="95040" cy="104760"/>
              </p14:xfrm>
            </p:contentPart>
          </mc:Choice>
          <mc:Fallback xmlns="">
            <p:pic>
              <p:nvPicPr>
                <p:cNvPr id="107" name="Entrada de lápiz 106">
                  <a:extLst>
                    <a:ext uri="{FF2B5EF4-FFF2-40B4-BE49-F238E27FC236}">
                      <a16:creationId xmlns:a16="http://schemas.microsoft.com/office/drawing/2014/main" id="{C6CC1D1A-DB52-CD72-FC54-7F2592F09B97}"/>
                    </a:ext>
                  </a:extLst>
                </p:cNvPr>
                <p:cNvPicPr/>
                <p:nvPr/>
              </p:nvPicPr>
              <p:blipFill>
                <a:blip r:embed="rId854"/>
                <a:stretch>
                  <a:fillRect/>
                </a:stretch>
              </p:blipFill>
              <p:spPr>
                <a:xfrm>
                  <a:off x="3319624" y="3210215"/>
                  <a:ext cx="13068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855">
              <p14:nvContentPartPr>
                <p14:cNvPr id="108" name="Entrada de lápiz 107">
                  <a:extLst>
                    <a:ext uri="{FF2B5EF4-FFF2-40B4-BE49-F238E27FC236}">
                      <a16:creationId xmlns:a16="http://schemas.microsoft.com/office/drawing/2014/main" id="{E84F000F-1E42-5E16-AD48-DB422A15E513}"/>
                    </a:ext>
                  </a:extLst>
                </p14:cNvPr>
                <p14:cNvContentPartPr/>
                <p14:nvPr/>
              </p14:nvContentPartPr>
              <p14:xfrm>
                <a:off x="3456784" y="3227855"/>
                <a:ext cx="70200" cy="94680"/>
              </p14:xfrm>
            </p:contentPart>
          </mc:Choice>
          <mc:Fallback xmlns="">
            <p:pic>
              <p:nvPicPr>
                <p:cNvPr id="108" name="Entrada de lápiz 107">
                  <a:extLst>
                    <a:ext uri="{FF2B5EF4-FFF2-40B4-BE49-F238E27FC236}">
                      <a16:creationId xmlns:a16="http://schemas.microsoft.com/office/drawing/2014/main" id="{E84F000F-1E42-5E16-AD48-DB422A15E513}"/>
                    </a:ext>
                  </a:extLst>
                </p:cNvPr>
                <p:cNvPicPr/>
                <p:nvPr/>
              </p:nvPicPr>
              <p:blipFill>
                <a:blip r:embed="rId856"/>
                <a:stretch>
                  <a:fillRect/>
                </a:stretch>
              </p:blipFill>
              <p:spPr>
                <a:xfrm>
                  <a:off x="3438784" y="3210215"/>
                  <a:ext cx="10584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857">
              <p14:nvContentPartPr>
                <p14:cNvPr id="109" name="Entrada de lápiz 108">
                  <a:extLst>
                    <a:ext uri="{FF2B5EF4-FFF2-40B4-BE49-F238E27FC236}">
                      <a16:creationId xmlns:a16="http://schemas.microsoft.com/office/drawing/2014/main" id="{499B0737-4EB1-CE78-986F-F20C368387EC}"/>
                    </a:ext>
                  </a:extLst>
                </p14:cNvPr>
                <p14:cNvContentPartPr/>
                <p14:nvPr/>
              </p14:nvContentPartPr>
              <p14:xfrm>
                <a:off x="3570904" y="3249815"/>
                <a:ext cx="39960" cy="63720"/>
              </p14:xfrm>
            </p:contentPart>
          </mc:Choice>
          <mc:Fallback xmlns="">
            <p:pic>
              <p:nvPicPr>
                <p:cNvPr id="109" name="Entrada de lápiz 108">
                  <a:extLst>
                    <a:ext uri="{FF2B5EF4-FFF2-40B4-BE49-F238E27FC236}">
                      <a16:creationId xmlns:a16="http://schemas.microsoft.com/office/drawing/2014/main" id="{499B0737-4EB1-CE78-986F-F20C368387EC}"/>
                    </a:ext>
                  </a:extLst>
                </p:cNvPr>
                <p:cNvPicPr/>
                <p:nvPr/>
              </p:nvPicPr>
              <p:blipFill>
                <a:blip r:embed="rId858"/>
                <a:stretch>
                  <a:fillRect/>
                </a:stretch>
              </p:blipFill>
              <p:spPr>
                <a:xfrm>
                  <a:off x="3552904" y="3232175"/>
                  <a:ext cx="7560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859">
              <p14:nvContentPartPr>
                <p14:cNvPr id="111" name="Entrada de lápiz 110">
                  <a:extLst>
                    <a:ext uri="{FF2B5EF4-FFF2-40B4-BE49-F238E27FC236}">
                      <a16:creationId xmlns:a16="http://schemas.microsoft.com/office/drawing/2014/main" id="{9B5EFCB9-24BD-B7A1-FCE8-1A72A138E5B8}"/>
                    </a:ext>
                  </a:extLst>
                </p14:cNvPr>
                <p14:cNvContentPartPr/>
                <p14:nvPr/>
              </p14:nvContentPartPr>
              <p14:xfrm>
                <a:off x="3624544" y="3254135"/>
                <a:ext cx="90720" cy="82800"/>
              </p14:xfrm>
            </p:contentPart>
          </mc:Choice>
          <mc:Fallback xmlns="">
            <p:pic>
              <p:nvPicPr>
                <p:cNvPr id="111" name="Entrada de lápiz 110">
                  <a:extLst>
                    <a:ext uri="{FF2B5EF4-FFF2-40B4-BE49-F238E27FC236}">
                      <a16:creationId xmlns:a16="http://schemas.microsoft.com/office/drawing/2014/main" id="{9B5EFCB9-24BD-B7A1-FCE8-1A72A138E5B8}"/>
                    </a:ext>
                  </a:extLst>
                </p:cNvPr>
                <p:cNvPicPr/>
                <p:nvPr/>
              </p:nvPicPr>
              <p:blipFill>
                <a:blip r:embed="rId860"/>
                <a:stretch>
                  <a:fillRect/>
                </a:stretch>
              </p:blipFill>
              <p:spPr>
                <a:xfrm>
                  <a:off x="3606544" y="3236495"/>
                  <a:ext cx="12636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861">
              <p14:nvContentPartPr>
                <p14:cNvPr id="112" name="Entrada de lápiz 111">
                  <a:extLst>
                    <a:ext uri="{FF2B5EF4-FFF2-40B4-BE49-F238E27FC236}">
                      <a16:creationId xmlns:a16="http://schemas.microsoft.com/office/drawing/2014/main" id="{E26FCA7D-809D-3B77-9464-DBFE93FDF42A}"/>
                    </a:ext>
                  </a:extLst>
                </p14:cNvPr>
                <p14:cNvContentPartPr/>
                <p14:nvPr/>
              </p14:nvContentPartPr>
              <p14:xfrm>
                <a:off x="3757384" y="3278975"/>
                <a:ext cx="80280" cy="60120"/>
              </p14:xfrm>
            </p:contentPart>
          </mc:Choice>
          <mc:Fallback xmlns="">
            <p:pic>
              <p:nvPicPr>
                <p:cNvPr id="112" name="Entrada de lápiz 111">
                  <a:extLst>
                    <a:ext uri="{FF2B5EF4-FFF2-40B4-BE49-F238E27FC236}">
                      <a16:creationId xmlns:a16="http://schemas.microsoft.com/office/drawing/2014/main" id="{E26FCA7D-809D-3B77-9464-DBFE93FDF42A}"/>
                    </a:ext>
                  </a:extLst>
                </p:cNvPr>
                <p:cNvPicPr/>
                <p:nvPr/>
              </p:nvPicPr>
              <p:blipFill>
                <a:blip r:embed="rId862"/>
                <a:stretch>
                  <a:fillRect/>
                </a:stretch>
              </p:blipFill>
              <p:spPr>
                <a:xfrm>
                  <a:off x="3739744" y="3260975"/>
                  <a:ext cx="11592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863">
              <p14:nvContentPartPr>
                <p14:cNvPr id="114" name="Entrada de lápiz 113">
                  <a:extLst>
                    <a:ext uri="{FF2B5EF4-FFF2-40B4-BE49-F238E27FC236}">
                      <a16:creationId xmlns:a16="http://schemas.microsoft.com/office/drawing/2014/main" id="{6F260C80-CC57-525E-21CF-0C8AFB0AA4DC}"/>
                    </a:ext>
                  </a:extLst>
                </p14:cNvPr>
                <p14:cNvContentPartPr/>
                <p14:nvPr/>
              </p14:nvContentPartPr>
              <p14:xfrm>
                <a:off x="2897704" y="3492095"/>
                <a:ext cx="1312200" cy="1521000"/>
              </p14:xfrm>
            </p:contentPart>
          </mc:Choice>
          <mc:Fallback xmlns="">
            <p:pic>
              <p:nvPicPr>
                <p:cNvPr id="114" name="Entrada de lápiz 113">
                  <a:extLst>
                    <a:ext uri="{FF2B5EF4-FFF2-40B4-BE49-F238E27FC236}">
                      <a16:creationId xmlns:a16="http://schemas.microsoft.com/office/drawing/2014/main" id="{6F260C80-CC57-525E-21CF-0C8AFB0AA4DC}"/>
                    </a:ext>
                  </a:extLst>
                </p:cNvPr>
                <p:cNvPicPr/>
                <p:nvPr/>
              </p:nvPicPr>
              <p:blipFill>
                <a:blip r:embed="rId864"/>
                <a:stretch>
                  <a:fillRect/>
                </a:stretch>
              </p:blipFill>
              <p:spPr>
                <a:xfrm>
                  <a:off x="2880064" y="3474455"/>
                  <a:ext cx="1347840" cy="1556640"/>
                </a:xfrm>
                <a:prstGeom prst="rect">
                  <a:avLst/>
                </a:prstGeom>
              </p:spPr>
            </p:pic>
          </mc:Fallback>
        </mc:AlternateContent>
        <mc:AlternateContent xmlns:mc="http://schemas.openxmlformats.org/markup-compatibility/2006" xmlns:p14="http://schemas.microsoft.com/office/powerpoint/2010/main">
          <mc:Choice Requires="p14">
            <p:contentPart p14:bwMode="auto" r:id="rId865">
              <p14:nvContentPartPr>
                <p14:cNvPr id="115" name="Entrada de lápiz 114">
                  <a:extLst>
                    <a:ext uri="{FF2B5EF4-FFF2-40B4-BE49-F238E27FC236}">
                      <a16:creationId xmlns:a16="http://schemas.microsoft.com/office/drawing/2014/main" id="{F5D4E528-46DE-C19B-8EAB-079938793ABB}"/>
                    </a:ext>
                  </a:extLst>
                </p14:cNvPr>
                <p14:cNvContentPartPr/>
                <p14:nvPr/>
              </p14:nvContentPartPr>
              <p14:xfrm>
                <a:off x="4082464" y="4920215"/>
                <a:ext cx="169560" cy="141480"/>
              </p14:xfrm>
            </p:contentPart>
          </mc:Choice>
          <mc:Fallback xmlns="">
            <p:pic>
              <p:nvPicPr>
                <p:cNvPr id="115" name="Entrada de lápiz 114">
                  <a:extLst>
                    <a:ext uri="{FF2B5EF4-FFF2-40B4-BE49-F238E27FC236}">
                      <a16:creationId xmlns:a16="http://schemas.microsoft.com/office/drawing/2014/main" id="{F5D4E528-46DE-C19B-8EAB-079938793ABB}"/>
                    </a:ext>
                  </a:extLst>
                </p:cNvPr>
                <p:cNvPicPr/>
                <p:nvPr/>
              </p:nvPicPr>
              <p:blipFill>
                <a:blip r:embed="rId866"/>
                <a:stretch>
                  <a:fillRect/>
                </a:stretch>
              </p:blipFill>
              <p:spPr>
                <a:xfrm>
                  <a:off x="4064824" y="4902215"/>
                  <a:ext cx="205200" cy="177120"/>
                </a:xfrm>
                <a:prstGeom prst="rect">
                  <a:avLst/>
                </a:prstGeom>
              </p:spPr>
            </p:pic>
          </mc:Fallback>
        </mc:AlternateContent>
      </p:grpSp>
    </p:spTree>
    <p:extLst>
      <p:ext uri="{BB962C8B-B14F-4D97-AF65-F5344CB8AC3E}">
        <p14:creationId xmlns:p14="http://schemas.microsoft.com/office/powerpoint/2010/main" val="419367061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uadroTexto 9">
            <a:extLst>
              <a:ext uri="{FF2B5EF4-FFF2-40B4-BE49-F238E27FC236}">
                <a16:creationId xmlns:a16="http://schemas.microsoft.com/office/drawing/2014/main" id="{45F806D1-FC0F-E0E0-26A0-B5CA62F50D6F}"/>
              </a:ext>
            </a:extLst>
          </p:cNvPr>
          <p:cNvSpPr txBox="1"/>
          <p:nvPr/>
        </p:nvSpPr>
        <p:spPr>
          <a:xfrm>
            <a:off x="259947" y="661994"/>
            <a:ext cx="5667140" cy="400110"/>
          </a:xfrm>
          <a:prstGeom prst="rect">
            <a:avLst/>
          </a:prstGeom>
          <a:noFill/>
        </p:spPr>
        <p:txBody>
          <a:bodyPr wrap="square" rtlCol="0">
            <a:spAutoFit/>
          </a:bodyPr>
          <a:lstStyle/>
          <a:p>
            <a:pPr marL="342900" indent="-342900">
              <a:buFont typeface="Arial" panose="020B0604020202020204" pitchFamily="34" charset="0"/>
              <a:buChar char="•"/>
            </a:pPr>
            <a:r>
              <a:rPr lang="es-ES" sz="2000" b="1" dirty="0">
                <a:solidFill>
                  <a:schemeClr val="accent1">
                    <a:lumMod val="50000"/>
                  </a:schemeClr>
                </a:solidFill>
              </a:rPr>
              <a:t>Veamos un ejemplo</a:t>
            </a:r>
          </a:p>
        </p:txBody>
      </p:sp>
      <mc:AlternateContent xmlns:mc="http://schemas.openxmlformats.org/markup-compatibility/2006" xmlns:p14="http://schemas.microsoft.com/office/powerpoint/2010/main">
        <mc:Choice Requires="p14">
          <p:contentPart p14:bwMode="auto" r:id="rId2">
            <p14:nvContentPartPr>
              <p14:cNvPr id="2" name="Entrada de lápiz 1">
                <a:extLst>
                  <a:ext uri="{FF2B5EF4-FFF2-40B4-BE49-F238E27FC236}">
                    <a16:creationId xmlns:a16="http://schemas.microsoft.com/office/drawing/2014/main" id="{B6E3DFD6-F1CF-B52D-B506-B19AB5331129}"/>
                  </a:ext>
                </a:extLst>
              </p14:cNvPr>
              <p14:cNvContentPartPr/>
              <p14:nvPr/>
            </p14:nvContentPartPr>
            <p14:xfrm>
              <a:off x="627658" y="1462634"/>
              <a:ext cx="2529720" cy="1396440"/>
            </p14:xfrm>
          </p:contentPart>
        </mc:Choice>
        <mc:Fallback xmlns="">
          <p:pic>
            <p:nvPicPr>
              <p:cNvPr id="2" name="Entrada de lápiz 1">
                <a:extLst>
                  <a:ext uri="{FF2B5EF4-FFF2-40B4-BE49-F238E27FC236}">
                    <a16:creationId xmlns:a16="http://schemas.microsoft.com/office/drawing/2014/main" id="{B6E3DFD6-F1CF-B52D-B506-B19AB5331129}"/>
                  </a:ext>
                </a:extLst>
              </p:cNvPr>
              <p:cNvPicPr/>
              <p:nvPr/>
            </p:nvPicPr>
            <p:blipFill>
              <a:blip r:embed="rId3"/>
              <a:stretch>
                <a:fillRect/>
              </a:stretch>
            </p:blipFill>
            <p:spPr>
              <a:xfrm>
                <a:off x="610018" y="1444634"/>
                <a:ext cx="2565360" cy="1432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2" name="Entrada de lápiz 31">
                <a:extLst>
                  <a:ext uri="{FF2B5EF4-FFF2-40B4-BE49-F238E27FC236}">
                    <a16:creationId xmlns:a16="http://schemas.microsoft.com/office/drawing/2014/main" id="{1E1B4014-BC9F-1B3B-2F8A-B3293233164E}"/>
                  </a:ext>
                </a:extLst>
              </p14:cNvPr>
              <p14:cNvContentPartPr/>
              <p14:nvPr/>
            </p14:nvContentPartPr>
            <p14:xfrm>
              <a:off x="2525938" y="1880594"/>
              <a:ext cx="67680" cy="58320"/>
            </p14:xfrm>
          </p:contentPart>
        </mc:Choice>
        <mc:Fallback xmlns="">
          <p:pic>
            <p:nvPicPr>
              <p:cNvPr id="32" name="Entrada de lápiz 31">
                <a:extLst>
                  <a:ext uri="{FF2B5EF4-FFF2-40B4-BE49-F238E27FC236}">
                    <a16:creationId xmlns:a16="http://schemas.microsoft.com/office/drawing/2014/main" id="{1E1B4014-BC9F-1B3B-2F8A-B3293233164E}"/>
                  </a:ext>
                </a:extLst>
              </p:cNvPr>
              <p:cNvPicPr/>
              <p:nvPr/>
            </p:nvPicPr>
            <p:blipFill>
              <a:blip r:embed="rId5"/>
              <a:stretch>
                <a:fillRect/>
              </a:stretch>
            </p:blipFill>
            <p:spPr>
              <a:xfrm>
                <a:off x="2507938" y="1862594"/>
                <a:ext cx="10332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7" name="Entrada de lápiz 36">
                <a:extLst>
                  <a:ext uri="{FF2B5EF4-FFF2-40B4-BE49-F238E27FC236}">
                    <a16:creationId xmlns:a16="http://schemas.microsoft.com/office/drawing/2014/main" id="{AE8D48C4-8381-0681-8524-F46281E3B18F}"/>
                  </a:ext>
                </a:extLst>
              </p14:cNvPr>
              <p14:cNvContentPartPr/>
              <p14:nvPr/>
            </p14:nvContentPartPr>
            <p14:xfrm>
              <a:off x="2174218" y="1823714"/>
              <a:ext cx="70200" cy="64440"/>
            </p14:xfrm>
          </p:contentPart>
        </mc:Choice>
        <mc:Fallback xmlns="">
          <p:pic>
            <p:nvPicPr>
              <p:cNvPr id="37" name="Entrada de lápiz 36">
                <a:extLst>
                  <a:ext uri="{FF2B5EF4-FFF2-40B4-BE49-F238E27FC236}">
                    <a16:creationId xmlns:a16="http://schemas.microsoft.com/office/drawing/2014/main" id="{AE8D48C4-8381-0681-8524-F46281E3B18F}"/>
                  </a:ext>
                </a:extLst>
              </p:cNvPr>
              <p:cNvPicPr/>
              <p:nvPr/>
            </p:nvPicPr>
            <p:blipFill>
              <a:blip r:embed="rId7"/>
              <a:stretch>
                <a:fillRect/>
              </a:stretch>
            </p:blipFill>
            <p:spPr>
              <a:xfrm>
                <a:off x="2156578" y="1806074"/>
                <a:ext cx="10584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8" name="Entrada de lápiz 37">
                <a:extLst>
                  <a:ext uri="{FF2B5EF4-FFF2-40B4-BE49-F238E27FC236}">
                    <a16:creationId xmlns:a16="http://schemas.microsoft.com/office/drawing/2014/main" id="{08EB3985-859A-5A13-EAB0-F52277F90977}"/>
                  </a:ext>
                </a:extLst>
              </p14:cNvPr>
              <p14:cNvContentPartPr/>
              <p14:nvPr/>
            </p14:nvContentPartPr>
            <p14:xfrm>
              <a:off x="1563298" y="1902194"/>
              <a:ext cx="58680" cy="58680"/>
            </p14:xfrm>
          </p:contentPart>
        </mc:Choice>
        <mc:Fallback xmlns="">
          <p:pic>
            <p:nvPicPr>
              <p:cNvPr id="38" name="Entrada de lápiz 37">
                <a:extLst>
                  <a:ext uri="{FF2B5EF4-FFF2-40B4-BE49-F238E27FC236}">
                    <a16:creationId xmlns:a16="http://schemas.microsoft.com/office/drawing/2014/main" id="{08EB3985-859A-5A13-EAB0-F52277F90977}"/>
                  </a:ext>
                </a:extLst>
              </p:cNvPr>
              <p:cNvPicPr/>
              <p:nvPr/>
            </p:nvPicPr>
            <p:blipFill>
              <a:blip r:embed="rId9"/>
              <a:stretch>
                <a:fillRect/>
              </a:stretch>
            </p:blipFill>
            <p:spPr>
              <a:xfrm>
                <a:off x="1545298" y="1884554"/>
                <a:ext cx="9432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0" name="Entrada de lápiz 39">
                <a:extLst>
                  <a:ext uri="{FF2B5EF4-FFF2-40B4-BE49-F238E27FC236}">
                    <a16:creationId xmlns:a16="http://schemas.microsoft.com/office/drawing/2014/main" id="{C66E077A-65F9-05BC-8C5C-CE5B9B85328A}"/>
                  </a:ext>
                </a:extLst>
              </p14:cNvPr>
              <p14:cNvContentPartPr/>
              <p14:nvPr/>
            </p14:nvContentPartPr>
            <p14:xfrm>
              <a:off x="1481218" y="1615994"/>
              <a:ext cx="97560" cy="72000"/>
            </p14:xfrm>
          </p:contentPart>
        </mc:Choice>
        <mc:Fallback xmlns="">
          <p:pic>
            <p:nvPicPr>
              <p:cNvPr id="40" name="Entrada de lápiz 39">
                <a:extLst>
                  <a:ext uri="{FF2B5EF4-FFF2-40B4-BE49-F238E27FC236}">
                    <a16:creationId xmlns:a16="http://schemas.microsoft.com/office/drawing/2014/main" id="{C66E077A-65F9-05BC-8C5C-CE5B9B85328A}"/>
                  </a:ext>
                </a:extLst>
              </p:cNvPr>
              <p:cNvPicPr/>
              <p:nvPr/>
            </p:nvPicPr>
            <p:blipFill>
              <a:blip r:embed="rId11"/>
              <a:stretch>
                <a:fillRect/>
              </a:stretch>
            </p:blipFill>
            <p:spPr>
              <a:xfrm>
                <a:off x="1463578" y="1597994"/>
                <a:ext cx="13320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1" name="Entrada de lápiz 40">
                <a:extLst>
                  <a:ext uri="{FF2B5EF4-FFF2-40B4-BE49-F238E27FC236}">
                    <a16:creationId xmlns:a16="http://schemas.microsoft.com/office/drawing/2014/main" id="{3F2BD7EF-B5B8-A533-FFE1-6CF6F48BCF37}"/>
                  </a:ext>
                </a:extLst>
              </p14:cNvPr>
              <p14:cNvContentPartPr/>
              <p14:nvPr/>
            </p14:nvContentPartPr>
            <p14:xfrm>
              <a:off x="1242898" y="1925594"/>
              <a:ext cx="86760" cy="77040"/>
            </p14:xfrm>
          </p:contentPart>
        </mc:Choice>
        <mc:Fallback xmlns="">
          <p:pic>
            <p:nvPicPr>
              <p:cNvPr id="41" name="Entrada de lápiz 40">
                <a:extLst>
                  <a:ext uri="{FF2B5EF4-FFF2-40B4-BE49-F238E27FC236}">
                    <a16:creationId xmlns:a16="http://schemas.microsoft.com/office/drawing/2014/main" id="{3F2BD7EF-B5B8-A533-FFE1-6CF6F48BCF37}"/>
                  </a:ext>
                </a:extLst>
              </p:cNvPr>
              <p:cNvPicPr/>
              <p:nvPr/>
            </p:nvPicPr>
            <p:blipFill>
              <a:blip r:embed="rId13"/>
              <a:stretch>
                <a:fillRect/>
              </a:stretch>
            </p:blipFill>
            <p:spPr>
              <a:xfrm>
                <a:off x="1225258" y="1907594"/>
                <a:ext cx="12240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2" name="Entrada de lápiz 41">
                <a:extLst>
                  <a:ext uri="{FF2B5EF4-FFF2-40B4-BE49-F238E27FC236}">
                    <a16:creationId xmlns:a16="http://schemas.microsoft.com/office/drawing/2014/main" id="{A1DE50C7-CF4A-AADE-696C-68E693E8D8D6}"/>
                  </a:ext>
                </a:extLst>
              </p14:cNvPr>
              <p14:cNvContentPartPr/>
              <p14:nvPr/>
            </p14:nvContentPartPr>
            <p14:xfrm>
              <a:off x="2203738" y="2226194"/>
              <a:ext cx="97560" cy="87840"/>
            </p14:xfrm>
          </p:contentPart>
        </mc:Choice>
        <mc:Fallback xmlns="">
          <p:pic>
            <p:nvPicPr>
              <p:cNvPr id="42" name="Entrada de lápiz 41">
                <a:extLst>
                  <a:ext uri="{FF2B5EF4-FFF2-40B4-BE49-F238E27FC236}">
                    <a16:creationId xmlns:a16="http://schemas.microsoft.com/office/drawing/2014/main" id="{A1DE50C7-CF4A-AADE-696C-68E693E8D8D6}"/>
                  </a:ext>
                </a:extLst>
              </p:cNvPr>
              <p:cNvPicPr/>
              <p:nvPr/>
            </p:nvPicPr>
            <p:blipFill>
              <a:blip r:embed="rId15"/>
              <a:stretch>
                <a:fillRect/>
              </a:stretch>
            </p:blipFill>
            <p:spPr>
              <a:xfrm>
                <a:off x="2185738" y="2208194"/>
                <a:ext cx="13320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3" name="Entrada de lápiz 42">
                <a:extLst>
                  <a:ext uri="{FF2B5EF4-FFF2-40B4-BE49-F238E27FC236}">
                    <a16:creationId xmlns:a16="http://schemas.microsoft.com/office/drawing/2014/main" id="{F62AA5B4-23E2-D373-4F4A-5F62617CBC3A}"/>
                  </a:ext>
                </a:extLst>
              </p14:cNvPr>
              <p14:cNvContentPartPr/>
              <p14:nvPr/>
            </p14:nvContentPartPr>
            <p14:xfrm>
              <a:off x="2512618" y="2099834"/>
              <a:ext cx="65520" cy="72720"/>
            </p14:xfrm>
          </p:contentPart>
        </mc:Choice>
        <mc:Fallback xmlns="">
          <p:pic>
            <p:nvPicPr>
              <p:cNvPr id="43" name="Entrada de lápiz 42">
                <a:extLst>
                  <a:ext uri="{FF2B5EF4-FFF2-40B4-BE49-F238E27FC236}">
                    <a16:creationId xmlns:a16="http://schemas.microsoft.com/office/drawing/2014/main" id="{F62AA5B4-23E2-D373-4F4A-5F62617CBC3A}"/>
                  </a:ext>
                </a:extLst>
              </p:cNvPr>
              <p:cNvPicPr/>
              <p:nvPr/>
            </p:nvPicPr>
            <p:blipFill>
              <a:blip r:embed="rId17"/>
              <a:stretch>
                <a:fillRect/>
              </a:stretch>
            </p:blipFill>
            <p:spPr>
              <a:xfrm>
                <a:off x="2494978" y="2082194"/>
                <a:ext cx="10116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5" name="Entrada de lápiz 44">
                <a:extLst>
                  <a:ext uri="{FF2B5EF4-FFF2-40B4-BE49-F238E27FC236}">
                    <a16:creationId xmlns:a16="http://schemas.microsoft.com/office/drawing/2014/main" id="{ADBC0BFF-BEE5-A494-6CDE-01242A9FD6C6}"/>
                  </a:ext>
                </a:extLst>
              </p14:cNvPr>
              <p14:cNvContentPartPr/>
              <p14:nvPr/>
            </p14:nvContentPartPr>
            <p14:xfrm>
              <a:off x="2885938" y="2092994"/>
              <a:ext cx="70560" cy="76320"/>
            </p14:xfrm>
          </p:contentPart>
        </mc:Choice>
        <mc:Fallback xmlns="">
          <p:pic>
            <p:nvPicPr>
              <p:cNvPr id="45" name="Entrada de lápiz 44">
                <a:extLst>
                  <a:ext uri="{FF2B5EF4-FFF2-40B4-BE49-F238E27FC236}">
                    <a16:creationId xmlns:a16="http://schemas.microsoft.com/office/drawing/2014/main" id="{ADBC0BFF-BEE5-A494-6CDE-01242A9FD6C6}"/>
                  </a:ext>
                </a:extLst>
              </p:cNvPr>
              <p:cNvPicPr/>
              <p:nvPr/>
            </p:nvPicPr>
            <p:blipFill>
              <a:blip r:embed="rId19"/>
              <a:stretch>
                <a:fillRect/>
              </a:stretch>
            </p:blipFill>
            <p:spPr>
              <a:xfrm>
                <a:off x="2868298" y="2074994"/>
                <a:ext cx="10620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6" name="Entrada de lápiz 45">
                <a:extLst>
                  <a:ext uri="{FF2B5EF4-FFF2-40B4-BE49-F238E27FC236}">
                    <a16:creationId xmlns:a16="http://schemas.microsoft.com/office/drawing/2014/main" id="{97390D99-B86A-A75D-5249-6B34A01F01A0}"/>
                  </a:ext>
                </a:extLst>
              </p14:cNvPr>
              <p14:cNvContentPartPr/>
              <p14:nvPr/>
            </p14:nvContentPartPr>
            <p14:xfrm>
              <a:off x="2650498" y="2374874"/>
              <a:ext cx="66960" cy="73440"/>
            </p14:xfrm>
          </p:contentPart>
        </mc:Choice>
        <mc:Fallback xmlns="">
          <p:pic>
            <p:nvPicPr>
              <p:cNvPr id="46" name="Entrada de lápiz 45">
                <a:extLst>
                  <a:ext uri="{FF2B5EF4-FFF2-40B4-BE49-F238E27FC236}">
                    <a16:creationId xmlns:a16="http://schemas.microsoft.com/office/drawing/2014/main" id="{97390D99-B86A-A75D-5249-6B34A01F01A0}"/>
                  </a:ext>
                </a:extLst>
              </p:cNvPr>
              <p:cNvPicPr/>
              <p:nvPr/>
            </p:nvPicPr>
            <p:blipFill>
              <a:blip r:embed="rId21"/>
              <a:stretch>
                <a:fillRect/>
              </a:stretch>
            </p:blipFill>
            <p:spPr>
              <a:xfrm>
                <a:off x="2632858" y="2357234"/>
                <a:ext cx="10260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Entrada de lápiz 19">
                <a:extLst>
                  <a:ext uri="{FF2B5EF4-FFF2-40B4-BE49-F238E27FC236}">
                    <a16:creationId xmlns:a16="http://schemas.microsoft.com/office/drawing/2014/main" id="{D3493408-4727-4875-7FE4-24ED58274FF9}"/>
                  </a:ext>
                </a:extLst>
              </p14:cNvPr>
              <p14:cNvContentPartPr/>
              <p14:nvPr/>
            </p14:nvContentPartPr>
            <p14:xfrm>
              <a:off x="1557538" y="1896794"/>
              <a:ext cx="60480" cy="50400"/>
            </p14:xfrm>
          </p:contentPart>
        </mc:Choice>
        <mc:Fallback xmlns="">
          <p:pic>
            <p:nvPicPr>
              <p:cNvPr id="20" name="Entrada de lápiz 19">
                <a:extLst>
                  <a:ext uri="{FF2B5EF4-FFF2-40B4-BE49-F238E27FC236}">
                    <a16:creationId xmlns:a16="http://schemas.microsoft.com/office/drawing/2014/main" id="{D3493408-4727-4875-7FE4-24ED58274FF9}"/>
                  </a:ext>
                </a:extLst>
              </p:cNvPr>
              <p:cNvPicPr/>
              <p:nvPr/>
            </p:nvPicPr>
            <p:blipFill>
              <a:blip r:embed="rId23"/>
              <a:stretch>
                <a:fillRect/>
              </a:stretch>
            </p:blipFill>
            <p:spPr>
              <a:xfrm>
                <a:off x="1539898" y="1878794"/>
                <a:ext cx="9612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3" name="Entrada de lápiz 22">
                <a:extLst>
                  <a:ext uri="{FF2B5EF4-FFF2-40B4-BE49-F238E27FC236}">
                    <a16:creationId xmlns:a16="http://schemas.microsoft.com/office/drawing/2014/main" id="{52950527-9C0E-04E9-FBAD-BA8A4F6C3568}"/>
                  </a:ext>
                </a:extLst>
              </p14:cNvPr>
              <p14:cNvContentPartPr/>
              <p14:nvPr/>
            </p14:nvContentPartPr>
            <p14:xfrm>
              <a:off x="1579138" y="2175794"/>
              <a:ext cx="58320" cy="53640"/>
            </p14:xfrm>
          </p:contentPart>
        </mc:Choice>
        <mc:Fallback xmlns="">
          <p:pic>
            <p:nvPicPr>
              <p:cNvPr id="23" name="Entrada de lápiz 22">
                <a:extLst>
                  <a:ext uri="{FF2B5EF4-FFF2-40B4-BE49-F238E27FC236}">
                    <a16:creationId xmlns:a16="http://schemas.microsoft.com/office/drawing/2014/main" id="{52950527-9C0E-04E9-FBAD-BA8A4F6C3568}"/>
                  </a:ext>
                </a:extLst>
              </p:cNvPr>
              <p:cNvPicPr/>
              <p:nvPr/>
            </p:nvPicPr>
            <p:blipFill>
              <a:blip r:embed="rId25"/>
              <a:stretch>
                <a:fillRect/>
              </a:stretch>
            </p:blipFill>
            <p:spPr>
              <a:xfrm>
                <a:off x="1561498" y="2157794"/>
                <a:ext cx="939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5" name="Entrada de lápiz 24">
                <a:extLst>
                  <a:ext uri="{FF2B5EF4-FFF2-40B4-BE49-F238E27FC236}">
                    <a16:creationId xmlns:a16="http://schemas.microsoft.com/office/drawing/2014/main" id="{D25FED73-5048-66A3-7E76-798D774533FC}"/>
                  </a:ext>
                </a:extLst>
              </p14:cNvPr>
              <p14:cNvContentPartPr/>
              <p14:nvPr/>
            </p14:nvContentPartPr>
            <p14:xfrm>
              <a:off x="1861018" y="1829474"/>
              <a:ext cx="64800" cy="52200"/>
            </p14:xfrm>
          </p:contentPart>
        </mc:Choice>
        <mc:Fallback xmlns="">
          <p:pic>
            <p:nvPicPr>
              <p:cNvPr id="25" name="Entrada de lápiz 24">
                <a:extLst>
                  <a:ext uri="{FF2B5EF4-FFF2-40B4-BE49-F238E27FC236}">
                    <a16:creationId xmlns:a16="http://schemas.microsoft.com/office/drawing/2014/main" id="{D25FED73-5048-66A3-7E76-798D774533FC}"/>
                  </a:ext>
                </a:extLst>
              </p:cNvPr>
              <p:cNvPicPr/>
              <p:nvPr/>
            </p:nvPicPr>
            <p:blipFill>
              <a:blip r:embed="rId27"/>
              <a:stretch>
                <a:fillRect/>
              </a:stretch>
            </p:blipFill>
            <p:spPr>
              <a:xfrm>
                <a:off x="1843378" y="1811474"/>
                <a:ext cx="1004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8" name="Entrada de lápiz 27">
                <a:extLst>
                  <a:ext uri="{FF2B5EF4-FFF2-40B4-BE49-F238E27FC236}">
                    <a16:creationId xmlns:a16="http://schemas.microsoft.com/office/drawing/2014/main" id="{C74C1CF1-E57B-2F27-F5D9-EDE75AD21FD8}"/>
                  </a:ext>
                </a:extLst>
              </p14:cNvPr>
              <p14:cNvContentPartPr/>
              <p14:nvPr/>
            </p14:nvContentPartPr>
            <p14:xfrm>
              <a:off x="1845538" y="2328794"/>
              <a:ext cx="58680" cy="62280"/>
            </p14:xfrm>
          </p:contentPart>
        </mc:Choice>
        <mc:Fallback xmlns="">
          <p:pic>
            <p:nvPicPr>
              <p:cNvPr id="28" name="Entrada de lápiz 27">
                <a:extLst>
                  <a:ext uri="{FF2B5EF4-FFF2-40B4-BE49-F238E27FC236}">
                    <a16:creationId xmlns:a16="http://schemas.microsoft.com/office/drawing/2014/main" id="{C74C1CF1-E57B-2F27-F5D9-EDE75AD21FD8}"/>
                  </a:ext>
                </a:extLst>
              </p:cNvPr>
              <p:cNvPicPr/>
              <p:nvPr/>
            </p:nvPicPr>
            <p:blipFill>
              <a:blip r:embed="rId29"/>
              <a:stretch>
                <a:fillRect/>
              </a:stretch>
            </p:blipFill>
            <p:spPr>
              <a:xfrm>
                <a:off x="1827538" y="2311154"/>
                <a:ext cx="9432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8" name="Entrada de lápiz 47">
                <a:extLst>
                  <a:ext uri="{FF2B5EF4-FFF2-40B4-BE49-F238E27FC236}">
                    <a16:creationId xmlns:a16="http://schemas.microsoft.com/office/drawing/2014/main" id="{4E83AFAD-E9BF-05DD-BCD6-1CF2820FC2AC}"/>
                  </a:ext>
                </a:extLst>
              </p14:cNvPr>
              <p14:cNvContentPartPr/>
              <p14:nvPr/>
            </p14:nvContentPartPr>
            <p14:xfrm>
              <a:off x="2033098" y="2038274"/>
              <a:ext cx="93600" cy="70200"/>
            </p14:xfrm>
          </p:contentPart>
        </mc:Choice>
        <mc:Fallback xmlns="">
          <p:pic>
            <p:nvPicPr>
              <p:cNvPr id="48" name="Entrada de lápiz 47">
                <a:extLst>
                  <a:ext uri="{FF2B5EF4-FFF2-40B4-BE49-F238E27FC236}">
                    <a16:creationId xmlns:a16="http://schemas.microsoft.com/office/drawing/2014/main" id="{4E83AFAD-E9BF-05DD-BCD6-1CF2820FC2AC}"/>
                  </a:ext>
                </a:extLst>
              </p:cNvPr>
              <p:cNvPicPr/>
              <p:nvPr/>
            </p:nvPicPr>
            <p:blipFill>
              <a:blip r:embed="rId31"/>
              <a:stretch>
                <a:fillRect/>
              </a:stretch>
            </p:blipFill>
            <p:spPr>
              <a:xfrm>
                <a:off x="2015098" y="2020274"/>
                <a:ext cx="12924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9" name="Entrada de lápiz 48">
                <a:extLst>
                  <a:ext uri="{FF2B5EF4-FFF2-40B4-BE49-F238E27FC236}">
                    <a16:creationId xmlns:a16="http://schemas.microsoft.com/office/drawing/2014/main" id="{71F50217-997C-79FF-9E05-9E1C594ED8E6}"/>
                  </a:ext>
                </a:extLst>
              </p14:cNvPr>
              <p14:cNvContentPartPr/>
              <p14:nvPr/>
            </p14:nvContentPartPr>
            <p14:xfrm>
              <a:off x="1492018" y="2454794"/>
              <a:ext cx="81000" cy="73440"/>
            </p14:xfrm>
          </p:contentPart>
        </mc:Choice>
        <mc:Fallback xmlns="">
          <p:pic>
            <p:nvPicPr>
              <p:cNvPr id="49" name="Entrada de lápiz 48">
                <a:extLst>
                  <a:ext uri="{FF2B5EF4-FFF2-40B4-BE49-F238E27FC236}">
                    <a16:creationId xmlns:a16="http://schemas.microsoft.com/office/drawing/2014/main" id="{71F50217-997C-79FF-9E05-9E1C594ED8E6}"/>
                  </a:ext>
                </a:extLst>
              </p:cNvPr>
              <p:cNvPicPr/>
              <p:nvPr/>
            </p:nvPicPr>
            <p:blipFill>
              <a:blip r:embed="rId33"/>
              <a:stretch>
                <a:fillRect/>
              </a:stretch>
            </p:blipFill>
            <p:spPr>
              <a:xfrm>
                <a:off x="1474378" y="2437154"/>
                <a:ext cx="11664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50" name="Entrada de lápiz 49">
                <a:extLst>
                  <a:ext uri="{FF2B5EF4-FFF2-40B4-BE49-F238E27FC236}">
                    <a16:creationId xmlns:a16="http://schemas.microsoft.com/office/drawing/2014/main" id="{2D2AAF07-E510-5411-6152-F1FF9D13C7EA}"/>
                  </a:ext>
                </a:extLst>
              </p14:cNvPr>
              <p14:cNvContentPartPr/>
              <p14:nvPr/>
            </p14:nvContentPartPr>
            <p14:xfrm>
              <a:off x="1161538" y="2264714"/>
              <a:ext cx="102600" cy="73080"/>
            </p14:xfrm>
          </p:contentPart>
        </mc:Choice>
        <mc:Fallback xmlns="">
          <p:pic>
            <p:nvPicPr>
              <p:cNvPr id="50" name="Entrada de lápiz 49">
                <a:extLst>
                  <a:ext uri="{FF2B5EF4-FFF2-40B4-BE49-F238E27FC236}">
                    <a16:creationId xmlns:a16="http://schemas.microsoft.com/office/drawing/2014/main" id="{2D2AAF07-E510-5411-6152-F1FF9D13C7EA}"/>
                  </a:ext>
                </a:extLst>
              </p:cNvPr>
              <p:cNvPicPr/>
              <p:nvPr/>
            </p:nvPicPr>
            <p:blipFill>
              <a:blip r:embed="rId35"/>
              <a:stretch>
                <a:fillRect/>
              </a:stretch>
            </p:blipFill>
            <p:spPr>
              <a:xfrm>
                <a:off x="1143898" y="2246714"/>
                <a:ext cx="13824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51" name="Entrada de lápiz 50">
                <a:extLst>
                  <a:ext uri="{FF2B5EF4-FFF2-40B4-BE49-F238E27FC236}">
                    <a16:creationId xmlns:a16="http://schemas.microsoft.com/office/drawing/2014/main" id="{7354D61B-B8A0-A2B3-202F-C501874CE520}"/>
                  </a:ext>
                </a:extLst>
              </p14:cNvPr>
              <p14:cNvContentPartPr/>
              <p14:nvPr/>
            </p14:nvContentPartPr>
            <p14:xfrm>
              <a:off x="1175578" y="2641274"/>
              <a:ext cx="79560" cy="76320"/>
            </p14:xfrm>
          </p:contentPart>
        </mc:Choice>
        <mc:Fallback xmlns="">
          <p:pic>
            <p:nvPicPr>
              <p:cNvPr id="51" name="Entrada de lápiz 50">
                <a:extLst>
                  <a:ext uri="{FF2B5EF4-FFF2-40B4-BE49-F238E27FC236}">
                    <a16:creationId xmlns:a16="http://schemas.microsoft.com/office/drawing/2014/main" id="{7354D61B-B8A0-A2B3-202F-C501874CE520}"/>
                  </a:ext>
                </a:extLst>
              </p:cNvPr>
              <p:cNvPicPr/>
              <p:nvPr/>
            </p:nvPicPr>
            <p:blipFill>
              <a:blip r:embed="rId37"/>
              <a:stretch>
                <a:fillRect/>
              </a:stretch>
            </p:blipFill>
            <p:spPr>
              <a:xfrm>
                <a:off x="1157578" y="2623634"/>
                <a:ext cx="11520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52" name="Entrada de lápiz 51">
                <a:extLst>
                  <a:ext uri="{FF2B5EF4-FFF2-40B4-BE49-F238E27FC236}">
                    <a16:creationId xmlns:a16="http://schemas.microsoft.com/office/drawing/2014/main" id="{303AEC9E-32E6-A821-F918-6ADFFEDCC294}"/>
                  </a:ext>
                </a:extLst>
              </p14:cNvPr>
              <p14:cNvContentPartPr/>
              <p14:nvPr/>
            </p14:nvContentPartPr>
            <p14:xfrm>
              <a:off x="939058" y="2504474"/>
              <a:ext cx="66960" cy="65160"/>
            </p14:xfrm>
          </p:contentPart>
        </mc:Choice>
        <mc:Fallback xmlns="">
          <p:pic>
            <p:nvPicPr>
              <p:cNvPr id="52" name="Entrada de lápiz 51">
                <a:extLst>
                  <a:ext uri="{FF2B5EF4-FFF2-40B4-BE49-F238E27FC236}">
                    <a16:creationId xmlns:a16="http://schemas.microsoft.com/office/drawing/2014/main" id="{303AEC9E-32E6-A821-F918-6ADFFEDCC294}"/>
                  </a:ext>
                </a:extLst>
              </p:cNvPr>
              <p:cNvPicPr/>
              <p:nvPr/>
            </p:nvPicPr>
            <p:blipFill>
              <a:blip r:embed="rId39"/>
              <a:stretch>
                <a:fillRect/>
              </a:stretch>
            </p:blipFill>
            <p:spPr>
              <a:xfrm>
                <a:off x="921418" y="2486474"/>
                <a:ext cx="10260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53" name="Entrada de lápiz 52">
                <a:extLst>
                  <a:ext uri="{FF2B5EF4-FFF2-40B4-BE49-F238E27FC236}">
                    <a16:creationId xmlns:a16="http://schemas.microsoft.com/office/drawing/2014/main" id="{4C4DDE08-A7BE-2825-9740-E5A1831E8D8F}"/>
                  </a:ext>
                </a:extLst>
              </p14:cNvPr>
              <p14:cNvContentPartPr/>
              <p14:nvPr/>
            </p14:nvContentPartPr>
            <p14:xfrm>
              <a:off x="769858" y="2237714"/>
              <a:ext cx="80280" cy="68400"/>
            </p14:xfrm>
          </p:contentPart>
        </mc:Choice>
        <mc:Fallback xmlns="">
          <p:pic>
            <p:nvPicPr>
              <p:cNvPr id="53" name="Entrada de lápiz 52">
                <a:extLst>
                  <a:ext uri="{FF2B5EF4-FFF2-40B4-BE49-F238E27FC236}">
                    <a16:creationId xmlns:a16="http://schemas.microsoft.com/office/drawing/2014/main" id="{4C4DDE08-A7BE-2825-9740-E5A1831E8D8F}"/>
                  </a:ext>
                </a:extLst>
              </p:cNvPr>
              <p:cNvPicPr/>
              <p:nvPr/>
            </p:nvPicPr>
            <p:blipFill>
              <a:blip r:embed="rId41"/>
              <a:stretch>
                <a:fillRect/>
              </a:stretch>
            </p:blipFill>
            <p:spPr>
              <a:xfrm>
                <a:off x="751858" y="2220074"/>
                <a:ext cx="11592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54" name="Entrada de lápiz 53">
                <a:extLst>
                  <a:ext uri="{FF2B5EF4-FFF2-40B4-BE49-F238E27FC236}">
                    <a16:creationId xmlns:a16="http://schemas.microsoft.com/office/drawing/2014/main" id="{EFBAE8D3-F10B-0DA9-A3C8-DDB1800D18BD}"/>
                  </a:ext>
                </a:extLst>
              </p14:cNvPr>
              <p14:cNvContentPartPr/>
              <p14:nvPr/>
            </p14:nvContentPartPr>
            <p14:xfrm>
              <a:off x="1002778" y="2067794"/>
              <a:ext cx="86400" cy="78480"/>
            </p14:xfrm>
          </p:contentPart>
        </mc:Choice>
        <mc:Fallback xmlns="">
          <p:pic>
            <p:nvPicPr>
              <p:cNvPr id="54" name="Entrada de lápiz 53">
                <a:extLst>
                  <a:ext uri="{FF2B5EF4-FFF2-40B4-BE49-F238E27FC236}">
                    <a16:creationId xmlns:a16="http://schemas.microsoft.com/office/drawing/2014/main" id="{EFBAE8D3-F10B-0DA9-A3C8-DDB1800D18BD}"/>
                  </a:ext>
                </a:extLst>
              </p:cNvPr>
              <p:cNvPicPr/>
              <p:nvPr/>
            </p:nvPicPr>
            <p:blipFill>
              <a:blip r:embed="rId43"/>
              <a:stretch>
                <a:fillRect/>
              </a:stretch>
            </p:blipFill>
            <p:spPr>
              <a:xfrm>
                <a:off x="985138" y="2050154"/>
                <a:ext cx="12204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55" name="Entrada de lápiz 54">
                <a:extLst>
                  <a:ext uri="{FF2B5EF4-FFF2-40B4-BE49-F238E27FC236}">
                    <a16:creationId xmlns:a16="http://schemas.microsoft.com/office/drawing/2014/main" id="{BA295D54-C27A-6AC3-088C-AF3B3896FAA1}"/>
                  </a:ext>
                </a:extLst>
              </p14:cNvPr>
              <p14:cNvContentPartPr/>
              <p14:nvPr/>
            </p14:nvContentPartPr>
            <p14:xfrm>
              <a:off x="1175938" y="2315114"/>
              <a:ext cx="35280" cy="38160"/>
            </p14:xfrm>
          </p:contentPart>
        </mc:Choice>
        <mc:Fallback xmlns="">
          <p:pic>
            <p:nvPicPr>
              <p:cNvPr id="55" name="Entrada de lápiz 54">
                <a:extLst>
                  <a:ext uri="{FF2B5EF4-FFF2-40B4-BE49-F238E27FC236}">
                    <a16:creationId xmlns:a16="http://schemas.microsoft.com/office/drawing/2014/main" id="{BA295D54-C27A-6AC3-088C-AF3B3896FAA1}"/>
                  </a:ext>
                </a:extLst>
              </p:cNvPr>
              <p:cNvPicPr/>
              <p:nvPr/>
            </p:nvPicPr>
            <p:blipFill>
              <a:blip r:embed="rId45"/>
              <a:stretch>
                <a:fillRect/>
              </a:stretch>
            </p:blipFill>
            <p:spPr>
              <a:xfrm>
                <a:off x="1157938" y="2297114"/>
                <a:ext cx="7092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0" name="Entrada de lápiz 59">
                <a:extLst>
                  <a:ext uri="{FF2B5EF4-FFF2-40B4-BE49-F238E27FC236}">
                    <a16:creationId xmlns:a16="http://schemas.microsoft.com/office/drawing/2014/main" id="{158E77F1-937B-54AF-8323-E204B2DF9B09}"/>
                  </a:ext>
                </a:extLst>
              </p14:cNvPr>
              <p14:cNvContentPartPr/>
              <p14:nvPr/>
            </p14:nvContentPartPr>
            <p14:xfrm>
              <a:off x="1549258" y="1911554"/>
              <a:ext cx="71280" cy="74880"/>
            </p14:xfrm>
          </p:contentPart>
        </mc:Choice>
        <mc:Fallback xmlns="">
          <p:pic>
            <p:nvPicPr>
              <p:cNvPr id="60" name="Entrada de lápiz 59">
                <a:extLst>
                  <a:ext uri="{FF2B5EF4-FFF2-40B4-BE49-F238E27FC236}">
                    <a16:creationId xmlns:a16="http://schemas.microsoft.com/office/drawing/2014/main" id="{158E77F1-937B-54AF-8323-E204B2DF9B09}"/>
                  </a:ext>
                </a:extLst>
              </p:cNvPr>
              <p:cNvPicPr/>
              <p:nvPr/>
            </p:nvPicPr>
            <p:blipFill>
              <a:blip r:embed="rId47"/>
              <a:stretch>
                <a:fillRect/>
              </a:stretch>
            </p:blipFill>
            <p:spPr>
              <a:xfrm>
                <a:off x="1531618" y="1893914"/>
                <a:ext cx="10692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2" name="Entrada de lápiz 61">
                <a:extLst>
                  <a:ext uri="{FF2B5EF4-FFF2-40B4-BE49-F238E27FC236}">
                    <a16:creationId xmlns:a16="http://schemas.microsoft.com/office/drawing/2014/main" id="{43F5A7BF-251D-E15D-473A-4BE6AD4295AE}"/>
                  </a:ext>
                </a:extLst>
              </p14:cNvPr>
              <p14:cNvContentPartPr/>
              <p14:nvPr/>
            </p14:nvContentPartPr>
            <p14:xfrm>
              <a:off x="1543858" y="2182274"/>
              <a:ext cx="74160" cy="67320"/>
            </p14:xfrm>
          </p:contentPart>
        </mc:Choice>
        <mc:Fallback xmlns="">
          <p:pic>
            <p:nvPicPr>
              <p:cNvPr id="62" name="Entrada de lápiz 61">
                <a:extLst>
                  <a:ext uri="{FF2B5EF4-FFF2-40B4-BE49-F238E27FC236}">
                    <a16:creationId xmlns:a16="http://schemas.microsoft.com/office/drawing/2014/main" id="{43F5A7BF-251D-E15D-473A-4BE6AD4295AE}"/>
                  </a:ext>
                </a:extLst>
              </p:cNvPr>
              <p:cNvPicPr/>
              <p:nvPr/>
            </p:nvPicPr>
            <p:blipFill>
              <a:blip r:embed="rId49"/>
              <a:stretch>
                <a:fillRect/>
              </a:stretch>
            </p:blipFill>
            <p:spPr>
              <a:xfrm>
                <a:off x="1525858" y="2164634"/>
                <a:ext cx="10980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4" name="Entrada de lápiz 63">
                <a:extLst>
                  <a:ext uri="{FF2B5EF4-FFF2-40B4-BE49-F238E27FC236}">
                    <a16:creationId xmlns:a16="http://schemas.microsoft.com/office/drawing/2014/main" id="{F3A7C799-F0D4-F2CD-DC7E-011ABF6291B5}"/>
                  </a:ext>
                </a:extLst>
              </p14:cNvPr>
              <p14:cNvContentPartPr/>
              <p14:nvPr/>
            </p14:nvContentPartPr>
            <p14:xfrm>
              <a:off x="629998" y="4315315"/>
              <a:ext cx="2529720" cy="1396440"/>
            </p14:xfrm>
          </p:contentPart>
        </mc:Choice>
        <mc:Fallback xmlns="">
          <p:pic>
            <p:nvPicPr>
              <p:cNvPr id="64" name="Entrada de lápiz 63">
                <a:extLst>
                  <a:ext uri="{FF2B5EF4-FFF2-40B4-BE49-F238E27FC236}">
                    <a16:creationId xmlns:a16="http://schemas.microsoft.com/office/drawing/2014/main" id="{F3A7C799-F0D4-F2CD-DC7E-011ABF6291B5}"/>
                  </a:ext>
                </a:extLst>
              </p:cNvPr>
              <p:cNvPicPr/>
              <p:nvPr/>
            </p:nvPicPr>
            <p:blipFill>
              <a:blip r:embed="rId3"/>
              <a:stretch>
                <a:fillRect/>
              </a:stretch>
            </p:blipFill>
            <p:spPr>
              <a:xfrm>
                <a:off x="612358" y="4297315"/>
                <a:ext cx="2565360" cy="14320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5" name="Entrada de lápiz 64">
                <a:extLst>
                  <a:ext uri="{FF2B5EF4-FFF2-40B4-BE49-F238E27FC236}">
                    <a16:creationId xmlns:a16="http://schemas.microsoft.com/office/drawing/2014/main" id="{32408C4C-9D5A-6686-A2F1-AB11C04AFABA}"/>
                  </a:ext>
                </a:extLst>
              </p14:cNvPr>
              <p14:cNvContentPartPr/>
              <p14:nvPr/>
            </p14:nvContentPartPr>
            <p14:xfrm>
              <a:off x="2528278" y="4733275"/>
              <a:ext cx="67680" cy="58320"/>
            </p14:xfrm>
          </p:contentPart>
        </mc:Choice>
        <mc:Fallback xmlns="">
          <p:pic>
            <p:nvPicPr>
              <p:cNvPr id="65" name="Entrada de lápiz 64">
                <a:extLst>
                  <a:ext uri="{FF2B5EF4-FFF2-40B4-BE49-F238E27FC236}">
                    <a16:creationId xmlns:a16="http://schemas.microsoft.com/office/drawing/2014/main" id="{32408C4C-9D5A-6686-A2F1-AB11C04AFABA}"/>
                  </a:ext>
                </a:extLst>
              </p:cNvPr>
              <p:cNvPicPr/>
              <p:nvPr/>
            </p:nvPicPr>
            <p:blipFill>
              <a:blip r:embed="rId5"/>
              <a:stretch>
                <a:fillRect/>
              </a:stretch>
            </p:blipFill>
            <p:spPr>
              <a:xfrm>
                <a:off x="2510278" y="4715275"/>
                <a:ext cx="10332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6" name="Entrada de lápiz 65">
                <a:extLst>
                  <a:ext uri="{FF2B5EF4-FFF2-40B4-BE49-F238E27FC236}">
                    <a16:creationId xmlns:a16="http://schemas.microsoft.com/office/drawing/2014/main" id="{59E20886-6736-CBCF-4025-FB5A08D37923}"/>
                  </a:ext>
                </a:extLst>
              </p14:cNvPr>
              <p14:cNvContentPartPr/>
              <p14:nvPr/>
            </p14:nvContentPartPr>
            <p14:xfrm>
              <a:off x="2176558" y="4676395"/>
              <a:ext cx="70200" cy="64440"/>
            </p14:xfrm>
          </p:contentPart>
        </mc:Choice>
        <mc:Fallback xmlns="">
          <p:pic>
            <p:nvPicPr>
              <p:cNvPr id="66" name="Entrada de lápiz 65">
                <a:extLst>
                  <a:ext uri="{FF2B5EF4-FFF2-40B4-BE49-F238E27FC236}">
                    <a16:creationId xmlns:a16="http://schemas.microsoft.com/office/drawing/2014/main" id="{59E20886-6736-CBCF-4025-FB5A08D37923}"/>
                  </a:ext>
                </a:extLst>
              </p:cNvPr>
              <p:cNvPicPr/>
              <p:nvPr/>
            </p:nvPicPr>
            <p:blipFill>
              <a:blip r:embed="rId53"/>
              <a:stretch>
                <a:fillRect/>
              </a:stretch>
            </p:blipFill>
            <p:spPr>
              <a:xfrm>
                <a:off x="2158918" y="4658755"/>
                <a:ext cx="10584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67" name="Entrada de lápiz 66">
                <a:extLst>
                  <a:ext uri="{FF2B5EF4-FFF2-40B4-BE49-F238E27FC236}">
                    <a16:creationId xmlns:a16="http://schemas.microsoft.com/office/drawing/2014/main" id="{ECDB1A1E-EDB6-DAFA-3F51-B88577C83259}"/>
                  </a:ext>
                </a:extLst>
              </p14:cNvPr>
              <p14:cNvContentPartPr/>
              <p14:nvPr/>
            </p14:nvContentPartPr>
            <p14:xfrm>
              <a:off x="1565638" y="4754875"/>
              <a:ext cx="58680" cy="58680"/>
            </p14:xfrm>
          </p:contentPart>
        </mc:Choice>
        <mc:Fallback xmlns="">
          <p:pic>
            <p:nvPicPr>
              <p:cNvPr id="67" name="Entrada de lápiz 66">
                <a:extLst>
                  <a:ext uri="{FF2B5EF4-FFF2-40B4-BE49-F238E27FC236}">
                    <a16:creationId xmlns:a16="http://schemas.microsoft.com/office/drawing/2014/main" id="{ECDB1A1E-EDB6-DAFA-3F51-B88577C83259}"/>
                  </a:ext>
                </a:extLst>
              </p:cNvPr>
              <p:cNvPicPr/>
              <p:nvPr/>
            </p:nvPicPr>
            <p:blipFill>
              <a:blip r:embed="rId9"/>
              <a:stretch>
                <a:fillRect/>
              </a:stretch>
            </p:blipFill>
            <p:spPr>
              <a:xfrm>
                <a:off x="1547638" y="4737235"/>
                <a:ext cx="9432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68" name="Entrada de lápiz 67">
                <a:extLst>
                  <a:ext uri="{FF2B5EF4-FFF2-40B4-BE49-F238E27FC236}">
                    <a16:creationId xmlns:a16="http://schemas.microsoft.com/office/drawing/2014/main" id="{8FDCC4CE-EB50-6495-E0B6-3D9A7C7240DD}"/>
                  </a:ext>
                </a:extLst>
              </p14:cNvPr>
              <p14:cNvContentPartPr/>
              <p14:nvPr/>
            </p14:nvContentPartPr>
            <p14:xfrm>
              <a:off x="1483558" y="4468675"/>
              <a:ext cx="97560" cy="72000"/>
            </p14:xfrm>
          </p:contentPart>
        </mc:Choice>
        <mc:Fallback xmlns="">
          <p:pic>
            <p:nvPicPr>
              <p:cNvPr id="68" name="Entrada de lápiz 67">
                <a:extLst>
                  <a:ext uri="{FF2B5EF4-FFF2-40B4-BE49-F238E27FC236}">
                    <a16:creationId xmlns:a16="http://schemas.microsoft.com/office/drawing/2014/main" id="{8FDCC4CE-EB50-6495-E0B6-3D9A7C7240DD}"/>
                  </a:ext>
                </a:extLst>
              </p:cNvPr>
              <p:cNvPicPr/>
              <p:nvPr/>
            </p:nvPicPr>
            <p:blipFill>
              <a:blip r:embed="rId56"/>
              <a:stretch>
                <a:fillRect/>
              </a:stretch>
            </p:blipFill>
            <p:spPr>
              <a:xfrm>
                <a:off x="1465918" y="4450675"/>
                <a:ext cx="13320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69" name="Entrada de lápiz 68">
                <a:extLst>
                  <a:ext uri="{FF2B5EF4-FFF2-40B4-BE49-F238E27FC236}">
                    <a16:creationId xmlns:a16="http://schemas.microsoft.com/office/drawing/2014/main" id="{52FEE3C8-497C-4BBB-9935-54668CE51A67}"/>
                  </a:ext>
                </a:extLst>
              </p14:cNvPr>
              <p14:cNvContentPartPr/>
              <p14:nvPr/>
            </p14:nvContentPartPr>
            <p14:xfrm>
              <a:off x="1245238" y="4778275"/>
              <a:ext cx="86760" cy="77040"/>
            </p14:xfrm>
          </p:contentPart>
        </mc:Choice>
        <mc:Fallback xmlns="">
          <p:pic>
            <p:nvPicPr>
              <p:cNvPr id="69" name="Entrada de lápiz 68">
                <a:extLst>
                  <a:ext uri="{FF2B5EF4-FFF2-40B4-BE49-F238E27FC236}">
                    <a16:creationId xmlns:a16="http://schemas.microsoft.com/office/drawing/2014/main" id="{52FEE3C8-497C-4BBB-9935-54668CE51A67}"/>
                  </a:ext>
                </a:extLst>
              </p:cNvPr>
              <p:cNvPicPr/>
              <p:nvPr/>
            </p:nvPicPr>
            <p:blipFill>
              <a:blip r:embed="rId13"/>
              <a:stretch>
                <a:fillRect/>
              </a:stretch>
            </p:blipFill>
            <p:spPr>
              <a:xfrm>
                <a:off x="1227598" y="4760275"/>
                <a:ext cx="12240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0" name="Entrada de lápiz 69">
                <a:extLst>
                  <a:ext uri="{FF2B5EF4-FFF2-40B4-BE49-F238E27FC236}">
                    <a16:creationId xmlns:a16="http://schemas.microsoft.com/office/drawing/2014/main" id="{6AD72508-922C-B983-7FFF-9762620DD902}"/>
                  </a:ext>
                </a:extLst>
              </p14:cNvPr>
              <p14:cNvContentPartPr/>
              <p14:nvPr/>
            </p14:nvContentPartPr>
            <p14:xfrm>
              <a:off x="2206078" y="5078875"/>
              <a:ext cx="97560" cy="87840"/>
            </p14:xfrm>
          </p:contentPart>
        </mc:Choice>
        <mc:Fallback xmlns="">
          <p:pic>
            <p:nvPicPr>
              <p:cNvPr id="70" name="Entrada de lápiz 69">
                <a:extLst>
                  <a:ext uri="{FF2B5EF4-FFF2-40B4-BE49-F238E27FC236}">
                    <a16:creationId xmlns:a16="http://schemas.microsoft.com/office/drawing/2014/main" id="{6AD72508-922C-B983-7FFF-9762620DD902}"/>
                  </a:ext>
                </a:extLst>
              </p:cNvPr>
              <p:cNvPicPr/>
              <p:nvPr/>
            </p:nvPicPr>
            <p:blipFill>
              <a:blip r:embed="rId15"/>
              <a:stretch>
                <a:fillRect/>
              </a:stretch>
            </p:blipFill>
            <p:spPr>
              <a:xfrm>
                <a:off x="2188078" y="5060875"/>
                <a:ext cx="13320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71" name="Entrada de lápiz 70">
                <a:extLst>
                  <a:ext uri="{FF2B5EF4-FFF2-40B4-BE49-F238E27FC236}">
                    <a16:creationId xmlns:a16="http://schemas.microsoft.com/office/drawing/2014/main" id="{035FDD8A-78DF-FC14-1D48-8F38D16595C0}"/>
                  </a:ext>
                </a:extLst>
              </p14:cNvPr>
              <p14:cNvContentPartPr/>
              <p14:nvPr/>
            </p14:nvContentPartPr>
            <p14:xfrm>
              <a:off x="2514958" y="4952515"/>
              <a:ext cx="65520" cy="72720"/>
            </p14:xfrm>
          </p:contentPart>
        </mc:Choice>
        <mc:Fallback xmlns="">
          <p:pic>
            <p:nvPicPr>
              <p:cNvPr id="71" name="Entrada de lápiz 70">
                <a:extLst>
                  <a:ext uri="{FF2B5EF4-FFF2-40B4-BE49-F238E27FC236}">
                    <a16:creationId xmlns:a16="http://schemas.microsoft.com/office/drawing/2014/main" id="{035FDD8A-78DF-FC14-1D48-8F38D16595C0}"/>
                  </a:ext>
                </a:extLst>
              </p:cNvPr>
              <p:cNvPicPr/>
              <p:nvPr/>
            </p:nvPicPr>
            <p:blipFill>
              <a:blip r:embed="rId17"/>
              <a:stretch>
                <a:fillRect/>
              </a:stretch>
            </p:blipFill>
            <p:spPr>
              <a:xfrm>
                <a:off x="2497318" y="4934875"/>
                <a:ext cx="10116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2" name="Entrada de lápiz 71">
                <a:extLst>
                  <a:ext uri="{FF2B5EF4-FFF2-40B4-BE49-F238E27FC236}">
                    <a16:creationId xmlns:a16="http://schemas.microsoft.com/office/drawing/2014/main" id="{C0A5E368-2BE3-FFE1-60CA-E6C3C96BD77A}"/>
                  </a:ext>
                </a:extLst>
              </p14:cNvPr>
              <p14:cNvContentPartPr/>
              <p14:nvPr/>
            </p14:nvContentPartPr>
            <p14:xfrm>
              <a:off x="2888278" y="4945675"/>
              <a:ext cx="70560" cy="76320"/>
            </p14:xfrm>
          </p:contentPart>
        </mc:Choice>
        <mc:Fallback xmlns="">
          <p:pic>
            <p:nvPicPr>
              <p:cNvPr id="72" name="Entrada de lápiz 71">
                <a:extLst>
                  <a:ext uri="{FF2B5EF4-FFF2-40B4-BE49-F238E27FC236}">
                    <a16:creationId xmlns:a16="http://schemas.microsoft.com/office/drawing/2014/main" id="{C0A5E368-2BE3-FFE1-60CA-E6C3C96BD77A}"/>
                  </a:ext>
                </a:extLst>
              </p:cNvPr>
              <p:cNvPicPr/>
              <p:nvPr/>
            </p:nvPicPr>
            <p:blipFill>
              <a:blip r:embed="rId19"/>
              <a:stretch>
                <a:fillRect/>
              </a:stretch>
            </p:blipFill>
            <p:spPr>
              <a:xfrm>
                <a:off x="2870638" y="4927675"/>
                <a:ext cx="10620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73" name="Entrada de lápiz 72">
                <a:extLst>
                  <a:ext uri="{FF2B5EF4-FFF2-40B4-BE49-F238E27FC236}">
                    <a16:creationId xmlns:a16="http://schemas.microsoft.com/office/drawing/2014/main" id="{CF2F5511-AF1C-53F2-490C-6E3DF7D4C334}"/>
                  </a:ext>
                </a:extLst>
              </p14:cNvPr>
              <p14:cNvContentPartPr/>
              <p14:nvPr/>
            </p14:nvContentPartPr>
            <p14:xfrm>
              <a:off x="2652838" y="5227555"/>
              <a:ext cx="66960" cy="73440"/>
            </p14:xfrm>
          </p:contentPart>
        </mc:Choice>
        <mc:Fallback xmlns="">
          <p:pic>
            <p:nvPicPr>
              <p:cNvPr id="73" name="Entrada de lápiz 72">
                <a:extLst>
                  <a:ext uri="{FF2B5EF4-FFF2-40B4-BE49-F238E27FC236}">
                    <a16:creationId xmlns:a16="http://schemas.microsoft.com/office/drawing/2014/main" id="{CF2F5511-AF1C-53F2-490C-6E3DF7D4C334}"/>
                  </a:ext>
                </a:extLst>
              </p:cNvPr>
              <p:cNvPicPr/>
              <p:nvPr/>
            </p:nvPicPr>
            <p:blipFill>
              <a:blip r:embed="rId21"/>
              <a:stretch>
                <a:fillRect/>
              </a:stretch>
            </p:blipFill>
            <p:spPr>
              <a:xfrm>
                <a:off x="2635198" y="5209915"/>
                <a:ext cx="102600" cy="109080"/>
              </a:xfrm>
              <a:prstGeom prst="rect">
                <a:avLst/>
              </a:prstGeom>
            </p:spPr>
          </p:pic>
        </mc:Fallback>
      </mc:AlternateContent>
      <p:grpSp>
        <p:nvGrpSpPr>
          <p:cNvPr id="74" name="Grupo 73">
            <a:extLst>
              <a:ext uri="{FF2B5EF4-FFF2-40B4-BE49-F238E27FC236}">
                <a16:creationId xmlns:a16="http://schemas.microsoft.com/office/drawing/2014/main" id="{03BF7634-F32E-38B3-F199-06CF3482C3BC}"/>
              </a:ext>
            </a:extLst>
          </p:cNvPr>
          <p:cNvGrpSpPr/>
          <p:nvPr/>
        </p:nvGrpSpPr>
        <p:grpSpPr>
          <a:xfrm>
            <a:off x="772198" y="4682155"/>
            <a:ext cx="1356840" cy="888120"/>
            <a:chOff x="6659342" y="1265174"/>
            <a:chExt cx="1356840" cy="888120"/>
          </a:xfrm>
        </p:grpSpPr>
        <mc:AlternateContent xmlns:mc="http://schemas.openxmlformats.org/markup-compatibility/2006" xmlns:p14="http://schemas.microsoft.com/office/powerpoint/2010/main">
          <mc:Choice Requires="p14">
            <p:contentPart p14:bwMode="auto" r:id="rId62">
              <p14:nvContentPartPr>
                <p14:cNvPr id="75" name="Entrada de lápiz 74">
                  <a:extLst>
                    <a:ext uri="{FF2B5EF4-FFF2-40B4-BE49-F238E27FC236}">
                      <a16:creationId xmlns:a16="http://schemas.microsoft.com/office/drawing/2014/main" id="{886767A0-86CC-4942-7075-44C25851FB85}"/>
                    </a:ext>
                  </a:extLst>
                </p14:cNvPr>
                <p14:cNvContentPartPr/>
                <p14:nvPr/>
              </p14:nvContentPartPr>
              <p14:xfrm>
                <a:off x="7447022" y="1332494"/>
                <a:ext cx="60480" cy="50400"/>
              </p14:xfrm>
            </p:contentPart>
          </mc:Choice>
          <mc:Fallback xmlns="">
            <p:pic>
              <p:nvPicPr>
                <p:cNvPr id="75" name="Entrada de lápiz 74">
                  <a:extLst>
                    <a:ext uri="{FF2B5EF4-FFF2-40B4-BE49-F238E27FC236}">
                      <a16:creationId xmlns:a16="http://schemas.microsoft.com/office/drawing/2014/main" id="{886767A0-86CC-4942-7075-44C25851FB85}"/>
                    </a:ext>
                  </a:extLst>
                </p:cNvPr>
                <p:cNvPicPr/>
                <p:nvPr/>
              </p:nvPicPr>
              <p:blipFill>
                <a:blip r:embed="rId23"/>
                <a:stretch>
                  <a:fillRect/>
                </a:stretch>
              </p:blipFill>
              <p:spPr>
                <a:xfrm>
                  <a:off x="7429382" y="1314494"/>
                  <a:ext cx="9612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76" name="Entrada de lápiz 75">
                  <a:extLst>
                    <a:ext uri="{FF2B5EF4-FFF2-40B4-BE49-F238E27FC236}">
                      <a16:creationId xmlns:a16="http://schemas.microsoft.com/office/drawing/2014/main" id="{89956090-9AFC-C3B0-5880-02891D254ED0}"/>
                    </a:ext>
                  </a:extLst>
                </p14:cNvPr>
                <p14:cNvContentPartPr/>
                <p14:nvPr/>
              </p14:nvContentPartPr>
              <p14:xfrm>
                <a:off x="7468622" y="1611494"/>
                <a:ext cx="58320" cy="53640"/>
              </p14:xfrm>
            </p:contentPart>
          </mc:Choice>
          <mc:Fallback xmlns="">
            <p:pic>
              <p:nvPicPr>
                <p:cNvPr id="76" name="Entrada de lápiz 75">
                  <a:extLst>
                    <a:ext uri="{FF2B5EF4-FFF2-40B4-BE49-F238E27FC236}">
                      <a16:creationId xmlns:a16="http://schemas.microsoft.com/office/drawing/2014/main" id="{89956090-9AFC-C3B0-5880-02891D254ED0}"/>
                    </a:ext>
                  </a:extLst>
                </p:cNvPr>
                <p:cNvPicPr/>
                <p:nvPr/>
              </p:nvPicPr>
              <p:blipFill>
                <a:blip r:embed="rId25"/>
                <a:stretch>
                  <a:fillRect/>
                </a:stretch>
              </p:blipFill>
              <p:spPr>
                <a:xfrm>
                  <a:off x="7450982" y="1593494"/>
                  <a:ext cx="939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77" name="Entrada de lápiz 76">
                  <a:extLst>
                    <a:ext uri="{FF2B5EF4-FFF2-40B4-BE49-F238E27FC236}">
                      <a16:creationId xmlns:a16="http://schemas.microsoft.com/office/drawing/2014/main" id="{0421DE67-6785-78DF-C9BB-B72662A6A28A}"/>
                    </a:ext>
                  </a:extLst>
                </p14:cNvPr>
                <p14:cNvContentPartPr/>
                <p14:nvPr/>
              </p14:nvContentPartPr>
              <p14:xfrm>
                <a:off x="7750502" y="1265174"/>
                <a:ext cx="64800" cy="52200"/>
              </p14:xfrm>
            </p:contentPart>
          </mc:Choice>
          <mc:Fallback xmlns="">
            <p:pic>
              <p:nvPicPr>
                <p:cNvPr id="77" name="Entrada de lápiz 76">
                  <a:extLst>
                    <a:ext uri="{FF2B5EF4-FFF2-40B4-BE49-F238E27FC236}">
                      <a16:creationId xmlns:a16="http://schemas.microsoft.com/office/drawing/2014/main" id="{0421DE67-6785-78DF-C9BB-B72662A6A28A}"/>
                    </a:ext>
                  </a:extLst>
                </p:cNvPr>
                <p:cNvPicPr/>
                <p:nvPr/>
              </p:nvPicPr>
              <p:blipFill>
                <a:blip r:embed="rId65"/>
                <a:stretch>
                  <a:fillRect/>
                </a:stretch>
              </p:blipFill>
              <p:spPr>
                <a:xfrm>
                  <a:off x="7732862" y="1247174"/>
                  <a:ext cx="1004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78" name="Entrada de lápiz 77">
                  <a:extLst>
                    <a:ext uri="{FF2B5EF4-FFF2-40B4-BE49-F238E27FC236}">
                      <a16:creationId xmlns:a16="http://schemas.microsoft.com/office/drawing/2014/main" id="{CC70203B-D57B-3C3C-8C63-33B5AB03581B}"/>
                    </a:ext>
                  </a:extLst>
                </p14:cNvPr>
                <p14:cNvContentPartPr/>
                <p14:nvPr/>
              </p14:nvContentPartPr>
              <p14:xfrm>
                <a:off x="7742582" y="1506374"/>
                <a:ext cx="53280" cy="68400"/>
              </p14:xfrm>
            </p:contentPart>
          </mc:Choice>
          <mc:Fallback xmlns="">
            <p:pic>
              <p:nvPicPr>
                <p:cNvPr id="78" name="Entrada de lápiz 77">
                  <a:extLst>
                    <a:ext uri="{FF2B5EF4-FFF2-40B4-BE49-F238E27FC236}">
                      <a16:creationId xmlns:a16="http://schemas.microsoft.com/office/drawing/2014/main" id="{CC70203B-D57B-3C3C-8C63-33B5AB03581B}"/>
                    </a:ext>
                  </a:extLst>
                </p:cNvPr>
                <p:cNvPicPr/>
                <p:nvPr/>
              </p:nvPicPr>
              <p:blipFill>
                <a:blip r:embed="rId67"/>
                <a:stretch>
                  <a:fillRect/>
                </a:stretch>
              </p:blipFill>
              <p:spPr>
                <a:xfrm>
                  <a:off x="7724582" y="1488734"/>
                  <a:ext cx="8892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79" name="Entrada de lápiz 78">
                  <a:extLst>
                    <a:ext uri="{FF2B5EF4-FFF2-40B4-BE49-F238E27FC236}">
                      <a16:creationId xmlns:a16="http://schemas.microsoft.com/office/drawing/2014/main" id="{80CBFF6B-247D-FFD6-28B9-46862451EC70}"/>
                    </a:ext>
                  </a:extLst>
                </p14:cNvPr>
                <p14:cNvContentPartPr/>
                <p14:nvPr/>
              </p14:nvContentPartPr>
              <p14:xfrm>
                <a:off x="7735022" y="1764494"/>
                <a:ext cx="58680" cy="62280"/>
              </p14:xfrm>
            </p:contentPart>
          </mc:Choice>
          <mc:Fallback xmlns="">
            <p:pic>
              <p:nvPicPr>
                <p:cNvPr id="79" name="Entrada de lápiz 78">
                  <a:extLst>
                    <a:ext uri="{FF2B5EF4-FFF2-40B4-BE49-F238E27FC236}">
                      <a16:creationId xmlns:a16="http://schemas.microsoft.com/office/drawing/2014/main" id="{80CBFF6B-247D-FFD6-28B9-46862451EC70}"/>
                    </a:ext>
                  </a:extLst>
                </p:cNvPr>
                <p:cNvPicPr/>
                <p:nvPr/>
              </p:nvPicPr>
              <p:blipFill>
                <a:blip r:embed="rId29"/>
                <a:stretch>
                  <a:fillRect/>
                </a:stretch>
              </p:blipFill>
              <p:spPr>
                <a:xfrm>
                  <a:off x="7717022" y="1746854"/>
                  <a:ext cx="9432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80" name="Entrada de lápiz 79">
                  <a:extLst>
                    <a:ext uri="{FF2B5EF4-FFF2-40B4-BE49-F238E27FC236}">
                      <a16:creationId xmlns:a16="http://schemas.microsoft.com/office/drawing/2014/main" id="{FDFFF714-2943-75B2-8875-C82E30695F13}"/>
                    </a:ext>
                  </a:extLst>
                </p14:cNvPr>
                <p14:cNvContentPartPr/>
                <p14:nvPr/>
              </p14:nvContentPartPr>
              <p14:xfrm>
                <a:off x="7922582" y="1473974"/>
                <a:ext cx="93600" cy="70200"/>
              </p14:xfrm>
            </p:contentPart>
          </mc:Choice>
          <mc:Fallback xmlns="">
            <p:pic>
              <p:nvPicPr>
                <p:cNvPr id="80" name="Entrada de lápiz 79">
                  <a:extLst>
                    <a:ext uri="{FF2B5EF4-FFF2-40B4-BE49-F238E27FC236}">
                      <a16:creationId xmlns:a16="http://schemas.microsoft.com/office/drawing/2014/main" id="{FDFFF714-2943-75B2-8875-C82E30695F13}"/>
                    </a:ext>
                  </a:extLst>
                </p:cNvPr>
                <p:cNvPicPr/>
                <p:nvPr/>
              </p:nvPicPr>
              <p:blipFill>
                <a:blip r:embed="rId70"/>
                <a:stretch>
                  <a:fillRect/>
                </a:stretch>
              </p:blipFill>
              <p:spPr>
                <a:xfrm>
                  <a:off x="7904582" y="1455974"/>
                  <a:ext cx="12924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1" name="Entrada de lápiz 80">
                  <a:extLst>
                    <a:ext uri="{FF2B5EF4-FFF2-40B4-BE49-F238E27FC236}">
                      <a16:creationId xmlns:a16="http://schemas.microsoft.com/office/drawing/2014/main" id="{FA101536-1704-02CB-7FDA-395CCFD4E17E}"/>
                    </a:ext>
                  </a:extLst>
                </p14:cNvPr>
                <p14:cNvContentPartPr/>
                <p14:nvPr/>
              </p14:nvContentPartPr>
              <p14:xfrm>
                <a:off x="7381502" y="1890494"/>
                <a:ext cx="81000" cy="73440"/>
              </p14:xfrm>
            </p:contentPart>
          </mc:Choice>
          <mc:Fallback xmlns="">
            <p:pic>
              <p:nvPicPr>
                <p:cNvPr id="81" name="Entrada de lápiz 80">
                  <a:extLst>
                    <a:ext uri="{FF2B5EF4-FFF2-40B4-BE49-F238E27FC236}">
                      <a16:creationId xmlns:a16="http://schemas.microsoft.com/office/drawing/2014/main" id="{FA101536-1704-02CB-7FDA-395CCFD4E17E}"/>
                    </a:ext>
                  </a:extLst>
                </p:cNvPr>
                <p:cNvPicPr/>
                <p:nvPr/>
              </p:nvPicPr>
              <p:blipFill>
                <a:blip r:embed="rId33"/>
                <a:stretch>
                  <a:fillRect/>
                </a:stretch>
              </p:blipFill>
              <p:spPr>
                <a:xfrm>
                  <a:off x="7363862" y="1872854"/>
                  <a:ext cx="11664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2" name="Entrada de lápiz 81">
                  <a:extLst>
                    <a:ext uri="{FF2B5EF4-FFF2-40B4-BE49-F238E27FC236}">
                      <a16:creationId xmlns:a16="http://schemas.microsoft.com/office/drawing/2014/main" id="{97C09AC1-031F-39F8-0984-0CC12A45419F}"/>
                    </a:ext>
                  </a:extLst>
                </p14:cNvPr>
                <p14:cNvContentPartPr/>
                <p14:nvPr/>
              </p14:nvContentPartPr>
              <p14:xfrm>
                <a:off x="7051022" y="1700414"/>
                <a:ext cx="102600" cy="73080"/>
              </p14:xfrm>
            </p:contentPart>
          </mc:Choice>
          <mc:Fallback xmlns="">
            <p:pic>
              <p:nvPicPr>
                <p:cNvPr id="82" name="Entrada de lápiz 81">
                  <a:extLst>
                    <a:ext uri="{FF2B5EF4-FFF2-40B4-BE49-F238E27FC236}">
                      <a16:creationId xmlns:a16="http://schemas.microsoft.com/office/drawing/2014/main" id="{97C09AC1-031F-39F8-0984-0CC12A45419F}"/>
                    </a:ext>
                  </a:extLst>
                </p:cNvPr>
                <p:cNvPicPr/>
                <p:nvPr/>
              </p:nvPicPr>
              <p:blipFill>
                <a:blip r:embed="rId35"/>
                <a:stretch>
                  <a:fillRect/>
                </a:stretch>
              </p:blipFill>
              <p:spPr>
                <a:xfrm>
                  <a:off x="7033382" y="1682414"/>
                  <a:ext cx="13824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83" name="Entrada de lápiz 82">
                  <a:extLst>
                    <a:ext uri="{FF2B5EF4-FFF2-40B4-BE49-F238E27FC236}">
                      <a16:creationId xmlns:a16="http://schemas.microsoft.com/office/drawing/2014/main" id="{5107850F-5D79-1324-E26F-B894798F3B5C}"/>
                    </a:ext>
                  </a:extLst>
                </p14:cNvPr>
                <p14:cNvContentPartPr/>
                <p14:nvPr/>
              </p14:nvContentPartPr>
              <p14:xfrm>
                <a:off x="7065062" y="2076974"/>
                <a:ext cx="79560" cy="76320"/>
              </p14:xfrm>
            </p:contentPart>
          </mc:Choice>
          <mc:Fallback xmlns="">
            <p:pic>
              <p:nvPicPr>
                <p:cNvPr id="83" name="Entrada de lápiz 82">
                  <a:extLst>
                    <a:ext uri="{FF2B5EF4-FFF2-40B4-BE49-F238E27FC236}">
                      <a16:creationId xmlns:a16="http://schemas.microsoft.com/office/drawing/2014/main" id="{5107850F-5D79-1324-E26F-B894798F3B5C}"/>
                    </a:ext>
                  </a:extLst>
                </p:cNvPr>
                <p:cNvPicPr/>
                <p:nvPr/>
              </p:nvPicPr>
              <p:blipFill>
                <a:blip r:embed="rId37"/>
                <a:stretch>
                  <a:fillRect/>
                </a:stretch>
              </p:blipFill>
              <p:spPr>
                <a:xfrm>
                  <a:off x="7047062" y="2059334"/>
                  <a:ext cx="11520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84" name="Entrada de lápiz 83">
                  <a:extLst>
                    <a:ext uri="{FF2B5EF4-FFF2-40B4-BE49-F238E27FC236}">
                      <a16:creationId xmlns:a16="http://schemas.microsoft.com/office/drawing/2014/main" id="{EB6DB9AA-8812-FAE8-EAC1-6B21F6DA88A9}"/>
                    </a:ext>
                  </a:extLst>
                </p14:cNvPr>
                <p14:cNvContentPartPr/>
                <p14:nvPr/>
              </p14:nvContentPartPr>
              <p14:xfrm>
                <a:off x="6828542" y="1940174"/>
                <a:ext cx="66960" cy="65160"/>
              </p14:xfrm>
            </p:contentPart>
          </mc:Choice>
          <mc:Fallback xmlns="">
            <p:pic>
              <p:nvPicPr>
                <p:cNvPr id="84" name="Entrada de lápiz 83">
                  <a:extLst>
                    <a:ext uri="{FF2B5EF4-FFF2-40B4-BE49-F238E27FC236}">
                      <a16:creationId xmlns:a16="http://schemas.microsoft.com/office/drawing/2014/main" id="{EB6DB9AA-8812-FAE8-EAC1-6B21F6DA88A9}"/>
                    </a:ext>
                  </a:extLst>
                </p:cNvPr>
                <p:cNvPicPr/>
                <p:nvPr/>
              </p:nvPicPr>
              <p:blipFill>
                <a:blip r:embed="rId39"/>
                <a:stretch>
                  <a:fillRect/>
                </a:stretch>
              </p:blipFill>
              <p:spPr>
                <a:xfrm>
                  <a:off x="6810902" y="1922174"/>
                  <a:ext cx="10260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85" name="Entrada de lápiz 84">
                  <a:extLst>
                    <a:ext uri="{FF2B5EF4-FFF2-40B4-BE49-F238E27FC236}">
                      <a16:creationId xmlns:a16="http://schemas.microsoft.com/office/drawing/2014/main" id="{D88FDEF8-CF36-2FBD-7BC4-3C9B0BDB08F4}"/>
                    </a:ext>
                  </a:extLst>
                </p14:cNvPr>
                <p14:cNvContentPartPr/>
                <p14:nvPr/>
              </p14:nvContentPartPr>
              <p14:xfrm>
                <a:off x="6659342" y="1673414"/>
                <a:ext cx="80280" cy="68400"/>
              </p14:xfrm>
            </p:contentPart>
          </mc:Choice>
          <mc:Fallback xmlns="">
            <p:pic>
              <p:nvPicPr>
                <p:cNvPr id="85" name="Entrada de lápiz 84">
                  <a:extLst>
                    <a:ext uri="{FF2B5EF4-FFF2-40B4-BE49-F238E27FC236}">
                      <a16:creationId xmlns:a16="http://schemas.microsoft.com/office/drawing/2014/main" id="{D88FDEF8-CF36-2FBD-7BC4-3C9B0BDB08F4}"/>
                    </a:ext>
                  </a:extLst>
                </p:cNvPr>
                <p:cNvPicPr/>
                <p:nvPr/>
              </p:nvPicPr>
              <p:blipFill>
                <a:blip r:embed="rId41"/>
                <a:stretch>
                  <a:fillRect/>
                </a:stretch>
              </p:blipFill>
              <p:spPr>
                <a:xfrm>
                  <a:off x="6641342" y="1655774"/>
                  <a:ext cx="11592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86" name="Entrada de lápiz 85">
                  <a:extLst>
                    <a:ext uri="{FF2B5EF4-FFF2-40B4-BE49-F238E27FC236}">
                      <a16:creationId xmlns:a16="http://schemas.microsoft.com/office/drawing/2014/main" id="{8F5C9865-1208-D6FB-3899-F6532162A435}"/>
                    </a:ext>
                  </a:extLst>
                </p14:cNvPr>
                <p14:cNvContentPartPr/>
                <p14:nvPr/>
              </p14:nvContentPartPr>
              <p14:xfrm>
                <a:off x="6892262" y="1503494"/>
                <a:ext cx="86400" cy="78480"/>
              </p14:xfrm>
            </p:contentPart>
          </mc:Choice>
          <mc:Fallback xmlns="">
            <p:pic>
              <p:nvPicPr>
                <p:cNvPr id="86" name="Entrada de lápiz 85">
                  <a:extLst>
                    <a:ext uri="{FF2B5EF4-FFF2-40B4-BE49-F238E27FC236}">
                      <a16:creationId xmlns:a16="http://schemas.microsoft.com/office/drawing/2014/main" id="{8F5C9865-1208-D6FB-3899-F6532162A435}"/>
                    </a:ext>
                  </a:extLst>
                </p:cNvPr>
                <p:cNvPicPr/>
                <p:nvPr/>
              </p:nvPicPr>
              <p:blipFill>
                <a:blip r:embed="rId43"/>
                <a:stretch>
                  <a:fillRect/>
                </a:stretch>
              </p:blipFill>
              <p:spPr>
                <a:xfrm>
                  <a:off x="6874622" y="1485854"/>
                  <a:ext cx="12204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87" name="Entrada de lápiz 86">
                  <a:extLst>
                    <a:ext uri="{FF2B5EF4-FFF2-40B4-BE49-F238E27FC236}">
                      <a16:creationId xmlns:a16="http://schemas.microsoft.com/office/drawing/2014/main" id="{DB4432D2-F0E2-E8F4-AECB-008044C247FC}"/>
                    </a:ext>
                  </a:extLst>
                </p14:cNvPr>
                <p14:cNvContentPartPr/>
                <p14:nvPr/>
              </p14:nvContentPartPr>
              <p14:xfrm>
                <a:off x="7065422" y="1750814"/>
                <a:ext cx="35280" cy="38160"/>
              </p14:xfrm>
            </p:contentPart>
          </mc:Choice>
          <mc:Fallback xmlns="">
            <p:pic>
              <p:nvPicPr>
                <p:cNvPr id="87" name="Entrada de lápiz 86">
                  <a:extLst>
                    <a:ext uri="{FF2B5EF4-FFF2-40B4-BE49-F238E27FC236}">
                      <a16:creationId xmlns:a16="http://schemas.microsoft.com/office/drawing/2014/main" id="{DB4432D2-F0E2-E8F4-AECB-008044C247FC}"/>
                    </a:ext>
                  </a:extLst>
                </p:cNvPr>
                <p:cNvPicPr/>
                <p:nvPr/>
              </p:nvPicPr>
              <p:blipFill>
                <a:blip r:embed="rId45"/>
                <a:stretch>
                  <a:fillRect/>
                </a:stretch>
              </p:blipFill>
              <p:spPr>
                <a:xfrm>
                  <a:off x="7047422" y="1732814"/>
                  <a:ext cx="7092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88" name="Entrada de lápiz 87">
                  <a:extLst>
                    <a:ext uri="{FF2B5EF4-FFF2-40B4-BE49-F238E27FC236}">
                      <a16:creationId xmlns:a16="http://schemas.microsoft.com/office/drawing/2014/main" id="{A057BD4E-2C5D-83E3-5343-C67042619820}"/>
                    </a:ext>
                  </a:extLst>
                </p14:cNvPr>
                <p14:cNvContentPartPr/>
                <p14:nvPr/>
              </p14:nvContentPartPr>
              <p14:xfrm>
                <a:off x="7715582" y="1529774"/>
                <a:ext cx="55800" cy="64080"/>
              </p14:xfrm>
            </p:contentPart>
          </mc:Choice>
          <mc:Fallback xmlns="">
            <p:pic>
              <p:nvPicPr>
                <p:cNvPr id="88" name="Entrada de lápiz 87">
                  <a:extLst>
                    <a:ext uri="{FF2B5EF4-FFF2-40B4-BE49-F238E27FC236}">
                      <a16:creationId xmlns:a16="http://schemas.microsoft.com/office/drawing/2014/main" id="{A057BD4E-2C5D-83E3-5343-C67042619820}"/>
                    </a:ext>
                  </a:extLst>
                </p:cNvPr>
                <p:cNvPicPr/>
                <p:nvPr/>
              </p:nvPicPr>
              <p:blipFill>
                <a:blip r:embed="rId79"/>
                <a:stretch>
                  <a:fillRect/>
                </a:stretch>
              </p:blipFill>
              <p:spPr>
                <a:xfrm>
                  <a:off x="7697942" y="1512134"/>
                  <a:ext cx="9144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89" name="Entrada de lápiz 88">
                  <a:extLst>
                    <a:ext uri="{FF2B5EF4-FFF2-40B4-BE49-F238E27FC236}">
                      <a16:creationId xmlns:a16="http://schemas.microsoft.com/office/drawing/2014/main" id="{C95C15DC-3758-3736-ADDA-D01F785AC970}"/>
                    </a:ext>
                  </a:extLst>
                </p14:cNvPr>
                <p14:cNvContentPartPr/>
                <p14:nvPr/>
              </p14:nvContentPartPr>
              <p14:xfrm>
                <a:off x="7707302" y="1530134"/>
                <a:ext cx="68040" cy="79560"/>
              </p14:xfrm>
            </p:contentPart>
          </mc:Choice>
          <mc:Fallback xmlns="">
            <p:pic>
              <p:nvPicPr>
                <p:cNvPr id="89" name="Entrada de lápiz 88">
                  <a:extLst>
                    <a:ext uri="{FF2B5EF4-FFF2-40B4-BE49-F238E27FC236}">
                      <a16:creationId xmlns:a16="http://schemas.microsoft.com/office/drawing/2014/main" id="{C95C15DC-3758-3736-ADDA-D01F785AC970}"/>
                    </a:ext>
                  </a:extLst>
                </p:cNvPr>
                <p:cNvPicPr/>
                <p:nvPr/>
              </p:nvPicPr>
              <p:blipFill>
                <a:blip r:embed="rId81"/>
                <a:stretch>
                  <a:fillRect/>
                </a:stretch>
              </p:blipFill>
              <p:spPr>
                <a:xfrm>
                  <a:off x="7689662" y="1512494"/>
                  <a:ext cx="10368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90" name="Entrada de lápiz 89">
                  <a:extLst>
                    <a:ext uri="{FF2B5EF4-FFF2-40B4-BE49-F238E27FC236}">
                      <a16:creationId xmlns:a16="http://schemas.microsoft.com/office/drawing/2014/main" id="{483DCC3C-A0D2-3E59-316E-8624EE45FD4F}"/>
                    </a:ext>
                  </a:extLst>
                </p14:cNvPr>
                <p14:cNvContentPartPr/>
                <p14:nvPr/>
              </p14:nvContentPartPr>
              <p14:xfrm>
                <a:off x="7438742" y="1347254"/>
                <a:ext cx="71280" cy="74880"/>
              </p14:xfrm>
            </p:contentPart>
          </mc:Choice>
          <mc:Fallback xmlns="">
            <p:pic>
              <p:nvPicPr>
                <p:cNvPr id="90" name="Entrada de lápiz 89">
                  <a:extLst>
                    <a:ext uri="{FF2B5EF4-FFF2-40B4-BE49-F238E27FC236}">
                      <a16:creationId xmlns:a16="http://schemas.microsoft.com/office/drawing/2014/main" id="{483DCC3C-A0D2-3E59-316E-8624EE45FD4F}"/>
                    </a:ext>
                  </a:extLst>
                </p:cNvPr>
                <p:cNvPicPr/>
                <p:nvPr/>
              </p:nvPicPr>
              <p:blipFill>
                <a:blip r:embed="rId47"/>
                <a:stretch>
                  <a:fillRect/>
                </a:stretch>
              </p:blipFill>
              <p:spPr>
                <a:xfrm>
                  <a:off x="7421102" y="1329614"/>
                  <a:ext cx="10692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91" name="Entrada de lápiz 90">
                  <a:extLst>
                    <a:ext uri="{FF2B5EF4-FFF2-40B4-BE49-F238E27FC236}">
                      <a16:creationId xmlns:a16="http://schemas.microsoft.com/office/drawing/2014/main" id="{04900FFE-D538-9A35-BA99-87BC4E37E4E0}"/>
                    </a:ext>
                  </a:extLst>
                </p14:cNvPr>
                <p14:cNvContentPartPr/>
                <p14:nvPr/>
              </p14:nvContentPartPr>
              <p14:xfrm>
                <a:off x="7433342" y="1617974"/>
                <a:ext cx="74160" cy="67320"/>
              </p14:xfrm>
            </p:contentPart>
          </mc:Choice>
          <mc:Fallback xmlns="">
            <p:pic>
              <p:nvPicPr>
                <p:cNvPr id="91" name="Entrada de lápiz 90">
                  <a:extLst>
                    <a:ext uri="{FF2B5EF4-FFF2-40B4-BE49-F238E27FC236}">
                      <a16:creationId xmlns:a16="http://schemas.microsoft.com/office/drawing/2014/main" id="{04900FFE-D538-9A35-BA99-87BC4E37E4E0}"/>
                    </a:ext>
                  </a:extLst>
                </p:cNvPr>
                <p:cNvPicPr/>
                <p:nvPr/>
              </p:nvPicPr>
              <p:blipFill>
                <a:blip r:embed="rId49"/>
                <a:stretch>
                  <a:fillRect/>
                </a:stretch>
              </p:blipFill>
              <p:spPr>
                <a:xfrm>
                  <a:off x="7415342" y="1600334"/>
                  <a:ext cx="109800" cy="102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4">
            <p14:nvContentPartPr>
              <p14:cNvPr id="92" name="Entrada de lápiz 91">
                <a:extLst>
                  <a:ext uri="{FF2B5EF4-FFF2-40B4-BE49-F238E27FC236}">
                    <a16:creationId xmlns:a16="http://schemas.microsoft.com/office/drawing/2014/main" id="{EA3369AD-2886-0C2E-C63D-823AEAC36EC9}"/>
                  </a:ext>
                </a:extLst>
              </p14:cNvPr>
              <p14:cNvContentPartPr/>
              <p14:nvPr/>
            </p14:nvContentPartPr>
            <p14:xfrm>
              <a:off x="1756078" y="2062557"/>
              <a:ext cx="75600" cy="87120"/>
            </p14:xfrm>
          </p:contentPart>
        </mc:Choice>
        <mc:Fallback xmlns="">
          <p:pic>
            <p:nvPicPr>
              <p:cNvPr id="92" name="Entrada de lápiz 91">
                <a:extLst>
                  <a:ext uri="{FF2B5EF4-FFF2-40B4-BE49-F238E27FC236}">
                    <a16:creationId xmlns:a16="http://schemas.microsoft.com/office/drawing/2014/main" id="{EA3369AD-2886-0C2E-C63D-823AEAC36EC9}"/>
                  </a:ext>
                </a:extLst>
              </p:cNvPr>
              <p:cNvPicPr/>
              <p:nvPr/>
            </p:nvPicPr>
            <p:blipFill>
              <a:blip r:embed="rId85"/>
              <a:stretch>
                <a:fillRect/>
              </a:stretch>
            </p:blipFill>
            <p:spPr>
              <a:xfrm>
                <a:off x="1738078" y="2044557"/>
                <a:ext cx="111240" cy="122760"/>
              </a:xfrm>
              <a:prstGeom prst="rect">
                <a:avLst/>
              </a:prstGeom>
            </p:spPr>
          </p:pic>
        </mc:Fallback>
      </mc:AlternateContent>
      <p:sp>
        <p:nvSpPr>
          <p:cNvPr id="3" name="CuadroTexto 2">
            <a:extLst>
              <a:ext uri="{FF2B5EF4-FFF2-40B4-BE49-F238E27FC236}">
                <a16:creationId xmlns:a16="http://schemas.microsoft.com/office/drawing/2014/main" id="{41ADE15D-BB09-4C75-8A0B-D730FABC4D66}"/>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4" name="CuadroTexto 3">
            <a:extLst>
              <a:ext uri="{FF2B5EF4-FFF2-40B4-BE49-F238E27FC236}">
                <a16:creationId xmlns:a16="http://schemas.microsoft.com/office/drawing/2014/main" id="{0D7C8287-C1BB-ECA0-A131-0C47F7A7A852}"/>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Tree>
    <p:extLst>
      <p:ext uri="{BB962C8B-B14F-4D97-AF65-F5344CB8AC3E}">
        <p14:creationId xmlns:p14="http://schemas.microsoft.com/office/powerpoint/2010/main" val="65289806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25</a:t>
            </a:fld>
            <a:endParaRPr lang="es-ES">
              <a:solidFill>
                <a:prstClr val="black">
                  <a:tint val="75000"/>
                </a:prstClr>
              </a:solidFill>
            </a:endParaRPr>
          </a:p>
        </p:txBody>
      </p:sp>
      <p:sp>
        <p:nvSpPr>
          <p:cNvPr id="11" name="CuadroTexto 10">
            <a:extLst>
              <a:ext uri="{FF2B5EF4-FFF2-40B4-BE49-F238E27FC236}">
                <a16:creationId xmlns:a16="http://schemas.microsoft.com/office/drawing/2014/main" id="{BE7A0595-F997-C90C-2B48-DD52AEEF89B2}"/>
              </a:ext>
            </a:extLst>
          </p:cNvPr>
          <p:cNvSpPr txBox="1"/>
          <p:nvPr/>
        </p:nvSpPr>
        <p:spPr>
          <a:xfrm>
            <a:off x="232042" y="1019781"/>
            <a:ext cx="11537352" cy="1157368"/>
          </a:xfrm>
          <a:prstGeom prst="rect">
            <a:avLst/>
          </a:prstGeom>
          <a:noFill/>
        </p:spPr>
        <p:txBody>
          <a:bodyPr wrap="square">
            <a:spAutoFit/>
          </a:bodyPr>
          <a:lstStyle/>
          <a:p>
            <a:r>
              <a:rPr lang="es-ES" b="1" dirty="0">
                <a:solidFill>
                  <a:schemeClr val="accent1">
                    <a:lumMod val="50000"/>
                  </a:schemeClr>
                </a:solidFill>
              </a:rPr>
              <a:t>Algoritmo:</a:t>
            </a:r>
            <a:endParaRPr lang="es-ES" dirty="0">
              <a:solidFill>
                <a:schemeClr val="accent1">
                  <a:lumMod val="50000"/>
                </a:schemeClr>
              </a:solidFill>
            </a:endParaRPr>
          </a:p>
          <a:p>
            <a:pPr marL="800100" lvl="1" indent="-342900">
              <a:lnSpc>
                <a:spcPct val="150000"/>
              </a:lnSpc>
              <a:buFont typeface="+mj-lt"/>
              <a:buAutoNum type="arabicPeriod"/>
            </a:pPr>
            <a:r>
              <a:rPr lang="es-ES" b="1" dirty="0">
                <a:solidFill>
                  <a:schemeClr val="accent1">
                    <a:lumMod val="50000"/>
                  </a:schemeClr>
                </a:solidFill>
              </a:rPr>
              <a:t>Seleccionar la característica que mejor separa los datos</a:t>
            </a:r>
            <a:endParaRPr lang="es-ES" dirty="0">
              <a:solidFill>
                <a:schemeClr val="accent1">
                  <a:lumMod val="50000"/>
                </a:schemeClr>
              </a:solidFill>
            </a:endParaRPr>
          </a:p>
          <a:p>
            <a:pPr lvl="2">
              <a:lnSpc>
                <a:spcPct val="150000"/>
              </a:lnSpc>
            </a:pPr>
            <a:endParaRPr lang="es-ES" dirty="0">
              <a:solidFill>
                <a:schemeClr val="accent1">
                  <a:lumMod val="50000"/>
                </a:schemeClr>
              </a:solidFill>
            </a:endParaRPr>
          </a:p>
        </p:txBody>
      </p:sp>
      <p:sp>
        <p:nvSpPr>
          <p:cNvPr id="9" name="CuadroTexto 8">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10" name="CuadroTexto 9">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13" name="CuadroTexto 12">
            <a:extLst>
              <a:ext uri="{FF2B5EF4-FFF2-40B4-BE49-F238E27FC236}">
                <a16:creationId xmlns:a16="http://schemas.microsoft.com/office/drawing/2014/main" id="{B721C4E8-F774-C602-C20C-95042CFF3868}"/>
              </a:ext>
            </a:extLst>
          </p:cNvPr>
          <p:cNvSpPr txBox="1"/>
          <p:nvPr/>
        </p:nvSpPr>
        <p:spPr>
          <a:xfrm>
            <a:off x="164744" y="619671"/>
            <a:ext cx="4179670" cy="400110"/>
          </a:xfrm>
          <a:prstGeom prst="rect">
            <a:avLst/>
          </a:prstGeom>
          <a:noFill/>
        </p:spPr>
        <p:txBody>
          <a:bodyPr wrap="none" rtlCol="0">
            <a:spAutoFit/>
          </a:bodyPr>
          <a:lstStyle/>
          <a:p>
            <a:r>
              <a:rPr lang="es-ES" sz="2000" b="1" dirty="0">
                <a:solidFill>
                  <a:schemeClr val="accent1">
                    <a:lumMod val="50000"/>
                  </a:schemeClr>
                </a:solidFill>
              </a:rPr>
              <a:t>Construcción de Árboles de Decisión. </a:t>
            </a:r>
          </a:p>
        </p:txBody>
      </p:sp>
      <mc:AlternateContent xmlns:mc="http://schemas.openxmlformats.org/markup-compatibility/2006" xmlns:a14="http://schemas.microsoft.com/office/drawing/2010/main">
        <mc:Choice Requires="a14">
          <p:graphicFrame>
            <p:nvGraphicFramePr>
              <p:cNvPr id="3" name="Tabla 2">
                <a:extLst>
                  <a:ext uri="{FF2B5EF4-FFF2-40B4-BE49-F238E27FC236}">
                    <a16:creationId xmlns:a16="http://schemas.microsoft.com/office/drawing/2014/main" id="{2D5F0057-F4FF-7703-8062-D4CDE69B467C}"/>
                  </a:ext>
                </a:extLst>
              </p:cNvPr>
              <p:cNvGraphicFramePr>
                <a:graphicFrameLocks noGrp="1"/>
              </p:cNvGraphicFramePr>
              <p:nvPr>
                <p:extLst>
                  <p:ext uri="{D42A27DB-BD31-4B8C-83A1-F6EECF244321}">
                    <p14:modId xmlns:p14="http://schemas.microsoft.com/office/powerpoint/2010/main" val="2055476649"/>
                  </p:ext>
                </p:extLst>
              </p:nvPr>
            </p:nvGraphicFramePr>
            <p:xfrm>
              <a:off x="248575" y="1823817"/>
              <a:ext cx="11023290" cy="1233615"/>
            </p:xfrm>
            <a:graphic>
              <a:graphicData uri="http://schemas.openxmlformats.org/drawingml/2006/table">
                <a:tbl>
                  <a:tblPr firstRow="1" bandRow="1">
                    <a:tableStyleId>{5C22544A-7EE6-4342-B048-85BDC9FD1C3A}</a:tableStyleId>
                  </a:tblPr>
                  <a:tblGrid>
                    <a:gridCol w="5511645">
                      <a:extLst>
                        <a:ext uri="{9D8B030D-6E8A-4147-A177-3AD203B41FA5}">
                          <a16:colId xmlns:a16="http://schemas.microsoft.com/office/drawing/2014/main" val="3705011071"/>
                        </a:ext>
                      </a:extLst>
                    </a:gridCol>
                    <a:gridCol w="5511645">
                      <a:extLst>
                        <a:ext uri="{9D8B030D-6E8A-4147-A177-3AD203B41FA5}">
                          <a16:colId xmlns:a16="http://schemas.microsoft.com/office/drawing/2014/main" val="1588234029"/>
                        </a:ext>
                      </a:extLst>
                    </a:gridCol>
                  </a:tblGrid>
                  <a:tr h="370840">
                    <a:tc>
                      <a:txBody>
                        <a:bodyPr/>
                        <a:lstStyle/>
                        <a:p>
                          <a:pPr algn="ctr"/>
                          <a:r>
                            <a:rPr lang="es-ES" dirty="0">
                              <a:solidFill>
                                <a:schemeClr val="accent1">
                                  <a:lumMod val="50000"/>
                                </a:schemeClr>
                              </a:solidFill>
                            </a:rPr>
                            <a:t>Coeficiente de Impureza de Gini</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dirty="0">
                              <a:solidFill>
                                <a:schemeClr val="accent1">
                                  <a:lumMod val="50000"/>
                                </a:schemeClr>
                              </a:solidFill>
                            </a:rPr>
                            <a:t>Medida de Entropía</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46602529"/>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s-ES"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𝐺</m:t>
                                    </m:r>
                                  </m:e>
                                  <m:sub>
                                    <m:r>
                                      <a:rPr lang="es-ES" b="0" i="1" smtClean="0">
                                        <a:solidFill>
                                          <a:schemeClr val="accent1">
                                            <a:lumMod val="50000"/>
                                          </a:schemeClr>
                                        </a:solidFill>
                                        <a:latin typeface="Cambria Math" panose="02040503050406030204" pitchFamily="18" charset="0"/>
                                      </a:rPr>
                                      <m:t>𝑖</m:t>
                                    </m:r>
                                  </m:sub>
                                </m:sSub>
                                <m:r>
                                  <a:rPr lang="es-ES" b="0" i="1" smtClean="0">
                                    <a:solidFill>
                                      <a:schemeClr val="accent1">
                                        <a:lumMod val="50000"/>
                                      </a:schemeClr>
                                    </a:solidFill>
                                    <a:latin typeface="Cambria Math" panose="02040503050406030204" pitchFamily="18" charset="0"/>
                                  </a:rPr>
                                  <m:t>=1−</m:t>
                                </m:r>
                                <m:nary>
                                  <m:naryPr>
                                    <m:chr m:val="∑"/>
                                    <m:ctrlPr>
                                      <a:rPr lang="es-ES" b="0" i="1" smtClean="0">
                                        <a:solidFill>
                                          <a:schemeClr val="accent1">
                                            <a:lumMod val="50000"/>
                                          </a:schemeClr>
                                        </a:solidFill>
                                        <a:latin typeface="Cambria Math" panose="02040503050406030204" pitchFamily="18" charset="0"/>
                                      </a:rPr>
                                    </m:ctrlPr>
                                  </m:naryPr>
                                  <m:sub>
                                    <m:r>
                                      <m:rPr>
                                        <m:brk m:alnAt="23"/>
                                      </m:rPr>
                                      <a:rPr lang="es-ES" b="0" i="1" smtClean="0">
                                        <a:solidFill>
                                          <a:schemeClr val="accent1">
                                            <a:lumMod val="50000"/>
                                          </a:schemeClr>
                                        </a:solidFill>
                                        <a:latin typeface="Cambria Math" panose="02040503050406030204" pitchFamily="18" charset="0"/>
                                      </a:rPr>
                                      <m:t>𝑘</m:t>
                                    </m:r>
                                    <m:r>
                                      <a:rPr lang="es-ES" b="0" i="1" smtClean="0">
                                        <a:solidFill>
                                          <a:schemeClr val="accent1">
                                            <a:lumMod val="50000"/>
                                          </a:schemeClr>
                                        </a:solidFill>
                                        <a:latin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rPr>
                                      <m:t>𝐾</m:t>
                                    </m:r>
                                  </m:sup>
                                  <m:e>
                                    <m:sSubSup>
                                      <m:sSubSupPr>
                                        <m:ctrlPr>
                                          <a:rPr lang="es-ES" b="0" i="1" smtClean="0">
                                            <a:solidFill>
                                              <a:schemeClr val="accent1">
                                                <a:lumMod val="50000"/>
                                              </a:schemeClr>
                                            </a:solidFill>
                                            <a:latin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rPr>
                                          <m:t>𝑝</m:t>
                                        </m:r>
                                      </m:e>
                                      <m:sub>
                                        <m:r>
                                          <a:rPr lang="es-ES" b="0" i="1" smtClean="0">
                                            <a:solidFill>
                                              <a:schemeClr val="accent1">
                                                <a:lumMod val="50000"/>
                                              </a:schemeClr>
                                            </a:solidFill>
                                            <a:latin typeface="Cambria Math" panose="02040503050406030204" pitchFamily="18" charset="0"/>
                                          </a:rPr>
                                          <m:t>𝑖𝑘</m:t>
                                        </m:r>
                                      </m:sub>
                                      <m:sup>
                                        <m:r>
                                          <a:rPr lang="es-ES" b="0" i="1" smtClean="0">
                                            <a:solidFill>
                                              <a:schemeClr val="accent1">
                                                <a:lumMod val="50000"/>
                                              </a:schemeClr>
                                            </a:solidFill>
                                            <a:latin typeface="Cambria Math" panose="02040503050406030204" pitchFamily="18" charset="0"/>
                                          </a:rPr>
                                          <m:t>2</m:t>
                                        </m:r>
                                      </m:sup>
                                    </m:sSubSup>
                                  </m:e>
                                </m:nary>
                                <m:r>
                                  <a:rPr lang="es-ES" b="0" i="1" smtClean="0">
                                    <a:solidFill>
                                      <a:schemeClr val="accent1">
                                        <a:lumMod val="50000"/>
                                      </a:schemeClr>
                                    </a:solidFill>
                                    <a:latin typeface="Cambria Math" panose="02040503050406030204" pitchFamily="18" charset="0"/>
                                  </a:rPr>
                                  <m:t>;        </m:t>
                                </m:r>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𝑝</m:t>
                                    </m:r>
                                  </m:e>
                                  <m:sub>
                                    <m:r>
                                      <a:rPr lang="es-ES" b="0" i="1" smtClean="0">
                                        <a:solidFill>
                                          <a:schemeClr val="accent1">
                                            <a:lumMod val="50000"/>
                                          </a:schemeClr>
                                        </a:solidFill>
                                        <a:latin typeface="Cambria Math" panose="02040503050406030204" pitchFamily="18" charset="0"/>
                                      </a:rPr>
                                      <m:t>𝑖𝑘</m:t>
                                    </m:r>
                                  </m:sub>
                                </m:sSub>
                                <m:r>
                                  <a:rPr lang="es-ES" b="0" i="1" smtClean="0">
                                    <a:solidFill>
                                      <a:schemeClr val="accent1">
                                        <a:lumMod val="50000"/>
                                      </a:schemeClr>
                                    </a:solidFill>
                                    <a:latin typeface="Cambria Math" panose="02040503050406030204" pitchFamily="18" charset="0"/>
                                  </a:rPr>
                                  <m:t>=</m:t>
                                </m:r>
                                <m:f>
                                  <m:fPr>
                                    <m:ctrlPr>
                                      <a:rPr lang="es-ES" b="0" i="1" smtClean="0">
                                        <a:solidFill>
                                          <a:schemeClr val="accent1">
                                            <a:lumMod val="50000"/>
                                          </a:schemeClr>
                                        </a:solidFill>
                                        <a:latin typeface="Cambria Math" panose="02040503050406030204" pitchFamily="18" charset="0"/>
                                      </a:rPr>
                                    </m:ctrlPr>
                                  </m:fPr>
                                  <m:num>
                                    <m:r>
                                      <a:rPr lang="es-ES" b="0" i="1" smtClean="0">
                                        <a:solidFill>
                                          <a:schemeClr val="accent1">
                                            <a:lumMod val="50000"/>
                                          </a:schemeClr>
                                        </a:solidFill>
                                        <a:latin typeface="Cambria Math" panose="02040503050406030204" pitchFamily="18" charset="0"/>
                                      </a:rPr>
                                      <m:t>#</m:t>
                                    </m:r>
                                    <m:sSubSup>
                                      <m:sSubSupPr>
                                        <m:ctrlPr>
                                          <a:rPr lang="es-ES" b="0" i="1" smtClean="0">
                                            <a:solidFill>
                                              <a:schemeClr val="accent1">
                                                <a:lumMod val="50000"/>
                                              </a:schemeClr>
                                            </a:solidFill>
                                            <a:latin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rPr>
                                          <m:t>𝑁</m:t>
                                        </m:r>
                                      </m:e>
                                      <m:sub>
                                        <m:r>
                                          <a:rPr lang="es-ES" b="0" i="1" smtClean="0">
                                            <a:solidFill>
                                              <a:schemeClr val="accent1">
                                                <a:lumMod val="50000"/>
                                              </a:schemeClr>
                                            </a:solidFill>
                                            <a:latin typeface="Cambria Math" panose="02040503050406030204" pitchFamily="18" charset="0"/>
                                          </a:rPr>
                                          <m:t>𝑖</m:t>
                                        </m:r>
                                      </m:sub>
                                      <m:sup>
                                        <m:r>
                                          <a:rPr lang="es-ES" b="0" i="1" smtClean="0">
                                            <a:solidFill>
                                              <a:schemeClr val="accent1">
                                                <a:lumMod val="50000"/>
                                              </a:schemeClr>
                                            </a:solidFill>
                                            <a:latin typeface="Cambria Math" panose="02040503050406030204" pitchFamily="18" charset="0"/>
                                          </a:rPr>
                                          <m:t>𝑘</m:t>
                                        </m:r>
                                      </m:sup>
                                    </m:sSubSup>
                                  </m:num>
                                  <m:den>
                                    <m:r>
                                      <a:rPr lang="es-ES" b="0" i="1" smtClean="0">
                                        <a:solidFill>
                                          <a:schemeClr val="accent1">
                                            <a:lumMod val="50000"/>
                                          </a:schemeClr>
                                        </a:solidFill>
                                        <a:latin typeface="Cambria Math" panose="02040503050406030204" pitchFamily="18" charset="0"/>
                                      </a:rPr>
                                      <m:t>#</m:t>
                                    </m:r>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𝑁</m:t>
                                        </m:r>
                                      </m:e>
                                      <m:sub>
                                        <m:r>
                                          <a:rPr lang="es-ES" b="0" i="1" smtClean="0">
                                            <a:solidFill>
                                              <a:schemeClr val="accent1">
                                                <a:lumMod val="50000"/>
                                              </a:schemeClr>
                                            </a:solidFill>
                                            <a:latin typeface="Cambria Math" panose="02040503050406030204" pitchFamily="18" charset="0"/>
                                          </a:rPr>
                                          <m:t>𝑖</m:t>
                                        </m:r>
                                      </m:sub>
                                    </m:sSub>
                                  </m:den>
                                </m:f>
                              </m:oMath>
                            </m:oMathPara>
                          </a14:m>
                          <a:endParaRPr lang="es-ES" dirty="0">
                            <a:solidFill>
                              <a:schemeClr val="accent1">
                                <a:lumMod val="50000"/>
                              </a:schemeClr>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ES" b="0" i="1" smtClean="0">
                                    <a:solidFill>
                                      <a:schemeClr val="accent1">
                                        <a:lumMod val="50000"/>
                                      </a:schemeClr>
                                    </a:solidFill>
                                    <a:latin typeface="Cambria Math" panose="02040503050406030204" pitchFamily="18" charset="0"/>
                                  </a:rPr>
                                  <m:t> </m:t>
                                </m:r>
                                <m:sSub>
                                  <m:sSubPr>
                                    <m:ctrlPr>
                                      <a:rPr lang="es-ES"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𝐻</m:t>
                                    </m:r>
                                  </m:e>
                                  <m:sub>
                                    <m:r>
                                      <a:rPr lang="es-ES" b="0" i="1" smtClean="0">
                                        <a:solidFill>
                                          <a:schemeClr val="accent1">
                                            <a:lumMod val="50000"/>
                                          </a:schemeClr>
                                        </a:solidFill>
                                        <a:latin typeface="Cambria Math" panose="02040503050406030204" pitchFamily="18" charset="0"/>
                                      </a:rPr>
                                      <m:t>𝑖</m:t>
                                    </m:r>
                                  </m:sub>
                                </m:sSub>
                                <m:r>
                                  <a:rPr lang="es-ES" b="0" i="1" smtClean="0">
                                    <a:solidFill>
                                      <a:schemeClr val="accent1">
                                        <a:lumMod val="50000"/>
                                      </a:schemeClr>
                                    </a:solidFill>
                                    <a:latin typeface="Cambria Math" panose="02040503050406030204" pitchFamily="18" charset="0"/>
                                  </a:rPr>
                                  <m:t>=−</m:t>
                                </m:r>
                                <m:nary>
                                  <m:naryPr>
                                    <m:chr m:val="∑"/>
                                    <m:ctrlPr>
                                      <a:rPr lang="es-ES" b="0" i="1" smtClean="0">
                                        <a:solidFill>
                                          <a:schemeClr val="accent1">
                                            <a:lumMod val="50000"/>
                                          </a:schemeClr>
                                        </a:solidFill>
                                        <a:latin typeface="Cambria Math" panose="02040503050406030204" pitchFamily="18" charset="0"/>
                                      </a:rPr>
                                    </m:ctrlPr>
                                  </m:naryPr>
                                  <m:sub>
                                    <m:r>
                                      <m:rPr>
                                        <m:brk m:alnAt="23"/>
                                      </m:rPr>
                                      <a:rPr lang="es-ES" b="0" i="1" smtClean="0">
                                        <a:solidFill>
                                          <a:schemeClr val="accent1">
                                            <a:lumMod val="50000"/>
                                          </a:schemeClr>
                                        </a:solidFill>
                                        <a:latin typeface="Cambria Math" panose="02040503050406030204" pitchFamily="18" charset="0"/>
                                      </a:rPr>
                                      <m:t>𝑘</m:t>
                                    </m:r>
                                    <m:r>
                                      <a:rPr lang="es-ES" b="0" i="1" smtClean="0">
                                        <a:solidFill>
                                          <a:schemeClr val="accent1">
                                            <a:lumMod val="50000"/>
                                          </a:schemeClr>
                                        </a:solidFill>
                                        <a:latin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rPr>
                                      <m:t>𝐾</m:t>
                                    </m:r>
                                  </m:sup>
                                  <m:e>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𝑝</m:t>
                                        </m:r>
                                      </m:e>
                                      <m:sub>
                                        <m:r>
                                          <a:rPr lang="es-ES" i="1">
                                            <a:solidFill>
                                              <a:schemeClr val="accent1">
                                                <a:lumMod val="50000"/>
                                              </a:schemeClr>
                                            </a:solidFill>
                                            <a:latin typeface="Cambria Math" panose="02040503050406030204" pitchFamily="18" charset="0"/>
                                          </a:rPr>
                                          <m:t>𝑖𝑘</m:t>
                                        </m:r>
                                      </m:sub>
                                    </m:sSub>
                                    <m:func>
                                      <m:funcPr>
                                        <m:ctrlPr>
                                          <a:rPr lang="es-ES" i="1" smtClean="0">
                                            <a:solidFill>
                                              <a:schemeClr val="accent1">
                                                <a:lumMod val="50000"/>
                                              </a:schemeClr>
                                            </a:solidFill>
                                            <a:latin typeface="Cambria Math" panose="02040503050406030204" pitchFamily="18" charset="0"/>
                                          </a:rPr>
                                        </m:ctrlPr>
                                      </m:funcPr>
                                      <m:fName>
                                        <m:sSub>
                                          <m:sSubPr>
                                            <m:ctrlPr>
                                              <a:rPr lang="es-ES" i="1" smtClean="0">
                                                <a:solidFill>
                                                  <a:schemeClr val="accent1">
                                                    <a:lumMod val="50000"/>
                                                  </a:schemeClr>
                                                </a:solidFill>
                                                <a:latin typeface="Cambria Math" panose="02040503050406030204" pitchFamily="18" charset="0"/>
                                              </a:rPr>
                                            </m:ctrlPr>
                                          </m:sSubPr>
                                          <m:e>
                                            <m:r>
                                              <m:rPr>
                                                <m:sty m:val="p"/>
                                              </m:rPr>
                                              <a:rPr lang="es-ES" i="0" smtClean="0">
                                                <a:solidFill>
                                                  <a:schemeClr val="accent1">
                                                    <a:lumMod val="50000"/>
                                                  </a:schemeClr>
                                                </a:solidFill>
                                                <a:latin typeface="Cambria Math" panose="02040503050406030204" pitchFamily="18" charset="0"/>
                                              </a:rPr>
                                              <m:t>log</m:t>
                                            </m:r>
                                          </m:e>
                                          <m:sub>
                                            <m:r>
                                              <a:rPr lang="es-ES" b="0" i="1" smtClean="0">
                                                <a:solidFill>
                                                  <a:schemeClr val="accent1">
                                                    <a:lumMod val="50000"/>
                                                  </a:schemeClr>
                                                </a:solidFill>
                                                <a:latin typeface="Cambria Math" panose="02040503050406030204" pitchFamily="18" charset="0"/>
                                              </a:rPr>
                                              <m:t>2</m:t>
                                            </m:r>
                                          </m:sub>
                                        </m:sSub>
                                      </m:fName>
                                      <m:e>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𝑝</m:t>
                                            </m:r>
                                          </m:e>
                                          <m:sub>
                                            <m:r>
                                              <a:rPr lang="es-ES" i="1">
                                                <a:solidFill>
                                                  <a:schemeClr val="accent1">
                                                    <a:lumMod val="50000"/>
                                                  </a:schemeClr>
                                                </a:solidFill>
                                                <a:latin typeface="Cambria Math" panose="02040503050406030204" pitchFamily="18" charset="0"/>
                                              </a:rPr>
                                              <m:t>𝑖𝑘</m:t>
                                            </m:r>
                                          </m:sub>
                                        </m:sSub>
                                      </m:e>
                                    </m:func>
                                  </m:e>
                                </m:nary>
                                <m:r>
                                  <a:rPr lang="es-ES" b="0" i="1" smtClean="0">
                                    <a:solidFill>
                                      <a:schemeClr val="accent1">
                                        <a:lumMod val="50000"/>
                                      </a:schemeClr>
                                    </a:solidFill>
                                    <a:latin typeface="Cambria Math" panose="02040503050406030204" pitchFamily="18" charset="0"/>
                                  </a:rPr>
                                  <m:t>;         </m:t>
                                </m:r>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 </m:t>
                                    </m:r>
                                    <m:r>
                                      <a:rPr lang="es-ES" b="0" i="1" smtClean="0">
                                        <a:solidFill>
                                          <a:schemeClr val="accent1">
                                            <a:lumMod val="50000"/>
                                          </a:schemeClr>
                                        </a:solidFill>
                                        <a:latin typeface="Cambria Math" panose="02040503050406030204" pitchFamily="18" charset="0"/>
                                      </a:rPr>
                                      <m:t>𝑝</m:t>
                                    </m:r>
                                  </m:e>
                                  <m:sub>
                                    <m:r>
                                      <a:rPr lang="es-ES" b="0" i="1" smtClean="0">
                                        <a:solidFill>
                                          <a:schemeClr val="accent1">
                                            <a:lumMod val="50000"/>
                                          </a:schemeClr>
                                        </a:solidFill>
                                        <a:latin typeface="Cambria Math" panose="02040503050406030204" pitchFamily="18" charset="0"/>
                                      </a:rPr>
                                      <m:t>𝑖𝑘</m:t>
                                    </m:r>
                                  </m:sub>
                                </m:sSub>
                                <m:r>
                                  <a:rPr lang="es-ES" b="0" i="1" smtClean="0">
                                    <a:solidFill>
                                      <a:schemeClr val="accent1">
                                        <a:lumMod val="50000"/>
                                      </a:schemeClr>
                                    </a:solidFill>
                                    <a:latin typeface="Cambria Math" panose="02040503050406030204" pitchFamily="18" charset="0"/>
                                  </a:rPr>
                                  <m:t>=</m:t>
                                </m:r>
                                <m:f>
                                  <m:fPr>
                                    <m:ctrlPr>
                                      <a:rPr lang="es-ES" b="0" i="1" smtClean="0">
                                        <a:solidFill>
                                          <a:schemeClr val="accent1">
                                            <a:lumMod val="50000"/>
                                          </a:schemeClr>
                                        </a:solidFill>
                                        <a:latin typeface="Cambria Math" panose="02040503050406030204" pitchFamily="18" charset="0"/>
                                      </a:rPr>
                                    </m:ctrlPr>
                                  </m:fPr>
                                  <m:num>
                                    <m:r>
                                      <a:rPr lang="es-ES" b="0" i="1" smtClean="0">
                                        <a:solidFill>
                                          <a:schemeClr val="accent1">
                                            <a:lumMod val="50000"/>
                                          </a:schemeClr>
                                        </a:solidFill>
                                        <a:latin typeface="Cambria Math" panose="02040503050406030204" pitchFamily="18" charset="0"/>
                                      </a:rPr>
                                      <m:t>#</m:t>
                                    </m:r>
                                    <m:sSubSup>
                                      <m:sSubSupPr>
                                        <m:ctrlPr>
                                          <a:rPr lang="es-ES" b="0" i="1" smtClean="0">
                                            <a:solidFill>
                                              <a:schemeClr val="accent1">
                                                <a:lumMod val="50000"/>
                                              </a:schemeClr>
                                            </a:solidFill>
                                            <a:latin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rPr>
                                          <m:t>𝑁</m:t>
                                        </m:r>
                                      </m:e>
                                      <m:sub>
                                        <m:r>
                                          <a:rPr lang="es-ES" b="0" i="1" smtClean="0">
                                            <a:solidFill>
                                              <a:schemeClr val="accent1">
                                                <a:lumMod val="50000"/>
                                              </a:schemeClr>
                                            </a:solidFill>
                                            <a:latin typeface="Cambria Math" panose="02040503050406030204" pitchFamily="18" charset="0"/>
                                          </a:rPr>
                                          <m:t>𝑖</m:t>
                                        </m:r>
                                      </m:sub>
                                      <m:sup>
                                        <m:r>
                                          <a:rPr lang="es-ES" b="0" i="1" smtClean="0">
                                            <a:solidFill>
                                              <a:schemeClr val="accent1">
                                                <a:lumMod val="50000"/>
                                              </a:schemeClr>
                                            </a:solidFill>
                                            <a:latin typeface="Cambria Math" panose="02040503050406030204" pitchFamily="18" charset="0"/>
                                          </a:rPr>
                                          <m:t>𝑘</m:t>
                                        </m:r>
                                      </m:sup>
                                    </m:sSubSup>
                                  </m:num>
                                  <m:den>
                                    <m:r>
                                      <a:rPr lang="es-ES" b="0" i="1" smtClean="0">
                                        <a:solidFill>
                                          <a:schemeClr val="accent1">
                                            <a:lumMod val="50000"/>
                                          </a:schemeClr>
                                        </a:solidFill>
                                        <a:latin typeface="Cambria Math" panose="02040503050406030204" pitchFamily="18" charset="0"/>
                                      </a:rPr>
                                      <m:t>#</m:t>
                                    </m:r>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𝑁</m:t>
                                        </m:r>
                                      </m:e>
                                      <m:sub>
                                        <m:r>
                                          <a:rPr lang="es-ES" b="0" i="1" smtClean="0">
                                            <a:solidFill>
                                              <a:schemeClr val="accent1">
                                                <a:lumMod val="50000"/>
                                              </a:schemeClr>
                                            </a:solidFill>
                                            <a:latin typeface="Cambria Math" panose="02040503050406030204" pitchFamily="18" charset="0"/>
                                          </a:rPr>
                                          <m:t>𝑖</m:t>
                                        </m:r>
                                      </m:sub>
                                    </m:sSub>
                                  </m:den>
                                </m:f>
                              </m:oMath>
                            </m:oMathPara>
                          </a14:m>
                          <a:endParaRPr lang="es-ES" dirty="0">
                            <a:solidFill>
                              <a:schemeClr val="accent1">
                                <a:lumMod val="50000"/>
                              </a:schemeClr>
                            </a:solidFill>
                          </a:endParaRP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68270214"/>
                      </a:ext>
                    </a:extLst>
                  </a:tr>
                </a:tbl>
              </a:graphicData>
            </a:graphic>
          </p:graphicFrame>
        </mc:Choice>
        <mc:Fallback xmlns="">
          <p:graphicFrame>
            <p:nvGraphicFramePr>
              <p:cNvPr id="3" name="Tabla 2">
                <a:extLst>
                  <a:ext uri="{FF2B5EF4-FFF2-40B4-BE49-F238E27FC236}">
                    <a16:creationId xmlns:a16="http://schemas.microsoft.com/office/drawing/2014/main" id="{2D5F0057-F4FF-7703-8062-D4CDE69B467C}"/>
                  </a:ext>
                </a:extLst>
              </p:cNvPr>
              <p:cNvGraphicFramePr>
                <a:graphicFrameLocks noGrp="1"/>
              </p:cNvGraphicFramePr>
              <p:nvPr>
                <p:extLst>
                  <p:ext uri="{D42A27DB-BD31-4B8C-83A1-F6EECF244321}">
                    <p14:modId xmlns:p14="http://schemas.microsoft.com/office/powerpoint/2010/main" val="2055476649"/>
                  </p:ext>
                </p:extLst>
              </p:nvPr>
            </p:nvGraphicFramePr>
            <p:xfrm>
              <a:off x="248575" y="1823817"/>
              <a:ext cx="11023290" cy="1233615"/>
            </p:xfrm>
            <a:graphic>
              <a:graphicData uri="http://schemas.openxmlformats.org/drawingml/2006/table">
                <a:tbl>
                  <a:tblPr firstRow="1" bandRow="1">
                    <a:tableStyleId>{5C22544A-7EE6-4342-B048-85BDC9FD1C3A}</a:tableStyleId>
                  </a:tblPr>
                  <a:tblGrid>
                    <a:gridCol w="5511645">
                      <a:extLst>
                        <a:ext uri="{9D8B030D-6E8A-4147-A177-3AD203B41FA5}">
                          <a16:colId xmlns:a16="http://schemas.microsoft.com/office/drawing/2014/main" val="3705011071"/>
                        </a:ext>
                      </a:extLst>
                    </a:gridCol>
                    <a:gridCol w="5511645">
                      <a:extLst>
                        <a:ext uri="{9D8B030D-6E8A-4147-A177-3AD203B41FA5}">
                          <a16:colId xmlns:a16="http://schemas.microsoft.com/office/drawing/2014/main" val="1588234029"/>
                        </a:ext>
                      </a:extLst>
                    </a:gridCol>
                  </a:tblGrid>
                  <a:tr h="370840">
                    <a:tc>
                      <a:txBody>
                        <a:bodyPr/>
                        <a:lstStyle/>
                        <a:p>
                          <a:pPr algn="ctr"/>
                          <a:r>
                            <a:rPr lang="es-ES" dirty="0">
                              <a:solidFill>
                                <a:schemeClr val="accent1">
                                  <a:lumMod val="50000"/>
                                </a:schemeClr>
                              </a:solidFill>
                            </a:rPr>
                            <a:t>Coeficiente de Impureza de Gini</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s-ES" dirty="0">
                              <a:solidFill>
                                <a:schemeClr val="accent1">
                                  <a:lumMod val="50000"/>
                                </a:schemeClr>
                              </a:solidFill>
                            </a:rPr>
                            <a:t>Medida de Entropía</a:t>
                          </a:r>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46602529"/>
                      </a:ext>
                    </a:extLst>
                  </a:tr>
                  <a:tr h="862775">
                    <a:tc>
                      <a:txBody>
                        <a:bodyPr/>
                        <a:lstStyle/>
                        <a:p>
                          <a:endParaRPr lang="es-ES"/>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blipFill>
                          <a:blip r:embed="rId2"/>
                          <a:stretch>
                            <a:fillRect l="-110" t="-46479" r="-100221" b="-1408"/>
                          </a:stretch>
                        </a:blipFill>
                      </a:tcPr>
                    </a:tc>
                    <a:tc>
                      <a:txBody>
                        <a:bodyPr/>
                        <a:lstStyle/>
                        <a:p>
                          <a:endParaRPr lang="es-ES"/>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blipFill>
                          <a:blip r:embed="rId2"/>
                          <a:stretch>
                            <a:fillRect l="-100110" t="-46479" r="-221" b="-1408"/>
                          </a:stretch>
                        </a:blipFill>
                      </a:tcPr>
                    </a:tc>
                    <a:extLst>
                      <a:ext uri="{0D108BD9-81ED-4DB2-BD59-A6C34878D82A}">
                        <a16:rowId xmlns:a16="http://schemas.microsoft.com/office/drawing/2014/main" val="4168270214"/>
                      </a:ext>
                    </a:extLst>
                  </a:tr>
                </a:tbl>
              </a:graphicData>
            </a:graphic>
          </p:graphicFrame>
        </mc:Fallback>
      </mc:AlternateContent>
      <p:pic>
        <p:nvPicPr>
          <p:cNvPr id="4" name="Imagen 3">
            <a:extLst>
              <a:ext uri="{FF2B5EF4-FFF2-40B4-BE49-F238E27FC236}">
                <a16:creationId xmlns:a16="http://schemas.microsoft.com/office/drawing/2014/main" id="{AF4FCBC1-5ED1-C94A-F794-DA60CBEEC101}"/>
              </a:ext>
            </a:extLst>
          </p:cNvPr>
          <p:cNvPicPr>
            <a:picLocks noChangeAspect="1"/>
          </p:cNvPicPr>
          <p:nvPr/>
        </p:nvPicPr>
        <p:blipFill>
          <a:blip r:embed="rId3"/>
          <a:stretch>
            <a:fillRect/>
          </a:stretch>
        </p:blipFill>
        <p:spPr>
          <a:xfrm>
            <a:off x="232042" y="3160085"/>
            <a:ext cx="5334302" cy="3697915"/>
          </a:xfrm>
          <a:prstGeom prst="rect">
            <a:avLst/>
          </a:prstGeom>
        </p:spPr>
      </p:pic>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C2D6FAD3-4D45-5A1A-B859-F632E1A528BD}"/>
                  </a:ext>
                </a:extLst>
              </p:cNvPr>
              <p:cNvSpPr txBox="1"/>
              <p:nvPr/>
            </p:nvSpPr>
            <p:spPr>
              <a:xfrm>
                <a:off x="5508839" y="3429000"/>
                <a:ext cx="6451119" cy="923330"/>
              </a:xfrm>
              <a:prstGeom prst="rect">
                <a:avLst/>
              </a:prstGeom>
              <a:noFill/>
            </p:spPr>
            <p:txBody>
              <a:bodyPr wrap="square">
                <a:spAutoFit/>
              </a:bodyPr>
              <a:lstStyle/>
              <a:p>
                <a:r>
                  <a:rPr lang="es-ES" dirty="0">
                    <a:solidFill>
                      <a:schemeClr val="accent1">
                        <a:lumMod val="50000"/>
                      </a:schemeClr>
                    </a:solidFill>
                  </a:rPr>
                  <a:t>Representación gráfica de la Impureza de Gini y de la Entropía en el caso de clasificación binaria. En el eje x tenemos la fracción de probabilidad de una de las dos clases </a:t>
                </a:r>
                <a14:m>
                  <m:oMath xmlns:m="http://schemas.openxmlformats.org/officeDocument/2006/math">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𝑝</m:t>
                        </m:r>
                      </m:e>
                      <m:sub>
                        <m:r>
                          <a:rPr lang="es-ES" b="0" i="1" smtClean="0">
                            <a:solidFill>
                              <a:schemeClr val="accent1">
                                <a:lumMod val="50000"/>
                              </a:schemeClr>
                            </a:solidFill>
                            <a:latin typeface="Cambria Math" panose="02040503050406030204" pitchFamily="18" charset="0"/>
                          </a:rPr>
                          <m:t>𝑖</m:t>
                        </m:r>
                        <m:r>
                          <a:rPr lang="es-ES" b="0" i="1" smtClean="0">
                            <a:solidFill>
                              <a:schemeClr val="accent1">
                                <a:lumMod val="50000"/>
                              </a:schemeClr>
                            </a:solidFill>
                            <a:latin typeface="Cambria Math" panose="02040503050406030204" pitchFamily="18" charset="0"/>
                          </a:rPr>
                          <m:t>1</m:t>
                        </m:r>
                      </m:sub>
                    </m:sSub>
                  </m:oMath>
                </a14:m>
                <a:r>
                  <a:rPr lang="es-ES" dirty="0">
                    <a:solidFill>
                      <a:schemeClr val="accent1">
                        <a:lumMod val="50000"/>
                      </a:schemeClr>
                    </a:solidFill>
                  </a:rPr>
                  <a:t> (por tanto </a:t>
                </a:r>
                <a14:m>
                  <m:oMath xmlns:m="http://schemas.openxmlformats.org/officeDocument/2006/math">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𝑝</m:t>
                        </m:r>
                      </m:e>
                      <m:sub>
                        <m:r>
                          <a:rPr lang="es-ES" i="1">
                            <a:solidFill>
                              <a:schemeClr val="accent1">
                                <a:lumMod val="50000"/>
                              </a:schemeClr>
                            </a:solidFill>
                            <a:latin typeface="Cambria Math" panose="02040503050406030204" pitchFamily="18" charset="0"/>
                          </a:rPr>
                          <m:t>𝑖</m:t>
                        </m:r>
                        <m:r>
                          <a:rPr lang="es-ES" b="0" i="1" smtClean="0">
                            <a:solidFill>
                              <a:schemeClr val="accent1">
                                <a:lumMod val="50000"/>
                              </a:schemeClr>
                            </a:solidFill>
                            <a:latin typeface="Cambria Math" panose="02040503050406030204" pitchFamily="18" charset="0"/>
                          </a:rPr>
                          <m:t>2</m:t>
                        </m:r>
                      </m:sub>
                    </m:sSub>
                    <m:r>
                      <a:rPr lang="es-ES" b="0" i="1" smtClean="0">
                        <a:solidFill>
                          <a:schemeClr val="accent1">
                            <a:lumMod val="50000"/>
                          </a:schemeClr>
                        </a:solidFill>
                        <a:latin typeface="Cambria Math" panose="02040503050406030204" pitchFamily="18" charset="0"/>
                      </a:rPr>
                      <m:t>=1−</m:t>
                    </m:r>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𝑝</m:t>
                        </m:r>
                      </m:e>
                      <m:sub>
                        <m:r>
                          <a:rPr lang="es-ES" i="1">
                            <a:solidFill>
                              <a:schemeClr val="accent1">
                                <a:lumMod val="50000"/>
                              </a:schemeClr>
                            </a:solidFill>
                            <a:latin typeface="Cambria Math" panose="02040503050406030204" pitchFamily="18" charset="0"/>
                          </a:rPr>
                          <m:t>𝑖</m:t>
                        </m:r>
                        <m:r>
                          <a:rPr lang="es-ES" b="0" i="1" smtClean="0">
                            <a:solidFill>
                              <a:schemeClr val="accent1">
                                <a:lumMod val="50000"/>
                              </a:schemeClr>
                            </a:solidFill>
                            <a:latin typeface="Cambria Math" panose="02040503050406030204" pitchFamily="18" charset="0"/>
                          </a:rPr>
                          <m:t>1</m:t>
                        </m:r>
                      </m:sub>
                    </m:sSub>
                  </m:oMath>
                </a14:m>
                <a:r>
                  <a:rPr lang="es-ES" dirty="0">
                    <a:solidFill>
                      <a:schemeClr val="accent1">
                        <a:lumMod val="50000"/>
                      </a:schemeClr>
                    </a:solidFill>
                  </a:rPr>
                  <a:t>).</a:t>
                </a:r>
              </a:p>
            </p:txBody>
          </p:sp>
        </mc:Choice>
        <mc:Fallback xmlns="">
          <p:sp>
            <p:nvSpPr>
              <p:cNvPr id="6" name="CuadroTexto 5">
                <a:extLst>
                  <a:ext uri="{FF2B5EF4-FFF2-40B4-BE49-F238E27FC236}">
                    <a16:creationId xmlns:a16="http://schemas.microsoft.com/office/drawing/2014/main" id="{C2D6FAD3-4D45-5A1A-B859-F632E1A528BD}"/>
                  </a:ext>
                </a:extLst>
              </p:cNvPr>
              <p:cNvSpPr txBox="1">
                <a:spLocks noRot="1" noChangeAspect="1" noMove="1" noResize="1" noEditPoints="1" noAdjustHandles="1" noChangeArrowheads="1" noChangeShapeType="1" noTextEdit="1"/>
              </p:cNvSpPr>
              <p:nvPr/>
            </p:nvSpPr>
            <p:spPr>
              <a:xfrm>
                <a:off x="5508839" y="3429000"/>
                <a:ext cx="6451119" cy="923330"/>
              </a:xfrm>
              <a:prstGeom prst="rect">
                <a:avLst/>
              </a:prstGeom>
              <a:blipFill>
                <a:blip r:embed="rId4"/>
                <a:stretch>
                  <a:fillRect l="-851" t="-3974" r="-1134" b="-9272"/>
                </a:stretch>
              </a:blipFill>
            </p:spPr>
            <p:txBody>
              <a:bodyPr/>
              <a:lstStyle/>
              <a:p>
                <a:r>
                  <a:rPr lang="es-ES">
                    <a:noFill/>
                  </a:rPr>
                  <a:t> </a:t>
                </a:r>
              </a:p>
            </p:txBody>
          </p:sp>
        </mc:Fallback>
      </mc:AlternateContent>
      <p:sp>
        <p:nvSpPr>
          <p:cNvPr id="14" name="CuadroTexto 13">
            <a:extLst>
              <a:ext uri="{FF2B5EF4-FFF2-40B4-BE49-F238E27FC236}">
                <a16:creationId xmlns:a16="http://schemas.microsoft.com/office/drawing/2014/main" id="{12E5082A-9E7C-96EB-F617-93B12AF14A0A}"/>
              </a:ext>
            </a:extLst>
          </p:cNvPr>
          <p:cNvSpPr txBox="1"/>
          <p:nvPr/>
        </p:nvSpPr>
        <p:spPr>
          <a:xfrm>
            <a:off x="5508839" y="4680851"/>
            <a:ext cx="6451118" cy="923330"/>
          </a:xfrm>
          <a:prstGeom prst="rect">
            <a:avLst/>
          </a:prstGeom>
          <a:noFill/>
        </p:spPr>
        <p:txBody>
          <a:bodyPr wrap="square">
            <a:spAutoFit/>
          </a:bodyPr>
          <a:lstStyle/>
          <a:p>
            <a:r>
              <a:rPr lang="es-ES" dirty="0">
                <a:solidFill>
                  <a:schemeClr val="accent1">
                    <a:lumMod val="50000"/>
                  </a:schemeClr>
                </a:solidFill>
              </a:rPr>
              <a:t>Vemos que, cuanto más desigual es la partición, menores son los valores que toman tanto la impureza de Gini como la entropía. Cuando las clases están balanceadas alcanzan el máximo valor.</a:t>
            </a:r>
          </a:p>
        </p:txBody>
      </p:sp>
      <p:grpSp>
        <p:nvGrpSpPr>
          <p:cNvPr id="59" name="Grupo 58">
            <a:extLst>
              <a:ext uri="{FF2B5EF4-FFF2-40B4-BE49-F238E27FC236}">
                <a16:creationId xmlns:a16="http://schemas.microsoft.com/office/drawing/2014/main" id="{282284CE-07BF-429F-8B3F-C7293A4D38EE}"/>
              </a:ext>
            </a:extLst>
          </p:cNvPr>
          <p:cNvGrpSpPr/>
          <p:nvPr/>
        </p:nvGrpSpPr>
        <p:grpSpPr>
          <a:xfrm>
            <a:off x="3885544" y="5600975"/>
            <a:ext cx="1024560" cy="675000"/>
            <a:chOff x="3885544" y="5600975"/>
            <a:chExt cx="1024560" cy="675000"/>
          </a:xfrm>
        </p:grpSpPr>
        <mc:AlternateContent xmlns:mc="http://schemas.openxmlformats.org/markup-compatibility/2006" xmlns:p14="http://schemas.microsoft.com/office/powerpoint/2010/main">
          <mc:Choice Requires="p14">
            <p:contentPart p14:bwMode="auto" r:id="rId5">
              <p14:nvContentPartPr>
                <p14:cNvPr id="40" name="Entrada de lápiz 39">
                  <a:extLst>
                    <a:ext uri="{FF2B5EF4-FFF2-40B4-BE49-F238E27FC236}">
                      <a16:creationId xmlns:a16="http://schemas.microsoft.com/office/drawing/2014/main" id="{8CA92B14-56C7-5629-6DDF-27910CB1E010}"/>
                    </a:ext>
                  </a:extLst>
                </p14:cNvPr>
                <p14:cNvContentPartPr/>
                <p14:nvPr/>
              </p14:nvContentPartPr>
              <p14:xfrm>
                <a:off x="4191184" y="5895815"/>
                <a:ext cx="8640" cy="113040"/>
              </p14:xfrm>
            </p:contentPart>
          </mc:Choice>
          <mc:Fallback xmlns="">
            <p:pic>
              <p:nvPicPr>
                <p:cNvPr id="40" name="Entrada de lápiz 39">
                  <a:extLst>
                    <a:ext uri="{FF2B5EF4-FFF2-40B4-BE49-F238E27FC236}">
                      <a16:creationId xmlns:a16="http://schemas.microsoft.com/office/drawing/2014/main" id="{8CA92B14-56C7-5629-6DDF-27910CB1E010}"/>
                    </a:ext>
                  </a:extLst>
                </p:cNvPr>
                <p:cNvPicPr/>
                <p:nvPr/>
              </p:nvPicPr>
              <p:blipFill>
                <a:blip r:embed="rId6"/>
                <a:stretch>
                  <a:fillRect/>
                </a:stretch>
              </p:blipFill>
              <p:spPr>
                <a:xfrm>
                  <a:off x="4173184" y="5877815"/>
                  <a:ext cx="4428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1" name="Entrada de lápiz 40">
                  <a:extLst>
                    <a:ext uri="{FF2B5EF4-FFF2-40B4-BE49-F238E27FC236}">
                      <a16:creationId xmlns:a16="http://schemas.microsoft.com/office/drawing/2014/main" id="{A5686C9A-AEA6-75D1-53B3-200ECDA689D9}"/>
                    </a:ext>
                  </a:extLst>
                </p14:cNvPr>
                <p14:cNvContentPartPr/>
                <p14:nvPr/>
              </p14:nvContentPartPr>
              <p14:xfrm>
                <a:off x="4159144" y="5838935"/>
                <a:ext cx="110160" cy="44640"/>
              </p14:xfrm>
            </p:contentPart>
          </mc:Choice>
          <mc:Fallback xmlns="">
            <p:pic>
              <p:nvPicPr>
                <p:cNvPr id="41" name="Entrada de lápiz 40">
                  <a:extLst>
                    <a:ext uri="{FF2B5EF4-FFF2-40B4-BE49-F238E27FC236}">
                      <a16:creationId xmlns:a16="http://schemas.microsoft.com/office/drawing/2014/main" id="{A5686C9A-AEA6-75D1-53B3-200ECDA689D9}"/>
                    </a:ext>
                  </a:extLst>
                </p:cNvPr>
                <p:cNvPicPr/>
                <p:nvPr/>
              </p:nvPicPr>
              <p:blipFill>
                <a:blip r:embed="rId8"/>
                <a:stretch>
                  <a:fillRect/>
                </a:stretch>
              </p:blipFill>
              <p:spPr>
                <a:xfrm>
                  <a:off x="4141504" y="5821295"/>
                  <a:ext cx="14580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2" name="Entrada de lápiz 41">
                  <a:extLst>
                    <a:ext uri="{FF2B5EF4-FFF2-40B4-BE49-F238E27FC236}">
                      <a16:creationId xmlns:a16="http://schemas.microsoft.com/office/drawing/2014/main" id="{CF881E2D-A2A5-64A6-894B-8CE85F9E9159}"/>
                    </a:ext>
                  </a:extLst>
                </p14:cNvPr>
                <p14:cNvContentPartPr/>
                <p14:nvPr/>
              </p14:nvContentPartPr>
              <p14:xfrm>
                <a:off x="4178944" y="5937215"/>
                <a:ext cx="65880" cy="28800"/>
              </p14:xfrm>
            </p:contentPart>
          </mc:Choice>
          <mc:Fallback xmlns="">
            <p:pic>
              <p:nvPicPr>
                <p:cNvPr id="42" name="Entrada de lápiz 41">
                  <a:extLst>
                    <a:ext uri="{FF2B5EF4-FFF2-40B4-BE49-F238E27FC236}">
                      <a16:creationId xmlns:a16="http://schemas.microsoft.com/office/drawing/2014/main" id="{CF881E2D-A2A5-64A6-894B-8CE85F9E9159}"/>
                    </a:ext>
                  </a:extLst>
                </p:cNvPr>
                <p:cNvPicPr/>
                <p:nvPr/>
              </p:nvPicPr>
              <p:blipFill>
                <a:blip r:embed="rId10"/>
                <a:stretch>
                  <a:fillRect/>
                </a:stretch>
              </p:blipFill>
              <p:spPr>
                <a:xfrm>
                  <a:off x="4160944" y="5919215"/>
                  <a:ext cx="10152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3" name="Entrada de lápiz 42">
                  <a:extLst>
                    <a:ext uri="{FF2B5EF4-FFF2-40B4-BE49-F238E27FC236}">
                      <a16:creationId xmlns:a16="http://schemas.microsoft.com/office/drawing/2014/main" id="{7B183C57-24E4-F4B3-BD7A-2EA14B02B986}"/>
                    </a:ext>
                  </a:extLst>
                </p14:cNvPr>
                <p14:cNvContentPartPr/>
                <p14:nvPr/>
              </p14:nvContentPartPr>
              <p14:xfrm>
                <a:off x="4165624" y="5990855"/>
                <a:ext cx="93240" cy="18720"/>
              </p14:xfrm>
            </p:contentPart>
          </mc:Choice>
          <mc:Fallback xmlns="">
            <p:pic>
              <p:nvPicPr>
                <p:cNvPr id="43" name="Entrada de lápiz 42">
                  <a:extLst>
                    <a:ext uri="{FF2B5EF4-FFF2-40B4-BE49-F238E27FC236}">
                      <a16:creationId xmlns:a16="http://schemas.microsoft.com/office/drawing/2014/main" id="{7B183C57-24E4-F4B3-BD7A-2EA14B02B986}"/>
                    </a:ext>
                  </a:extLst>
                </p:cNvPr>
                <p:cNvPicPr/>
                <p:nvPr/>
              </p:nvPicPr>
              <p:blipFill>
                <a:blip r:embed="rId12"/>
                <a:stretch>
                  <a:fillRect/>
                </a:stretch>
              </p:blipFill>
              <p:spPr>
                <a:xfrm>
                  <a:off x="4147984" y="5972855"/>
                  <a:ext cx="12888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4" name="Entrada de lápiz 43">
                  <a:extLst>
                    <a:ext uri="{FF2B5EF4-FFF2-40B4-BE49-F238E27FC236}">
                      <a16:creationId xmlns:a16="http://schemas.microsoft.com/office/drawing/2014/main" id="{8011E664-1D18-5230-71BC-F23372292B7D}"/>
                    </a:ext>
                  </a:extLst>
                </p14:cNvPr>
                <p14:cNvContentPartPr/>
                <p14:nvPr/>
              </p14:nvContentPartPr>
              <p14:xfrm>
                <a:off x="4299184" y="5891495"/>
                <a:ext cx="53280" cy="90360"/>
              </p14:xfrm>
            </p:contentPart>
          </mc:Choice>
          <mc:Fallback xmlns="">
            <p:pic>
              <p:nvPicPr>
                <p:cNvPr id="44" name="Entrada de lápiz 43">
                  <a:extLst>
                    <a:ext uri="{FF2B5EF4-FFF2-40B4-BE49-F238E27FC236}">
                      <a16:creationId xmlns:a16="http://schemas.microsoft.com/office/drawing/2014/main" id="{8011E664-1D18-5230-71BC-F23372292B7D}"/>
                    </a:ext>
                  </a:extLst>
                </p:cNvPr>
                <p:cNvPicPr/>
                <p:nvPr/>
              </p:nvPicPr>
              <p:blipFill>
                <a:blip r:embed="rId14"/>
                <a:stretch>
                  <a:fillRect/>
                </a:stretch>
              </p:blipFill>
              <p:spPr>
                <a:xfrm>
                  <a:off x="4281544" y="5873855"/>
                  <a:ext cx="889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45" name="Entrada de lápiz 44">
                  <a:extLst>
                    <a:ext uri="{FF2B5EF4-FFF2-40B4-BE49-F238E27FC236}">
                      <a16:creationId xmlns:a16="http://schemas.microsoft.com/office/drawing/2014/main" id="{7AF098B9-E160-1FCC-8B43-FD57389AA9D8}"/>
                    </a:ext>
                  </a:extLst>
                </p14:cNvPr>
                <p14:cNvContentPartPr/>
                <p14:nvPr/>
              </p14:nvContentPartPr>
              <p14:xfrm>
                <a:off x="4395304" y="5753255"/>
                <a:ext cx="5040" cy="177840"/>
              </p14:xfrm>
            </p:contentPart>
          </mc:Choice>
          <mc:Fallback xmlns="">
            <p:pic>
              <p:nvPicPr>
                <p:cNvPr id="45" name="Entrada de lápiz 44">
                  <a:extLst>
                    <a:ext uri="{FF2B5EF4-FFF2-40B4-BE49-F238E27FC236}">
                      <a16:creationId xmlns:a16="http://schemas.microsoft.com/office/drawing/2014/main" id="{7AF098B9-E160-1FCC-8B43-FD57389AA9D8}"/>
                    </a:ext>
                  </a:extLst>
                </p:cNvPr>
                <p:cNvPicPr/>
                <p:nvPr/>
              </p:nvPicPr>
              <p:blipFill>
                <a:blip r:embed="rId16"/>
                <a:stretch>
                  <a:fillRect/>
                </a:stretch>
              </p:blipFill>
              <p:spPr>
                <a:xfrm>
                  <a:off x="4377304" y="5735615"/>
                  <a:ext cx="4068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46" name="Entrada de lápiz 45">
                  <a:extLst>
                    <a:ext uri="{FF2B5EF4-FFF2-40B4-BE49-F238E27FC236}">
                      <a16:creationId xmlns:a16="http://schemas.microsoft.com/office/drawing/2014/main" id="{E8B7510F-7EEC-3742-EBD7-BF74B0E596DA}"/>
                    </a:ext>
                  </a:extLst>
                </p14:cNvPr>
                <p14:cNvContentPartPr/>
                <p14:nvPr/>
              </p14:nvContentPartPr>
              <p14:xfrm>
                <a:off x="4343104" y="5841455"/>
                <a:ext cx="80280" cy="18720"/>
              </p14:xfrm>
            </p:contentPart>
          </mc:Choice>
          <mc:Fallback xmlns="">
            <p:pic>
              <p:nvPicPr>
                <p:cNvPr id="46" name="Entrada de lápiz 45">
                  <a:extLst>
                    <a:ext uri="{FF2B5EF4-FFF2-40B4-BE49-F238E27FC236}">
                      <a16:creationId xmlns:a16="http://schemas.microsoft.com/office/drawing/2014/main" id="{E8B7510F-7EEC-3742-EBD7-BF74B0E596DA}"/>
                    </a:ext>
                  </a:extLst>
                </p:cNvPr>
                <p:cNvPicPr/>
                <p:nvPr/>
              </p:nvPicPr>
              <p:blipFill>
                <a:blip r:embed="rId18"/>
                <a:stretch>
                  <a:fillRect/>
                </a:stretch>
              </p:blipFill>
              <p:spPr>
                <a:xfrm>
                  <a:off x="4325104" y="5823455"/>
                  <a:ext cx="11592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47" name="Entrada de lápiz 46">
                  <a:extLst>
                    <a:ext uri="{FF2B5EF4-FFF2-40B4-BE49-F238E27FC236}">
                      <a16:creationId xmlns:a16="http://schemas.microsoft.com/office/drawing/2014/main" id="{C362F7C1-AC46-CE3A-BE72-53E71FEFFDC1}"/>
                    </a:ext>
                  </a:extLst>
                </p14:cNvPr>
                <p14:cNvContentPartPr/>
                <p14:nvPr/>
              </p14:nvContentPartPr>
              <p14:xfrm>
                <a:off x="4448944" y="5827055"/>
                <a:ext cx="71280" cy="80280"/>
              </p14:xfrm>
            </p:contentPart>
          </mc:Choice>
          <mc:Fallback xmlns="">
            <p:pic>
              <p:nvPicPr>
                <p:cNvPr id="47" name="Entrada de lápiz 46">
                  <a:extLst>
                    <a:ext uri="{FF2B5EF4-FFF2-40B4-BE49-F238E27FC236}">
                      <a16:creationId xmlns:a16="http://schemas.microsoft.com/office/drawing/2014/main" id="{C362F7C1-AC46-CE3A-BE72-53E71FEFFDC1}"/>
                    </a:ext>
                  </a:extLst>
                </p:cNvPr>
                <p:cNvPicPr/>
                <p:nvPr/>
              </p:nvPicPr>
              <p:blipFill>
                <a:blip r:embed="rId20"/>
                <a:stretch>
                  <a:fillRect/>
                </a:stretch>
              </p:blipFill>
              <p:spPr>
                <a:xfrm>
                  <a:off x="4430944" y="5809415"/>
                  <a:ext cx="10692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48" name="Entrada de lápiz 47">
                  <a:extLst>
                    <a:ext uri="{FF2B5EF4-FFF2-40B4-BE49-F238E27FC236}">
                      <a16:creationId xmlns:a16="http://schemas.microsoft.com/office/drawing/2014/main" id="{64D62871-5527-F8E8-2DE3-81C2AC3FE0BD}"/>
                    </a:ext>
                  </a:extLst>
                </p14:cNvPr>
                <p14:cNvContentPartPr/>
                <p14:nvPr/>
              </p14:nvContentPartPr>
              <p14:xfrm>
                <a:off x="4531384" y="5807255"/>
                <a:ext cx="61920" cy="82080"/>
              </p14:xfrm>
            </p:contentPart>
          </mc:Choice>
          <mc:Fallback xmlns="">
            <p:pic>
              <p:nvPicPr>
                <p:cNvPr id="48" name="Entrada de lápiz 47">
                  <a:extLst>
                    <a:ext uri="{FF2B5EF4-FFF2-40B4-BE49-F238E27FC236}">
                      <a16:creationId xmlns:a16="http://schemas.microsoft.com/office/drawing/2014/main" id="{64D62871-5527-F8E8-2DE3-81C2AC3FE0BD}"/>
                    </a:ext>
                  </a:extLst>
                </p:cNvPr>
                <p:cNvPicPr/>
                <p:nvPr/>
              </p:nvPicPr>
              <p:blipFill>
                <a:blip r:embed="rId22"/>
                <a:stretch>
                  <a:fillRect/>
                </a:stretch>
              </p:blipFill>
              <p:spPr>
                <a:xfrm>
                  <a:off x="4513384" y="5789255"/>
                  <a:ext cx="9756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49" name="Entrada de lápiz 48">
                  <a:extLst>
                    <a:ext uri="{FF2B5EF4-FFF2-40B4-BE49-F238E27FC236}">
                      <a16:creationId xmlns:a16="http://schemas.microsoft.com/office/drawing/2014/main" id="{CAED6A77-6C14-0444-B147-C21FAB47179E}"/>
                    </a:ext>
                  </a:extLst>
                </p14:cNvPr>
                <p14:cNvContentPartPr/>
                <p14:nvPr/>
              </p14:nvContentPartPr>
              <p14:xfrm>
                <a:off x="4612384" y="5815175"/>
                <a:ext cx="45360" cy="159120"/>
              </p14:xfrm>
            </p:contentPart>
          </mc:Choice>
          <mc:Fallback xmlns="">
            <p:pic>
              <p:nvPicPr>
                <p:cNvPr id="49" name="Entrada de lápiz 48">
                  <a:extLst>
                    <a:ext uri="{FF2B5EF4-FFF2-40B4-BE49-F238E27FC236}">
                      <a16:creationId xmlns:a16="http://schemas.microsoft.com/office/drawing/2014/main" id="{CAED6A77-6C14-0444-B147-C21FAB47179E}"/>
                    </a:ext>
                  </a:extLst>
                </p:cNvPr>
                <p:cNvPicPr/>
                <p:nvPr/>
              </p:nvPicPr>
              <p:blipFill>
                <a:blip r:embed="rId24"/>
                <a:stretch>
                  <a:fillRect/>
                </a:stretch>
              </p:blipFill>
              <p:spPr>
                <a:xfrm>
                  <a:off x="4594744" y="5797535"/>
                  <a:ext cx="8100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50" name="Entrada de lápiz 49">
                  <a:extLst>
                    <a:ext uri="{FF2B5EF4-FFF2-40B4-BE49-F238E27FC236}">
                      <a16:creationId xmlns:a16="http://schemas.microsoft.com/office/drawing/2014/main" id="{676A243F-5381-ABF5-44C2-9B5FC217F13A}"/>
                    </a:ext>
                  </a:extLst>
                </p14:cNvPr>
                <p14:cNvContentPartPr/>
                <p14:nvPr/>
              </p14:nvContentPartPr>
              <p14:xfrm>
                <a:off x="4605184" y="5765495"/>
                <a:ext cx="88200" cy="68400"/>
              </p14:xfrm>
            </p:contentPart>
          </mc:Choice>
          <mc:Fallback xmlns="">
            <p:pic>
              <p:nvPicPr>
                <p:cNvPr id="50" name="Entrada de lápiz 49">
                  <a:extLst>
                    <a:ext uri="{FF2B5EF4-FFF2-40B4-BE49-F238E27FC236}">
                      <a16:creationId xmlns:a16="http://schemas.microsoft.com/office/drawing/2014/main" id="{676A243F-5381-ABF5-44C2-9B5FC217F13A}"/>
                    </a:ext>
                  </a:extLst>
                </p:cNvPr>
                <p:cNvPicPr/>
                <p:nvPr/>
              </p:nvPicPr>
              <p:blipFill>
                <a:blip r:embed="rId26"/>
                <a:stretch>
                  <a:fillRect/>
                </a:stretch>
              </p:blipFill>
              <p:spPr>
                <a:xfrm>
                  <a:off x="4587544" y="5747855"/>
                  <a:ext cx="12384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51" name="Entrada de lápiz 50">
                  <a:extLst>
                    <a:ext uri="{FF2B5EF4-FFF2-40B4-BE49-F238E27FC236}">
                      <a16:creationId xmlns:a16="http://schemas.microsoft.com/office/drawing/2014/main" id="{76516D31-7513-5618-1881-829A9FECE4FC}"/>
                    </a:ext>
                  </a:extLst>
                </p14:cNvPr>
                <p14:cNvContentPartPr/>
                <p14:nvPr/>
              </p14:nvContentPartPr>
              <p14:xfrm>
                <a:off x="4735864" y="5734895"/>
                <a:ext cx="29880" cy="83520"/>
              </p14:xfrm>
            </p:contentPart>
          </mc:Choice>
          <mc:Fallback xmlns="">
            <p:pic>
              <p:nvPicPr>
                <p:cNvPr id="51" name="Entrada de lápiz 50">
                  <a:extLst>
                    <a:ext uri="{FF2B5EF4-FFF2-40B4-BE49-F238E27FC236}">
                      <a16:creationId xmlns:a16="http://schemas.microsoft.com/office/drawing/2014/main" id="{76516D31-7513-5618-1881-829A9FECE4FC}"/>
                    </a:ext>
                  </a:extLst>
                </p:cNvPr>
                <p:cNvPicPr/>
                <p:nvPr/>
              </p:nvPicPr>
              <p:blipFill>
                <a:blip r:embed="rId28"/>
                <a:stretch>
                  <a:fillRect/>
                </a:stretch>
              </p:blipFill>
              <p:spPr>
                <a:xfrm>
                  <a:off x="4718224" y="5717255"/>
                  <a:ext cx="6552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52" name="Entrada de lápiz 51">
                  <a:extLst>
                    <a:ext uri="{FF2B5EF4-FFF2-40B4-BE49-F238E27FC236}">
                      <a16:creationId xmlns:a16="http://schemas.microsoft.com/office/drawing/2014/main" id="{A891CE0E-9107-DB65-05CA-502BF838FA57}"/>
                    </a:ext>
                  </a:extLst>
                </p14:cNvPr>
                <p14:cNvContentPartPr/>
                <p14:nvPr/>
              </p14:nvContentPartPr>
              <p14:xfrm>
                <a:off x="4698784" y="5600975"/>
                <a:ext cx="57240" cy="38520"/>
              </p14:xfrm>
            </p:contentPart>
          </mc:Choice>
          <mc:Fallback xmlns="">
            <p:pic>
              <p:nvPicPr>
                <p:cNvPr id="52" name="Entrada de lápiz 51">
                  <a:extLst>
                    <a:ext uri="{FF2B5EF4-FFF2-40B4-BE49-F238E27FC236}">
                      <a16:creationId xmlns:a16="http://schemas.microsoft.com/office/drawing/2014/main" id="{A891CE0E-9107-DB65-05CA-502BF838FA57}"/>
                    </a:ext>
                  </a:extLst>
                </p:cNvPr>
                <p:cNvPicPr/>
                <p:nvPr/>
              </p:nvPicPr>
              <p:blipFill>
                <a:blip r:embed="rId30"/>
                <a:stretch>
                  <a:fillRect/>
                </a:stretch>
              </p:blipFill>
              <p:spPr>
                <a:xfrm>
                  <a:off x="4680784" y="5583335"/>
                  <a:ext cx="9288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53" name="Entrada de lápiz 52">
                  <a:extLst>
                    <a:ext uri="{FF2B5EF4-FFF2-40B4-BE49-F238E27FC236}">
                      <a16:creationId xmlns:a16="http://schemas.microsoft.com/office/drawing/2014/main" id="{92E7B376-C17F-E786-CB94-0A67F9435CF3}"/>
                    </a:ext>
                  </a:extLst>
                </p14:cNvPr>
                <p14:cNvContentPartPr/>
                <p14:nvPr/>
              </p14:nvContentPartPr>
              <p14:xfrm>
                <a:off x="4799944" y="5699615"/>
                <a:ext cx="58320" cy="94680"/>
              </p14:xfrm>
            </p:contentPart>
          </mc:Choice>
          <mc:Fallback xmlns="">
            <p:pic>
              <p:nvPicPr>
                <p:cNvPr id="53" name="Entrada de lápiz 52">
                  <a:extLst>
                    <a:ext uri="{FF2B5EF4-FFF2-40B4-BE49-F238E27FC236}">
                      <a16:creationId xmlns:a16="http://schemas.microsoft.com/office/drawing/2014/main" id="{92E7B376-C17F-E786-CB94-0A67F9435CF3}"/>
                    </a:ext>
                  </a:extLst>
                </p:cNvPr>
                <p:cNvPicPr/>
                <p:nvPr/>
              </p:nvPicPr>
              <p:blipFill>
                <a:blip r:embed="rId32"/>
                <a:stretch>
                  <a:fillRect/>
                </a:stretch>
              </p:blipFill>
              <p:spPr>
                <a:xfrm>
                  <a:off x="4781944" y="5681975"/>
                  <a:ext cx="9396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54" name="Entrada de lápiz 53">
                  <a:extLst>
                    <a:ext uri="{FF2B5EF4-FFF2-40B4-BE49-F238E27FC236}">
                      <a16:creationId xmlns:a16="http://schemas.microsoft.com/office/drawing/2014/main" id="{7860F4D6-63AA-447C-0FD6-750EE823C8E5}"/>
                    </a:ext>
                  </a:extLst>
                </p14:cNvPr>
                <p14:cNvContentPartPr/>
                <p14:nvPr/>
              </p14:nvContentPartPr>
              <p14:xfrm>
                <a:off x="4221424" y="5916335"/>
                <a:ext cx="688680" cy="222480"/>
              </p14:xfrm>
            </p:contentPart>
          </mc:Choice>
          <mc:Fallback xmlns="">
            <p:pic>
              <p:nvPicPr>
                <p:cNvPr id="54" name="Entrada de lápiz 53">
                  <a:extLst>
                    <a:ext uri="{FF2B5EF4-FFF2-40B4-BE49-F238E27FC236}">
                      <a16:creationId xmlns:a16="http://schemas.microsoft.com/office/drawing/2014/main" id="{7860F4D6-63AA-447C-0FD6-750EE823C8E5}"/>
                    </a:ext>
                  </a:extLst>
                </p:cNvPr>
                <p:cNvPicPr/>
                <p:nvPr/>
              </p:nvPicPr>
              <p:blipFill>
                <a:blip r:embed="rId34"/>
                <a:stretch>
                  <a:fillRect/>
                </a:stretch>
              </p:blipFill>
              <p:spPr>
                <a:xfrm>
                  <a:off x="4203424" y="5898695"/>
                  <a:ext cx="72432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55" name="Entrada de lápiz 54">
                  <a:extLst>
                    <a:ext uri="{FF2B5EF4-FFF2-40B4-BE49-F238E27FC236}">
                      <a16:creationId xmlns:a16="http://schemas.microsoft.com/office/drawing/2014/main" id="{25F2B3C3-027C-EFEB-8180-49417E93D226}"/>
                    </a:ext>
                  </a:extLst>
                </p14:cNvPr>
                <p14:cNvContentPartPr/>
                <p14:nvPr/>
              </p14:nvContentPartPr>
              <p14:xfrm>
                <a:off x="4579984" y="6112175"/>
                <a:ext cx="141480" cy="163800"/>
              </p14:xfrm>
            </p:contentPart>
          </mc:Choice>
          <mc:Fallback xmlns="">
            <p:pic>
              <p:nvPicPr>
                <p:cNvPr id="55" name="Entrada de lápiz 54">
                  <a:extLst>
                    <a:ext uri="{FF2B5EF4-FFF2-40B4-BE49-F238E27FC236}">
                      <a16:creationId xmlns:a16="http://schemas.microsoft.com/office/drawing/2014/main" id="{25F2B3C3-027C-EFEB-8180-49417E93D226}"/>
                    </a:ext>
                  </a:extLst>
                </p:cNvPr>
                <p:cNvPicPr/>
                <p:nvPr/>
              </p:nvPicPr>
              <p:blipFill>
                <a:blip r:embed="rId36"/>
                <a:stretch>
                  <a:fillRect/>
                </a:stretch>
              </p:blipFill>
              <p:spPr>
                <a:xfrm>
                  <a:off x="4561984" y="6094535"/>
                  <a:ext cx="17712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57" name="Entrada de lápiz 56">
                  <a:extLst>
                    <a:ext uri="{FF2B5EF4-FFF2-40B4-BE49-F238E27FC236}">
                      <a16:creationId xmlns:a16="http://schemas.microsoft.com/office/drawing/2014/main" id="{88959E8C-29C8-2FB9-3CD6-711345059411}"/>
                    </a:ext>
                  </a:extLst>
                </p14:cNvPr>
                <p14:cNvContentPartPr/>
                <p14:nvPr/>
              </p14:nvContentPartPr>
              <p14:xfrm>
                <a:off x="3885544" y="6160055"/>
                <a:ext cx="173520" cy="32760"/>
              </p14:xfrm>
            </p:contentPart>
          </mc:Choice>
          <mc:Fallback xmlns="">
            <p:pic>
              <p:nvPicPr>
                <p:cNvPr id="57" name="Entrada de lápiz 56">
                  <a:extLst>
                    <a:ext uri="{FF2B5EF4-FFF2-40B4-BE49-F238E27FC236}">
                      <a16:creationId xmlns:a16="http://schemas.microsoft.com/office/drawing/2014/main" id="{88959E8C-29C8-2FB9-3CD6-711345059411}"/>
                    </a:ext>
                  </a:extLst>
                </p:cNvPr>
                <p:cNvPicPr/>
                <p:nvPr/>
              </p:nvPicPr>
              <p:blipFill>
                <a:blip r:embed="rId38"/>
                <a:stretch>
                  <a:fillRect/>
                </a:stretch>
              </p:blipFill>
              <p:spPr>
                <a:xfrm>
                  <a:off x="3867544" y="6142415"/>
                  <a:ext cx="20916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58" name="Entrada de lápiz 57">
                  <a:extLst>
                    <a:ext uri="{FF2B5EF4-FFF2-40B4-BE49-F238E27FC236}">
                      <a16:creationId xmlns:a16="http://schemas.microsoft.com/office/drawing/2014/main" id="{C160FF59-2B5B-09FC-FD3C-99AAEAC27CAD}"/>
                    </a:ext>
                  </a:extLst>
                </p14:cNvPr>
                <p14:cNvContentPartPr/>
                <p14:nvPr/>
              </p14:nvContentPartPr>
              <p14:xfrm>
                <a:off x="4022344" y="6078695"/>
                <a:ext cx="72000" cy="174600"/>
              </p14:xfrm>
            </p:contentPart>
          </mc:Choice>
          <mc:Fallback xmlns="">
            <p:pic>
              <p:nvPicPr>
                <p:cNvPr id="58" name="Entrada de lápiz 57">
                  <a:extLst>
                    <a:ext uri="{FF2B5EF4-FFF2-40B4-BE49-F238E27FC236}">
                      <a16:creationId xmlns:a16="http://schemas.microsoft.com/office/drawing/2014/main" id="{C160FF59-2B5B-09FC-FD3C-99AAEAC27CAD}"/>
                    </a:ext>
                  </a:extLst>
                </p:cNvPr>
                <p:cNvPicPr/>
                <p:nvPr/>
              </p:nvPicPr>
              <p:blipFill>
                <a:blip r:embed="rId40"/>
                <a:stretch>
                  <a:fillRect/>
                </a:stretch>
              </p:blipFill>
              <p:spPr>
                <a:xfrm>
                  <a:off x="4004344" y="6061055"/>
                  <a:ext cx="107640" cy="210240"/>
                </a:xfrm>
                <a:prstGeom prst="rect">
                  <a:avLst/>
                </a:prstGeom>
              </p:spPr>
            </p:pic>
          </mc:Fallback>
        </mc:AlternateContent>
      </p:grpSp>
    </p:spTree>
    <p:extLst>
      <p:ext uri="{BB962C8B-B14F-4D97-AF65-F5344CB8AC3E}">
        <p14:creationId xmlns:p14="http://schemas.microsoft.com/office/powerpoint/2010/main" val="379951764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adroTexto 10">
            <a:extLst>
              <a:ext uri="{FF2B5EF4-FFF2-40B4-BE49-F238E27FC236}">
                <a16:creationId xmlns:a16="http://schemas.microsoft.com/office/drawing/2014/main" id="{BE7A0595-F997-C90C-2B48-DD52AEEF89B2}"/>
              </a:ext>
            </a:extLst>
          </p:cNvPr>
          <p:cNvSpPr txBox="1"/>
          <p:nvPr/>
        </p:nvSpPr>
        <p:spPr>
          <a:xfrm>
            <a:off x="232042" y="1019781"/>
            <a:ext cx="11537352" cy="1572866"/>
          </a:xfrm>
          <a:prstGeom prst="rect">
            <a:avLst/>
          </a:prstGeom>
          <a:noFill/>
        </p:spPr>
        <p:txBody>
          <a:bodyPr wrap="square">
            <a:spAutoFit/>
          </a:bodyPr>
          <a:lstStyle/>
          <a:p>
            <a:r>
              <a:rPr lang="es-ES" b="1" dirty="0">
                <a:solidFill>
                  <a:schemeClr val="accent1">
                    <a:lumMod val="50000"/>
                  </a:schemeClr>
                </a:solidFill>
              </a:rPr>
              <a:t>Algoritmo:</a:t>
            </a:r>
            <a:endParaRPr lang="es-ES" dirty="0">
              <a:solidFill>
                <a:schemeClr val="accent1">
                  <a:lumMod val="50000"/>
                </a:schemeClr>
              </a:solidFill>
            </a:endParaRPr>
          </a:p>
          <a:p>
            <a:pPr marL="800100" lvl="1" indent="-342900">
              <a:lnSpc>
                <a:spcPct val="150000"/>
              </a:lnSpc>
              <a:buFont typeface="+mj-lt"/>
              <a:buAutoNum type="arabicPeriod"/>
            </a:pPr>
            <a:r>
              <a:rPr lang="es-ES" b="1" dirty="0">
                <a:solidFill>
                  <a:schemeClr val="accent1">
                    <a:lumMod val="50000"/>
                  </a:schemeClr>
                </a:solidFill>
              </a:rPr>
              <a:t>Seleccionar la característica que mejor separa los datos. </a:t>
            </a:r>
            <a:r>
              <a:rPr lang="es-ES" dirty="0">
                <a:solidFill>
                  <a:schemeClr val="accent1">
                    <a:lumMod val="50000"/>
                  </a:schemeClr>
                </a:solidFill>
              </a:rPr>
              <a:t>¿Cómo decidimos el mejor criterio de división?</a:t>
            </a:r>
          </a:p>
          <a:p>
            <a:pPr lvl="1">
              <a:lnSpc>
                <a:spcPct val="150000"/>
              </a:lnSpc>
            </a:pPr>
            <a:endParaRPr lang="es-ES" dirty="0">
              <a:solidFill>
                <a:schemeClr val="accent1">
                  <a:lumMod val="50000"/>
                </a:schemeClr>
              </a:solidFill>
            </a:endParaRPr>
          </a:p>
          <a:p>
            <a:pPr lvl="2">
              <a:lnSpc>
                <a:spcPct val="150000"/>
              </a:lnSpc>
            </a:pPr>
            <a:endParaRPr lang="es-ES" dirty="0">
              <a:solidFill>
                <a:schemeClr val="accent1">
                  <a:lumMod val="50000"/>
                </a:schemeClr>
              </a:solidFill>
            </a:endParaRPr>
          </a:p>
        </p:txBody>
      </p:sp>
      <p:sp>
        <p:nvSpPr>
          <p:cNvPr id="9" name="CuadroTexto 8">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10" name="CuadroTexto 9">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13" name="CuadroTexto 12">
            <a:extLst>
              <a:ext uri="{FF2B5EF4-FFF2-40B4-BE49-F238E27FC236}">
                <a16:creationId xmlns:a16="http://schemas.microsoft.com/office/drawing/2014/main" id="{B721C4E8-F774-C602-C20C-95042CFF3868}"/>
              </a:ext>
            </a:extLst>
          </p:cNvPr>
          <p:cNvSpPr txBox="1"/>
          <p:nvPr/>
        </p:nvSpPr>
        <p:spPr>
          <a:xfrm>
            <a:off x="164744" y="619671"/>
            <a:ext cx="4179670" cy="400110"/>
          </a:xfrm>
          <a:prstGeom prst="rect">
            <a:avLst/>
          </a:prstGeom>
          <a:noFill/>
        </p:spPr>
        <p:txBody>
          <a:bodyPr wrap="none" rtlCol="0">
            <a:spAutoFit/>
          </a:bodyPr>
          <a:lstStyle/>
          <a:p>
            <a:r>
              <a:rPr lang="es-ES" sz="2000" b="1" dirty="0">
                <a:solidFill>
                  <a:schemeClr val="accent1">
                    <a:lumMod val="50000"/>
                  </a:schemeClr>
                </a:solidFill>
              </a:rPr>
              <a:t>Construcción de Árboles de Decisión. </a:t>
            </a:r>
          </a:p>
        </p:txBody>
      </p:sp>
      <p:sp>
        <p:nvSpPr>
          <p:cNvPr id="16" name="CuadroTexto 15">
            <a:extLst>
              <a:ext uri="{FF2B5EF4-FFF2-40B4-BE49-F238E27FC236}">
                <a16:creationId xmlns:a16="http://schemas.microsoft.com/office/drawing/2014/main" id="{4E898BAD-4C34-D3E6-A10D-191C26FA0525}"/>
              </a:ext>
            </a:extLst>
          </p:cNvPr>
          <p:cNvSpPr txBox="1"/>
          <p:nvPr/>
        </p:nvSpPr>
        <p:spPr>
          <a:xfrm>
            <a:off x="2649788" y="1931156"/>
            <a:ext cx="6892424" cy="646331"/>
          </a:xfrm>
          <a:prstGeom prst="rect">
            <a:avLst/>
          </a:prstGeom>
          <a:noFill/>
        </p:spPr>
        <p:txBody>
          <a:bodyPr wrap="square">
            <a:spAutoFit/>
          </a:bodyPr>
          <a:lstStyle/>
          <a:p>
            <a:pPr algn="ctr"/>
            <a:r>
              <a:rPr lang="es-ES" dirty="0">
                <a:solidFill>
                  <a:schemeClr val="accent1">
                    <a:lumMod val="50000"/>
                  </a:schemeClr>
                </a:solidFill>
              </a:rPr>
              <a:t>Vamos a buscar el par </a:t>
            </a:r>
            <a:r>
              <a:rPr lang="es-ES" b="1" dirty="0">
                <a:solidFill>
                  <a:schemeClr val="accent1">
                    <a:lumMod val="50000"/>
                  </a:schemeClr>
                </a:solidFill>
              </a:rPr>
              <a:t>variable/valor </a:t>
            </a:r>
            <a:r>
              <a:rPr lang="es-ES" dirty="0">
                <a:solidFill>
                  <a:schemeClr val="accent1">
                    <a:lumMod val="50000"/>
                  </a:schemeClr>
                </a:solidFill>
              </a:rPr>
              <a:t>que divide el conjunto original en dos conjuntos que </a:t>
            </a:r>
            <a:r>
              <a:rPr lang="es-ES" b="1" dirty="0">
                <a:solidFill>
                  <a:schemeClr val="accent1">
                    <a:lumMod val="50000"/>
                  </a:schemeClr>
                </a:solidFill>
              </a:rPr>
              <a:t>minimicen la Entropía-Impureza de Gini </a:t>
            </a:r>
            <a:r>
              <a:rPr lang="es-ES" dirty="0">
                <a:solidFill>
                  <a:schemeClr val="accent1">
                    <a:lumMod val="50000"/>
                  </a:schemeClr>
                </a:solidFill>
              </a:rPr>
              <a:t>media.</a:t>
            </a:r>
          </a:p>
        </p:txBody>
      </p:sp>
      <p:sp>
        <p:nvSpPr>
          <p:cNvPr id="17" name="Rectángulo: esquinas redondeadas 16">
            <a:extLst>
              <a:ext uri="{FF2B5EF4-FFF2-40B4-BE49-F238E27FC236}">
                <a16:creationId xmlns:a16="http://schemas.microsoft.com/office/drawing/2014/main" id="{86E0B790-C7DB-11E9-EF9A-B6F88C176DDD}"/>
              </a:ext>
            </a:extLst>
          </p:cNvPr>
          <p:cNvSpPr/>
          <p:nvPr/>
        </p:nvSpPr>
        <p:spPr>
          <a:xfrm>
            <a:off x="2649788" y="1931156"/>
            <a:ext cx="6847630" cy="646331"/>
          </a:xfrm>
          <a:prstGeom prst="round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9A5BD1A8-603A-1BDF-A78B-978D00180760}"/>
                  </a:ext>
                </a:extLst>
              </p:cNvPr>
              <p:cNvSpPr txBox="1"/>
              <p:nvPr/>
            </p:nvSpPr>
            <p:spPr>
              <a:xfrm>
                <a:off x="553706" y="2861008"/>
                <a:ext cx="11215688" cy="3996992"/>
              </a:xfrm>
              <a:prstGeom prst="rect">
                <a:avLst/>
              </a:prstGeom>
              <a:noFill/>
            </p:spPr>
            <p:txBody>
              <a:bodyPr wrap="square">
                <a:spAutoFit/>
              </a:bodyPr>
              <a:lstStyle/>
              <a:p>
                <a:r>
                  <a:rPr lang="es-ES" sz="1800" dirty="0">
                    <a:solidFill>
                      <a:schemeClr val="accent1">
                        <a:lumMod val="50000"/>
                      </a:schemeClr>
                    </a:solidFill>
                  </a:rPr>
                  <a:t>Matemáticamente lo podemos escribir de la siguiente manera (usaremos la impureza de Gini en el ejemplo).</a:t>
                </a:r>
              </a:p>
              <a:p>
                <a:r>
                  <a:rPr lang="es-ES" sz="1800" dirty="0">
                    <a:solidFill>
                      <a:schemeClr val="accent1">
                        <a:lumMod val="50000"/>
                      </a:schemeClr>
                    </a:solidFill>
                  </a:rPr>
                  <a:t>Buscamos minimizar la siguiente función de pérdida:</a:t>
                </a:r>
              </a:p>
              <a:p>
                <a:endParaRPr lang="es-ES" sz="1800" dirty="0">
                  <a:solidFill>
                    <a:schemeClr val="accent1">
                      <a:lumMod val="50000"/>
                    </a:schemeClr>
                  </a:solidFill>
                </a:endParaRPr>
              </a:p>
              <a:p>
                <a:endParaRPr lang="es-ES" sz="1800" dirty="0">
                  <a:solidFill>
                    <a:schemeClr val="accent1">
                      <a:lumMod val="50000"/>
                    </a:schemeClr>
                  </a:solidFill>
                </a:endParaRPr>
              </a:p>
              <a:p>
                <a:endParaRPr lang="es-ES" sz="1800" dirty="0">
                  <a:solidFill>
                    <a:schemeClr val="accent1">
                      <a:lumMod val="50000"/>
                    </a:schemeClr>
                  </a:solidFill>
                </a:endParaRPr>
              </a:p>
              <a:p>
                <a:endParaRPr lang="es-ES" sz="1800" dirty="0">
                  <a:solidFill>
                    <a:schemeClr val="accent1">
                      <a:lumMod val="50000"/>
                    </a:schemeClr>
                  </a:solidFill>
                </a:endParaRPr>
              </a:p>
              <a:p>
                <a:r>
                  <a:rPr lang="es-ES" sz="1800" dirty="0">
                    <a:solidFill>
                      <a:schemeClr val="accent1">
                        <a:lumMod val="50000"/>
                      </a:schemeClr>
                    </a:solidFill>
                  </a:rPr>
                  <a:t>Es decir, </a:t>
                </a:r>
                <a:r>
                  <a:rPr lang="es-ES" sz="1800" b="1" dirty="0">
                    <a:solidFill>
                      <a:schemeClr val="accent1">
                        <a:lumMod val="50000"/>
                      </a:schemeClr>
                    </a:solidFill>
                  </a:rPr>
                  <a:t>encontrar</a:t>
                </a:r>
                <a:r>
                  <a:rPr lang="es-ES" sz="1800" dirty="0">
                    <a:solidFill>
                      <a:schemeClr val="accent1">
                        <a:lumMod val="50000"/>
                      </a:schemeClr>
                    </a:solidFill>
                  </a:rPr>
                  <a:t> cuál es la </a:t>
                </a:r>
                <a:r>
                  <a:rPr lang="es-ES" sz="1800" b="1" dirty="0">
                    <a:solidFill>
                      <a:schemeClr val="accent1">
                        <a:lumMod val="50000"/>
                      </a:schemeClr>
                    </a:solidFill>
                  </a:rPr>
                  <a:t>característica </a:t>
                </a:r>
                <a14:m>
                  <m:oMath xmlns:m="http://schemas.openxmlformats.org/officeDocument/2006/math">
                    <m:r>
                      <a:rPr lang="es-ES" sz="1800" b="1" i="1" smtClean="0">
                        <a:solidFill>
                          <a:schemeClr val="accent1">
                            <a:lumMod val="50000"/>
                          </a:schemeClr>
                        </a:solidFill>
                        <a:latin typeface="Cambria Math" panose="02040503050406030204" pitchFamily="18" charset="0"/>
                      </a:rPr>
                      <m:t>𝒙</m:t>
                    </m:r>
                  </m:oMath>
                </a14:m>
                <a:r>
                  <a:rPr lang="es-ES" sz="1800" dirty="0">
                    <a:solidFill>
                      <a:schemeClr val="accent1">
                        <a:lumMod val="50000"/>
                      </a:schemeClr>
                    </a:solidFill>
                  </a:rPr>
                  <a:t>, y el </a:t>
                </a:r>
                <a:r>
                  <a:rPr lang="es-ES" sz="1800" b="1" dirty="0">
                    <a:solidFill>
                      <a:schemeClr val="accent1">
                        <a:lumMod val="50000"/>
                      </a:schemeClr>
                    </a:solidFill>
                  </a:rPr>
                  <a:t>valor </a:t>
                </a:r>
                <a14:m>
                  <m:oMath xmlns:m="http://schemas.openxmlformats.org/officeDocument/2006/math">
                    <m:r>
                      <a:rPr lang="es-ES" sz="1800" b="1" i="1" smtClean="0">
                        <a:solidFill>
                          <a:schemeClr val="accent1">
                            <a:lumMod val="50000"/>
                          </a:schemeClr>
                        </a:solidFill>
                        <a:latin typeface="Cambria Math" panose="02040503050406030204" pitchFamily="18" charset="0"/>
                      </a:rPr>
                      <m:t>𝒕</m:t>
                    </m:r>
                    <m:r>
                      <a:rPr lang="es-ES" sz="1800" b="0" i="1" smtClean="0">
                        <a:solidFill>
                          <a:schemeClr val="accent1">
                            <a:lumMod val="50000"/>
                          </a:schemeClr>
                        </a:solidFill>
                        <a:latin typeface="Cambria Math" panose="02040503050406030204" pitchFamily="18" charset="0"/>
                      </a:rPr>
                      <m:t>, </m:t>
                    </m:r>
                  </m:oMath>
                </a14:m>
                <a:r>
                  <a:rPr lang="es-ES" sz="1800" dirty="0">
                    <a:solidFill>
                      <a:schemeClr val="accent1">
                        <a:lumMod val="50000"/>
                      </a:schemeClr>
                    </a:solidFill>
                  </a:rPr>
                  <a:t>que dividen el conjunto de datos en el nodo </a:t>
                </a:r>
                <a14:m>
                  <m:oMath xmlns:m="http://schemas.openxmlformats.org/officeDocument/2006/math">
                    <m:sSub>
                      <m:sSubPr>
                        <m:ctrlPr>
                          <a:rPr lang="es-ES" sz="1800" i="1">
                            <a:solidFill>
                              <a:schemeClr val="accent1">
                                <a:lumMod val="50000"/>
                              </a:schemeClr>
                            </a:solidFill>
                            <a:latin typeface="Cambria Math" panose="02040503050406030204" pitchFamily="18" charset="0"/>
                          </a:rPr>
                        </m:ctrlPr>
                      </m:sSubPr>
                      <m:e>
                        <m:r>
                          <a:rPr lang="es-ES" sz="1800" i="1">
                            <a:solidFill>
                              <a:schemeClr val="accent1">
                                <a:lumMod val="50000"/>
                              </a:schemeClr>
                            </a:solidFill>
                            <a:latin typeface="Cambria Math" panose="02040503050406030204" pitchFamily="18" charset="0"/>
                          </a:rPr>
                          <m:t>𝑁</m:t>
                        </m:r>
                      </m:e>
                      <m:sub>
                        <m:r>
                          <a:rPr lang="es-ES" sz="1800" i="1">
                            <a:solidFill>
                              <a:schemeClr val="accent1">
                                <a:lumMod val="50000"/>
                              </a:schemeClr>
                            </a:solidFill>
                            <a:latin typeface="Cambria Math" panose="02040503050406030204" pitchFamily="18" charset="0"/>
                          </a:rPr>
                          <m:t>𝑖</m:t>
                        </m:r>
                      </m:sub>
                    </m:sSub>
                  </m:oMath>
                </a14:m>
                <a:r>
                  <a:rPr lang="es-ES" sz="1800" dirty="0">
                    <a:solidFill>
                      <a:schemeClr val="accent1">
                        <a:lumMod val="50000"/>
                      </a:schemeClr>
                    </a:solidFill>
                  </a:rPr>
                  <a:t> en dos nodos </a:t>
                </a:r>
                <a14:m>
                  <m:oMath xmlns:m="http://schemas.openxmlformats.org/officeDocument/2006/math">
                    <m:sSub>
                      <m:sSubPr>
                        <m:ctrlPr>
                          <a:rPr lang="es-ES" sz="1800" i="1">
                            <a:solidFill>
                              <a:schemeClr val="accent1">
                                <a:lumMod val="50000"/>
                              </a:schemeClr>
                            </a:solidFill>
                            <a:latin typeface="Cambria Math" panose="02040503050406030204" pitchFamily="18" charset="0"/>
                          </a:rPr>
                        </m:ctrlPr>
                      </m:sSubPr>
                      <m:e>
                        <m:r>
                          <a:rPr lang="es-ES" sz="1800" i="1">
                            <a:solidFill>
                              <a:schemeClr val="accent1">
                                <a:lumMod val="50000"/>
                              </a:schemeClr>
                            </a:solidFill>
                            <a:latin typeface="Cambria Math" panose="02040503050406030204" pitchFamily="18" charset="0"/>
                          </a:rPr>
                          <m:t>𝑁</m:t>
                        </m:r>
                      </m:e>
                      <m:sub>
                        <m:r>
                          <a:rPr lang="es-ES" sz="1800" i="1">
                            <a:solidFill>
                              <a:schemeClr val="accent1">
                                <a:lumMod val="50000"/>
                              </a:schemeClr>
                            </a:solidFill>
                            <a:latin typeface="Cambria Math" panose="02040503050406030204" pitchFamily="18" charset="0"/>
                          </a:rPr>
                          <m:t>𝑖</m:t>
                        </m:r>
                        <m:r>
                          <a:rPr lang="es-ES" sz="1800" i="1">
                            <a:solidFill>
                              <a:schemeClr val="accent1">
                                <a:lumMod val="50000"/>
                              </a:schemeClr>
                            </a:solidFill>
                            <a:latin typeface="Cambria Math" panose="02040503050406030204" pitchFamily="18" charset="0"/>
                          </a:rPr>
                          <m:t>(</m:t>
                        </m:r>
                        <m:r>
                          <a:rPr lang="es-ES" sz="1800" i="1">
                            <a:solidFill>
                              <a:schemeClr val="accent1">
                                <a:lumMod val="50000"/>
                              </a:schemeClr>
                            </a:solidFill>
                            <a:latin typeface="Cambria Math" panose="02040503050406030204" pitchFamily="18" charset="0"/>
                          </a:rPr>
                          <m:t>𝑥</m:t>
                        </m:r>
                        <m:r>
                          <a:rPr lang="es-ES" sz="1800" i="1">
                            <a:solidFill>
                              <a:schemeClr val="accent1">
                                <a:lumMod val="50000"/>
                              </a:schemeClr>
                            </a:solidFill>
                            <a:latin typeface="Cambria Math" panose="02040503050406030204" pitchFamily="18" charset="0"/>
                            <a:ea typeface="Cambria Math" panose="02040503050406030204" pitchFamily="18" charset="0"/>
                          </a:rPr>
                          <m:t>≤</m:t>
                        </m:r>
                        <m:r>
                          <a:rPr lang="es-ES" sz="1800" i="1">
                            <a:solidFill>
                              <a:schemeClr val="accent1">
                                <a:lumMod val="50000"/>
                              </a:schemeClr>
                            </a:solidFill>
                            <a:latin typeface="Cambria Math" panose="02040503050406030204" pitchFamily="18" charset="0"/>
                            <a:ea typeface="Cambria Math" panose="02040503050406030204" pitchFamily="18" charset="0"/>
                          </a:rPr>
                          <m:t>𝑡</m:t>
                        </m:r>
                        <m:r>
                          <a:rPr lang="es-ES" sz="1800" i="1">
                            <a:solidFill>
                              <a:schemeClr val="accent1">
                                <a:lumMod val="50000"/>
                              </a:schemeClr>
                            </a:solidFill>
                            <a:latin typeface="Cambria Math" panose="02040503050406030204" pitchFamily="18" charset="0"/>
                          </a:rPr>
                          <m:t>)</m:t>
                        </m:r>
                      </m:sub>
                    </m:sSub>
                  </m:oMath>
                </a14:m>
                <a:r>
                  <a:rPr lang="es-ES" sz="1800" dirty="0">
                    <a:solidFill>
                      <a:schemeClr val="accent1">
                        <a:lumMod val="50000"/>
                      </a:schemeClr>
                    </a:solidFill>
                  </a:rPr>
                  <a:t> y </a:t>
                </a:r>
                <a14:m>
                  <m:oMath xmlns:m="http://schemas.openxmlformats.org/officeDocument/2006/math">
                    <m:sSub>
                      <m:sSubPr>
                        <m:ctrlPr>
                          <a:rPr lang="es-ES" sz="1800" i="1">
                            <a:solidFill>
                              <a:schemeClr val="accent1">
                                <a:lumMod val="50000"/>
                              </a:schemeClr>
                            </a:solidFill>
                            <a:latin typeface="Cambria Math" panose="02040503050406030204" pitchFamily="18" charset="0"/>
                          </a:rPr>
                        </m:ctrlPr>
                      </m:sSubPr>
                      <m:e>
                        <m:r>
                          <a:rPr lang="es-ES" sz="1800" i="1">
                            <a:solidFill>
                              <a:schemeClr val="accent1">
                                <a:lumMod val="50000"/>
                              </a:schemeClr>
                            </a:solidFill>
                            <a:latin typeface="Cambria Math" panose="02040503050406030204" pitchFamily="18" charset="0"/>
                          </a:rPr>
                          <m:t>𝑁</m:t>
                        </m:r>
                      </m:e>
                      <m:sub>
                        <m:r>
                          <a:rPr lang="es-ES" sz="1800" i="1">
                            <a:solidFill>
                              <a:schemeClr val="accent1">
                                <a:lumMod val="50000"/>
                              </a:schemeClr>
                            </a:solidFill>
                            <a:latin typeface="Cambria Math" panose="02040503050406030204" pitchFamily="18" charset="0"/>
                          </a:rPr>
                          <m:t>𝑖</m:t>
                        </m:r>
                        <m:r>
                          <a:rPr lang="es-ES" sz="1800" i="1">
                            <a:solidFill>
                              <a:schemeClr val="accent1">
                                <a:lumMod val="50000"/>
                              </a:schemeClr>
                            </a:solidFill>
                            <a:latin typeface="Cambria Math" panose="02040503050406030204" pitchFamily="18" charset="0"/>
                          </a:rPr>
                          <m:t>(</m:t>
                        </m:r>
                        <m:r>
                          <a:rPr lang="es-ES" sz="1800" i="1">
                            <a:solidFill>
                              <a:schemeClr val="accent1">
                                <a:lumMod val="50000"/>
                              </a:schemeClr>
                            </a:solidFill>
                            <a:latin typeface="Cambria Math" panose="02040503050406030204" pitchFamily="18" charset="0"/>
                          </a:rPr>
                          <m:t>𝑥</m:t>
                        </m:r>
                        <m:r>
                          <a:rPr lang="es-ES" sz="1800" b="0" i="1" smtClean="0">
                            <a:solidFill>
                              <a:schemeClr val="accent1">
                                <a:lumMod val="50000"/>
                              </a:schemeClr>
                            </a:solidFill>
                            <a:latin typeface="Cambria Math" panose="02040503050406030204" pitchFamily="18" charset="0"/>
                          </a:rPr>
                          <m:t>&gt;</m:t>
                        </m:r>
                        <m:r>
                          <a:rPr lang="es-ES" sz="1800" i="1">
                            <a:solidFill>
                              <a:schemeClr val="accent1">
                                <a:lumMod val="50000"/>
                              </a:schemeClr>
                            </a:solidFill>
                            <a:latin typeface="Cambria Math" panose="02040503050406030204" pitchFamily="18" charset="0"/>
                            <a:ea typeface="Cambria Math" panose="02040503050406030204" pitchFamily="18" charset="0"/>
                          </a:rPr>
                          <m:t>𝑡</m:t>
                        </m:r>
                        <m:r>
                          <a:rPr lang="es-ES" sz="1800" i="1">
                            <a:solidFill>
                              <a:schemeClr val="accent1">
                                <a:lumMod val="50000"/>
                              </a:schemeClr>
                            </a:solidFill>
                            <a:latin typeface="Cambria Math" panose="02040503050406030204" pitchFamily="18" charset="0"/>
                          </a:rPr>
                          <m:t>)</m:t>
                        </m:r>
                      </m:sub>
                    </m:sSub>
                  </m:oMath>
                </a14:m>
                <a:r>
                  <a:rPr lang="es-ES" sz="1800" dirty="0">
                    <a:solidFill>
                      <a:schemeClr val="accent1">
                        <a:lumMod val="50000"/>
                      </a:schemeClr>
                    </a:solidFill>
                  </a:rPr>
                  <a:t> de manera que la impureza de Gini media sea la menor posible.</a:t>
                </a:r>
              </a:p>
              <a:p>
                <a:endParaRPr lang="es-ES" sz="1800" dirty="0">
                  <a:solidFill>
                    <a:schemeClr val="accent1">
                      <a:lumMod val="50000"/>
                    </a:schemeClr>
                  </a:solidFill>
                </a:endParaRPr>
              </a:p>
              <a:p>
                <a:r>
                  <a:rPr lang="es-ES" sz="1800" dirty="0">
                    <a:solidFill>
                      <a:schemeClr val="accent1">
                        <a:lumMod val="50000"/>
                      </a:schemeClr>
                    </a:solidFill>
                  </a:rPr>
                  <a:t>En ocasiones se utiliza la “Ganancia de Información” como parámetro a optimizar.</a:t>
                </a:r>
              </a:p>
              <a:p>
                <a:endParaRPr lang="es-ES" sz="1800" dirty="0">
                  <a:solidFill>
                    <a:schemeClr val="accent1">
                      <a:lumMod val="50000"/>
                    </a:schemeClr>
                  </a:solidFill>
                </a:endParaRPr>
              </a:p>
              <a:p>
                <a:endParaRPr lang="es-ES" sz="1800" dirty="0">
                  <a:solidFill>
                    <a:schemeClr val="accent1">
                      <a:lumMod val="50000"/>
                    </a:schemeClr>
                  </a:solidFill>
                </a:endParaRPr>
              </a:p>
              <a:p>
                <a:r>
                  <a:rPr lang="es-ES" sz="1800" dirty="0">
                    <a:solidFill>
                      <a:schemeClr val="accent1">
                        <a:lumMod val="50000"/>
                      </a:schemeClr>
                    </a:solidFill>
                  </a:rPr>
                  <a:t>Maximizar </a:t>
                </a:r>
                <a14:m>
                  <m:oMath xmlns:m="http://schemas.openxmlformats.org/officeDocument/2006/math">
                    <m:r>
                      <a:rPr lang="es-ES" sz="1800" b="0" i="1" smtClean="0">
                        <a:solidFill>
                          <a:schemeClr val="accent1">
                            <a:lumMod val="50000"/>
                          </a:schemeClr>
                        </a:solidFill>
                        <a:latin typeface="Cambria Math" panose="02040503050406030204" pitchFamily="18" charset="0"/>
                      </a:rPr>
                      <m:t>𝐼𝐺</m:t>
                    </m:r>
                  </m:oMath>
                </a14:m>
                <a:r>
                  <a:rPr lang="es-ES" sz="1800" dirty="0">
                    <a:solidFill>
                      <a:schemeClr val="accent1">
                        <a:lumMod val="50000"/>
                      </a:schemeClr>
                    </a:solidFill>
                  </a:rPr>
                  <a:t> con la restricción </a:t>
                </a:r>
                <a14:m>
                  <m:oMath xmlns:m="http://schemas.openxmlformats.org/officeDocument/2006/math">
                    <m:r>
                      <a:rPr lang="es-ES" sz="1800" i="1">
                        <a:solidFill>
                          <a:schemeClr val="accent1">
                            <a:lumMod val="50000"/>
                          </a:schemeClr>
                        </a:solidFill>
                        <a:latin typeface="Cambria Math" panose="02040503050406030204" pitchFamily="18" charset="0"/>
                      </a:rPr>
                      <m:t>𝐼𝐺</m:t>
                    </m:r>
                    <m:r>
                      <a:rPr lang="es-ES" sz="1800" b="0" i="1" smtClean="0">
                        <a:solidFill>
                          <a:schemeClr val="accent1">
                            <a:lumMod val="50000"/>
                          </a:schemeClr>
                        </a:solidFill>
                        <a:latin typeface="Cambria Math" panose="02040503050406030204" pitchFamily="18" charset="0"/>
                      </a:rPr>
                      <m:t>&gt;0</m:t>
                    </m:r>
                  </m:oMath>
                </a14:m>
                <a:r>
                  <a:rPr lang="es-ES" sz="1800" dirty="0">
                    <a:solidFill>
                      <a:schemeClr val="accent1">
                        <a:lumMod val="50000"/>
                      </a:schemeClr>
                    </a:solidFill>
                  </a:rPr>
                  <a:t> nos asegura que la partición no genere más impureza/entropía de la que había en el nodo original. </a:t>
                </a:r>
                <a14:m>
                  <m:oMath xmlns:m="http://schemas.openxmlformats.org/officeDocument/2006/math">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𝐽</m:t>
                        </m:r>
                      </m:e>
                      <m:sub>
                        <m:r>
                          <a:rPr lang="es-ES" i="1">
                            <a:solidFill>
                              <a:schemeClr val="accent1">
                                <a:lumMod val="50000"/>
                              </a:schemeClr>
                            </a:solidFill>
                            <a:latin typeface="Cambria Math" panose="02040503050406030204" pitchFamily="18" charset="0"/>
                          </a:rPr>
                          <m:t>𝑖</m:t>
                        </m:r>
                      </m:sub>
                    </m:sSub>
                    <m:d>
                      <m:dPr>
                        <m:ctrlPr>
                          <a:rPr lang="es-ES" i="1">
                            <a:solidFill>
                              <a:schemeClr val="accent1">
                                <a:lumMod val="50000"/>
                              </a:schemeClr>
                            </a:solidFill>
                            <a:latin typeface="Cambria Math" panose="02040503050406030204" pitchFamily="18" charset="0"/>
                          </a:rPr>
                        </m:ctrlPr>
                      </m:dPr>
                      <m:e>
                        <m:r>
                          <a:rPr lang="es-ES" i="1">
                            <a:solidFill>
                              <a:schemeClr val="accent1">
                                <a:lumMod val="50000"/>
                              </a:schemeClr>
                            </a:solidFill>
                            <a:latin typeface="Cambria Math" panose="02040503050406030204" pitchFamily="18" charset="0"/>
                          </a:rPr>
                          <m:t>𝑥</m:t>
                        </m:r>
                        <m:r>
                          <a:rPr lang="es-ES" i="1">
                            <a:solidFill>
                              <a:schemeClr val="accent1">
                                <a:lumMod val="50000"/>
                              </a:schemeClr>
                            </a:solidFill>
                            <a:latin typeface="Cambria Math" panose="02040503050406030204" pitchFamily="18" charset="0"/>
                          </a:rPr>
                          <m:t>,</m:t>
                        </m:r>
                        <m:r>
                          <a:rPr lang="es-ES" i="1">
                            <a:solidFill>
                              <a:schemeClr val="accent1">
                                <a:lumMod val="50000"/>
                              </a:schemeClr>
                            </a:solidFill>
                            <a:latin typeface="Cambria Math" panose="02040503050406030204" pitchFamily="18" charset="0"/>
                          </a:rPr>
                          <m:t>𝑡</m:t>
                        </m:r>
                      </m:e>
                    </m:d>
                  </m:oMath>
                </a14:m>
                <a:r>
                  <a:rPr lang="es-ES" sz="1800" dirty="0" smtClean="0">
                    <a:solidFill>
                      <a:schemeClr val="accent1">
                        <a:lumMod val="50000"/>
                      </a:schemeClr>
                    </a:solidFill>
                  </a:rPr>
                  <a:t> es la nueva impureza en los dos subconjuntos.</a:t>
                </a:r>
                <a:endParaRPr lang="es-ES" sz="1800" dirty="0">
                  <a:solidFill>
                    <a:schemeClr val="accent1">
                      <a:lumMod val="50000"/>
                    </a:schemeClr>
                  </a:solidFill>
                </a:endParaRPr>
              </a:p>
            </p:txBody>
          </p:sp>
        </mc:Choice>
        <mc:Fallback xmlns="">
          <p:sp>
            <p:nvSpPr>
              <p:cNvPr id="19" name="CuadroTexto 18">
                <a:extLst>
                  <a:ext uri="{FF2B5EF4-FFF2-40B4-BE49-F238E27FC236}">
                    <a16:creationId xmlns:a16="http://schemas.microsoft.com/office/drawing/2014/main" id="{9A5BD1A8-603A-1BDF-A78B-978D00180760}"/>
                  </a:ext>
                </a:extLst>
              </p:cNvPr>
              <p:cNvSpPr txBox="1">
                <a:spLocks noRot="1" noChangeAspect="1" noMove="1" noResize="1" noEditPoints="1" noAdjustHandles="1" noChangeArrowheads="1" noChangeShapeType="1" noTextEdit="1"/>
              </p:cNvSpPr>
              <p:nvPr/>
            </p:nvSpPr>
            <p:spPr>
              <a:xfrm>
                <a:off x="553706" y="2861008"/>
                <a:ext cx="11215688" cy="3996992"/>
              </a:xfrm>
              <a:prstGeom prst="rect">
                <a:avLst/>
              </a:prstGeom>
              <a:blipFill>
                <a:blip r:embed="rId2"/>
                <a:stretch>
                  <a:fillRect l="-489" t="-76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9AEA4118-0214-77FB-D34A-2F4EE2CEA6E0}"/>
                  </a:ext>
                </a:extLst>
              </p:cNvPr>
              <p:cNvSpPr txBox="1"/>
              <p:nvPr/>
            </p:nvSpPr>
            <p:spPr>
              <a:xfrm>
                <a:off x="3959325" y="3680524"/>
                <a:ext cx="4273349" cy="5778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𝐽</m:t>
                          </m:r>
                        </m:e>
                        <m:sub>
                          <m:r>
                            <a:rPr lang="es-ES" b="0" i="1" smtClean="0">
                              <a:solidFill>
                                <a:schemeClr val="accent1">
                                  <a:lumMod val="50000"/>
                                </a:schemeClr>
                              </a:solidFill>
                              <a:latin typeface="Cambria Math" panose="02040503050406030204" pitchFamily="18" charset="0"/>
                            </a:rPr>
                            <m:t>𝑖</m:t>
                          </m:r>
                        </m:sub>
                      </m:sSub>
                      <m:d>
                        <m:dPr>
                          <m:ctrlPr>
                            <a:rPr lang="es-ES" b="0" i="1" smtClean="0">
                              <a:solidFill>
                                <a:schemeClr val="accent1">
                                  <a:lumMod val="50000"/>
                                </a:schemeClr>
                              </a:solidFill>
                              <a:latin typeface="Cambria Math" panose="02040503050406030204" pitchFamily="18" charset="0"/>
                            </a:rPr>
                          </m:ctrlPr>
                        </m:dPr>
                        <m:e>
                          <m:r>
                            <a:rPr lang="es-ES" i="1">
                              <a:solidFill>
                                <a:schemeClr val="accent1">
                                  <a:lumMod val="50000"/>
                                </a:schemeClr>
                              </a:solidFill>
                              <a:latin typeface="Cambria Math" panose="02040503050406030204" pitchFamily="18" charset="0"/>
                            </a:rPr>
                            <m:t>𝑥</m:t>
                          </m:r>
                          <m:r>
                            <a:rPr lang="es-ES" i="1">
                              <a:solidFill>
                                <a:schemeClr val="accent1">
                                  <a:lumMod val="50000"/>
                                </a:schemeClr>
                              </a:solidFill>
                              <a:latin typeface="Cambria Math" panose="02040503050406030204" pitchFamily="18" charset="0"/>
                            </a:rPr>
                            <m:t>,</m:t>
                          </m:r>
                          <m:r>
                            <a:rPr lang="es-ES" i="1">
                              <a:solidFill>
                                <a:schemeClr val="accent1">
                                  <a:lumMod val="50000"/>
                                </a:schemeClr>
                              </a:solidFill>
                              <a:latin typeface="Cambria Math" panose="02040503050406030204" pitchFamily="18" charset="0"/>
                            </a:rPr>
                            <m:t>𝑡</m:t>
                          </m:r>
                        </m:e>
                      </m:d>
                      <m:r>
                        <a:rPr lang="es-ES" b="0" i="1" smtClean="0">
                          <a:solidFill>
                            <a:schemeClr val="accent1">
                              <a:lumMod val="50000"/>
                            </a:schemeClr>
                          </a:solidFill>
                          <a:latin typeface="Cambria Math" panose="02040503050406030204" pitchFamily="18" charset="0"/>
                        </a:rPr>
                        <m:t>=</m:t>
                      </m:r>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𝐺</m:t>
                          </m:r>
                        </m:e>
                        <m:sub>
                          <m:r>
                            <a:rPr lang="es-ES" b="0" i="1" smtClean="0">
                              <a:solidFill>
                                <a:schemeClr val="accent1">
                                  <a:lumMod val="50000"/>
                                </a:schemeClr>
                              </a:solidFill>
                              <a:latin typeface="Cambria Math" panose="02040503050406030204" pitchFamily="18" charset="0"/>
                            </a:rPr>
                            <m:t>𝑖</m:t>
                          </m:r>
                          <m:r>
                            <a:rPr lang="es-ES" b="0" i="1" smtClean="0">
                              <a:solidFill>
                                <a:schemeClr val="accent1">
                                  <a:lumMod val="50000"/>
                                </a:schemeClr>
                              </a:solidFill>
                              <a:latin typeface="Cambria Math" panose="02040503050406030204" pitchFamily="18" charset="0"/>
                            </a:rPr>
                            <m:t>(</m:t>
                          </m:r>
                          <m:r>
                            <a:rPr lang="es-ES" b="0" i="1" smtClean="0">
                              <a:solidFill>
                                <a:schemeClr val="accent1">
                                  <a:lumMod val="50000"/>
                                </a:schemeClr>
                              </a:solidFill>
                              <a:latin typeface="Cambria Math" panose="02040503050406030204" pitchFamily="18" charset="0"/>
                            </a:rPr>
                            <m:t>𝑥</m:t>
                          </m:r>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𝑡</m:t>
                          </m:r>
                          <m:r>
                            <a:rPr lang="es-ES" b="0" i="1" smtClean="0">
                              <a:solidFill>
                                <a:schemeClr val="accent1">
                                  <a:lumMod val="50000"/>
                                </a:schemeClr>
                              </a:solidFill>
                              <a:latin typeface="Cambria Math" panose="02040503050406030204" pitchFamily="18" charset="0"/>
                            </a:rPr>
                            <m:t>)</m:t>
                          </m:r>
                        </m:sub>
                      </m:sSub>
                      <m:f>
                        <m:fPr>
                          <m:ctrlPr>
                            <a:rPr lang="es-ES" b="0" i="1" smtClean="0">
                              <a:solidFill>
                                <a:schemeClr val="accent1">
                                  <a:lumMod val="50000"/>
                                </a:schemeClr>
                              </a:solidFill>
                              <a:latin typeface="Cambria Math" panose="02040503050406030204" pitchFamily="18" charset="0"/>
                            </a:rPr>
                          </m:ctrlPr>
                        </m:fPr>
                        <m:num>
                          <m:r>
                            <a:rPr lang="es-ES" b="0" i="1" smtClean="0">
                              <a:solidFill>
                                <a:schemeClr val="accent1">
                                  <a:lumMod val="50000"/>
                                </a:schemeClr>
                              </a:solidFill>
                              <a:latin typeface="Cambria Math" panose="02040503050406030204" pitchFamily="18" charset="0"/>
                            </a:rPr>
                            <m:t>#</m:t>
                          </m:r>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𝑁</m:t>
                              </m:r>
                            </m:e>
                            <m:sub>
                              <m:r>
                                <a:rPr lang="es-ES" b="0" i="1" smtClean="0">
                                  <a:solidFill>
                                    <a:schemeClr val="accent1">
                                      <a:lumMod val="50000"/>
                                    </a:schemeClr>
                                  </a:solidFill>
                                  <a:latin typeface="Cambria Math" panose="02040503050406030204" pitchFamily="18" charset="0"/>
                                </a:rPr>
                                <m:t>𝑖</m:t>
                              </m:r>
                              <m:r>
                                <a:rPr lang="es-ES" i="1">
                                  <a:solidFill>
                                    <a:schemeClr val="accent1">
                                      <a:lumMod val="50000"/>
                                    </a:schemeClr>
                                  </a:solidFill>
                                  <a:latin typeface="Cambria Math" panose="02040503050406030204" pitchFamily="18" charset="0"/>
                                </a:rPr>
                                <m:t>(</m:t>
                              </m:r>
                              <m:r>
                                <a:rPr lang="es-ES" i="1">
                                  <a:solidFill>
                                    <a:schemeClr val="accent1">
                                      <a:lumMod val="50000"/>
                                    </a:schemeClr>
                                  </a:solidFill>
                                  <a:latin typeface="Cambria Math" panose="02040503050406030204" pitchFamily="18" charset="0"/>
                                </a:rPr>
                                <m:t>𝑥</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𝑡</m:t>
                              </m:r>
                              <m:r>
                                <a:rPr lang="es-ES" i="1">
                                  <a:solidFill>
                                    <a:schemeClr val="accent1">
                                      <a:lumMod val="50000"/>
                                    </a:schemeClr>
                                  </a:solidFill>
                                  <a:latin typeface="Cambria Math" panose="02040503050406030204" pitchFamily="18" charset="0"/>
                                </a:rPr>
                                <m:t>)</m:t>
                              </m:r>
                            </m:sub>
                          </m:sSub>
                        </m:num>
                        <m:den>
                          <m:r>
                            <a:rPr lang="es-ES" i="1">
                              <a:solidFill>
                                <a:schemeClr val="accent1">
                                  <a:lumMod val="50000"/>
                                </a:schemeClr>
                              </a:solidFill>
                              <a:latin typeface="Cambria Math" panose="02040503050406030204" pitchFamily="18" charset="0"/>
                            </a:rPr>
                            <m:t>#</m:t>
                          </m:r>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𝑁</m:t>
                              </m:r>
                            </m:e>
                            <m:sub>
                              <m:r>
                                <a:rPr lang="es-ES" i="1">
                                  <a:solidFill>
                                    <a:schemeClr val="accent1">
                                      <a:lumMod val="50000"/>
                                    </a:schemeClr>
                                  </a:solidFill>
                                  <a:latin typeface="Cambria Math" panose="02040503050406030204" pitchFamily="18" charset="0"/>
                                </a:rPr>
                                <m:t>𝑖</m:t>
                              </m:r>
                            </m:sub>
                          </m:sSub>
                        </m:den>
                      </m:f>
                      <m:r>
                        <a:rPr lang="es-ES" b="0" i="1" smtClean="0">
                          <a:solidFill>
                            <a:schemeClr val="accent1">
                              <a:lumMod val="50000"/>
                            </a:schemeClr>
                          </a:solidFill>
                          <a:latin typeface="Cambria Math" panose="02040503050406030204" pitchFamily="18" charset="0"/>
                        </a:rPr>
                        <m:t>+</m:t>
                      </m:r>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𝐺</m:t>
                          </m:r>
                        </m:e>
                        <m:sub>
                          <m:r>
                            <a:rPr lang="es-ES" i="1">
                              <a:solidFill>
                                <a:schemeClr val="accent1">
                                  <a:lumMod val="50000"/>
                                </a:schemeClr>
                              </a:solidFill>
                              <a:latin typeface="Cambria Math" panose="02040503050406030204" pitchFamily="18" charset="0"/>
                            </a:rPr>
                            <m:t>𝑖</m:t>
                          </m:r>
                          <m:r>
                            <a:rPr lang="es-ES" i="1">
                              <a:solidFill>
                                <a:schemeClr val="accent1">
                                  <a:lumMod val="50000"/>
                                </a:schemeClr>
                              </a:solidFill>
                              <a:latin typeface="Cambria Math" panose="02040503050406030204" pitchFamily="18" charset="0"/>
                            </a:rPr>
                            <m:t>(</m:t>
                          </m:r>
                          <m:r>
                            <a:rPr lang="es-ES" i="1">
                              <a:solidFill>
                                <a:schemeClr val="accent1">
                                  <a:lumMod val="50000"/>
                                </a:schemeClr>
                              </a:solidFill>
                              <a:latin typeface="Cambria Math" panose="02040503050406030204" pitchFamily="18" charset="0"/>
                            </a:rPr>
                            <m:t>𝑥</m:t>
                          </m:r>
                          <m:r>
                            <a:rPr lang="es-ES" b="0" i="1" smtClean="0">
                              <a:solidFill>
                                <a:schemeClr val="accent1">
                                  <a:lumMod val="50000"/>
                                </a:schemeClr>
                              </a:solidFill>
                              <a:latin typeface="Cambria Math" panose="02040503050406030204" pitchFamily="18" charset="0"/>
                            </a:rPr>
                            <m:t>&gt;</m:t>
                          </m:r>
                          <m:r>
                            <a:rPr lang="es-ES" i="1">
                              <a:solidFill>
                                <a:schemeClr val="accent1">
                                  <a:lumMod val="50000"/>
                                </a:schemeClr>
                              </a:solidFill>
                              <a:latin typeface="Cambria Math" panose="02040503050406030204" pitchFamily="18" charset="0"/>
                              <a:ea typeface="Cambria Math" panose="02040503050406030204" pitchFamily="18" charset="0"/>
                            </a:rPr>
                            <m:t>𝑡</m:t>
                          </m:r>
                          <m:r>
                            <a:rPr lang="es-ES" i="1">
                              <a:solidFill>
                                <a:schemeClr val="accent1">
                                  <a:lumMod val="50000"/>
                                </a:schemeClr>
                              </a:solidFill>
                              <a:latin typeface="Cambria Math" panose="02040503050406030204" pitchFamily="18" charset="0"/>
                            </a:rPr>
                            <m:t>)</m:t>
                          </m:r>
                        </m:sub>
                      </m:sSub>
                      <m:f>
                        <m:fPr>
                          <m:ctrlPr>
                            <a:rPr lang="es-ES" i="1">
                              <a:solidFill>
                                <a:schemeClr val="accent1">
                                  <a:lumMod val="50000"/>
                                </a:schemeClr>
                              </a:solidFill>
                              <a:latin typeface="Cambria Math" panose="02040503050406030204" pitchFamily="18" charset="0"/>
                            </a:rPr>
                          </m:ctrlPr>
                        </m:fPr>
                        <m:num>
                          <m:r>
                            <a:rPr lang="es-ES" i="1">
                              <a:solidFill>
                                <a:schemeClr val="accent1">
                                  <a:lumMod val="50000"/>
                                </a:schemeClr>
                              </a:solidFill>
                              <a:latin typeface="Cambria Math" panose="02040503050406030204" pitchFamily="18" charset="0"/>
                            </a:rPr>
                            <m:t>#</m:t>
                          </m:r>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𝑁</m:t>
                              </m:r>
                            </m:e>
                            <m:sub>
                              <m:r>
                                <a:rPr lang="es-ES" i="1">
                                  <a:solidFill>
                                    <a:schemeClr val="accent1">
                                      <a:lumMod val="50000"/>
                                    </a:schemeClr>
                                  </a:solidFill>
                                  <a:latin typeface="Cambria Math" panose="02040503050406030204" pitchFamily="18" charset="0"/>
                                </a:rPr>
                                <m:t>𝑖</m:t>
                              </m:r>
                              <m:r>
                                <a:rPr lang="es-ES" i="1">
                                  <a:solidFill>
                                    <a:schemeClr val="accent1">
                                      <a:lumMod val="50000"/>
                                    </a:schemeClr>
                                  </a:solidFill>
                                  <a:latin typeface="Cambria Math" panose="02040503050406030204" pitchFamily="18" charset="0"/>
                                </a:rPr>
                                <m:t>(</m:t>
                              </m:r>
                              <m:r>
                                <a:rPr lang="es-ES" i="1">
                                  <a:solidFill>
                                    <a:schemeClr val="accent1">
                                      <a:lumMod val="50000"/>
                                    </a:schemeClr>
                                  </a:solidFill>
                                  <a:latin typeface="Cambria Math" panose="02040503050406030204" pitchFamily="18" charset="0"/>
                                </a:rPr>
                                <m:t>𝑥</m:t>
                              </m:r>
                              <m:r>
                                <a:rPr lang="es-ES" b="0" i="1" smtClean="0">
                                  <a:solidFill>
                                    <a:schemeClr val="accent1">
                                      <a:lumMod val="50000"/>
                                    </a:schemeClr>
                                  </a:solidFill>
                                  <a:latin typeface="Cambria Math" panose="02040503050406030204" pitchFamily="18" charset="0"/>
                                </a:rPr>
                                <m:t>&gt;</m:t>
                              </m:r>
                              <m:r>
                                <a:rPr lang="es-ES" i="1">
                                  <a:solidFill>
                                    <a:schemeClr val="accent1">
                                      <a:lumMod val="50000"/>
                                    </a:schemeClr>
                                  </a:solidFill>
                                  <a:latin typeface="Cambria Math" panose="02040503050406030204" pitchFamily="18" charset="0"/>
                                  <a:ea typeface="Cambria Math" panose="02040503050406030204" pitchFamily="18" charset="0"/>
                                </a:rPr>
                                <m:t>𝑡</m:t>
                              </m:r>
                              <m:r>
                                <a:rPr lang="es-ES" i="1">
                                  <a:solidFill>
                                    <a:schemeClr val="accent1">
                                      <a:lumMod val="50000"/>
                                    </a:schemeClr>
                                  </a:solidFill>
                                  <a:latin typeface="Cambria Math" panose="02040503050406030204" pitchFamily="18" charset="0"/>
                                </a:rPr>
                                <m:t>)</m:t>
                              </m:r>
                            </m:sub>
                          </m:sSub>
                        </m:num>
                        <m:den>
                          <m:r>
                            <a:rPr lang="es-ES" i="1">
                              <a:solidFill>
                                <a:schemeClr val="accent1">
                                  <a:lumMod val="50000"/>
                                </a:schemeClr>
                              </a:solidFill>
                              <a:latin typeface="Cambria Math" panose="02040503050406030204" pitchFamily="18" charset="0"/>
                            </a:rPr>
                            <m:t>#</m:t>
                          </m:r>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𝑁</m:t>
                              </m:r>
                            </m:e>
                            <m:sub>
                              <m:r>
                                <a:rPr lang="es-ES" i="1">
                                  <a:solidFill>
                                    <a:schemeClr val="accent1">
                                      <a:lumMod val="50000"/>
                                    </a:schemeClr>
                                  </a:solidFill>
                                  <a:latin typeface="Cambria Math" panose="02040503050406030204" pitchFamily="18" charset="0"/>
                                </a:rPr>
                                <m:t>𝑖</m:t>
                              </m:r>
                            </m:sub>
                          </m:sSub>
                        </m:den>
                      </m:f>
                    </m:oMath>
                  </m:oMathPara>
                </a14:m>
                <a:endParaRPr lang="es-ES" dirty="0">
                  <a:solidFill>
                    <a:schemeClr val="accent1">
                      <a:lumMod val="50000"/>
                    </a:schemeClr>
                  </a:solidFill>
                </a:endParaRPr>
              </a:p>
            </p:txBody>
          </p:sp>
        </mc:Choice>
        <mc:Fallback xmlns="">
          <p:sp>
            <p:nvSpPr>
              <p:cNvPr id="20" name="CuadroTexto 19">
                <a:extLst>
                  <a:ext uri="{FF2B5EF4-FFF2-40B4-BE49-F238E27FC236}">
                    <a16:creationId xmlns:a16="http://schemas.microsoft.com/office/drawing/2014/main" id="{9AEA4118-0214-77FB-D34A-2F4EE2CEA6E0}"/>
                  </a:ext>
                </a:extLst>
              </p:cNvPr>
              <p:cNvSpPr txBox="1">
                <a:spLocks noRot="1" noChangeAspect="1" noMove="1" noResize="1" noEditPoints="1" noAdjustHandles="1" noChangeArrowheads="1" noChangeShapeType="1" noTextEdit="1"/>
              </p:cNvSpPr>
              <p:nvPr/>
            </p:nvSpPr>
            <p:spPr>
              <a:xfrm>
                <a:off x="3959325" y="3680524"/>
                <a:ext cx="4273349" cy="577850"/>
              </a:xfrm>
              <a:prstGeom prst="rect">
                <a:avLst/>
              </a:prstGeom>
              <a:blipFill>
                <a:blip r:embed="rId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56D113DE-6DFE-49F6-F572-1A647EBCC5A7}"/>
                  </a:ext>
                </a:extLst>
              </p:cNvPr>
              <p:cNvSpPr txBox="1"/>
              <p:nvPr/>
            </p:nvSpPr>
            <p:spPr>
              <a:xfrm>
                <a:off x="5129325" y="5838219"/>
                <a:ext cx="174278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solidFill>
                            <a:schemeClr val="accent1">
                              <a:lumMod val="50000"/>
                            </a:schemeClr>
                          </a:solidFill>
                          <a:latin typeface="Cambria Math" panose="02040503050406030204" pitchFamily="18" charset="0"/>
                        </a:rPr>
                        <m:t>𝐼𝐺</m:t>
                      </m:r>
                      <m:r>
                        <a:rPr lang="es-ES" b="0" i="1" smtClean="0">
                          <a:solidFill>
                            <a:schemeClr val="accent1">
                              <a:lumMod val="50000"/>
                            </a:schemeClr>
                          </a:solidFill>
                          <a:latin typeface="Cambria Math" panose="02040503050406030204" pitchFamily="18" charset="0"/>
                        </a:rPr>
                        <m:t>=</m:t>
                      </m:r>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𝐺</m:t>
                          </m:r>
                        </m:e>
                        <m:sub>
                          <m:r>
                            <a:rPr lang="es-ES" i="1">
                              <a:solidFill>
                                <a:schemeClr val="accent1">
                                  <a:lumMod val="50000"/>
                                </a:schemeClr>
                              </a:solidFill>
                              <a:latin typeface="Cambria Math" panose="02040503050406030204" pitchFamily="18" charset="0"/>
                            </a:rPr>
                            <m:t>𝑖</m:t>
                          </m:r>
                        </m:sub>
                      </m:sSub>
                      <m:r>
                        <a:rPr lang="es-ES" b="0" i="1" smtClean="0">
                          <a:solidFill>
                            <a:schemeClr val="accent1">
                              <a:lumMod val="50000"/>
                            </a:schemeClr>
                          </a:solidFill>
                          <a:latin typeface="Cambria Math" panose="02040503050406030204" pitchFamily="18" charset="0"/>
                        </a:rPr>
                        <m:t>−</m:t>
                      </m:r>
                      <m:sSub>
                        <m:sSubPr>
                          <m:ctrlPr>
                            <a:rPr lang="es-ES"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𝐽</m:t>
                          </m:r>
                        </m:e>
                        <m:sub>
                          <m:r>
                            <a:rPr lang="es-ES" b="0" i="1" smtClean="0">
                              <a:solidFill>
                                <a:schemeClr val="accent1">
                                  <a:lumMod val="50000"/>
                                </a:schemeClr>
                              </a:solidFill>
                              <a:latin typeface="Cambria Math" panose="02040503050406030204" pitchFamily="18" charset="0"/>
                            </a:rPr>
                            <m:t>𝑖</m:t>
                          </m:r>
                        </m:sub>
                      </m:sSub>
                      <m:d>
                        <m:dPr>
                          <m:ctrlPr>
                            <a:rPr lang="es-ES" b="0" i="1" smtClean="0">
                              <a:solidFill>
                                <a:schemeClr val="accent1">
                                  <a:lumMod val="50000"/>
                                </a:schemeClr>
                              </a:solidFill>
                              <a:latin typeface="Cambria Math" panose="02040503050406030204" pitchFamily="18" charset="0"/>
                            </a:rPr>
                          </m:ctrlPr>
                        </m:dPr>
                        <m:e>
                          <m:r>
                            <a:rPr lang="es-ES" i="1">
                              <a:solidFill>
                                <a:schemeClr val="accent1">
                                  <a:lumMod val="50000"/>
                                </a:schemeClr>
                              </a:solidFill>
                              <a:latin typeface="Cambria Math" panose="02040503050406030204" pitchFamily="18" charset="0"/>
                            </a:rPr>
                            <m:t>𝑥</m:t>
                          </m:r>
                          <m:r>
                            <a:rPr lang="es-ES" i="1">
                              <a:solidFill>
                                <a:schemeClr val="accent1">
                                  <a:lumMod val="50000"/>
                                </a:schemeClr>
                              </a:solidFill>
                              <a:latin typeface="Cambria Math" panose="02040503050406030204" pitchFamily="18" charset="0"/>
                            </a:rPr>
                            <m:t>,</m:t>
                          </m:r>
                          <m:r>
                            <a:rPr lang="es-ES" i="1">
                              <a:solidFill>
                                <a:schemeClr val="accent1">
                                  <a:lumMod val="50000"/>
                                </a:schemeClr>
                              </a:solidFill>
                              <a:latin typeface="Cambria Math" panose="02040503050406030204" pitchFamily="18" charset="0"/>
                            </a:rPr>
                            <m:t>𝑡</m:t>
                          </m:r>
                        </m:e>
                      </m:d>
                    </m:oMath>
                  </m:oMathPara>
                </a14:m>
                <a:endParaRPr lang="es-ES" dirty="0">
                  <a:solidFill>
                    <a:schemeClr val="accent1">
                      <a:lumMod val="50000"/>
                    </a:schemeClr>
                  </a:solidFill>
                </a:endParaRPr>
              </a:p>
            </p:txBody>
          </p:sp>
        </mc:Choice>
        <mc:Fallback xmlns="">
          <p:sp>
            <p:nvSpPr>
              <p:cNvPr id="21" name="CuadroTexto 20">
                <a:extLst>
                  <a:ext uri="{FF2B5EF4-FFF2-40B4-BE49-F238E27FC236}">
                    <a16:creationId xmlns:a16="http://schemas.microsoft.com/office/drawing/2014/main" id="{56D113DE-6DFE-49F6-F572-1A647EBCC5A7}"/>
                  </a:ext>
                </a:extLst>
              </p:cNvPr>
              <p:cNvSpPr txBox="1">
                <a:spLocks noRot="1" noChangeAspect="1" noMove="1" noResize="1" noEditPoints="1" noAdjustHandles="1" noChangeArrowheads="1" noChangeShapeType="1" noTextEdit="1"/>
              </p:cNvSpPr>
              <p:nvPr/>
            </p:nvSpPr>
            <p:spPr>
              <a:xfrm>
                <a:off x="5129325" y="5838219"/>
                <a:ext cx="1742785" cy="276999"/>
              </a:xfrm>
              <a:prstGeom prst="rect">
                <a:avLst/>
              </a:prstGeom>
              <a:blipFill>
                <a:blip r:embed="rId4"/>
                <a:stretch>
                  <a:fillRect l="-2448" b="-31111"/>
                </a:stretch>
              </a:blipFill>
            </p:spPr>
            <p:txBody>
              <a:bodyPr/>
              <a:lstStyle/>
              <a:p>
                <a:r>
                  <a:rPr lang="es-ES">
                    <a:noFill/>
                  </a:rPr>
                  <a:t> </a:t>
                </a:r>
              </a:p>
            </p:txBody>
          </p:sp>
        </mc:Fallback>
      </mc:AlternateContent>
    </p:spTree>
    <p:extLst>
      <p:ext uri="{BB962C8B-B14F-4D97-AF65-F5344CB8AC3E}">
        <p14:creationId xmlns:p14="http://schemas.microsoft.com/office/powerpoint/2010/main" val="230355736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DD9F2BC7-E6BE-03CF-251C-6873CD090272}"/>
              </a:ext>
            </a:extLst>
          </p:cNvPr>
          <p:cNvPicPr>
            <a:picLocks noChangeAspect="1"/>
          </p:cNvPicPr>
          <p:nvPr/>
        </p:nvPicPr>
        <p:blipFill>
          <a:blip r:embed="rId2"/>
          <a:srcRect b="8521"/>
          <a:stretch/>
        </p:blipFill>
        <p:spPr>
          <a:xfrm>
            <a:off x="6770353" y="4216519"/>
            <a:ext cx="5328000" cy="2641481"/>
          </a:xfrm>
          <a:prstGeom prst="rect">
            <a:avLst/>
          </a:prstGeom>
        </p:spPr>
      </p:pic>
      <p:sp>
        <p:nvSpPr>
          <p:cNvPr id="11" name="CuadroTexto 10">
            <a:extLst>
              <a:ext uri="{FF2B5EF4-FFF2-40B4-BE49-F238E27FC236}">
                <a16:creationId xmlns:a16="http://schemas.microsoft.com/office/drawing/2014/main" id="{BE7A0595-F997-C90C-2B48-DD52AEEF89B2}"/>
              </a:ext>
            </a:extLst>
          </p:cNvPr>
          <p:cNvSpPr txBox="1"/>
          <p:nvPr/>
        </p:nvSpPr>
        <p:spPr>
          <a:xfrm>
            <a:off x="232042" y="1019781"/>
            <a:ext cx="11537352" cy="1157368"/>
          </a:xfrm>
          <a:prstGeom prst="rect">
            <a:avLst/>
          </a:prstGeom>
          <a:noFill/>
        </p:spPr>
        <p:txBody>
          <a:bodyPr wrap="square">
            <a:spAutoFit/>
          </a:bodyPr>
          <a:lstStyle/>
          <a:p>
            <a:r>
              <a:rPr lang="es-ES" b="1" dirty="0">
                <a:solidFill>
                  <a:schemeClr val="accent1">
                    <a:lumMod val="50000"/>
                  </a:schemeClr>
                </a:solidFill>
              </a:rPr>
              <a:t>Algoritmo:</a:t>
            </a:r>
            <a:endParaRPr lang="es-ES" dirty="0">
              <a:solidFill>
                <a:schemeClr val="accent1">
                  <a:lumMod val="50000"/>
                </a:schemeClr>
              </a:solidFill>
            </a:endParaRPr>
          </a:p>
          <a:p>
            <a:pPr marL="800100" lvl="1" indent="-342900">
              <a:lnSpc>
                <a:spcPct val="150000"/>
              </a:lnSpc>
              <a:buFont typeface="+mj-lt"/>
              <a:buAutoNum type="arabicPeriod"/>
            </a:pPr>
            <a:r>
              <a:rPr lang="es-ES" b="1" dirty="0">
                <a:solidFill>
                  <a:schemeClr val="accent1">
                    <a:lumMod val="50000"/>
                  </a:schemeClr>
                </a:solidFill>
              </a:rPr>
              <a:t>Seleccionar la característica que mejor separa los datos. </a:t>
            </a:r>
            <a:r>
              <a:rPr lang="es-ES" dirty="0">
                <a:solidFill>
                  <a:schemeClr val="accent1">
                    <a:lumMod val="50000"/>
                  </a:schemeClr>
                </a:solidFill>
              </a:rPr>
              <a:t>Ejemplo en Iris </a:t>
            </a:r>
            <a:r>
              <a:rPr lang="es-ES" dirty="0" err="1">
                <a:solidFill>
                  <a:schemeClr val="accent1">
                    <a:lumMod val="50000"/>
                  </a:schemeClr>
                </a:solidFill>
              </a:rPr>
              <a:t>DataSet</a:t>
            </a:r>
            <a:endParaRPr lang="es-ES" dirty="0">
              <a:solidFill>
                <a:schemeClr val="accent1">
                  <a:lumMod val="50000"/>
                </a:schemeClr>
              </a:solidFill>
            </a:endParaRPr>
          </a:p>
          <a:p>
            <a:pPr lvl="2">
              <a:lnSpc>
                <a:spcPct val="150000"/>
              </a:lnSpc>
            </a:pPr>
            <a:endParaRPr lang="es-ES" dirty="0">
              <a:solidFill>
                <a:schemeClr val="accent1">
                  <a:lumMod val="50000"/>
                </a:schemeClr>
              </a:solidFill>
            </a:endParaRPr>
          </a:p>
        </p:txBody>
      </p:sp>
      <p:sp>
        <p:nvSpPr>
          <p:cNvPr id="9" name="CuadroTexto 8">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10" name="CuadroTexto 9">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13" name="CuadroTexto 12">
            <a:extLst>
              <a:ext uri="{FF2B5EF4-FFF2-40B4-BE49-F238E27FC236}">
                <a16:creationId xmlns:a16="http://schemas.microsoft.com/office/drawing/2014/main" id="{B721C4E8-F774-C602-C20C-95042CFF3868}"/>
              </a:ext>
            </a:extLst>
          </p:cNvPr>
          <p:cNvSpPr txBox="1"/>
          <p:nvPr/>
        </p:nvSpPr>
        <p:spPr>
          <a:xfrm>
            <a:off x="164744" y="619671"/>
            <a:ext cx="4179670" cy="400110"/>
          </a:xfrm>
          <a:prstGeom prst="rect">
            <a:avLst/>
          </a:prstGeom>
          <a:noFill/>
        </p:spPr>
        <p:txBody>
          <a:bodyPr wrap="none" rtlCol="0">
            <a:spAutoFit/>
          </a:bodyPr>
          <a:lstStyle/>
          <a:p>
            <a:r>
              <a:rPr lang="es-ES" sz="2000" b="1" dirty="0">
                <a:solidFill>
                  <a:schemeClr val="accent1">
                    <a:lumMod val="50000"/>
                  </a:schemeClr>
                </a:solidFill>
              </a:rPr>
              <a:t>Construcción de Árboles de Decisión. </a:t>
            </a:r>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FC576213-9846-6658-BFA6-0AA1A9B56003}"/>
                  </a:ext>
                </a:extLst>
              </p:cNvPr>
              <p:cNvSpPr txBox="1"/>
              <p:nvPr/>
            </p:nvSpPr>
            <p:spPr>
              <a:xfrm>
                <a:off x="5621900" y="2051832"/>
                <a:ext cx="6570100" cy="2212272"/>
              </a:xfrm>
              <a:prstGeom prst="rect">
                <a:avLst/>
              </a:prstGeom>
              <a:noFill/>
            </p:spPr>
            <p:txBody>
              <a:bodyPr wrap="square" lIns="0" tIns="0" rIns="0" bIns="0" rtlCol="0">
                <a:spAutoFit/>
              </a:bodyPr>
              <a:lstStyle/>
              <a:p>
                <a:r>
                  <a:rPr lang="es-E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Calculamos el índice de </a:t>
                </a:r>
                <a:r>
                  <a:rPr lang="es-ES"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impureza de Gini en el conjunto original</a:t>
                </a:r>
                <a:r>
                  <a:rPr lang="es-E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a:t>
                </a:r>
              </a:p>
              <a:p>
                <a:endParaRPr lang="es-E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a:p>
                <a:pPr/>
                <a14:m>
                  <m:oMathPara xmlns:m="http://schemas.openxmlformats.org/officeDocument/2006/math">
                    <m:oMathParaPr>
                      <m:jc m:val="centerGroup"/>
                    </m:oMathParaPr>
                    <m:oMath xmlns:m="http://schemas.openxmlformats.org/officeDocument/2006/math">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𝑝</m:t>
                          </m:r>
                        </m:e>
                        <m:sub>
                          <m:r>
                            <a:rPr lang="es-ES" b="0" i="1" smtClean="0">
                              <a:solidFill>
                                <a:schemeClr val="accent1">
                                  <a:lumMod val="50000"/>
                                </a:schemeClr>
                              </a:solidFill>
                              <a:latin typeface="Cambria Math" panose="02040503050406030204" pitchFamily="18" charset="0"/>
                            </a:rPr>
                            <m:t>1(</m:t>
                          </m:r>
                          <m:r>
                            <a:rPr lang="es-ES" b="0" i="1" smtClean="0">
                              <a:solidFill>
                                <a:schemeClr val="accent1">
                                  <a:lumMod val="50000"/>
                                </a:schemeClr>
                              </a:solidFill>
                              <a:latin typeface="Cambria Math" panose="02040503050406030204" pitchFamily="18" charset="0"/>
                            </a:rPr>
                            <m:t>𝑠𝑒𝑡𝑜𝑠𝑎</m:t>
                          </m:r>
                          <m:r>
                            <a:rPr lang="es-ES" b="0" i="1" smtClean="0">
                              <a:solidFill>
                                <a:schemeClr val="accent1">
                                  <a:lumMod val="50000"/>
                                </a:schemeClr>
                              </a:solidFill>
                              <a:latin typeface="Cambria Math" panose="02040503050406030204" pitchFamily="18" charset="0"/>
                            </a:rPr>
                            <m:t>)</m:t>
                          </m:r>
                        </m:sub>
                      </m:sSub>
                      <m:r>
                        <a:rPr lang="es-ES" b="0" i="1" smtClean="0">
                          <a:solidFill>
                            <a:schemeClr val="accent1">
                              <a:lumMod val="50000"/>
                            </a:schemeClr>
                          </a:solidFill>
                          <a:latin typeface="Cambria Math" panose="02040503050406030204" pitchFamily="18" charset="0"/>
                        </a:rPr>
                        <m:t>=</m:t>
                      </m:r>
                      <m:f>
                        <m:fPr>
                          <m:ctrlPr>
                            <a:rPr lang="es-ES" b="0" i="1" smtClean="0">
                              <a:solidFill>
                                <a:schemeClr val="accent1">
                                  <a:lumMod val="50000"/>
                                </a:schemeClr>
                              </a:solidFill>
                              <a:latin typeface="Cambria Math" panose="02040503050406030204" pitchFamily="18" charset="0"/>
                            </a:rPr>
                          </m:ctrlPr>
                        </m:fPr>
                        <m:num>
                          <m:r>
                            <a:rPr lang="es-ES" b="0" i="1" smtClean="0">
                              <a:solidFill>
                                <a:schemeClr val="accent1">
                                  <a:lumMod val="50000"/>
                                </a:schemeClr>
                              </a:solidFill>
                              <a:latin typeface="Cambria Math" panose="02040503050406030204" pitchFamily="18" charset="0"/>
                            </a:rPr>
                            <m:t>#</m:t>
                          </m:r>
                          <m:sSubSup>
                            <m:sSubSupPr>
                              <m:ctrlPr>
                                <a:rPr lang="es-ES" b="0" i="1" smtClean="0">
                                  <a:solidFill>
                                    <a:schemeClr val="accent1">
                                      <a:lumMod val="50000"/>
                                    </a:schemeClr>
                                  </a:solidFill>
                                  <a:latin typeface="Cambria Math" panose="02040503050406030204" pitchFamily="18" charset="0"/>
                                </a:rPr>
                              </m:ctrlPr>
                            </m:sSubSupPr>
                            <m:e>
                              <m:r>
                                <a:rPr lang="es-ES" b="0" i="1" smtClean="0">
                                  <a:solidFill>
                                    <a:schemeClr val="accent1">
                                      <a:lumMod val="50000"/>
                                    </a:schemeClr>
                                  </a:solidFill>
                                  <a:latin typeface="Cambria Math" panose="02040503050406030204" pitchFamily="18" charset="0"/>
                                </a:rPr>
                                <m:t>𝑁</m:t>
                              </m:r>
                            </m:e>
                            <m:sub>
                              <m:r>
                                <a:rPr lang="es-ES" b="0" i="1" smtClean="0">
                                  <a:solidFill>
                                    <a:schemeClr val="accent1">
                                      <a:lumMod val="50000"/>
                                    </a:schemeClr>
                                  </a:solidFill>
                                  <a:latin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rPr>
                                <m:t>𝑠𝑒𝑡𝑜𝑠𝑎</m:t>
                              </m:r>
                            </m:sup>
                          </m:sSubSup>
                        </m:num>
                        <m:den>
                          <m:r>
                            <a:rPr lang="es-ES" b="0" i="1" smtClean="0">
                              <a:solidFill>
                                <a:schemeClr val="accent1">
                                  <a:lumMod val="50000"/>
                                </a:schemeClr>
                              </a:solidFill>
                              <a:latin typeface="Cambria Math" panose="02040503050406030204" pitchFamily="18" charset="0"/>
                            </a:rPr>
                            <m:t>#</m:t>
                          </m:r>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𝑁</m:t>
                              </m:r>
                            </m:e>
                            <m:sub>
                              <m:r>
                                <a:rPr lang="es-ES" b="0" i="1" smtClean="0">
                                  <a:solidFill>
                                    <a:schemeClr val="accent1">
                                      <a:lumMod val="50000"/>
                                    </a:schemeClr>
                                  </a:solidFill>
                                  <a:latin typeface="Cambria Math" panose="02040503050406030204" pitchFamily="18" charset="0"/>
                                </a:rPr>
                                <m:t>1</m:t>
                              </m:r>
                            </m:sub>
                          </m:sSub>
                        </m:den>
                      </m:f>
                      <m:r>
                        <a:rPr lang="es-ES" b="0" i="1" smtClean="0">
                          <a:solidFill>
                            <a:schemeClr val="accent1">
                              <a:lumMod val="50000"/>
                            </a:schemeClr>
                          </a:solidFill>
                          <a:latin typeface="Cambria Math" panose="02040503050406030204" pitchFamily="18" charset="0"/>
                        </a:rPr>
                        <m:t>=</m:t>
                      </m:r>
                      <m:f>
                        <m:fPr>
                          <m:ctrlPr>
                            <a:rPr lang="es-ES" b="0" i="1" smtClean="0">
                              <a:solidFill>
                                <a:schemeClr val="accent1">
                                  <a:lumMod val="50000"/>
                                </a:schemeClr>
                              </a:solidFill>
                              <a:latin typeface="Cambria Math" panose="02040503050406030204" pitchFamily="18" charset="0"/>
                            </a:rPr>
                          </m:ctrlPr>
                        </m:fPr>
                        <m:num>
                          <m:r>
                            <a:rPr lang="es-ES" b="0" i="1" smtClean="0">
                              <a:solidFill>
                                <a:schemeClr val="accent1">
                                  <a:lumMod val="50000"/>
                                </a:schemeClr>
                              </a:solidFill>
                              <a:latin typeface="Cambria Math" panose="02040503050406030204" pitchFamily="18" charset="0"/>
                            </a:rPr>
                            <m:t>50</m:t>
                          </m:r>
                        </m:num>
                        <m:den>
                          <m:r>
                            <a:rPr lang="es-ES" b="0" i="1" smtClean="0">
                              <a:solidFill>
                                <a:schemeClr val="accent1">
                                  <a:lumMod val="50000"/>
                                </a:schemeClr>
                              </a:solidFill>
                              <a:latin typeface="Cambria Math" panose="02040503050406030204" pitchFamily="18" charset="0"/>
                            </a:rPr>
                            <m:t>150</m:t>
                          </m:r>
                        </m:den>
                      </m:f>
                      <m:r>
                        <a:rPr lang="es-ES" b="0" i="1" smtClean="0">
                          <a:solidFill>
                            <a:schemeClr val="accent1">
                              <a:lumMod val="50000"/>
                            </a:schemeClr>
                          </a:solidFill>
                          <a:latin typeface="Cambria Math" panose="02040503050406030204" pitchFamily="18" charset="0"/>
                        </a:rPr>
                        <m:t>=0.33</m:t>
                      </m:r>
                      <m:r>
                        <a:rPr lang="es-ES" b="0" i="0" smtClean="0">
                          <a:solidFill>
                            <a:schemeClr val="accent1">
                              <a:lumMod val="50000"/>
                            </a:schemeClr>
                          </a:solidFill>
                          <a:latin typeface="Cambria Math" panose="02040503050406030204" pitchFamily="18" charset="0"/>
                        </a:rPr>
                        <m:t>=</m:t>
                      </m:r>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𝑝</m:t>
                          </m:r>
                        </m:e>
                        <m:sub>
                          <m:r>
                            <a:rPr lang="es-ES" i="1">
                              <a:solidFill>
                                <a:schemeClr val="accent1">
                                  <a:lumMod val="50000"/>
                                </a:schemeClr>
                              </a:solidFill>
                              <a:latin typeface="Cambria Math" panose="02040503050406030204" pitchFamily="18" charset="0"/>
                            </a:rPr>
                            <m:t>1(</m:t>
                          </m:r>
                          <m:r>
                            <a:rPr lang="es-ES" b="0" i="1" smtClean="0">
                              <a:solidFill>
                                <a:schemeClr val="accent1">
                                  <a:lumMod val="50000"/>
                                </a:schemeClr>
                              </a:solidFill>
                              <a:latin typeface="Cambria Math" panose="02040503050406030204" pitchFamily="18" charset="0"/>
                            </a:rPr>
                            <m:t>𝑣𝑒𝑟𝑠𝑖𝑐𝑜𝑙𝑜𝑟</m:t>
                          </m:r>
                          <m:r>
                            <a:rPr lang="es-ES" i="1">
                              <a:solidFill>
                                <a:schemeClr val="accent1">
                                  <a:lumMod val="50000"/>
                                </a:schemeClr>
                              </a:solidFill>
                              <a:latin typeface="Cambria Math" panose="02040503050406030204" pitchFamily="18" charset="0"/>
                            </a:rPr>
                            <m:t>)</m:t>
                          </m:r>
                        </m:sub>
                      </m:sSub>
                      <m:r>
                        <a:rPr lang="es-ES" b="0" i="1" smtClean="0">
                          <a:solidFill>
                            <a:schemeClr val="accent1">
                              <a:lumMod val="50000"/>
                            </a:schemeClr>
                          </a:solidFill>
                          <a:latin typeface="Cambria Math" panose="02040503050406030204" pitchFamily="18" charset="0"/>
                        </a:rPr>
                        <m:t>=</m:t>
                      </m:r>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𝑝</m:t>
                          </m:r>
                        </m:e>
                        <m:sub>
                          <m:r>
                            <a:rPr lang="es-ES" i="1">
                              <a:solidFill>
                                <a:schemeClr val="accent1">
                                  <a:lumMod val="50000"/>
                                </a:schemeClr>
                              </a:solidFill>
                              <a:latin typeface="Cambria Math" panose="02040503050406030204" pitchFamily="18" charset="0"/>
                            </a:rPr>
                            <m:t>1(</m:t>
                          </m:r>
                          <m:r>
                            <a:rPr lang="es-ES" b="0" i="1" smtClean="0">
                              <a:solidFill>
                                <a:schemeClr val="accent1">
                                  <a:lumMod val="50000"/>
                                </a:schemeClr>
                              </a:solidFill>
                              <a:latin typeface="Cambria Math" panose="02040503050406030204" pitchFamily="18" charset="0"/>
                            </a:rPr>
                            <m:t>𝑣𝑖𝑟𝑔𝑖𝑛𝑖𝑐𝑎</m:t>
                          </m:r>
                          <m:r>
                            <a:rPr lang="es-ES" i="1">
                              <a:solidFill>
                                <a:schemeClr val="accent1">
                                  <a:lumMod val="50000"/>
                                </a:schemeClr>
                              </a:solidFill>
                              <a:latin typeface="Cambria Math" panose="02040503050406030204" pitchFamily="18" charset="0"/>
                            </a:rPr>
                            <m:t>)</m:t>
                          </m:r>
                        </m:sub>
                      </m:sSub>
                    </m:oMath>
                  </m:oMathPara>
                </a14:m>
                <a:endParaRPr lang="es-E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a:p>
                <a:endParaRPr lang="es-ES" i="1" dirty="0">
                  <a:solidFill>
                    <a:schemeClr val="accent1">
                      <a:lumMod val="50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s-ES"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𝐺</m:t>
                          </m:r>
                        </m:e>
                        <m:sub>
                          <m:r>
                            <a:rPr lang="es-ES" i="1">
                              <a:solidFill>
                                <a:schemeClr val="accent1">
                                  <a:lumMod val="50000"/>
                                </a:schemeClr>
                              </a:solidFill>
                              <a:latin typeface="Cambria Math" panose="02040503050406030204" pitchFamily="18" charset="0"/>
                            </a:rPr>
                            <m:t>𝑖</m:t>
                          </m:r>
                        </m:sub>
                      </m:sSub>
                      <m:r>
                        <a:rPr lang="es-ES" b="0" i="1" smtClean="0">
                          <a:solidFill>
                            <a:schemeClr val="accent1">
                              <a:lumMod val="50000"/>
                            </a:schemeClr>
                          </a:solidFill>
                          <a:latin typeface="Cambria Math" panose="02040503050406030204" pitchFamily="18" charset="0"/>
                        </a:rPr>
                        <m:t>=1 −</m:t>
                      </m:r>
                      <m:nary>
                        <m:naryPr>
                          <m:chr m:val="∑"/>
                          <m:ctrlPr>
                            <a:rPr lang="es-ES" b="0" i="1" smtClean="0">
                              <a:solidFill>
                                <a:schemeClr val="accent1">
                                  <a:lumMod val="50000"/>
                                </a:schemeClr>
                              </a:solidFill>
                              <a:latin typeface="Cambria Math" panose="02040503050406030204" pitchFamily="18" charset="0"/>
                            </a:rPr>
                          </m:ctrlPr>
                        </m:naryPr>
                        <m:sub>
                          <m:r>
                            <m:rPr>
                              <m:brk m:alnAt="23"/>
                            </m:rPr>
                            <a:rPr lang="es-ES" b="0" i="1" smtClean="0">
                              <a:solidFill>
                                <a:schemeClr val="accent1">
                                  <a:lumMod val="50000"/>
                                </a:schemeClr>
                              </a:solidFill>
                              <a:latin typeface="Cambria Math" panose="02040503050406030204" pitchFamily="18" charset="0"/>
                            </a:rPr>
                            <m:t>𝑘</m:t>
                          </m:r>
                          <m:r>
                            <a:rPr lang="es-ES" b="0" i="1" smtClean="0">
                              <a:solidFill>
                                <a:schemeClr val="accent1">
                                  <a:lumMod val="50000"/>
                                </a:schemeClr>
                              </a:solidFill>
                              <a:latin typeface="Cambria Math" panose="02040503050406030204" pitchFamily="18" charset="0"/>
                            </a:rPr>
                            <m:t>=1</m:t>
                          </m:r>
                        </m:sub>
                        <m:sup>
                          <m:r>
                            <a:rPr lang="es-ES" b="0" i="1" smtClean="0">
                              <a:solidFill>
                                <a:schemeClr val="accent1">
                                  <a:lumMod val="50000"/>
                                </a:schemeClr>
                              </a:solidFill>
                              <a:latin typeface="Cambria Math" panose="02040503050406030204" pitchFamily="18" charset="0"/>
                            </a:rPr>
                            <m:t>3</m:t>
                          </m:r>
                        </m:sup>
                        <m:e>
                          <m:sSup>
                            <m:sSupPr>
                              <m:ctrlPr>
                                <a:rPr lang="es-ES" b="0" i="1" smtClean="0">
                                  <a:solidFill>
                                    <a:schemeClr val="accent1">
                                      <a:lumMod val="50000"/>
                                    </a:schemeClr>
                                  </a:solidFill>
                                  <a:latin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rPr>
                                <m:t>0.33</m:t>
                              </m:r>
                            </m:e>
                            <m:sup>
                              <m:r>
                                <a:rPr lang="es-ES" b="0" i="1" smtClean="0">
                                  <a:solidFill>
                                    <a:schemeClr val="accent1">
                                      <a:lumMod val="50000"/>
                                    </a:schemeClr>
                                  </a:solidFill>
                                  <a:latin typeface="Cambria Math" panose="02040503050406030204" pitchFamily="18" charset="0"/>
                                </a:rPr>
                                <m:t>2</m:t>
                              </m:r>
                            </m:sup>
                          </m:sSup>
                        </m:e>
                      </m:nary>
                      <m:r>
                        <a:rPr lang="es-ES" b="0" i="1" smtClean="0">
                          <a:solidFill>
                            <a:schemeClr val="accent1">
                              <a:lumMod val="50000"/>
                            </a:schemeClr>
                          </a:solidFill>
                          <a:latin typeface="Cambria Math" panose="02040503050406030204" pitchFamily="18" charset="0"/>
                        </a:rPr>
                        <m:t>=0.667 </m:t>
                      </m:r>
                    </m:oMath>
                  </m:oMathPara>
                </a14:m>
                <a:endParaRPr lang="es-E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CuadroTexto 2">
                <a:extLst>
                  <a:ext uri="{FF2B5EF4-FFF2-40B4-BE49-F238E27FC236}">
                    <a16:creationId xmlns:a16="http://schemas.microsoft.com/office/drawing/2014/main" id="{FC576213-9846-6658-BFA6-0AA1A9B56003}"/>
                  </a:ext>
                </a:extLst>
              </p:cNvPr>
              <p:cNvSpPr txBox="1">
                <a:spLocks noRot="1" noChangeAspect="1" noMove="1" noResize="1" noEditPoints="1" noAdjustHandles="1" noChangeArrowheads="1" noChangeShapeType="1" noTextEdit="1"/>
              </p:cNvSpPr>
              <p:nvPr/>
            </p:nvSpPr>
            <p:spPr>
              <a:xfrm>
                <a:off x="5621900" y="2051832"/>
                <a:ext cx="6570100" cy="2212272"/>
              </a:xfrm>
              <a:prstGeom prst="rect">
                <a:avLst/>
              </a:prstGeom>
              <a:blipFill>
                <a:blip r:embed="rId3"/>
                <a:stretch>
                  <a:fillRect l="-2134" t="-3591"/>
                </a:stretch>
              </a:blipFill>
            </p:spPr>
            <p:txBody>
              <a:bodyPr/>
              <a:lstStyle/>
              <a:p>
                <a:r>
                  <a:rPr lang="es-ES">
                    <a:noFill/>
                  </a:rPr>
                  <a:t> </a:t>
                </a:r>
              </a:p>
            </p:txBody>
          </p:sp>
        </mc:Fallback>
      </mc:AlternateContent>
      <p:pic>
        <p:nvPicPr>
          <p:cNvPr id="4" name="Imagen 3">
            <a:extLst>
              <a:ext uri="{FF2B5EF4-FFF2-40B4-BE49-F238E27FC236}">
                <a16:creationId xmlns:a16="http://schemas.microsoft.com/office/drawing/2014/main" id="{53F00DD6-ED64-6593-3109-B25C9E096B7D}"/>
              </a:ext>
            </a:extLst>
          </p:cNvPr>
          <p:cNvPicPr>
            <a:picLocks noChangeAspect="1"/>
          </p:cNvPicPr>
          <p:nvPr/>
        </p:nvPicPr>
        <p:blipFill>
          <a:blip r:embed="rId4"/>
          <a:stretch>
            <a:fillRect/>
          </a:stretch>
        </p:blipFill>
        <p:spPr>
          <a:xfrm>
            <a:off x="93953" y="1937693"/>
            <a:ext cx="5327696" cy="2880000"/>
          </a:xfrm>
          <a:prstGeom prst="rect">
            <a:avLst/>
          </a:prstGeom>
        </p:spPr>
      </p:pic>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C44F7BCE-7953-85D2-4035-92A94D417BEA}"/>
                  </a:ext>
                </a:extLst>
              </p:cNvPr>
              <p:cNvSpPr txBox="1"/>
              <p:nvPr/>
            </p:nvSpPr>
            <p:spPr>
              <a:xfrm>
                <a:off x="345185" y="4920307"/>
                <a:ext cx="5940490" cy="1620315"/>
              </a:xfrm>
              <a:prstGeom prst="rect">
                <a:avLst/>
              </a:prstGeom>
              <a:noFill/>
            </p:spPr>
            <p:txBody>
              <a:bodyPr wrap="square" lIns="0" tIns="0" rIns="0" bIns="0" rtlCol="0">
                <a:spAutoFit/>
              </a:bodyPr>
              <a:lstStyle/>
              <a:p>
                <a:r>
                  <a:rPr lang="es-E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Al buscar la mejor división posible obtenemos que la variable óptima es la </a:t>
                </a:r>
                <a:r>
                  <a:rPr lang="es-ES"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longitud del pétalo </a:t>
                </a:r>
                <a:r>
                  <a:rPr lang="es-E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y el umbral óptimo es </a:t>
                </a:r>
                <a:r>
                  <a:rPr lang="es-ES"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2.38 </a:t>
                </a:r>
              </a:p>
              <a:p>
                <a:endParaRPr lang="es-E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a:p>
                <a:endParaRPr lang="es-ES" i="1" dirty="0">
                  <a:solidFill>
                    <a:schemeClr val="accent1">
                      <a:lumMod val="50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s-ES" sz="1600" i="1" smtClean="0">
                              <a:solidFill>
                                <a:schemeClr val="accent1">
                                  <a:lumMod val="50000"/>
                                </a:schemeClr>
                              </a:solidFill>
                              <a:latin typeface="Cambria Math" panose="02040503050406030204" pitchFamily="18" charset="0"/>
                            </a:rPr>
                          </m:ctrlPr>
                        </m:sSubPr>
                        <m:e>
                          <m:r>
                            <a:rPr lang="es-ES" sz="1600" b="0" i="1" smtClean="0">
                              <a:solidFill>
                                <a:schemeClr val="accent1">
                                  <a:lumMod val="50000"/>
                                </a:schemeClr>
                              </a:solidFill>
                              <a:latin typeface="Cambria Math" panose="02040503050406030204" pitchFamily="18" charset="0"/>
                            </a:rPr>
                            <m:t>𝐽</m:t>
                          </m:r>
                        </m:e>
                        <m:sub>
                          <m:r>
                            <a:rPr lang="es-ES" sz="1600" b="0" i="1" smtClean="0">
                              <a:solidFill>
                                <a:schemeClr val="accent1">
                                  <a:lumMod val="50000"/>
                                </a:schemeClr>
                              </a:solidFill>
                              <a:latin typeface="Cambria Math" panose="02040503050406030204" pitchFamily="18" charset="0"/>
                            </a:rPr>
                            <m:t>1</m:t>
                          </m:r>
                        </m:sub>
                      </m:sSub>
                      <m:d>
                        <m:dPr>
                          <m:ctrlPr>
                            <a:rPr lang="es-ES" sz="1600" b="0" i="1" smtClean="0">
                              <a:solidFill>
                                <a:schemeClr val="accent1">
                                  <a:lumMod val="50000"/>
                                </a:schemeClr>
                              </a:solidFill>
                              <a:latin typeface="Cambria Math" panose="02040503050406030204" pitchFamily="18" charset="0"/>
                            </a:rPr>
                          </m:ctrlPr>
                        </m:dPr>
                        <m:e>
                          <m:sSub>
                            <m:sSubPr>
                              <m:ctrlPr>
                                <a:rPr lang="es-ES" sz="1600" b="0" i="1" smtClean="0">
                                  <a:solidFill>
                                    <a:schemeClr val="accent1">
                                      <a:lumMod val="50000"/>
                                    </a:schemeClr>
                                  </a:solidFill>
                                  <a:latin typeface="Cambria Math" panose="02040503050406030204" pitchFamily="18" charset="0"/>
                                </a:rPr>
                              </m:ctrlPr>
                            </m:sSubPr>
                            <m:e>
                              <m:r>
                                <a:rPr lang="es-ES" sz="1600" b="0" i="1" smtClean="0">
                                  <a:solidFill>
                                    <a:schemeClr val="accent1">
                                      <a:lumMod val="50000"/>
                                    </a:schemeClr>
                                  </a:solidFill>
                                  <a:latin typeface="Cambria Math" panose="02040503050406030204" pitchFamily="18" charset="0"/>
                                </a:rPr>
                                <m:t>𝐿</m:t>
                              </m:r>
                            </m:e>
                            <m:sub>
                              <m:r>
                                <a:rPr lang="es-ES" sz="1600" b="0" i="1" smtClean="0">
                                  <a:solidFill>
                                    <a:schemeClr val="accent1">
                                      <a:lumMod val="50000"/>
                                    </a:schemeClr>
                                  </a:solidFill>
                                  <a:latin typeface="Cambria Math" panose="02040503050406030204" pitchFamily="18" charset="0"/>
                                </a:rPr>
                                <m:t>𝑝𝑒𝑡</m:t>
                              </m:r>
                            </m:sub>
                          </m:sSub>
                          <m:r>
                            <a:rPr lang="es-ES" sz="1600" b="0" i="1" smtClean="0">
                              <a:solidFill>
                                <a:schemeClr val="accent1">
                                  <a:lumMod val="50000"/>
                                </a:schemeClr>
                              </a:solidFill>
                              <a:latin typeface="Cambria Math" panose="02040503050406030204" pitchFamily="18" charset="0"/>
                            </a:rPr>
                            <m:t>,2.38</m:t>
                          </m:r>
                        </m:e>
                      </m:d>
                      <m:r>
                        <a:rPr lang="es-ES" sz="1600" b="0" i="1" smtClean="0">
                          <a:solidFill>
                            <a:schemeClr val="accent1">
                              <a:lumMod val="50000"/>
                            </a:schemeClr>
                          </a:solidFill>
                          <a:latin typeface="Cambria Math" panose="02040503050406030204" pitchFamily="18" charset="0"/>
                        </a:rPr>
                        <m:t>=</m:t>
                      </m:r>
                      <m:sSub>
                        <m:sSubPr>
                          <m:ctrlPr>
                            <a:rPr lang="es-ES" sz="1600" b="0" i="1" smtClean="0">
                              <a:solidFill>
                                <a:schemeClr val="accent1">
                                  <a:lumMod val="50000"/>
                                </a:schemeClr>
                              </a:solidFill>
                              <a:latin typeface="Cambria Math" panose="02040503050406030204" pitchFamily="18" charset="0"/>
                            </a:rPr>
                          </m:ctrlPr>
                        </m:sSubPr>
                        <m:e>
                          <m:r>
                            <a:rPr lang="es-ES" sz="1600" b="0" i="1" smtClean="0">
                              <a:solidFill>
                                <a:schemeClr val="accent1">
                                  <a:lumMod val="50000"/>
                                </a:schemeClr>
                              </a:solidFill>
                              <a:latin typeface="Cambria Math" panose="02040503050406030204" pitchFamily="18" charset="0"/>
                            </a:rPr>
                            <m:t>𝐺</m:t>
                          </m:r>
                        </m:e>
                        <m:sub>
                          <m:r>
                            <a:rPr lang="es-ES" sz="1600" b="0" i="1" smtClean="0">
                              <a:solidFill>
                                <a:schemeClr val="accent1">
                                  <a:lumMod val="50000"/>
                                </a:schemeClr>
                              </a:solidFill>
                              <a:latin typeface="Cambria Math" panose="02040503050406030204" pitchFamily="18" charset="0"/>
                            </a:rPr>
                            <m:t>1(</m:t>
                          </m:r>
                          <m:sSub>
                            <m:sSubPr>
                              <m:ctrlPr>
                                <a:rPr lang="es-ES" sz="1600" b="0" i="1" smtClean="0">
                                  <a:solidFill>
                                    <a:schemeClr val="accent1">
                                      <a:lumMod val="50000"/>
                                    </a:schemeClr>
                                  </a:solidFill>
                                  <a:latin typeface="Cambria Math" panose="02040503050406030204" pitchFamily="18" charset="0"/>
                                </a:rPr>
                              </m:ctrlPr>
                            </m:sSubPr>
                            <m:e>
                              <m:r>
                                <a:rPr lang="es-ES" sz="1600" b="0" i="1" smtClean="0">
                                  <a:solidFill>
                                    <a:schemeClr val="accent1">
                                      <a:lumMod val="50000"/>
                                    </a:schemeClr>
                                  </a:solidFill>
                                  <a:latin typeface="Cambria Math" panose="02040503050406030204" pitchFamily="18" charset="0"/>
                                </a:rPr>
                                <m:t>𝑥</m:t>
                              </m:r>
                            </m:e>
                            <m:sub>
                              <m:r>
                                <a:rPr lang="es-ES" sz="1600" b="0" i="1" smtClean="0">
                                  <a:solidFill>
                                    <a:schemeClr val="accent1">
                                      <a:lumMod val="50000"/>
                                    </a:schemeClr>
                                  </a:solidFill>
                                  <a:latin typeface="Cambria Math" panose="02040503050406030204" pitchFamily="18" charset="0"/>
                                </a:rPr>
                                <m:t>1</m:t>
                              </m:r>
                            </m:sub>
                          </m:sSub>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rPr>
                            <m:t>2.38</m:t>
                          </m:r>
                          <m:r>
                            <a:rPr lang="es-ES" sz="1600" b="0" i="1" smtClean="0">
                              <a:solidFill>
                                <a:schemeClr val="accent1">
                                  <a:lumMod val="50000"/>
                                </a:schemeClr>
                              </a:solidFill>
                              <a:latin typeface="Cambria Math" panose="02040503050406030204" pitchFamily="18" charset="0"/>
                            </a:rPr>
                            <m:t>)</m:t>
                          </m:r>
                        </m:sub>
                      </m:sSub>
                      <m:f>
                        <m:fPr>
                          <m:ctrlPr>
                            <a:rPr lang="es-ES" sz="1600" b="0" i="1" smtClean="0">
                              <a:solidFill>
                                <a:schemeClr val="accent1">
                                  <a:lumMod val="50000"/>
                                </a:schemeClr>
                              </a:solidFill>
                              <a:latin typeface="Cambria Math" panose="02040503050406030204" pitchFamily="18" charset="0"/>
                            </a:rPr>
                          </m:ctrlPr>
                        </m:fPr>
                        <m:num>
                          <m:r>
                            <a:rPr lang="es-ES" sz="1600" b="0" i="1" smtClean="0">
                              <a:solidFill>
                                <a:schemeClr val="accent1">
                                  <a:lumMod val="50000"/>
                                </a:schemeClr>
                              </a:solidFill>
                              <a:latin typeface="Cambria Math" panose="02040503050406030204" pitchFamily="18" charset="0"/>
                            </a:rPr>
                            <m:t>#</m:t>
                          </m:r>
                          <m:sSub>
                            <m:sSubPr>
                              <m:ctrlPr>
                                <a:rPr lang="es-ES" sz="1600" b="0" i="1" smtClean="0">
                                  <a:solidFill>
                                    <a:schemeClr val="accent1">
                                      <a:lumMod val="50000"/>
                                    </a:schemeClr>
                                  </a:solidFill>
                                  <a:latin typeface="Cambria Math" panose="02040503050406030204" pitchFamily="18" charset="0"/>
                                </a:rPr>
                              </m:ctrlPr>
                            </m:sSubPr>
                            <m:e>
                              <m:r>
                                <a:rPr lang="es-ES" sz="1600" b="0" i="1" smtClean="0">
                                  <a:solidFill>
                                    <a:schemeClr val="accent1">
                                      <a:lumMod val="50000"/>
                                    </a:schemeClr>
                                  </a:solidFill>
                                  <a:latin typeface="Cambria Math" panose="02040503050406030204" pitchFamily="18" charset="0"/>
                                </a:rPr>
                                <m:t>𝑁</m:t>
                              </m:r>
                            </m:e>
                            <m:sub>
                              <m:r>
                                <a:rPr lang="es-ES" sz="1600" b="0" i="1" smtClean="0">
                                  <a:solidFill>
                                    <a:schemeClr val="accent1">
                                      <a:lumMod val="50000"/>
                                    </a:schemeClr>
                                  </a:solidFill>
                                  <a:latin typeface="Cambria Math" panose="02040503050406030204" pitchFamily="18" charset="0"/>
                                </a:rPr>
                                <m:t>1</m:t>
                              </m:r>
                              <m:r>
                                <a:rPr lang="es-ES" sz="1600" i="1">
                                  <a:solidFill>
                                    <a:schemeClr val="accent1">
                                      <a:lumMod val="50000"/>
                                    </a:schemeClr>
                                  </a:solidFill>
                                  <a:latin typeface="Cambria Math" panose="02040503050406030204" pitchFamily="18" charset="0"/>
                                </a:rPr>
                                <m:t>(</m:t>
                              </m:r>
                              <m:sSub>
                                <m:sSubPr>
                                  <m:ctrlPr>
                                    <a:rPr lang="es-ES" sz="1600" i="1">
                                      <a:solidFill>
                                        <a:schemeClr val="accent1">
                                          <a:lumMod val="50000"/>
                                        </a:schemeClr>
                                      </a:solidFill>
                                      <a:latin typeface="Cambria Math" panose="02040503050406030204" pitchFamily="18" charset="0"/>
                                    </a:rPr>
                                  </m:ctrlPr>
                                </m:sSubPr>
                                <m:e>
                                  <m:r>
                                    <a:rPr lang="es-ES" sz="1600" i="1">
                                      <a:solidFill>
                                        <a:schemeClr val="accent1">
                                          <a:lumMod val="50000"/>
                                        </a:schemeClr>
                                      </a:solidFill>
                                      <a:latin typeface="Cambria Math" panose="02040503050406030204" pitchFamily="18" charset="0"/>
                                    </a:rPr>
                                    <m:t>𝑥</m:t>
                                  </m:r>
                                </m:e>
                                <m:sub>
                                  <m:r>
                                    <a:rPr lang="es-ES" sz="1600" i="1">
                                      <a:solidFill>
                                        <a:schemeClr val="accent1">
                                          <a:lumMod val="50000"/>
                                        </a:schemeClr>
                                      </a:solidFill>
                                      <a:latin typeface="Cambria Math" panose="02040503050406030204" pitchFamily="18" charset="0"/>
                                    </a:rPr>
                                    <m:t>1</m:t>
                                  </m:r>
                                </m:sub>
                              </m:sSub>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rPr>
                                <m:t>2.38)</m:t>
                              </m:r>
                            </m:sub>
                          </m:sSub>
                        </m:num>
                        <m:den>
                          <m:r>
                            <a:rPr lang="es-ES" sz="1600" i="1">
                              <a:solidFill>
                                <a:schemeClr val="accent1">
                                  <a:lumMod val="50000"/>
                                </a:schemeClr>
                              </a:solidFill>
                              <a:latin typeface="Cambria Math" panose="02040503050406030204" pitchFamily="18" charset="0"/>
                            </a:rPr>
                            <m:t>#</m:t>
                          </m:r>
                          <m:sSub>
                            <m:sSubPr>
                              <m:ctrlPr>
                                <a:rPr lang="es-ES" sz="1600" i="1">
                                  <a:solidFill>
                                    <a:schemeClr val="accent1">
                                      <a:lumMod val="50000"/>
                                    </a:schemeClr>
                                  </a:solidFill>
                                  <a:latin typeface="Cambria Math" panose="02040503050406030204" pitchFamily="18" charset="0"/>
                                </a:rPr>
                              </m:ctrlPr>
                            </m:sSubPr>
                            <m:e>
                              <m:r>
                                <a:rPr lang="es-ES" sz="1600" i="1">
                                  <a:solidFill>
                                    <a:schemeClr val="accent1">
                                      <a:lumMod val="50000"/>
                                    </a:schemeClr>
                                  </a:solidFill>
                                  <a:latin typeface="Cambria Math" panose="02040503050406030204" pitchFamily="18" charset="0"/>
                                </a:rPr>
                                <m:t>𝑁</m:t>
                              </m:r>
                            </m:e>
                            <m:sub>
                              <m:r>
                                <a:rPr lang="es-ES" sz="1600" b="0" i="1" smtClean="0">
                                  <a:solidFill>
                                    <a:schemeClr val="accent1">
                                      <a:lumMod val="50000"/>
                                    </a:schemeClr>
                                  </a:solidFill>
                                  <a:latin typeface="Cambria Math" panose="02040503050406030204" pitchFamily="18" charset="0"/>
                                </a:rPr>
                                <m:t>1</m:t>
                              </m:r>
                            </m:sub>
                          </m:sSub>
                        </m:den>
                      </m:f>
                      <m:r>
                        <a:rPr lang="es-ES" sz="1600" b="0" i="1" smtClean="0">
                          <a:solidFill>
                            <a:schemeClr val="accent1">
                              <a:lumMod val="50000"/>
                            </a:schemeClr>
                          </a:solidFill>
                          <a:latin typeface="Cambria Math" panose="02040503050406030204" pitchFamily="18" charset="0"/>
                        </a:rPr>
                        <m:t>+</m:t>
                      </m:r>
                      <m:sSub>
                        <m:sSubPr>
                          <m:ctrlPr>
                            <a:rPr lang="es-ES" sz="1600" i="1">
                              <a:solidFill>
                                <a:schemeClr val="accent1">
                                  <a:lumMod val="50000"/>
                                </a:schemeClr>
                              </a:solidFill>
                              <a:latin typeface="Cambria Math" panose="02040503050406030204" pitchFamily="18" charset="0"/>
                            </a:rPr>
                          </m:ctrlPr>
                        </m:sSubPr>
                        <m:e>
                          <m:r>
                            <a:rPr lang="es-ES" sz="1600" i="1">
                              <a:solidFill>
                                <a:schemeClr val="accent1">
                                  <a:lumMod val="50000"/>
                                </a:schemeClr>
                              </a:solidFill>
                              <a:latin typeface="Cambria Math" panose="02040503050406030204" pitchFamily="18" charset="0"/>
                            </a:rPr>
                            <m:t>𝐺</m:t>
                          </m:r>
                        </m:e>
                        <m:sub>
                          <m:r>
                            <a:rPr lang="es-ES" sz="1600" b="0" i="1" smtClean="0">
                              <a:solidFill>
                                <a:schemeClr val="accent1">
                                  <a:lumMod val="50000"/>
                                </a:schemeClr>
                              </a:solidFill>
                              <a:latin typeface="Cambria Math" panose="02040503050406030204" pitchFamily="18" charset="0"/>
                            </a:rPr>
                            <m:t>1</m:t>
                          </m:r>
                          <m:r>
                            <a:rPr lang="es-ES" sz="1600" i="1">
                              <a:solidFill>
                                <a:schemeClr val="accent1">
                                  <a:lumMod val="50000"/>
                                </a:schemeClr>
                              </a:solidFill>
                              <a:latin typeface="Cambria Math" panose="02040503050406030204" pitchFamily="18" charset="0"/>
                            </a:rPr>
                            <m:t>(</m:t>
                          </m:r>
                          <m:sSub>
                            <m:sSubPr>
                              <m:ctrlPr>
                                <a:rPr lang="es-ES" sz="1600" i="1">
                                  <a:solidFill>
                                    <a:schemeClr val="accent1">
                                      <a:lumMod val="50000"/>
                                    </a:schemeClr>
                                  </a:solidFill>
                                  <a:latin typeface="Cambria Math" panose="02040503050406030204" pitchFamily="18" charset="0"/>
                                </a:rPr>
                              </m:ctrlPr>
                            </m:sSubPr>
                            <m:e>
                              <m:r>
                                <a:rPr lang="es-ES" sz="1600" i="1">
                                  <a:solidFill>
                                    <a:schemeClr val="accent1">
                                      <a:lumMod val="50000"/>
                                    </a:schemeClr>
                                  </a:solidFill>
                                  <a:latin typeface="Cambria Math" panose="02040503050406030204" pitchFamily="18" charset="0"/>
                                </a:rPr>
                                <m:t>𝑥</m:t>
                              </m:r>
                            </m:e>
                            <m:sub>
                              <m:r>
                                <a:rPr lang="es-ES" sz="1600" i="1">
                                  <a:solidFill>
                                    <a:schemeClr val="accent1">
                                      <a:lumMod val="50000"/>
                                    </a:schemeClr>
                                  </a:solidFill>
                                  <a:latin typeface="Cambria Math" panose="02040503050406030204" pitchFamily="18" charset="0"/>
                                </a:rPr>
                                <m:t>1</m:t>
                              </m:r>
                            </m:sub>
                          </m:sSub>
                          <m:r>
                            <a:rPr lang="es-ES" sz="1600" b="0" i="1" smtClean="0">
                              <a:solidFill>
                                <a:schemeClr val="accent1">
                                  <a:lumMod val="50000"/>
                                </a:schemeClr>
                              </a:solidFill>
                              <a:latin typeface="Cambria Math" panose="02040503050406030204" pitchFamily="18" charset="0"/>
                            </a:rPr>
                            <m:t>&gt;</m:t>
                          </m:r>
                          <m:r>
                            <a:rPr lang="es-ES" sz="1600" b="0" i="1" smtClean="0">
                              <a:solidFill>
                                <a:schemeClr val="accent1">
                                  <a:lumMod val="50000"/>
                                </a:schemeClr>
                              </a:solidFill>
                              <a:latin typeface="Cambria Math" panose="02040503050406030204" pitchFamily="18" charset="0"/>
                              <a:ea typeface="Cambria Math" panose="02040503050406030204" pitchFamily="18" charset="0"/>
                            </a:rPr>
                            <m:t>2.38</m:t>
                          </m:r>
                          <m:r>
                            <a:rPr lang="es-ES" sz="1600" i="1">
                              <a:solidFill>
                                <a:schemeClr val="accent1">
                                  <a:lumMod val="50000"/>
                                </a:schemeClr>
                              </a:solidFill>
                              <a:latin typeface="Cambria Math" panose="02040503050406030204" pitchFamily="18" charset="0"/>
                            </a:rPr>
                            <m:t>)</m:t>
                          </m:r>
                        </m:sub>
                      </m:sSub>
                      <m:f>
                        <m:fPr>
                          <m:ctrlPr>
                            <a:rPr lang="es-ES" sz="1600" i="1">
                              <a:solidFill>
                                <a:schemeClr val="accent1">
                                  <a:lumMod val="50000"/>
                                </a:schemeClr>
                              </a:solidFill>
                              <a:latin typeface="Cambria Math" panose="02040503050406030204" pitchFamily="18" charset="0"/>
                            </a:rPr>
                          </m:ctrlPr>
                        </m:fPr>
                        <m:num>
                          <m:r>
                            <a:rPr lang="es-ES" sz="1600" i="1">
                              <a:solidFill>
                                <a:schemeClr val="accent1">
                                  <a:lumMod val="50000"/>
                                </a:schemeClr>
                              </a:solidFill>
                              <a:latin typeface="Cambria Math" panose="02040503050406030204" pitchFamily="18" charset="0"/>
                            </a:rPr>
                            <m:t>#</m:t>
                          </m:r>
                          <m:sSub>
                            <m:sSubPr>
                              <m:ctrlPr>
                                <a:rPr lang="es-ES" sz="1600" i="1">
                                  <a:solidFill>
                                    <a:schemeClr val="accent1">
                                      <a:lumMod val="50000"/>
                                    </a:schemeClr>
                                  </a:solidFill>
                                  <a:latin typeface="Cambria Math" panose="02040503050406030204" pitchFamily="18" charset="0"/>
                                </a:rPr>
                              </m:ctrlPr>
                            </m:sSubPr>
                            <m:e>
                              <m:r>
                                <a:rPr lang="es-ES" sz="1600" i="1">
                                  <a:solidFill>
                                    <a:schemeClr val="accent1">
                                      <a:lumMod val="50000"/>
                                    </a:schemeClr>
                                  </a:solidFill>
                                  <a:latin typeface="Cambria Math" panose="02040503050406030204" pitchFamily="18" charset="0"/>
                                </a:rPr>
                                <m:t>𝑁</m:t>
                              </m:r>
                            </m:e>
                            <m:sub>
                              <m:r>
                                <a:rPr lang="es-ES" sz="1600" b="0" i="1" smtClean="0">
                                  <a:solidFill>
                                    <a:schemeClr val="accent1">
                                      <a:lumMod val="50000"/>
                                    </a:schemeClr>
                                  </a:solidFill>
                                  <a:latin typeface="Cambria Math" panose="02040503050406030204" pitchFamily="18" charset="0"/>
                                </a:rPr>
                                <m:t>1</m:t>
                              </m:r>
                              <m:r>
                                <a:rPr lang="es-ES" sz="1600" i="1">
                                  <a:solidFill>
                                    <a:schemeClr val="accent1">
                                      <a:lumMod val="50000"/>
                                    </a:schemeClr>
                                  </a:solidFill>
                                  <a:latin typeface="Cambria Math" panose="02040503050406030204" pitchFamily="18" charset="0"/>
                                </a:rPr>
                                <m:t>(</m:t>
                              </m:r>
                              <m:sSub>
                                <m:sSubPr>
                                  <m:ctrlPr>
                                    <a:rPr lang="es-ES" sz="1600" i="1">
                                      <a:solidFill>
                                        <a:schemeClr val="accent1">
                                          <a:lumMod val="50000"/>
                                        </a:schemeClr>
                                      </a:solidFill>
                                      <a:latin typeface="Cambria Math" panose="02040503050406030204" pitchFamily="18" charset="0"/>
                                    </a:rPr>
                                  </m:ctrlPr>
                                </m:sSubPr>
                                <m:e>
                                  <m:r>
                                    <a:rPr lang="es-ES" sz="1600" i="1">
                                      <a:solidFill>
                                        <a:schemeClr val="accent1">
                                          <a:lumMod val="50000"/>
                                        </a:schemeClr>
                                      </a:solidFill>
                                      <a:latin typeface="Cambria Math" panose="02040503050406030204" pitchFamily="18" charset="0"/>
                                    </a:rPr>
                                    <m:t>𝑥</m:t>
                                  </m:r>
                                </m:e>
                                <m:sub>
                                  <m:r>
                                    <a:rPr lang="es-ES" sz="1600" i="1">
                                      <a:solidFill>
                                        <a:schemeClr val="accent1">
                                          <a:lumMod val="50000"/>
                                        </a:schemeClr>
                                      </a:solidFill>
                                      <a:latin typeface="Cambria Math" panose="02040503050406030204" pitchFamily="18" charset="0"/>
                                    </a:rPr>
                                    <m:t>1</m:t>
                                  </m:r>
                                </m:sub>
                              </m:sSub>
                              <m:r>
                                <a:rPr lang="es-ES" sz="1600" b="0" i="1" smtClean="0">
                                  <a:solidFill>
                                    <a:schemeClr val="accent1">
                                      <a:lumMod val="50000"/>
                                    </a:schemeClr>
                                  </a:solidFill>
                                  <a:latin typeface="Cambria Math" panose="02040503050406030204" pitchFamily="18" charset="0"/>
                                </a:rPr>
                                <m:t>&gt;</m:t>
                              </m:r>
                              <m:r>
                                <a:rPr lang="es-ES" sz="1600" i="1">
                                  <a:solidFill>
                                    <a:schemeClr val="accent1">
                                      <a:lumMod val="50000"/>
                                    </a:schemeClr>
                                  </a:solidFill>
                                  <a:latin typeface="Cambria Math" panose="02040503050406030204" pitchFamily="18" charset="0"/>
                                </a:rPr>
                                <m:t>2.38)</m:t>
                              </m:r>
                            </m:sub>
                          </m:sSub>
                        </m:num>
                        <m:den>
                          <m:r>
                            <a:rPr lang="es-ES" sz="1600" i="1">
                              <a:solidFill>
                                <a:schemeClr val="accent1">
                                  <a:lumMod val="50000"/>
                                </a:schemeClr>
                              </a:solidFill>
                              <a:latin typeface="Cambria Math" panose="02040503050406030204" pitchFamily="18" charset="0"/>
                            </a:rPr>
                            <m:t>#</m:t>
                          </m:r>
                          <m:sSub>
                            <m:sSubPr>
                              <m:ctrlPr>
                                <a:rPr lang="es-ES" sz="1600" i="1">
                                  <a:solidFill>
                                    <a:schemeClr val="accent1">
                                      <a:lumMod val="50000"/>
                                    </a:schemeClr>
                                  </a:solidFill>
                                  <a:latin typeface="Cambria Math" panose="02040503050406030204" pitchFamily="18" charset="0"/>
                                </a:rPr>
                              </m:ctrlPr>
                            </m:sSubPr>
                            <m:e>
                              <m:r>
                                <a:rPr lang="es-ES" sz="1600" i="1">
                                  <a:solidFill>
                                    <a:schemeClr val="accent1">
                                      <a:lumMod val="50000"/>
                                    </a:schemeClr>
                                  </a:solidFill>
                                  <a:latin typeface="Cambria Math" panose="02040503050406030204" pitchFamily="18" charset="0"/>
                                </a:rPr>
                                <m:t>𝑁</m:t>
                              </m:r>
                            </m:e>
                            <m:sub>
                              <m:r>
                                <a:rPr lang="es-ES" sz="1600" b="0" i="1" smtClean="0">
                                  <a:solidFill>
                                    <a:schemeClr val="accent1">
                                      <a:lumMod val="50000"/>
                                    </a:schemeClr>
                                  </a:solidFill>
                                  <a:latin typeface="Cambria Math" panose="02040503050406030204" pitchFamily="18" charset="0"/>
                                </a:rPr>
                                <m:t>1</m:t>
                              </m:r>
                            </m:sub>
                          </m:sSub>
                        </m:den>
                      </m:f>
                    </m:oMath>
                  </m:oMathPara>
                </a14:m>
                <a:endParaRPr lang="es-ES" sz="1600" b="0" dirty="0"/>
              </a:p>
            </p:txBody>
          </p:sp>
        </mc:Choice>
        <mc:Fallback xmlns="">
          <p:sp>
            <p:nvSpPr>
              <p:cNvPr id="5" name="CuadroTexto 4">
                <a:extLst>
                  <a:ext uri="{FF2B5EF4-FFF2-40B4-BE49-F238E27FC236}">
                    <a16:creationId xmlns:a16="http://schemas.microsoft.com/office/drawing/2014/main" id="{C44F7BCE-7953-85D2-4035-92A94D417BEA}"/>
                  </a:ext>
                </a:extLst>
              </p:cNvPr>
              <p:cNvSpPr txBox="1">
                <a:spLocks noRot="1" noChangeAspect="1" noMove="1" noResize="1" noEditPoints="1" noAdjustHandles="1" noChangeArrowheads="1" noChangeShapeType="1" noTextEdit="1"/>
              </p:cNvSpPr>
              <p:nvPr/>
            </p:nvSpPr>
            <p:spPr>
              <a:xfrm>
                <a:off x="345185" y="4920307"/>
                <a:ext cx="5940490" cy="1620315"/>
              </a:xfrm>
              <a:prstGeom prst="rect">
                <a:avLst/>
              </a:prstGeom>
              <a:blipFill>
                <a:blip r:embed="rId5"/>
                <a:stretch>
                  <a:fillRect l="-2464" t="-4887"/>
                </a:stretch>
              </a:blipFill>
            </p:spPr>
            <p:txBody>
              <a:bodyPr/>
              <a:lstStyle/>
              <a:p>
                <a:r>
                  <a:rPr lang="es-ES">
                    <a:noFill/>
                  </a:rPr>
                  <a:t> </a:t>
                </a:r>
              </a:p>
            </p:txBody>
          </p:sp>
        </mc:Fallback>
      </mc:AlternateContent>
    </p:spTree>
    <p:extLst>
      <p:ext uri="{BB962C8B-B14F-4D97-AF65-F5344CB8AC3E}">
        <p14:creationId xmlns:p14="http://schemas.microsoft.com/office/powerpoint/2010/main" val="57333085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adroTexto 10">
            <a:extLst>
              <a:ext uri="{FF2B5EF4-FFF2-40B4-BE49-F238E27FC236}">
                <a16:creationId xmlns:a16="http://schemas.microsoft.com/office/drawing/2014/main" id="{BE7A0595-F997-C90C-2B48-DD52AEEF89B2}"/>
              </a:ext>
            </a:extLst>
          </p:cNvPr>
          <p:cNvSpPr txBox="1"/>
          <p:nvPr/>
        </p:nvSpPr>
        <p:spPr>
          <a:xfrm>
            <a:off x="232042" y="1019781"/>
            <a:ext cx="11537352" cy="1157368"/>
          </a:xfrm>
          <a:prstGeom prst="rect">
            <a:avLst/>
          </a:prstGeom>
          <a:noFill/>
        </p:spPr>
        <p:txBody>
          <a:bodyPr wrap="square">
            <a:spAutoFit/>
          </a:bodyPr>
          <a:lstStyle/>
          <a:p>
            <a:r>
              <a:rPr lang="es-ES" b="1" dirty="0">
                <a:solidFill>
                  <a:schemeClr val="accent1">
                    <a:lumMod val="50000"/>
                  </a:schemeClr>
                </a:solidFill>
              </a:rPr>
              <a:t>Algoritmo:</a:t>
            </a:r>
            <a:endParaRPr lang="es-ES" dirty="0">
              <a:solidFill>
                <a:schemeClr val="accent1">
                  <a:lumMod val="50000"/>
                </a:schemeClr>
              </a:solidFill>
            </a:endParaRPr>
          </a:p>
          <a:p>
            <a:pPr marL="800100" lvl="1" indent="-342900">
              <a:lnSpc>
                <a:spcPct val="150000"/>
              </a:lnSpc>
              <a:buFont typeface="+mj-lt"/>
              <a:buAutoNum type="arabicPeriod"/>
            </a:pPr>
            <a:r>
              <a:rPr lang="es-ES" b="1" dirty="0">
                <a:solidFill>
                  <a:schemeClr val="accent1">
                    <a:lumMod val="50000"/>
                  </a:schemeClr>
                </a:solidFill>
              </a:rPr>
              <a:t>Seleccionar la característica que mejor separa los datos. </a:t>
            </a:r>
            <a:r>
              <a:rPr lang="es-ES" dirty="0">
                <a:solidFill>
                  <a:schemeClr val="accent1">
                    <a:lumMod val="50000"/>
                  </a:schemeClr>
                </a:solidFill>
              </a:rPr>
              <a:t>Ejemplo en Iris </a:t>
            </a:r>
            <a:r>
              <a:rPr lang="es-ES" dirty="0" err="1">
                <a:solidFill>
                  <a:schemeClr val="accent1">
                    <a:lumMod val="50000"/>
                  </a:schemeClr>
                </a:solidFill>
              </a:rPr>
              <a:t>DataSet</a:t>
            </a:r>
            <a:endParaRPr lang="es-ES" dirty="0">
              <a:solidFill>
                <a:schemeClr val="accent1">
                  <a:lumMod val="50000"/>
                </a:schemeClr>
              </a:solidFill>
            </a:endParaRPr>
          </a:p>
          <a:p>
            <a:pPr lvl="2">
              <a:lnSpc>
                <a:spcPct val="150000"/>
              </a:lnSpc>
            </a:pPr>
            <a:endParaRPr lang="es-ES" dirty="0">
              <a:solidFill>
                <a:schemeClr val="accent1">
                  <a:lumMod val="50000"/>
                </a:schemeClr>
              </a:solidFill>
            </a:endParaRPr>
          </a:p>
        </p:txBody>
      </p:sp>
      <p:sp>
        <p:nvSpPr>
          <p:cNvPr id="9" name="CuadroTexto 8">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10" name="CuadroTexto 9">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13" name="CuadroTexto 12">
            <a:extLst>
              <a:ext uri="{FF2B5EF4-FFF2-40B4-BE49-F238E27FC236}">
                <a16:creationId xmlns:a16="http://schemas.microsoft.com/office/drawing/2014/main" id="{B721C4E8-F774-C602-C20C-95042CFF3868}"/>
              </a:ext>
            </a:extLst>
          </p:cNvPr>
          <p:cNvSpPr txBox="1"/>
          <p:nvPr/>
        </p:nvSpPr>
        <p:spPr>
          <a:xfrm>
            <a:off x="164744" y="619671"/>
            <a:ext cx="4179670" cy="400110"/>
          </a:xfrm>
          <a:prstGeom prst="rect">
            <a:avLst/>
          </a:prstGeom>
          <a:noFill/>
        </p:spPr>
        <p:txBody>
          <a:bodyPr wrap="none" rtlCol="0">
            <a:spAutoFit/>
          </a:bodyPr>
          <a:lstStyle/>
          <a:p>
            <a:r>
              <a:rPr lang="es-ES" sz="2000" b="1" dirty="0">
                <a:solidFill>
                  <a:schemeClr val="accent1">
                    <a:lumMod val="50000"/>
                  </a:schemeClr>
                </a:solidFill>
              </a:rPr>
              <a:t>Construcción de Árboles de Decisión. </a:t>
            </a: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AE7623EE-F064-B2DB-4151-097CE00058A9}"/>
                  </a:ext>
                </a:extLst>
              </p:cNvPr>
              <p:cNvSpPr txBox="1"/>
              <p:nvPr/>
            </p:nvSpPr>
            <p:spPr>
              <a:xfrm>
                <a:off x="115656" y="1910501"/>
                <a:ext cx="5940490" cy="1620315"/>
              </a:xfrm>
              <a:prstGeom prst="rect">
                <a:avLst/>
              </a:prstGeom>
              <a:noFill/>
            </p:spPr>
            <p:txBody>
              <a:bodyPr wrap="square" lIns="0" tIns="0" rIns="0" bIns="0" rtlCol="0">
                <a:spAutoFit/>
              </a:bodyPr>
              <a:lstStyle/>
              <a:p>
                <a:r>
                  <a:rPr lang="es-E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Al buscar la mejor división posible obtenemos que la variable óptima es la longitud del pétalo y el umbral óptimo es 2.38 </a:t>
                </a:r>
              </a:p>
              <a:p>
                <a:endParaRPr lang="es-E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a:p>
                <a:endParaRPr lang="es-ES" i="1" dirty="0">
                  <a:solidFill>
                    <a:schemeClr val="accent1">
                      <a:lumMod val="50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s-ES" sz="1600" i="1" smtClean="0">
                              <a:solidFill>
                                <a:schemeClr val="accent1">
                                  <a:lumMod val="50000"/>
                                </a:schemeClr>
                              </a:solidFill>
                              <a:latin typeface="Cambria Math" panose="02040503050406030204" pitchFamily="18" charset="0"/>
                            </a:rPr>
                          </m:ctrlPr>
                        </m:sSubPr>
                        <m:e>
                          <m:r>
                            <a:rPr lang="es-ES" sz="1600" b="0" i="1" smtClean="0">
                              <a:solidFill>
                                <a:schemeClr val="accent1">
                                  <a:lumMod val="50000"/>
                                </a:schemeClr>
                              </a:solidFill>
                              <a:latin typeface="Cambria Math" panose="02040503050406030204" pitchFamily="18" charset="0"/>
                            </a:rPr>
                            <m:t>𝐽</m:t>
                          </m:r>
                        </m:e>
                        <m:sub>
                          <m:r>
                            <a:rPr lang="es-ES" sz="1600" b="0" i="1" smtClean="0">
                              <a:solidFill>
                                <a:schemeClr val="accent1">
                                  <a:lumMod val="50000"/>
                                </a:schemeClr>
                              </a:solidFill>
                              <a:latin typeface="Cambria Math" panose="02040503050406030204" pitchFamily="18" charset="0"/>
                            </a:rPr>
                            <m:t>1</m:t>
                          </m:r>
                        </m:sub>
                      </m:sSub>
                      <m:d>
                        <m:dPr>
                          <m:ctrlPr>
                            <a:rPr lang="es-ES" sz="1600" b="0" i="1" smtClean="0">
                              <a:solidFill>
                                <a:schemeClr val="accent1">
                                  <a:lumMod val="50000"/>
                                </a:schemeClr>
                              </a:solidFill>
                              <a:latin typeface="Cambria Math" panose="02040503050406030204" pitchFamily="18" charset="0"/>
                            </a:rPr>
                          </m:ctrlPr>
                        </m:dPr>
                        <m:e>
                          <m:sSub>
                            <m:sSubPr>
                              <m:ctrlPr>
                                <a:rPr lang="es-ES" sz="1600" b="0" i="1" smtClean="0">
                                  <a:solidFill>
                                    <a:schemeClr val="accent1">
                                      <a:lumMod val="50000"/>
                                    </a:schemeClr>
                                  </a:solidFill>
                                  <a:latin typeface="Cambria Math" panose="02040503050406030204" pitchFamily="18" charset="0"/>
                                </a:rPr>
                              </m:ctrlPr>
                            </m:sSubPr>
                            <m:e>
                              <m:r>
                                <a:rPr lang="es-ES" sz="1600" b="0" i="1" smtClean="0">
                                  <a:solidFill>
                                    <a:schemeClr val="accent1">
                                      <a:lumMod val="50000"/>
                                    </a:schemeClr>
                                  </a:solidFill>
                                  <a:latin typeface="Cambria Math" panose="02040503050406030204" pitchFamily="18" charset="0"/>
                                </a:rPr>
                                <m:t>𝐿</m:t>
                              </m:r>
                            </m:e>
                            <m:sub>
                              <m:r>
                                <a:rPr lang="es-ES" sz="1600" b="0" i="1" smtClean="0">
                                  <a:solidFill>
                                    <a:schemeClr val="accent1">
                                      <a:lumMod val="50000"/>
                                    </a:schemeClr>
                                  </a:solidFill>
                                  <a:latin typeface="Cambria Math" panose="02040503050406030204" pitchFamily="18" charset="0"/>
                                </a:rPr>
                                <m:t>𝑝𝑒𝑡</m:t>
                              </m:r>
                            </m:sub>
                          </m:sSub>
                          <m:r>
                            <a:rPr lang="es-ES" sz="1600" b="0" i="1" smtClean="0">
                              <a:solidFill>
                                <a:schemeClr val="accent1">
                                  <a:lumMod val="50000"/>
                                </a:schemeClr>
                              </a:solidFill>
                              <a:latin typeface="Cambria Math" panose="02040503050406030204" pitchFamily="18" charset="0"/>
                            </a:rPr>
                            <m:t>,2.38</m:t>
                          </m:r>
                        </m:e>
                      </m:d>
                      <m:r>
                        <a:rPr lang="es-ES" sz="1600" b="0" i="1" smtClean="0">
                          <a:solidFill>
                            <a:schemeClr val="accent1">
                              <a:lumMod val="50000"/>
                            </a:schemeClr>
                          </a:solidFill>
                          <a:latin typeface="Cambria Math" panose="02040503050406030204" pitchFamily="18" charset="0"/>
                        </a:rPr>
                        <m:t>=</m:t>
                      </m:r>
                      <m:sSub>
                        <m:sSubPr>
                          <m:ctrlPr>
                            <a:rPr lang="es-ES" sz="1600" b="0" i="1" smtClean="0">
                              <a:solidFill>
                                <a:schemeClr val="accent1">
                                  <a:lumMod val="50000"/>
                                </a:schemeClr>
                              </a:solidFill>
                              <a:latin typeface="Cambria Math" panose="02040503050406030204" pitchFamily="18" charset="0"/>
                            </a:rPr>
                          </m:ctrlPr>
                        </m:sSubPr>
                        <m:e>
                          <m:r>
                            <a:rPr lang="es-ES" sz="1600" b="0" i="1" smtClean="0">
                              <a:solidFill>
                                <a:schemeClr val="accent1">
                                  <a:lumMod val="50000"/>
                                </a:schemeClr>
                              </a:solidFill>
                              <a:latin typeface="Cambria Math" panose="02040503050406030204" pitchFamily="18" charset="0"/>
                            </a:rPr>
                            <m:t>𝐺</m:t>
                          </m:r>
                        </m:e>
                        <m:sub>
                          <m:r>
                            <a:rPr lang="es-ES" sz="1600" b="0" i="1" smtClean="0">
                              <a:solidFill>
                                <a:schemeClr val="accent1">
                                  <a:lumMod val="50000"/>
                                </a:schemeClr>
                              </a:solidFill>
                              <a:latin typeface="Cambria Math" panose="02040503050406030204" pitchFamily="18" charset="0"/>
                            </a:rPr>
                            <m:t>1(</m:t>
                          </m:r>
                          <m:sSub>
                            <m:sSubPr>
                              <m:ctrlPr>
                                <a:rPr lang="es-ES" sz="1600" b="0" i="1" smtClean="0">
                                  <a:solidFill>
                                    <a:schemeClr val="accent1">
                                      <a:lumMod val="50000"/>
                                    </a:schemeClr>
                                  </a:solidFill>
                                  <a:latin typeface="Cambria Math" panose="02040503050406030204" pitchFamily="18" charset="0"/>
                                </a:rPr>
                              </m:ctrlPr>
                            </m:sSubPr>
                            <m:e>
                              <m:r>
                                <a:rPr lang="es-ES" sz="1600" b="0" i="1" smtClean="0">
                                  <a:solidFill>
                                    <a:schemeClr val="accent1">
                                      <a:lumMod val="50000"/>
                                    </a:schemeClr>
                                  </a:solidFill>
                                  <a:latin typeface="Cambria Math" panose="02040503050406030204" pitchFamily="18" charset="0"/>
                                </a:rPr>
                                <m:t>𝑥</m:t>
                              </m:r>
                            </m:e>
                            <m:sub>
                              <m:r>
                                <a:rPr lang="es-ES" sz="1600" b="0" i="1" smtClean="0">
                                  <a:solidFill>
                                    <a:schemeClr val="accent1">
                                      <a:lumMod val="50000"/>
                                    </a:schemeClr>
                                  </a:solidFill>
                                  <a:latin typeface="Cambria Math" panose="02040503050406030204" pitchFamily="18" charset="0"/>
                                </a:rPr>
                                <m:t>1</m:t>
                              </m:r>
                            </m:sub>
                          </m:sSub>
                          <m:r>
                            <a:rPr lang="es-ES" sz="1600" b="0" i="1" smtClean="0">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rPr>
                            <m:t>2.38</m:t>
                          </m:r>
                          <m:r>
                            <a:rPr lang="es-ES" sz="1600" b="0" i="1" smtClean="0">
                              <a:solidFill>
                                <a:schemeClr val="accent1">
                                  <a:lumMod val="50000"/>
                                </a:schemeClr>
                              </a:solidFill>
                              <a:latin typeface="Cambria Math" panose="02040503050406030204" pitchFamily="18" charset="0"/>
                            </a:rPr>
                            <m:t>)</m:t>
                          </m:r>
                        </m:sub>
                      </m:sSub>
                      <m:f>
                        <m:fPr>
                          <m:ctrlPr>
                            <a:rPr lang="es-ES" sz="1600" b="0" i="1" smtClean="0">
                              <a:solidFill>
                                <a:schemeClr val="accent1">
                                  <a:lumMod val="50000"/>
                                </a:schemeClr>
                              </a:solidFill>
                              <a:latin typeface="Cambria Math" panose="02040503050406030204" pitchFamily="18" charset="0"/>
                            </a:rPr>
                          </m:ctrlPr>
                        </m:fPr>
                        <m:num>
                          <m:r>
                            <a:rPr lang="es-ES" sz="1600" b="0" i="1" smtClean="0">
                              <a:solidFill>
                                <a:schemeClr val="accent1">
                                  <a:lumMod val="50000"/>
                                </a:schemeClr>
                              </a:solidFill>
                              <a:latin typeface="Cambria Math" panose="02040503050406030204" pitchFamily="18" charset="0"/>
                            </a:rPr>
                            <m:t>#</m:t>
                          </m:r>
                          <m:sSub>
                            <m:sSubPr>
                              <m:ctrlPr>
                                <a:rPr lang="es-ES" sz="1600" b="0" i="1" smtClean="0">
                                  <a:solidFill>
                                    <a:schemeClr val="accent1">
                                      <a:lumMod val="50000"/>
                                    </a:schemeClr>
                                  </a:solidFill>
                                  <a:latin typeface="Cambria Math" panose="02040503050406030204" pitchFamily="18" charset="0"/>
                                </a:rPr>
                              </m:ctrlPr>
                            </m:sSubPr>
                            <m:e>
                              <m:r>
                                <a:rPr lang="es-ES" sz="1600" b="0" i="1" smtClean="0">
                                  <a:solidFill>
                                    <a:schemeClr val="accent1">
                                      <a:lumMod val="50000"/>
                                    </a:schemeClr>
                                  </a:solidFill>
                                  <a:latin typeface="Cambria Math" panose="02040503050406030204" pitchFamily="18" charset="0"/>
                                </a:rPr>
                                <m:t>𝑁</m:t>
                              </m:r>
                            </m:e>
                            <m:sub>
                              <m:r>
                                <a:rPr lang="es-ES" sz="1600" b="0" i="1" smtClean="0">
                                  <a:solidFill>
                                    <a:schemeClr val="accent1">
                                      <a:lumMod val="50000"/>
                                    </a:schemeClr>
                                  </a:solidFill>
                                  <a:latin typeface="Cambria Math" panose="02040503050406030204" pitchFamily="18" charset="0"/>
                                </a:rPr>
                                <m:t>1</m:t>
                              </m:r>
                              <m:r>
                                <a:rPr lang="es-ES" sz="1600" i="1">
                                  <a:solidFill>
                                    <a:schemeClr val="accent1">
                                      <a:lumMod val="50000"/>
                                    </a:schemeClr>
                                  </a:solidFill>
                                  <a:latin typeface="Cambria Math" panose="02040503050406030204" pitchFamily="18" charset="0"/>
                                </a:rPr>
                                <m:t>(</m:t>
                              </m:r>
                              <m:sSub>
                                <m:sSubPr>
                                  <m:ctrlPr>
                                    <a:rPr lang="es-ES" sz="1600" i="1">
                                      <a:solidFill>
                                        <a:schemeClr val="accent1">
                                          <a:lumMod val="50000"/>
                                        </a:schemeClr>
                                      </a:solidFill>
                                      <a:latin typeface="Cambria Math" panose="02040503050406030204" pitchFamily="18" charset="0"/>
                                    </a:rPr>
                                  </m:ctrlPr>
                                </m:sSubPr>
                                <m:e>
                                  <m:r>
                                    <a:rPr lang="es-ES" sz="1600" i="1">
                                      <a:solidFill>
                                        <a:schemeClr val="accent1">
                                          <a:lumMod val="50000"/>
                                        </a:schemeClr>
                                      </a:solidFill>
                                      <a:latin typeface="Cambria Math" panose="02040503050406030204" pitchFamily="18" charset="0"/>
                                    </a:rPr>
                                    <m:t>𝑥</m:t>
                                  </m:r>
                                </m:e>
                                <m:sub>
                                  <m:r>
                                    <a:rPr lang="es-ES" sz="1600" i="1">
                                      <a:solidFill>
                                        <a:schemeClr val="accent1">
                                          <a:lumMod val="50000"/>
                                        </a:schemeClr>
                                      </a:solidFill>
                                      <a:latin typeface="Cambria Math" panose="02040503050406030204" pitchFamily="18" charset="0"/>
                                    </a:rPr>
                                    <m:t>1</m:t>
                                  </m:r>
                                </m:sub>
                              </m:sSub>
                              <m:r>
                                <a:rPr lang="es-ES" sz="1600" i="1">
                                  <a:solidFill>
                                    <a:schemeClr val="accent1">
                                      <a:lumMod val="50000"/>
                                    </a:schemeClr>
                                  </a:solidFill>
                                  <a:latin typeface="Cambria Math" panose="02040503050406030204" pitchFamily="18" charset="0"/>
                                  <a:ea typeface="Cambria Math" panose="02040503050406030204" pitchFamily="18" charset="0"/>
                                </a:rPr>
                                <m:t>≤</m:t>
                              </m:r>
                              <m:r>
                                <a:rPr lang="es-ES" sz="1600" i="1">
                                  <a:solidFill>
                                    <a:schemeClr val="accent1">
                                      <a:lumMod val="50000"/>
                                    </a:schemeClr>
                                  </a:solidFill>
                                  <a:latin typeface="Cambria Math" panose="02040503050406030204" pitchFamily="18" charset="0"/>
                                </a:rPr>
                                <m:t>2.38)</m:t>
                              </m:r>
                            </m:sub>
                          </m:sSub>
                        </m:num>
                        <m:den>
                          <m:r>
                            <a:rPr lang="es-ES" sz="1600" i="1">
                              <a:solidFill>
                                <a:schemeClr val="accent1">
                                  <a:lumMod val="50000"/>
                                </a:schemeClr>
                              </a:solidFill>
                              <a:latin typeface="Cambria Math" panose="02040503050406030204" pitchFamily="18" charset="0"/>
                            </a:rPr>
                            <m:t>#</m:t>
                          </m:r>
                          <m:sSub>
                            <m:sSubPr>
                              <m:ctrlPr>
                                <a:rPr lang="es-ES" sz="1600" i="1">
                                  <a:solidFill>
                                    <a:schemeClr val="accent1">
                                      <a:lumMod val="50000"/>
                                    </a:schemeClr>
                                  </a:solidFill>
                                  <a:latin typeface="Cambria Math" panose="02040503050406030204" pitchFamily="18" charset="0"/>
                                </a:rPr>
                              </m:ctrlPr>
                            </m:sSubPr>
                            <m:e>
                              <m:r>
                                <a:rPr lang="es-ES" sz="1600" i="1">
                                  <a:solidFill>
                                    <a:schemeClr val="accent1">
                                      <a:lumMod val="50000"/>
                                    </a:schemeClr>
                                  </a:solidFill>
                                  <a:latin typeface="Cambria Math" panose="02040503050406030204" pitchFamily="18" charset="0"/>
                                </a:rPr>
                                <m:t>𝑁</m:t>
                              </m:r>
                            </m:e>
                            <m:sub>
                              <m:r>
                                <a:rPr lang="es-ES" sz="1600" b="0" i="1" smtClean="0">
                                  <a:solidFill>
                                    <a:schemeClr val="accent1">
                                      <a:lumMod val="50000"/>
                                    </a:schemeClr>
                                  </a:solidFill>
                                  <a:latin typeface="Cambria Math" panose="02040503050406030204" pitchFamily="18" charset="0"/>
                                </a:rPr>
                                <m:t>1</m:t>
                              </m:r>
                            </m:sub>
                          </m:sSub>
                        </m:den>
                      </m:f>
                      <m:r>
                        <a:rPr lang="es-ES" sz="1600" b="0" i="1" smtClean="0">
                          <a:solidFill>
                            <a:schemeClr val="accent1">
                              <a:lumMod val="50000"/>
                            </a:schemeClr>
                          </a:solidFill>
                          <a:latin typeface="Cambria Math" panose="02040503050406030204" pitchFamily="18" charset="0"/>
                        </a:rPr>
                        <m:t>+</m:t>
                      </m:r>
                      <m:sSub>
                        <m:sSubPr>
                          <m:ctrlPr>
                            <a:rPr lang="es-ES" sz="1600" i="1">
                              <a:solidFill>
                                <a:schemeClr val="accent1">
                                  <a:lumMod val="50000"/>
                                </a:schemeClr>
                              </a:solidFill>
                              <a:latin typeface="Cambria Math" panose="02040503050406030204" pitchFamily="18" charset="0"/>
                            </a:rPr>
                          </m:ctrlPr>
                        </m:sSubPr>
                        <m:e>
                          <m:r>
                            <a:rPr lang="es-ES" sz="1600" i="1">
                              <a:solidFill>
                                <a:schemeClr val="accent1">
                                  <a:lumMod val="50000"/>
                                </a:schemeClr>
                              </a:solidFill>
                              <a:latin typeface="Cambria Math" panose="02040503050406030204" pitchFamily="18" charset="0"/>
                            </a:rPr>
                            <m:t>𝐺</m:t>
                          </m:r>
                        </m:e>
                        <m:sub>
                          <m:r>
                            <a:rPr lang="es-ES" sz="1600" b="0" i="1" smtClean="0">
                              <a:solidFill>
                                <a:schemeClr val="accent1">
                                  <a:lumMod val="50000"/>
                                </a:schemeClr>
                              </a:solidFill>
                              <a:latin typeface="Cambria Math" panose="02040503050406030204" pitchFamily="18" charset="0"/>
                            </a:rPr>
                            <m:t>1</m:t>
                          </m:r>
                          <m:r>
                            <a:rPr lang="es-ES" sz="1600" i="1">
                              <a:solidFill>
                                <a:schemeClr val="accent1">
                                  <a:lumMod val="50000"/>
                                </a:schemeClr>
                              </a:solidFill>
                              <a:latin typeface="Cambria Math" panose="02040503050406030204" pitchFamily="18" charset="0"/>
                            </a:rPr>
                            <m:t>(</m:t>
                          </m:r>
                          <m:sSub>
                            <m:sSubPr>
                              <m:ctrlPr>
                                <a:rPr lang="es-ES" sz="1600" i="1">
                                  <a:solidFill>
                                    <a:schemeClr val="accent1">
                                      <a:lumMod val="50000"/>
                                    </a:schemeClr>
                                  </a:solidFill>
                                  <a:latin typeface="Cambria Math" panose="02040503050406030204" pitchFamily="18" charset="0"/>
                                </a:rPr>
                              </m:ctrlPr>
                            </m:sSubPr>
                            <m:e>
                              <m:r>
                                <a:rPr lang="es-ES" sz="1600" i="1">
                                  <a:solidFill>
                                    <a:schemeClr val="accent1">
                                      <a:lumMod val="50000"/>
                                    </a:schemeClr>
                                  </a:solidFill>
                                  <a:latin typeface="Cambria Math" panose="02040503050406030204" pitchFamily="18" charset="0"/>
                                </a:rPr>
                                <m:t>𝑥</m:t>
                              </m:r>
                            </m:e>
                            <m:sub>
                              <m:r>
                                <a:rPr lang="es-ES" sz="1600" i="1">
                                  <a:solidFill>
                                    <a:schemeClr val="accent1">
                                      <a:lumMod val="50000"/>
                                    </a:schemeClr>
                                  </a:solidFill>
                                  <a:latin typeface="Cambria Math" panose="02040503050406030204" pitchFamily="18" charset="0"/>
                                </a:rPr>
                                <m:t>1</m:t>
                              </m:r>
                            </m:sub>
                          </m:sSub>
                          <m:r>
                            <a:rPr lang="es-ES" sz="1600" b="0" i="1" smtClean="0">
                              <a:solidFill>
                                <a:schemeClr val="accent1">
                                  <a:lumMod val="50000"/>
                                </a:schemeClr>
                              </a:solidFill>
                              <a:latin typeface="Cambria Math" panose="02040503050406030204" pitchFamily="18" charset="0"/>
                            </a:rPr>
                            <m:t>&gt;</m:t>
                          </m:r>
                          <m:r>
                            <a:rPr lang="es-ES" sz="1600" b="0" i="1" smtClean="0">
                              <a:solidFill>
                                <a:schemeClr val="accent1">
                                  <a:lumMod val="50000"/>
                                </a:schemeClr>
                              </a:solidFill>
                              <a:latin typeface="Cambria Math" panose="02040503050406030204" pitchFamily="18" charset="0"/>
                              <a:ea typeface="Cambria Math" panose="02040503050406030204" pitchFamily="18" charset="0"/>
                            </a:rPr>
                            <m:t>2.38</m:t>
                          </m:r>
                          <m:r>
                            <a:rPr lang="es-ES" sz="1600" i="1">
                              <a:solidFill>
                                <a:schemeClr val="accent1">
                                  <a:lumMod val="50000"/>
                                </a:schemeClr>
                              </a:solidFill>
                              <a:latin typeface="Cambria Math" panose="02040503050406030204" pitchFamily="18" charset="0"/>
                            </a:rPr>
                            <m:t>)</m:t>
                          </m:r>
                        </m:sub>
                      </m:sSub>
                      <m:f>
                        <m:fPr>
                          <m:ctrlPr>
                            <a:rPr lang="es-ES" sz="1600" i="1">
                              <a:solidFill>
                                <a:schemeClr val="accent1">
                                  <a:lumMod val="50000"/>
                                </a:schemeClr>
                              </a:solidFill>
                              <a:latin typeface="Cambria Math" panose="02040503050406030204" pitchFamily="18" charset="0"/>
                            </a:rPr>
                          </m:ctrlPr>
                        </m:fPr>
                        <m:num>
                          <m:r>
                            <a:rPr lang="es-ES" sz="1600" i="1">
                              <a:solidFill>
                                <a:schemeClr val="accent1">
                                  <a:lumMod val="50000"/>
                                </a:schemeClr>
                              </a:solidFill>
                              <a:latin typeface="Cambria Math" panose="02040503050406030204" pitchFamily="18" charset="0"/>
                            </a:rPr>
                            <m:t>#</m:t>
                          </m:r>
                          <m:sSub>
                            <m:sSubPr>
                              <m:ctrlPr>
                                <a:rPr lang="es-ES" sz="1600" i="1">
                                  <a:solidFill>
                                    <a:schemeClr val="accent1">
                                      <a:lumMod val="50000"/>
                                    </a:schemeClr>
                                  </a:solidFill>
                                  <a:latin typeface="Cambria Math" panose="02040503050406030204" pitchFamily="18" charset="0"/>
                                </a:rPr>
                              </m:ctrlPr>
                            </m:sSubPr>
                            <m:e>
                              <m:r>
                                <a:rPr lang="es-ES" sz="1600" i="1">
                                  <a:solidFill>
                                    <a:schemeClr val="accent1">
                                      <a:lumMod val="50000"/>
                                    </a:schemeClr>
                                  </a:solidFill>
                                  <a:latin typeface="Cambria Math" panose="02040503050406030204" pitchFamily="18" charset="0"/>
                                </a:rPr>
                                <m:t>𝑁</m:t>
                              </m:r>
                            </m:e>
                            <m:sub>
                              <m:r>
                                <a:rPr lang="es-ES" sz="1600" b="0" i="1" smtClean="0">
                                  <a:solidFill>
                                    <a:schemeClr val="accent1">
                                      <a:lumMod val="50000"/>
                                    </a:schemeClr>
                                  </a:solidFill>
                                  <a:latin typeface="Cambria Math" panose="02040503050406030204" pitchFamily="18" charset="0"/>
                                </a:rPr>
                                <m:t>1</m:t>
                              </m:r>
                              <m:r>
                                <a:rPr lang="es-ES" sz="1600" i="1">
                                  <a:solidFill>
                                    <a:schemeClr val="accent1">
                                      <a:lumMod val="50000"/>
                                    </a:schemeClr>
                                  </a:solidFill>
                                  <a:latin typeface="Cambria Math" panose="02040503050406030204" pitchFamily="18" charset="0"/>
                                </a:rPr>
                                <m:t>(</m:t>
                              </m:r>
                              <m:sSub>
                                <m:sSubPr>
                                  <m:ctrlPr>
                                    <a:rPr lang="es-ES" sz="1600" i="1">
                                      <a:solidFill>
                                        <a:schemeClr val="accent1">
                                          <a:lumMod val="50000"/>
                                        </a:schemeClr>
                                      </a:solidFill>
                                      <a:latin typeface="Cambria Math" panose="02040503050406030204" pitchFamily="18" charset="0"/>
                                    </a:rPr>
                                  </m:ctrlPr>
                                </m:sSubPr>
                                <m:e>
                                  <m:r>
                                    <a:rPr lang="es-ES" sz="1600" i="1">
                                      <a:solidFill>
                                        <a:schemeClr val="accent1">
                                          <a:lumMod val="50000"/>
                                        </a:schemeClr>
                                      </a:solidFill>
                                      <a:latin typeface="Cambria Math" panose="02040503050406030204" pitchFamily="18" charset="0"/>
                                    </a:rPr>
                                    <m:t>𝑥</m:t>
                                  </m:r>
                                </m:e>
                                <m:sub>
                                  <m:r>
                                    <a:rPr lang="es-ES" sz="1600" i="1">
                                      <a:solidFill>
                                        <a:schemeClr val="accent1">
                                          <a:lumMod val="50000"/>
                                        </a:schemeClr>
                                      </a:solidFill>
                                      <a:latin typeface="Cambria Math" panose="02040503050406030204" pitchFamily="18" charset="0"/>
                                    </a:rPr>
                                    <m:t>1</m:t>
                                  </m:r>
                                </m:sub>
                              </m:sSub>
                              <m:r>
                                <a:rPr lang="es-ES" sz="1600" b="0" i="1" smtClean="0">
                                  <a:solidFill>
                                    <a:schemeClr val="accent1">
                                      <a:lumMod val="50000"/>
                                    </a:schemeClr>
                                  </a:solidFill>
                                  <a:latin typeface="Cambria Math" panose="02040503050406030204" pitchFamily="18" charset="0"/>
                                </a:rPr>
                                <m:t>&gt;</m:t>
                              </m:r>
                              <m:r>
                                <a:rPr lang="es-ES" sz="1600" i="1">
                                  <a:solidFill>
                                    <a:schemeClr val="accent1">
                                      <a:lumMod val="50000"/>
                                    </a:schemeClr>
                                  </a:solidFill>
                                  <a:latin typeface="Cambria Math" panose="02040503050406030204" pitchFamily="18" charset="0"/>
                                </a:rPr>
                                <m:t>2.38)</m:t>
                              </m:r>
                            </m:sub>
                          </m:sSub>
                        </m:num>
                        <m:den>
                          <m:r>
                            <a:rPr lang="es-ES" sz="1600" i="1">
                              <a:solidFill>
                                <a:schemeClr val="accent1">
                                  <a:lumMod val="50000"/>
                                </a:schemeClr>
                              </a:solidFill>
                              <a:latin typeface="Cambria Math" panose="02040503050406030204" pitchFamily="18" charset="0"/>
                            </a:rPr>
                            <m:t>#</m:t>
                          </m:r>
                          <m:sSub>
                            <m:sSubPr>
                              <m:ctrlPr>
                                <a:rPr lang="es-ES" sz="1600" i="1">
                                  <a:solidFill>
                                    <a:schemeClr val="accent1">
                                      <a:lumMod val="50000"/>
                                    </a:schemeClr>
                                  </a:solidFill>
                                  <a:latin typeface="Cambria Math" panose="02040503050406030204" pitchFamily="18" charset="0"/>
                                </a:rPr>
                              </m:ctrlPr>
                            </m:sSubPr>
                            <m:e>
                              <m:r>
                                <a:rPr lang="es-ES" sz="1600" i="1">
                                  <a:solidFill>
                                    <a:schemeClr val="accent1">
                                      <a:lumMod val="50000"/>
                                    </a:schemeClr>
                                  </a:solidFill>
                                  <a:latin typeface="Cambria Math" panose="02040503050406030204" pitchFamily="18" charset="0"/>
                                </a:rPr>
                                <m:t>𝑁</m:t>
                              </m:r>
                            </m:e>
                            <m:sub>
                              <m:r>
                                <a:rPr lang="es-ES" sz="1600" b="0" i="1" smtClean="0">
                                  <a:solidFill>
                                    <a:schemeClr val="accent1">
                                      <a:lumMod val="50000"/>
                                    </a:schemeClr>
                                  </a:solidFill>
                                  <a:latin typeface="Cambria Math" panose="02040503050406030204" pitchFamily="18" charset="0"/>
                                </a:rPr>
                                <m:t>1</m:t>
                              </m:r>
                            </m:sub>
                          </m:sSub>
                        </m:den>
                      </m:f>
                    </m:oMath>
                  </m:oMathPara>
                </a14:m>
                <a:endParaRPr lang="es-ES" sz="1600" b="0" dirty="0"/>
              </a:p>
            </p:txBody>
          </p:sp>
        </mc:Choice>
        <mc:Fallback xmlns="">
          <p:sp>
            <p:nvSpPr>
              <p:cNvPr id="2" name="CuadroTexto 1">
                <a:extLst>
                  <a:ext uri="{FF2B5EF4-FFF2-40B4-BE49-F238E27FC236}">
                    <a16:creationId xmlns:a16="http://schemas.microsoft.com/office/drawing/2014/main" id="{AE7623EE-F064-B2DB-4151-097CE00058A9}"/>
                  </a:ext>
                </a:extLst>
              </p:cNvPr>
              <p:cNvSpPr txBox="1">
                <a:spLocks noRot="1" noChangeAspect="1" noMove="1" noResize="1" noEditPoints="1" noAdjustHandles="1" noChangeArrowheads="1" noChangeShapeType="1" noTextEdit="1"/>
              </p:cNvSpPr>
              <p:nvPr/>
            </p:nvSpPr>
            <p:spPr>
              <a:xfrm>
                <a:off x="115656" y="1910501"/>
                <a:ext cx="5940490" cy="1620315"/>
              </a:xfrm>
              <a:prstGeom prst="rect">
                <a:avLst/>
              </a:prstGeom>
              <a:blipFill>
                <a:blip r:embed="rId2"/>
                <a:stretch>
                  <a:fillRect l="-2464" t="-4887"/>
                </a:stretch>
              </a:blipFill>
            </p:spPr>
            <p:txBody>
              <a:bodyPr/>
              <a:lstStyle/>
              <a:p>
                <a:r>
                  <a:rPr lang="es-ES">
                    <a:noFill/>
                  </a:rPr>
                  <a:t> </a:t>
                </a:r>
              </a:p>
            </p:txBody>
          </p:sp>
        </mc:Fallback>
      </mc:AlternateContent>
      <p:pic>
        <p:nvPicPr>
          <p:cNvPr id="7" name="Imagen 6">
            <a:extLst>
              <a:ext uri="{FF2B5EF4-FFF2-40B4-BE49-F238E27FC236}">
                <a16:creationId xmlns:a16="http://schemas.microsoft.com/office/drawing/2014/main" id="{340B1E95-D0D7-0833-B2F9-4032C9E1E3BD}"/>
              </a:ext>
            </a:extLst>
          </p:cNvPr>
          <p:cNvPicPr>
            <a:picLocks noChangeAspect="1"/>
          </p:cNvPicPr>
          <p:nvPr/>
        </p:nvPicPr>
        <p:blipFill>
          <a:blip r:embed="rId3"/>
          <a:srcRect r="1675"/>
          <a:stretch/>
        </p:blipFill>
        <p:spPr>
          <a:xfrm>
            <a:off x="6100735" y="1673179"/>
            <a:ext cx="6067278" cy="3344182"/>
          </a:xfrm>
          <a:prstGeom prst="rect">
            <a:avLst/>
          </a:prstGeom>
        </p:spPr>
      </p:pic>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214AEA61-CCA2-4D77-7210-37C71D498B2B}"/>
                  </a:ext>
                </a:extLst>
              </p:cNvPr>
              <p:cNvSpPr txBox="1"/>
              <p:nvPr/>
            </p:nvSpPr>
            <p:spPr>
              <a:xfrm>
                <a:off x="597158" y="4808824"/>
                <a:ext cx="5498842" cy="9840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sz="1800" b="0" i="1" smtClean="0">
                              <a:solidFill>
                                <a:schemeClr val="accent1">
                                  <a:lumMod val="50000"/>
                                </a:schemeClr>
                              </a:solidFill>
                              <a:latin typeface="Cambria Math" panose="02040503050406030204" pitchFamily="18" charset="0"/>
                            </a:rPr>
                          </m:ctrlPr>
                        </m:sSubPr>
                        <m:e>
                          <m:r>
                            <a:rPr lang="es-ES" sz="1800" b="0" i="1" smtClean="0">
                              <a:solidFill>
                                <a:schemeClr val="accent1">
                                  <a:lumMod val="50000"/>
                                </a:schemeClr>
                              </a:solidFill>
                              <a:latin typeface="Cambria Math" panose="02040503050406030204" pitchFamily="18" charset="0"/>
                            </a:rPr>
                            <m:t>𝐺</m:t>
                          </m:r>
                        </m:e>
                        <m:sub>
                          <m:r>
                            <a:rPr lang="es-ES" sz="1800" b="0" i="1" smtClean="0">
                              <a:solidFill>
                                <a:schemeClr val="accent1">
                                  <a:lumMod val="50000"/>
                                </a:schemeClr>
                              </a:solidFill>
                              <a:latin typeface="Cambria Math" panose="02040503050406030204" pitchFamily="18" charset="0"/>
                            </a:rPr>
                            <m:t>1(</m:t>
                          </m:r>
                          <m:sSub>
                            <m:sSubPr>
                              <m:ctrlPr>
                                <a:rPr lang="es-ES" sz="1800" b="0" i="1" smtClean="0">
                                  <a:solidFill>
                                    <a:schemeClr val="accent1">
                                      <a:lumMod val="50000"/>
                                    </a:schemeClr>
                                  </a:solidFill>
                                  <a:latin typeface="Cambria Math" panose="02040503050406030204" pitchFamily="18" charset="0"/>
                                </a:rPr>
                              </m:ctrlPr>
                            </m:sSubPr>
                            <m:e>
                              <m:r>
                                <a:rPr lang="es-ES" sz="1800" b="0" i="1" smtClean="0">
                                  <a:solidFill>
                                    <a:schemeClr val="accent1">
                                      <a:lumMod val="50000"/>
                                    </a:schemeClr>
                                  </a:solidFill>
                                  <a:latin typeface="Cambria Math" panose="02040503050406030204" pitchFamily="18" charset="0"/>
                                </a:rPr>
                                <m:t>𝑥</m:t>
                              </m:r>
                            </m:e>
                            <m:sub>
                              <m:r>
                                <a:rPr lang="es-ES" sz="1800" b="0" i="1" smtClean="0">
                                  <a:solidFill>
                                    <a:schemeClr val="accent1">
                                      <a:lumMod val="50000"/>
                                    </a:schemeClr>
                                  </a:solidFill>
                                  <a:latin typeface="Cambria Math" panose="02040503050406030204" pitchFamily="18" charset="0"/>
                                </a:rPr>
                                <m:t>1</m:t>
                              </m:r>
                            </m:sub>
                          </m:sSub>
                          <m:r>
                            <a:rPr lang="es-ES" sz="1800" b="0" i="1" smtClean="0">
                              <a:solidFill>
                                <a:schemeClr val="accent1">
                                  <a:lumMod val="50000"/>
                                </a:schemeClr>
                              </a:solidFill>
                              <a:latin typeface="Cambria Math" panose="02040503050406030204" pitchFamily="18" charset="0"/>
                              <a:ea typeface="Cambria Math" panose="02040503050406030204" pitchFamily="18" charset="0"/>
                            </a:rPr>
                            <m:t>≤</m:t>
                          </m:r>
                          <m:r>
                            <a:rPr lang="es-ES" sz="1800" i="1">
                              <a:solidFill>
                                <a:schemeClr val="accent1">
                                  <a:lumMod val="50000"/>
                                </a:schemeClr>
                              </a:solidFill>
                              <a:latin typeface="Cambria Math" panose="02040503050406030204" pitchFamily="18" charset="0"/>
                            </a:rPr>
                            <m:t>2.38</m:t>
                          </m:r>
                          <m:r>
                            <a:rPr lang="es-ES" sz="1800" b="0" i="1" smtClean="0">
                              <a:solidFill>
                                <a:schemeClr val="accent1">
                                  <a:lumMod val="50000"/>
                                </a:schemeClr>
                              </a:solidFill>
                              <a:latin typeface="Cambria Math" panose="02040503050406030204" pitchFamily="18" charset="0"/>
                            </a:rPr>
                            <m:t>)</m:t>
                          </m:r>
                        </m:sub>
                      </m:sSub>
                      <m:r>
                        <a:rPr lang="es-ES" sz="1800" b="0" i="1" smtClean="0">
                          <a:solidFill>
                            <a:schemeClr val="accent1">
                              <a:lumMod val="50000"/>
                            </a:schemeClr>
                          </a:solidFill>
                          <a:latin typeface="Cambria Math" panose="02040503050406030204" pitchFamily="18" charset="0"/>
                        </a:rPr>
                        <m:t>=1−</m:t>
                      </m:r>
                      <m:d>
                        <m:dPr>
                          <m:ctrlPr>
                            <a:rPr lang="es-ES" sz="1800" b="0" i="1" smtClean="0">
                              <a:solidFill>
                                <a:schemeClr val="accent1">
                                  <a:lumMod val="50000"/>
                                </a:schemeClr>
                              </a:solidFill>
                              <a:latin typeface="Cambria Math" panose="02040503050406030204" pitchFamily="18" charset="0"/>
                            </a:rPr>
                          </m:ctrlPr>
                        </m:dPr>
                        <m:e>
                          <m:sSup>
                            <m:sSupPr>
                              <m:ctrlPr>
                                <a:rPr lang="es-ES" sz="1800" b="0" i="1" smtClean="0">
                                  <a:solidFill>
                                    <a:schemeClr val="accent1">
                                      <a:lumMod val="50000"/>
                                    </a:schemeClr>
                                  </a:solidFill>
                                  <a:latin typeface="Cambria Math" panose="02040503050406030204" pitchFamily="18" charset="0"/>
                                </a:rPr>
                              </m:ctrlPr>
                            </m:sSupPr>
                            <m:e>
                              <m:d>
                                <m:dPr>
                                  <m:ctrlPr>
                                    <a:rPr lang="es-ES" sz="1800" b="0" i="1" smtClean="0">
                                      <a:solidFill>
                                        <a:schemeClr val="accent1">
                                          <a:lumMod val="50000"/>
                                        </a:schemeClr>
                                      </a:solidFill>
                                      <a:latin typeface="Cambria Math" panose="02040503050406030204" pitchFamily="18" charset="0"/>
                                    </a:rPr>
                                  </m:ctrlPr>
                                </m:dPr>
                                <m:e>
                                  <m:f>
                                    <m:fPr>
                                      <m:ctrlPr>
                                        <a:rPr lang="es-ES" i="1">
                                          <a:solidFill>
                                            <a:schemeClr val="accent1">
                                              <a:lumMod val="50000"/>
                                            </a:schemeClr>
                                          </a:solidFill>
                                          <a:latin typeface="Cambria Math" panose="02040503050406030204" pitchFamily="18" charset="0"/>
                                        </a:rPr>
                                      </m:ctrlPr>
                                    </m:fPr>
                                    <m:num>
                                      <m:r>
                                        <a:rPr lang="es-ES" i="1">
                                          <a:solidFill>
                                            <a:schemeClr val="accent1">
                                              <a:lumMod val="50000"/>
                                            </a:schemeClr>
                                          </a:solidFill>
                                          <a:latin typeface="Cambria Math" panose="02040503050406030204" pitchFamily="18" charset="0"/>
                                        </a:rPr>
                                        <m:t>50</m:t>
                                      </m:r>
                                    </m:num>
                                    <m:den>
                                      <m:r>
                                        <a:rPr lang="es-ES" i="1">
                                          <a:solidFill>
                                            <a:schemeClr val="accent1">
                                              <a:lumMod val="50000"/>
                                            </a:schemeClr>
                                          </a:solidFill>
                                          <a:latin typeface="Cambria Math" panose="02040503050406030204" pitchFamily="18" charset="0"/>
                                        </a:rPr>
                                        <m:t>50</m:t>
                                      </m:r>
                                    </m:den>
                                  </m:f>
                                </m:e>
                              </m:d>
                            </m:e>
                            <m:sup>
                              <m:r>
                                <a:rPr lang="es-ES" sz="1800" b="0" i="1" smtClean="0">
                                  <a:solidFill>
                                    <a:schemeClr val="accent1">
                                      <a:lumMod val="50000"/>
                                    </a:schemeClr>
                                  </a:solidFill>
                                  <a:latin typeface="Cambria Math" panose="02040503050406030204" pitchFamily="18" charset="0"/>
                                </a:rPr>
                                <m:t>2</m:t>
                              </m:r>
                            </m:sup>
                          </m:sSup>
                          <m:r>
                            <a:rPr lang="es-ES" sz="1800" b="0" i="1" smtClean="0">
                              <a:solidFill>
                                <a:schemeClr val="accent1">
                                  <a:lumMod val="50000"/>
                                </a:schemeClr>
                              </a:solidFill>
                              <a:latin typeface="Cambria Math" panose="02040503050406030204" pitchFamily="18" charset="0"/>
                            </a:rPr>
                            <m:t>+</m:t>
                          </m:r>
                          <m:sSup>
                            <m:sSupPr>
                              <m:ctrlPr>
                                <a:rPr lang="es-ES" i="1">
                                  <a:solidFill>
                                    <a:schemeClr val="accent1">
                                      <a:lumMod val="50000"/>
                                    </a:schemeClr>
                                  </a:solidFill>
                                  <a:latin typeface="Cambria Math" panose="02040503050406030204" pitchFamily="18" charset="0"/>
                                </a:rPr>
                              </m:ctrlPr>
                            </m:sSupPr>
                            <m:e>
                              <m:d>
                                <m:dPr>
                                  <m:ctrlPr>
                                    <a:rPr lang="es-ES" i="1">
                                      <a:solidFill>
                                        <a:schemeClr val="accent1">
                                          <a:lumMod val="50000"/>
                                        </a:schemeClr>
                                      </a:solidFill>
                                      <a:latin typeface="Cambria Math" panose="02040503050406030204" pitchFamily="18" charset="0"/>
                                    </a:rPr>
                                  </m:ctrlPr>
                                </m:dPr>
                                <m:e>
                                  <m:f>
                                    <m:fPr>
                                      <m:ctrlPr>
                                        <a:rPr lang="es-ES" i="1">
                                          <a:solidFill>
                                            <a:schemeClr val="accent1">
                                              <a:lumMod val="50000"/>
                                            </a:schemeClr>
                                          </a:solidFill>
                                          <a:latin typeface="Cambria Math" panose="02040503050406030204" pitchFamily="18" charset="0"/>
                                        </a:rPr>
                                      </m:ctrlPr>
                                    </m:fPr>
                                    <m:num>
                                      <m:r>
                                        <a:rPr lang="es-ES" b="0" i="1" smtClean="0">
                                          <a:solidFill>
                                            <a:schemeClr val="accent1">
                                              <a:lumMod val="50000"/>
                                            </a:schemeClr>
                                          </a:solidFill>
                                          <a:latin typeface="Cambria Math" panose="02040503050406030204" pitchFamily="18" charset="0"/>
                                        </a:rPr>
                                        <m:t>0</m:t>
                                      </m:r>
                                    </m:num>
                                    <m:den>
                                      <m:r>
                                        <a:rPr lang="es-ES" i="1">
                                          <a:solidFill>
                                            <a:schemeClr val="accent1">
                                              <a:lumMod val="50000"/>
                                            </a:schemeClr>
                                          </a:solidFill>
                                          <a:latin typeface="Cambria Math" panose="02040503050406030204" pitchFamily="18" charset="0"/>
                                        </a:rPr>
                                        <m:t>50</m:t>
                                      </m:r>
                                    </m:den>
                                  </m:f>
                                </m:e>
                              </m:d>
                            </m:e>
                            <m:sup>
                              <m:r>
                                <a:rPr lang="es-ES" i="1">
                                  <a:solidFill>
                                    <a:schemeClr val="accent1">
                                      <a:lumMod val="50000"/>
                                    </a:schemeClr>
                                  </a:solidFill>
                                  <a:latin typeface="Cambria Math" panose="02040503050406030204" pitchFamily="18" charset="0"/>
                                </a:rPr>
                                <m:t>2</m:t>
                              </m:r>
                            </m:sup>
                          </m:sSup>
                          <m:r>
                            <a:rPr lang="es-ES" b="0" i="1" smtClean="0">
                              <a:solidFill>
                                <a:schemeClr val="accent1">
                                  <a:lumMod val="50000"/>
                                </a:schemeClr>
                              </a:solidFill>
                              <a:latin typeface="Cambria Math" panose="02040503050406030204" pitchFamily="18" charset="0"/>
                            </a:rPr>
                            <m:t>+</m:t>
                          </m:r>
                          <m:sSup>
                            <m:sSupPr>
                              <m:ctrlPr>
                                <a:rPr lang="es-ES" i="1">
                                  <a:solidFill>
                                    <a:schemeClr val="accent1">
                                      <a:lumMod val="50000"/>
                                    </a:schemeClr>
                                  </a:solidFill>
                                  <a:latin typeface="Cambria Math" panose="02040503050406030204" pitchFamily="18" charset="0"/>
                                </a:rPr>
                              </m:ctrlPr>
                            </m:sSupPr>
                            <m:e>
                              <m:d>
                                <m:dPr>
                                  <m:ctrlPr>
                                    <a:rPr lang="es-ES" i="1">
                                      <a:solidFill>
                                        <a:schemeClr val="accent1">
                                          <a:lumMod val="50000"/>
                                        </a:schemeClr>
                                      </a:solidFill>
                                      <a:latin typeface="Cambria Math" panose="02040503050406030204" pitchFamily="18" charset="0"/>
                                    </a:rPr>
                                  </m:ctrlPr>
                                </m:dPr>
                                <m:e>
                                  <m:f>
                                    <m:fPr>
                                      <m:ctrlPr>
                                        <a:rPr lang="es-ES" i="1">
                                          <a:solidFill>
                                            <a:schemeClr val="accent1">
                                              <a:lumMod val="50000"/>
                                            </a:schemeClr>
                                          </a:solidFill>
                                          <a:latin typeface="Cambria Math" panose="02040503050406030204" pitchFamily="18" charset="0"/>
                                        </a:rPr>
                                      </m:ctrlPr>
                                    </m:fPr>
                                    <m:num>
                                      <m:r>
                                        <a:rPr lang="es-ES" b="0" i="1" smtClean="0">
                                          <a:solidFill>
                                            <a:schemeClr val="accent1">
                                              <a:lumMod val="50000"/>
                                            </a:schemeClr>
                                          </a:solidFill>
                                          <a:latin typeface="Cambria Math" panose="02040503050406030204" pitchFamily="18" charset="0"/>
                                        </a:rPr>
                                        <m:t>0</m:t>
                                      </m:r>
                                    </m:num>
                                    <m:den>
                                      <m:r>
                                        <a:rPr lang="es-ES" i="1">
                                          <a:solidFill>
                                            <a:schemeClr val="accent1">
                                              <a:lumMod val="50000"/>
                                            </a:schemeClr>
                                          </a:solidFill>
                                          <a:latin typeface="Cambria Math" panose="02040503050406030204" pitchFamily="18" charset="0"/>
                                        </a:rPr>
                                        <m:t>50</m:t>
                                      </m:r>
                                    </m:den>
                                  </m:f>
                                </m:e>
                              </m:d>
                            </m:e>
                            <m:sup>
                              <m:r>
                                <a:rPr lang="es-ES" i="1">
                                  <a:solidFill>
                                    <a:schemeClr val="accent1">
                                      <a:lumMod val="50000"/>
                                    </a:schemeClr>
                                  </a:solidFill>
                                  <a:latin typeface="Cambria Math" panose="02040503050406030204" pitchFamily="18" charset="0"/>
                                </a:rPr>
                                <m:t>2</m:t>
                              </m:r>
                            </m:sup>
                          </m:sSup>
                        </m:e>
                      </m:d>
                      <m:r>
                        <a:rPr lang="es-ES" sz="1800" b="0" i="1" smtClean="0">
                          <a:solidFill>
                            <a:schemeClr val="accent1">
                              <a:lumMod val="50000"/>
                            </a:schemeClr>
                          </a:solidFill>
                          <a:latin typeface="Cambria Math" panose="02040503050406030204" pitchFamily="18" charset="0"/>
                        </a:rPr>
                        <m:t>=0</m:t>
                      </m:r>
                    </m:oMath>
                  </m:oMathPara>
                </a14:m>
                <a:endParaRPr lang="es-ES" dirty="0"/>
              </a:p>
            </p:txBody>
          </p:sp>
        </mc:Choice>
        <mc:Fallback xmlns="">
          <p:sp>
            <p:nvSpPr>
              <p:cNvPr id="8" name="CuadroTexto 7">
                <a:extLst>
                  <a:ext uri="{FF2B5EF4-FFF2-40B4-BE49-F238E27FC236}">
                    <a16:creationId xmlns:a16="http://schemas.microsoft.com/office/drawing/2014/main" id="{214AEA61-CCA2-4D77-7210-37C71D498B2B}"/>
                  </a:ext>
                </a:extLst>
              </p:cNvPr>
              <p:cNvSpPr txBox="1">
                <a:spLocks noRot="1" noChangeAspect="1" noMove="1" noResize="1" noEditPoints="1" noAdjustHandles="1" noChangeArrowheads="1" noChangeShapeType="1" noTextEdit="1"/>
              </p:cNvSpPr>
              <p:nvPr/>
            </p:nvSpPr>
            <p:spPr>
              <a:xfrm>
                <a:off x="597158" y="4808824"/>
                <a:ext cx="5498842" cy="984052"/>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18AA40FC-B6F7-A050-FCE0-0D0CF25C3881}"/>
                  </a:ext>
                </a:extLst>
              </p:cNvPr>
              <p:cNvSpPr txBox="1"/>
              <p:nvPr/>
            </p:nvSpPr>
            <p:spPr>
              <a:xfrm>
                <a:off x="681133" y="5873948"/>
                <a:ext cx="5638801" cy="9840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sz="1800" i="1" smtClean="0">
                              <a:solidFill>
                                <a:schemeClr val="accent1">
                                  <a:lumMod val="50000"/>
                                </a:schemeClr>
                              </a:solidFill>
                              <a:latin typeface="Cambria Math" panose="02040503050406030204" pitchFamily="18" charset="0"/>
                            </a:rPr>
                          </m:ctrlPr>
                        </m:sSubPr>
                        <m:e>
                          <m:r>
                            <a:rPr lang="es-ES" sz="1800" i="1">
                              <a:solidFill>
                                <a:schemeClr val="accent1">
                                  <a:lumMod val="50000"/>
                                </a:schemeClr>
                              </a:solidFill>
                              <a:latin typeface="Cambria Math" panose="02040503050406030204" pitchFamily="18" charset="0"/>
                            </a:rPr>
                            <m:t>𝐺</m:t>
                          </m:r>
                        </m:e>
                        <m:sub>
                          <m:r>
                            <a:rPr lang="es-ES" sz="1800" b="0" i="1" smtClean="0">
                              <a:solidFill>
                                <a:schemeClr val="accent1">
                                  <a:lumMod val="50000"/>
                                </a:schemeClr>
                              </a:solidFill>
                              <a:latin typeface="Cambria Math" panose="02040503050406030204" pitchFamily="18" charset="0"/>
                            </a:rPr>
                            <m:t>1</m:t>
                          </m:r>
                          <m:r>
                            <a:rPr lang="es-ES" sz="1800" i="1">
                              <a:solidFill>
                                <a:schemeClr val="accent1">
                                  <a:lumMod val="50000"/>
                                </a:schemeClr>
                              </a:solidFill>
                              <a:latin typeface="Cambria Math" panose="02040503050406030204" pitchFamily="18" charset="0"/>
                            </a:rPr>
                            <m:t>(</m:t>
                          </m:r>
                          <m:sSub>
                            <m:sSubPr>
                              <m:ctrlPr>
                                <a:rPr lang="es-ES" sz="1800" i="1">
                                  <a:solidFill>
                                    <a:schemeClr val="accent1">
                                      <a:lumMod val="50000"/>
                                    </a:schemeClr>
                                  </a:solidFill>
                                  <a:latin typeface="Cambria Math" panose="02040503050406030204" pitchFamily="18" charset="0"/>
                                </a:rPr>
                              </m:ctrlPr>
                            </m:sSubPr>
                            <m:e>
                              <m:r>
                                <a:rPr lang="es-ES" sz="1800" i="1">
                                  <a:solidFill>
                                    <a:schemeClr val="accent1">
                                      <a:lumMod val="50000"/>
                                    </a:schemeClr>
                                  </a:solidFill>
                                  <a:latin typeface="Cambria Math" panose="02040503050406030204" pitchFamily="18" charset="0"/>
                                </a:rPr>
                                <m:t>𝑥</m:t>
                              </m:r>
                            </m:e>
                            <m:sub>
                              <m:r>
                                <a:rPr lang="es-ES" sz="1800" i="1">
                                  <a:solidFill>
                                    <a:schemeClr val="accent1">
                                      <a:lumMod val="50000"/>
                                    </a:schemeClr>
                                  </a:solidFill>
                                  <a:latin typeface="Cambria Math" panose="02040503050406030204" pitchFamily="18" charset="0"/>
                                </a:rPr>
                                <m:t>1</m:t>
                              </m:r>
                            </m:sub>
                          </m:sSub>
                          <m:r>
                            <a:rPr lang="es-ES" sz="1800" b="0" i="1" smtClean="0">
                              <a:solidFill>
                                <a:schemeClr val="accent1">
                                  <a:lumMod val="50000"/>
                                </a:schemeClr>
                              </a:solidFill>
                              <a:latin typeface="Cambria Math" panose="02040503050406030204" pitchFamily="18" charset="0"/>
                            </a:rPr>
                            <m:t>&gt;</m:t>
                          </m:r>
                          <m:r>
                            <a:rPr lang="es-ES" sz="1800" b="0" i="1" smtClean="0">
                              <a:solidFill>
                                <a:schemeClr val="accent1">
                                  <a:lumMod val="50000"/>
                                </a:schemeClr>
                              </a:solidFill>
                              <a:latin typeface="Cambria Math" panose="02040503050406030204" pitchFamily="18" charset="0"/>
                              <a:ea typeface="Cambria Math" panose="02040503050406030204" pitchFamily="18" charset="0"/>
                            </a:rPr>
                            <m:t>2.38</m:t>
                          </m:r>
                          <m:r>
                            <a:rPr lang="es-ES" sz="1800" i="1">
                              <a:solidFill>
                                <a:schemeClr val="accent1">
                                  <a:lumMod val="50000"/>
                                </a:schemeClr>
                              </a:solidFill>
                              <a:latin typeface="Cambria Math" panose="02040503050406030204" pitchFamily="18" charset="0"/>
                            </a:rPr>
                            <m:t>)</m:t>
                          </m:r>
                        </m:sub>
                      </m:sSub>
                      <m:r>
                        <a:rPr lang="es-ES" i="1">
                          <a:solidFill>
                            <a:schemeClr val="accent1">
                              <a:lumMod val="50000"/>
                            </a:schemeClr>
                          </a:solidFill>
                          <a:latin typeface="Cambria Math" panose="02040503050406030204" pitchFamily="18" charset="0"/>
                        </a:rPr>
                        <m:t>=1−</m:t>
                      </m:r>
                      <m:d>
                        <m:dPr>
                          <m:ctrlPr>
                            <a:rPr lang="es-ES" i="1">
                              <a:solidFill>
                                <a:schemeClr val="accent1">
                                  <a:lumMod val="50000"/>
                                </a:schemeClr>
                              </a:solidFill>
                              <a:latin typeface="Cambria Math" panose="02040503050406030204" pitchFamily="18" charset="0"/>
                            </a:rPr>
                          </m:ctrlPr>
                        </m:dPr>
                        <m:e>
                          <m:sSup>
                            <m:sSupPr>
                              <m:ctrlPr>
                                <a:rPr lang="es-ES" i="1">
                                  <a:solidFill>
                                    <a:schemeClr val="accent1">
                                      <a:lumMod val="50000"/>
                                    </a:schemeClr>
                                  </a:solidFill>
                                  <a:latin typeface="Cambria Math" panose="02040503050406030204" pitchFamily="18" charset="0"/>
                                </a:rPr>
                              </m:ctrlPr>
                            </m:sSupPr>
                            <m:e>
                              <m:d>
                                <m:dPr>
                                  <m:ctrlPr>
                                    <a:rPr lang="es-ES" i="1">
                                      <a:solidFill>
                                        <a:schemeClr val="accent1">
                                          <a:lumMod val="50000"/>
                                        </a:schemeClr>
                                      </a:solidFill>
                                      <a:latin typeface="Cambria Math" panose="02040503050406030204" pitchFamily="18" charset="0"/>
                                    </a:rPr>
                                  </m:ctrlPr>
                                </m:dPr>
                                <m:e>
                                  <m:f>
                                    <m:fPr>
                                      <m:ctrlPr>
                                        <a:rPr lang="es-ES" i="1">
                                          <a:solidFill>
                                            <a:schemeClr val="accent1">
                                              <a:lumMod val="50000"/>
                                            </a:schemeClr>
                                          </a:solidFill>
                                          <a:latin typeface="Cambria Math" panose="02040503050406030204" pitchFamily="18" charset="0"/>
                                        </a:rPr>
                                      </m:ctrlPr>
                                    </m:fPr>
                                    <m:num>
                                      <m:r>
                                        <a:rPr lang="es-ES" i="1">
                                          <a:solidFill>
                                            <a:schemeClr val="accent1">
                                              <a:lumMod val="50000"/>
                                            </a:schemeClr>
                                          </a:solidFill>
                                          <a:latin typeface="Cambria Math" panose="02040503050406030204" pitchFamily="18" charset="0"/>
                                        </a:rPr>
                                        <m:t>0</m:t>
                                      </m:r>
                                    </m:num>
                                    <m:den>
                                      <m:r>
                                        <a:rPr lang="es-ES" b="0" i="1" smtClean="0">
                                          <a:solidFill>
                                            <a:schemeClr val="accent1">
                                              <a:lumMod val="50000"/>
                                            </a:schemeClr>
                                          </a:solidFill>
                                          <a:latin typeface="Cambria Math" panose="02040503050406030204" pitchFamily="18" charset="0"/>
                                        </a:rPr>
                                        <m:t>10</m:t>
                                      </m:r>
                                      <m:r>
                                        <a:rPr lang="es-ES" i="1">
                                          <a:solidFill>
                                            <a:schemeClr val="accent1">
                                              <a:lumMod val="50000"/>
                                            </a:schemeClr>
                                          </a:solidFill>
                                          <a:latin typeface="Cambria Math" panose="02040503050406030204" pitchFamily="18" charset="0"/>
                                        </a:rPr>
                                        <m:t>0</m:t>
                                      </m:r>
                                    </m:den>
                                  </m:f>
                                </m:e>
                              </m:d>
                            </m:e>
                            <m:sup>
                              <m:r>
                                <a:rPr lang="es-ES" i="1">
                                  <a:solidFill>
                                    <a:schemeClr val="accent1">
                                      <a:lumMod val="50000"/>
                                    </a:schemeClr>
                                  </a:solidFill>
                                  <a:latin typeface="Cambria Math" panose="02040503050406030204" pitchFamily="18" charset="0"/>
                                </a:rPr>
                                <m:t>2</m:t>
                              </m:r>
                            </m:sup>
                          </m:sSup>
                          <m:r>
                            <a:rPr lang="es-ES" i="1">
                              <a:solidFill>
                                <a:schemeClr val="accent1">
                                  <a:lumMod val="50000"/>
                                </a:schemeClr>
                              </a:solidFill>
                              <a:latin typeface="Cambria Math" panose="02040503050406030204" pitchFamily="18" charset="0"/>
                            </a:rPr>
                            <m:t>+</m:t>
                          </m:r>
                          <m:sSup>
                            <m:sSupPr>
                              <m:ctrlPr>
                                <a:rPr lang="es-ES" i="1">
                                  <a:solidFill>
                                    <a:schemeClr val="accent1">
                                      <a:lumMod val="50000"/>
                                    </a:schemeClr>
                                  </a:solidFill>
                                  <a:latin typeface="Cambria Math" panose="02040503050406030204" pitchFamily="18" charset="0"/>
                                </a:rPr>
                              </m:ctrlPr>
                            </m:sSupPr>
                            <m:e>
                              <m:d>
                                <m:dPr>
                                  <m:ctrlPr>
                                    <a:rPr lang="es-ES" i="1">
                                      <a:solidFill>
                                        <a:schemeClr val="accent1">
                                          <a:lumMod val="50000"/>
                                        </a:schemeClr>
                                      </a:solidFill>
                                      <a:latin typeface="Cambria Math" panose="02040503050406030204" pitchFamily="18" charset="0"/>
                                    </a:rPr>
                                  </m:ctrlPr>
                                </m:dPr>
                                <m:e>
                                  <m:f>
                                    <m:fPr>
                                      <m:ctrlPr>
                                        <a:rPr lang="es-ES" i="1">
                                          <a:solidFill>
                                            <a:schemeClr val="accent1">
                                              <a:lumMod val="50000"/>
                                            </a:schemeClr>
                                          </a:solidFill>
                                          <a:latin typeface="Cambria Math" panose="02040503050406030204" pitchFamily="18" charset="0"/>
                                        </a:rPr>
                                      </m:ctrlPr>
                                    </m:fPr>
                                    <m:num>
                                      <m:r>
                                        <a:rPr lang="es-ES" i="1">
                                          <a:solidFill>
                                            <a:schemeClr val="accent1">
                                              <a:lumMod val="50000"/>
                                            </a:schemeClr>
                                          </a:solidFill>
                                          <a:latin typeface="Cambria Math" panose="02040503050406030204" pitchFamily="18" charset="0"/>
                                        </a:rPr>
                                        <m:t>50</m:t>
                                      </m:r>
                                    </m:num>
                                    <m:den>
                                      <m:r>
                                        <a:rPr lang="es-ES" b="0" i="1" smtClean="0">
                                          <a:solidFill>
                                            <a:schemeClr val="accent1">
                                              <a:lumMod val="50000"/>
                                            </a:schemeClr>
                                          </a:solidFill>
                                          <a:latin typeface="Cambria Math" panose="02040503050406030204" pitchFamily="18" charset="0"/>
                                        </a:rPr>
                                        <m:t>10</m:t>
                                      </m:r>
                                      <m:r>
                                        <a:rPr lang="es-ES" i="1">
                                          <a:solidFill>
                                            <a:schemeClr val="accent1">
                                              <a:lumMod val="50000"/>
                                            </a:schemeClr>
                                          </a:solidFill>
                                          <a:latin typeface="Cambria Math" panose="02040503050406030204" pitchFamily="18" charset="0"/>
                                        </a:rPr>
                                        <m:t>0</m:t>
                                      </m:r>
                                    </m:den>
                                  </m:f>
                                </m:e>
                              </m:d>
                            </m:e>
                            <m:sup>
                              <m:r>
                                <a:rPr lang="es-ES" i="1">
                                  <a:solidFill>
                                    <a:schemeClr val="accent1">
                                      <a:lumMod val="50000"/>
                                    </a:schemeClr>
                                  </a:solidFill>
                                  <a:latin typeface="Cambria Math" panose="02040503050406030204" pitchFamily="18" charset="0"/>
                                </a:rPr>
                                <m:t>2</m:t>
                              </m:r>
                            </m:sup>
                          </m:sSup>
                          <m:r>
                            <a:rPr lang="es-ES" i="1">
                              <a:solidFill>
                                <a:schemeClr val="accent1">
                                  <a:lumMod val="50000"/>
                                </a:schemeClr>
                              </a:solidFill>
                              <a:latin typeface="Cambria Math" panose="02040503050406030204" pitchFamily="18" charset="0"/>
                            </a:rPr>
                            <m:t>+</m:t>
                          </m:r>
                          <m:sSup>
                            <m:sSupPr>
                              <m:ctrlPr>
                                <a:rPr lang="es-ES" i="1">
                                  <a:solidFill>
                                    <a:schemeClr val="accent1">
                                      <a:lumMod val="50000"/>
                                    </a:schemeClr>
                                  </a:solidFill>
                                  <a:latin typeface="Cambria Math" panose="02040503050406030204" pitchFamily="18" charset="0"/>
                                </a:rPr>
                              </m:ctrlPr>
                            </m:sSupPr>
                            <m:e>
                              <m:d>
                                <m:dPr>
                                  <m:ctrlPr>
                                    <a:rPr lang="es-ES" i="1">
                                      <a:solidFill>
                                        <a:schemeClr val="accent1">
                                          <a:lumMod val="50000"/>
                                        </a:schemeClr>
                                      </a:solidFill>
                                      <a:latin typeface="Cambria Math" panose="02040503050406030204" pitchFamily="18" charset="0"/>
                                    </a:rPr>
                                  </m:ctrlPr>
                                </m:dPr>
                                <m:e>
                                  <m:f>
                                    <m:fPr>
                                      <m:ctrlPr>
                                        <a:rPr lang="es-ES" i="1">
                                          <a:solidFill>
                                            <a:schemeClr val="accent1">
                                              <a:lumMod val="50000"/>
                                            </a:schemeClr>
                                          </a:solidFill>
                                          <a:latin typeface="Cambria Math" panose="02040503050406030204" pitchFamily="18" charset="0"/>
                                        </a:rPr>
                                      </m:ctrlPr>
                                    </m:fPr>
                                    <m:num>
                                      <m:r>
                                        <a:rPr lang="es-ES" i="1">
                                          <a:solidFill>
                                            <a:schemeClr val="accent1">
                                              <a:lumMod val="50000"/>
                                            </a:schemeClr>
                                          </a:solidFill>
                                          <a:latin typeface="Cambria Math" panose="02040503050406030204" pitchFamily="18" charset="0"/>
                                        </a:rPr>
                                        <m:t>50</m:t>
                                      </m:r>
                                    </m:num>
                                    <m:den>
                                      <m:r>
                                        <a:rPr lang="es-ES" b="0" i="1" smtClean="0">
                                          <a:solidFill>
                                            <a:schemeClr val="accent1">
                                              <a:lumMod val="50000"/>
                                            </a:schemeClr>
                                          </a:solidFill>
                                          <a:latin typeface="Cambria Math" panose="02040503050406030204" pitchFamily="18" charset="0"/>
                                        </a:rPr>
                                        <m:t>10</m:t>
                                      </m:r>
                                      <m:r>
                                        <a:rPr lang="es-ES" i="1">
                                          <a:solidFill>
                                            <a:schemeClr val="accent1">
                                              <a:lumMod val="50000"/>
                                            </a:schemeClr>
                                          </a:solidFill>
                                          <a:latin typeface="Cambria Math" panose="02040503050406030204" pitchFamily="18" charset="0"/>
                                        </a:rPr>
                                        <m:t>0</m:t>
                                      </m:r>
                                    </m:den>
                                  </m:f>
                                </m:e>
                              </m:d>
                            </m:e>
                            <m:sup>
                              <m:r>
                                <a:rPr lang="es-ES" i="1">
                                  <a:solidFill>
                                    <a:schemeClr val="accent1">
                                      <a:lumMod val="50000"/>
                                    </a:schemeClr>
                                  </a:solidFill>
                                  <a:latin typeface="Cambria Math" panose="02040503050406030204" pitchFamily="18" charset="0"/>
                                </a:rPr>
                                <m:t>2</m:t>
                              </m:r>
                            </m:sup>
                          </m:sSup>
                        </m:e>
                      </m:d>
                      <m:r>
                        <a:rPr lang="es-ES" i="1">
                          <a:solidFill>
                            <a:schemeClr val="accent1">
                              <a:lumMod val="50000"/>
                            </a:schemeClr>
                          </a:solidFill>
                          <a:latin typeface="Cambria Math" panose="02040503050406030204" pitchFamily="18" charset="0"/>
                        </a:rPr>
                        <m:t>=0</m:t>
                      </m:r>
                      <m:r>
                        <a:rPr lang="es-ES" b="0" i="1" smtClean="0">
                          <a:solidFill>
                            <a:schemeClr val="accent1">
                              <a:lumMod val="50000"/>
                            </a:schemeClr>
                          </a:solidFill>
                          <a:latin typeface="Cambria Math" panose="02040503050406030204" pitchFamily="18" charset="0"/>
                        </a:rPr>
                        <m:t>.5</m:t>
                      </m:r>
                    </m:oMath>
                  </m:oMathPara>
                </a14:m>
                <a:endParaRPr lang="es-ES" dirty="0"/>
              </a:p>
            </p:txBody>
          </p:sp>
        </mc:Choice>
        <mc:Fallback xmlns="">
          <p:sp>
            <p:nvSpPr>
              <p:cNvPr id="12" name="CuadroTexto 11">
                <a:extLst>
                  <a:ext uri="{FF2B5EF4-FFF2-40B4-BE49-F238E27FC236}">
                    <a16:creationId xmlns:a16="http://schemas.microsoft.com/office/drawing/2014/main" id="{18AA40FC-B6F7-A050-FCE0-0D0CF25C3881}"/>
                  </a:ext>
                </a:extLst>
              </p:cNvPr>
              <p:cNvSpPr txBox="1">
                <a:spLocks noRot="1" noChangeAspect="1" noMove="1" noResize="1" noEditPoints="1" noAdjustHandles="1" noChangeArrowheads="1" noChangeShapeType="1" noTextEdit="1"/>
              </p:cNvSpPr>
              <p:nvPr/>
            </p:nvSpPr>
            <p:spPr>
              <a:xfrm>
                <a:off x="681133" y="5873948"/>
                <a:ext cx="5638801" cy="984052"/>
              </a:xfrm>
              <a:prstGeom prst="rect">
                <a:avLst/>
              </a:prstGeom>
              <a:blipFill>
                <a:blip r:embed="rId5"/>
                <a:stretch>
                  <a:fillRect/>
                </a:stretch>
              </a:blipFill>
            </p:spPr>
            <p:txBody>
              <a:bodyPr/>
              <a:lstStyle/>
              <a:p>
                <a:r>
                  <a:rPr lang="es-ES">
                    <a:noFill/>
                  </a:rPr>
                  <a:t> </a:t>
                </a:r>
              </a:p>
            </p:txBody>
          </p:sp>
        </mc:Fallback>
      </mc:AlternateContent>
      <p:sp>
        <p:nvSpPr>
          <p:cNvPr id="14" name="Elipse 13">
            <a:extLst>
              <a:ext uri="{FF2B5EF4-FFF2-40B4-BE49-F238E27FC236}">
                <a16:creationId xmlns:a16="http://schemas.microsoft.com/office/drawing/2014/main" id="{287F7716-AC82-F4C2-A2F2-00B809C07766}"/>
              </a:ext>
            </a:extLst>
          </p:cNvPr>
          <p:cNvSpPr/>
          <p:nvPr/>
        </p:nvSpPr>
        <p:spPr>
          <a:xfrm>
            <a:off x="2929812" y="4727752"/>
            <a:ext cx="174172" cy="180392"/>
          </a:xfrm>
          <a:prstGeom prst="ellipse">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Elipse 14">
            <a:extLst>
              <a:ext uri="{FF2B5EF4-FFF2-40B4-BE49-F238E27FC236}">
                <a16:creationId xmlns:a16="http://schemas.microsoft.com/office/drawing/2014/main" id="{F0255E97-15E9-93D6-5949-6BE11FF9B043}"/>
              </a:ext>
            </a:extLst>
          </p:cNvPr>
          <p:cNvSpPr/>
          <p:nvPr/>
        </p:nvSpPr>
        <p:spPr>
          <a:xfrm>
            <a:off x="2929812" y="5783752"/>
            <a:ext cx="174172" cy="180392"/>
          </a:xfrm>
          <a:prstGeom prst="ellipse">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Triángulo isósceles 15">
            <a:extLst>
              <a:ext uri="{FF2B5EF4-FFF2-40B4-BE49-F238E27FC236}">
                <a16:creationId xmlns:a16="http://schemas.microsoft.com/office/drawing/2014/main" id="{EC6E6B43-0880-0C2D-7CFE-C266D687D102}"/>
              </a:ext>
            </a:extLst>
          </p:cNvPr>
          <p:cNvSpPr/>
          <p:nvPr/>
        </p:nvSpPr>
        <p:spPr>
          <a:xfrm>
            <a:off x="3816220" y="4727752"/>
            <a:ext cx="180000" cy="180000"/>
          </a:xfrm>
          <a:prstGeom prst="triangle">
            <a:avLst/>
          </a:prstGeom>
          <a:solidFill>
            <a:schemeClr val="bg1"/>
          </a:solid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7" name="Triángulo isósceles 16">
            <a:extLst>
              <a:ext uri="{FF2B5EF4-FFF2-40B4-BE49-F238E27FC236}">
                <a16:creationId xmlns:a16="http://schemas.microsoft.com/office/drawing/2014/main" id="{1A253952-B44D-D3B9-3343-2CA3F8A15DBB}"/>
              </a:ext>
            </a:extLst>
          </p:cNvPr>
          <p:cNvSpPr/>
          <p:nvPr/>
        </p:nvSpPr>
        <p:spPr>
          <a:xfrm>
            <a:off x="3996220" y="5784144"/>
            <a:ext cx="180000" cy="180000"/>
          </a:xfrm>
          <a:prstGeom prst="triangle">
            <a:avLst/>
          </a:prstGeom>
          <a:solidFill>
            <a:schemeClr val="bg1"/>
          </a:solid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8" name="Rectángulo 17">
            <a:extLst>
              <a:ext uri="{FF2B5EF4-FFF2-40B4-BE49-F238E27FC236}">
                <a16:creationId xmlns:a16="http://schemas.microsoft.com/office/drawing/2014/main" id="{0CCE53AA-7569-526E-15D4-88F01EBDA742}"/>
              </a:ext>
            </a:extLst>
          </p:cNvPr>
          <p:cNvSpPr/>
          <p:nvPr/>
        </p:nvSpPr>
        <p:spPr>
          <a:xfrm>
            <a:off x="4752391" y="4736824"/>
            <a:ext cx="144000" cy="144000"/>
          </a:xfrm>
          <a:prstGeom prst="rect">
            <a:avLst/>
          </a:prstGeom>
          <a:solidFill>
            <a:schemeClr val="bg1"/>
          </a:solidFill>
          <a:ln w="444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Rectángulo 18">
            <a:extLst>
              <a:ext uri="{FF2B5EF4-FFF2-40B4-BE49-F238E27FC236}">
                <a16:creationId xmlns:a16="http://schemas.microsoft.com/office/drawing/2014/main" id="{27CBA953-3AA5-F56F-BB86-2AEB92F9EDD6}"/>
              </a:ext>
            </a:extLst>
          </p:cNvPr>
          <p:cNvSpPr/>
          <p:nvPr/>
        </p:nvSpPr>
        <p:spPr>
          <a:xfrm>
            <a:off x="5026787" y="5801948"/>
            <a:ext cx="144000" cy="144000"/>
          </a:xfrm>
          <a:prstGeom prst="rect">
            <a:avLst/>
          </a:prstGeom>
          <a:solidFill>
            <a:schemeClr val="bg1"/>
          </a:solidFill>
          <a:ln w="444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97F9B54F-D5EC-84A9-D17F-71AD2E9CAFFD}"/>
                  </a:ext>
                </a:extLst>
              </p:cNvPr>
              <p:cNvSpPr txBox="1"/>
              <p:nvPr/>
            </p:nvSpPr>
            <p:spPr>
              <a:xfrm>
                <a:off x="6096000" y="5426068"/>
                <a:ext cx="5312230" cy="6347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sz="1800" i="1" smtClean="0">
                              <a:solidFill>
                                <a:schemeClr val="accent1">
                                  <a:lumMod val="50000"/>
                                </a:schemeClr>
                              </a:solidFill>
                              <a:latin typeface="Cambria Math" panose="02040503050406030204" pitchFamily="18" charset="0"/>
                            </a:rPr>
                          </m:ctrlPr>
                        </m:sSubPr>
                        <m:e>
                          <m:r>
                            <a:rPr lang="es-ES" sz="1800" b="0" i="1" smtClean="0">
                              <a:solidFill>
                                <a:schemeClr val="accent1">
                                  <a:lumMod val="50000"/>
                                </a:schemeClr>
                              </a:solidFill>
                              <a:latin typeface="Cambria Math" panose="02040503050406030204" pitchFamily="18" charset="0"/>
                            </a:rPr>
                            <m:t>𝐽</m:t>
                          </m:r>
                        </m:e>
                        <m:sub>
                          <m:r>
                            <a:rPr lang="es-ES" sz="1800" b="0" i="1" smtClean="0">
                              <a:solidFill>
                                <a:schemeClr val="accent1">
                                  <a:lumMod val="50000"/>
                                </a:schemeClr>
                              </a:solidFill>
                              <a:latin typeface="Cambria Math" panose="02040503050406030204" pitchFamily="18" charset="0"/>
                            </a:rPr>
                            <m:t>1</m:t>
                          </m:r>
                        </m:sub>
                      </m:sSub>
                      <m:d>
                        <m:dPr>
                          <m:ctrlPr>
                            <a:rPr lang="es-ES" sz="1800" b="0" i="1" smtClean="0">
                              <a:solidFill>
                                <a:schemeClr val="accent1">
                                  <a:lumMod val="50000"/>
                                </a:schemeClr>
                              </a:solidFill>
                              <a:latin typeface="Cambria Math" panose="02040503050406030204" pitchFamily="18" charset="0"/>
                            </a:rPr>
                          </m:ctrlPr>
                        </m:dPr>
                        <m:e>
                          <m:sSub>
                            <m:sSubPr>
                              <m:ctrlPr>
                                <a:rPr lang="es-ES" sz="1800" b="0" i="1" smtClean="0">
                                  <a:solidFill>
                                    <a:schemeClr val="accent1">
                                      <a:lumMod val="50000"/>
                                    </a:schemeClr>
                                  </a:solidFill>
                                  <a:latin typeface="Cambria Math" panose="02040503050406030204" pitchFamily="18" charset="0"/>
                                </a:rPr>
                              </m:ctrlPr>
                            </m:sSubPr>
                            <m:e>
                              <m:r>
                                <a:rPr lang="es-ES" sz="1800" b="0" i="1" smtClean="0">
                                  <a:solidFill>
                                    <a:schemeClr val="accent1">
                                      <a:lumMod val="50000"/>
                                    </a:schemeClr>
                                  </a:solidFill>
                                  <a:latin typeface="Cambria Math" panose="02040503050406030204" pitchFamily="18" charset="0"/>
                                </a:rPr>
                                <m:t>𝐿</m:t>
                              </m:r>
                            </m:e>
                            <m:sub>
                              <m:r>
                                <a:rPr lang="es-ES" sz="1800" b="0" i="1" smtClean="0">
                                  <a:solidFill>
                                    <a:schemeClr val="accent1">
                                      <a:lumMod val="50000"/>
                                    </a:schemeClr>
                                  </a:solidFill>
                                  <a:latin typeface="Cambria Math" panose="02040503050406030204" pitchFamily="18" charset="0"/>
                                </a:rPr>
                                <m:t>𝑝𝑒𝑡</m:t>
                              </m:r>
                            </m:sub>
                          </m:sSub>
                          <m:r>
                            <a:rPr lang="es-ES" sz="1800" b="0" i="1" smtClean="0">
                              <a:solidFill>
                                <a:schemeClr val="accent1">
                                  <a:lumMod val="50000"/>
                                </a:schemeClr>
                              </a:solidFill>
                              <a:latin typeface="Cambria Math" panose="02040503050406030204" pitchFamily="18" charset="0"/>
                            </a:rPr>
                            <m:t>,2.38</m:t>
                          </m:r>
                        </m:e>
                      </m:d>
                      <m:r>
                        <a:rPr lang="es-ES" sz="1800" b="0" i="1" smtClean="0">
                          <a:solidFill>
                            <a:schemeClr val="accent1">
                              <a:lumMod val="50000"/>
                            </a:schemeClr>
                          </a:solidFill>
                          <a:latin typeface="Cambria Math" panose="02040503050406030204" pitchFamily="18" charset="0"/>
                        </a:rPr>
                        <m:t>=0</m:t>
                      </m:r>
                      <m:r>
                        <a:rPr lang="es-ES" sz="1800" b="0" i="1" smtClean="0">
                          <a:solidFill>
                            <a:schemeClr val="accent1">
                              <a:lumMod val="50000"/>
                            </a:schemeClr>
                          </a:solidFill>
                          <a:latin typeface="Cambria Math" panose="02040503050406030204" pitchFamily="18" charset="0"/>
                          <a:ea typeface="Cambria Math" panose="02040503050406030204" pitchFamily="18" charset="0"/>
                        </a:rPr>
                        <m:t>×</m:t>
                      </m:r>
                      <m:f>
                        <m:f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fPr>
                        <m:num>
                          <m:r>
                            <a:rPr lang="es-ES" sz="1800" b="0" i="1" smtClean="0">
                              <a:solidFill>
                                <a:schemeClr val="accent1">
                                  <a:lumMod val="50000"/>
                                </a:schemeClr>
                              </a:solidFill>
                              <a:latin typeface="Cambria Math" panose="02040503050406030204" pitchFamily="18" charset="0"/>
                              <a:ea typeface="Cambria Math" panose="02040503050406030204" pitchFamily="18" charset="0"/>
                            </a:rPr>
                            <m:t>1</m:t>
                          </m:r>
                        </m:num>
                        <m:den>
                          <m:r>
                            <a:rPr lang="es-ES" sz="1800" b="0" i="1" smtClean="0">
                              <a:solidFill>
                                <a:schemeClr val="accent1">
                                  <a:lumMod val="50000"/>
                                </a:schemeClr>
                              </a:solidFill>
                              <a:latin typeface="Cambria Math" panose="02040503050406030204" pitchFamily="18" charset="0"/>
                              <a:ea typeface="Cambria Math" panose="02040503050406030204" pitchFamily="18" charset="0"/>
                            </a:rPr>
                            <m:t>3</m:t>
                          </m:r>
                        </m:den>
                      </m:f>
                      <m:r>
                        <a:rPr lang="es-ES" sz="1800" b="0" i="1" smtClean="0">
                          <a:solidFill>
                            <a:schemeClr val="accent1">
                              <a:lumMod val="50000"/>
                            </a:schemeClr>
                          </a:solidFill>
                          <a:latin typeface="Cambria Math" panose="02040503050406030204" pitchFamily="18" charset="0"/>
                          <a:ea typeface="Cambria Math" panose="02040503050406030204" pitchFamily="18" charset="0"/>
                        </a:rPr>
                        <m:t>+0.5×</m:t>
                      </m:r>
                      <m:f>
                        <m:fPr>
                          <m:ctrlPr>
                            <a:rPr lang="es-ES" sz="1800" b="0" i="1" smtClean="0">
                              <a:solidFill>
                                <a:schemeClr val="accent1">
                                  <a:lumMod val="50000"/>
                                </a:schemeClr>
                              </a:solidFill>
                              <a:latin typeface="Cambria Math" panose="02040503050406030204" pitchFamily="18" charset="0"/>
                              <a:ea typeface="Cambria Math" panose="02040503050406030204" pitchFamily="18" charset="0"/>
                            </a:rPr>
                          </m:ctrlPr>
                        </m:fPr>
                        <m:num>
                          <m:r>
                            <a:rPr lang="es-ES" sz="1800" b="0" i="1" smtClean="0">
                              <a:solidFill>
                                <a:schemeClr val="accent1">
                                  <a:lumMod val="50000"/>
                                </a:schemeClr>
                              </a:solidFill>
                              <a:latin typeface="Cambria Math" panose="02040503050406030204" pitchFamily="18" charset="0"/>
                              <a:ea typeface="Cambria Math" panose="02040503050406030204" pitchFamily="18" charset="0"/>
                            </a:rPr>
                            <m:t>2</m:t>
                          </m:r>
                        </m:num>
                        <m:den>
                          <m:r>
                            <a:rPr lang="es-ES" sz="1800" b="0" i="1" smtClean="0">
                              <a:solidFill>
                                <a:schemeClr val="accent1">
                                  <a:lumMod val="50000"/>
                                </a:schemeClr>
                              </a:solidFill>
                              <a:latin typeface="Cambria Math" panose="02040503050406030204" pitchFamily="18" charset="0"/>
                              <a:ea typeface="Cambria Math" panose="02040503050406030204" pitchFamily="18" charset="0"/>
                            </a:rPr>
                            <m:t>3</m:t>
                          </m:r>
                        </m:den>
                      </m:f>
                      <m:r>
                        <a:rPr lang="es-ES" sz="1800" b="0" i="1" smtClean="0">
                          <a:solidFill>
                            <a:schemeClr val="accent1">
                              <a:lumMod val="50000"/>
                            </a:schemeClr>
                          </a:solidFill>
                          <a:latin typeface="Cambria Math" panose="02040503050406030204" pitchFamily="18" charset="0"/>
                          <a:ea typeface="Cambria Math" panose="02040503050406030204" pitchFamily="18" charset="0"/>
                        </a:rPr>
                        <m:t>=0.333</m:t>
                      </m:r>
                    </m:oMath>
                  </m:oMathPara>
                </a14:m>
                <a:endParaRPr lang="es-ES" dirty="0"/>
              </a:p>
            </p:txBody>
          </p:sp>
        </mc:Choice>
        <mc:Fallback xmlns="">
          <p:sp>
            <p:nvSpPr>
              <p:cNvPr id="20" name="CuadroTexto 19">
                <a:extLst>
                  <a:ext uri="{FF2B5EF4-FFF2-40B4-BE49-F238E27FC236}">
                    <a16:creationId xmlns:a16="http://schemas.microsoft.com/office/drawing/2014/main" id="{97F9B54F-D5EC-84A9-D17F-71AD2E9CAFFD}"/>
                  </a:ext>
                </a:extLst>
              </p:cNvPr>
              <p:cNvSpPr txBox="1">
                <a:spLocks noRot="1" noChangeAspect="1" noMove="1" noResize="1" noEditPoints="1" noAdjustHandles="1" noChangeArrowheads="1" noChangeShapeType="1" noTextEdit="1"/>
              </p:cNvSpPr>
              <p:nvPr/>
            </p:nvSpPr>
            <p:spPr>
              <a:xfrm>
                <a:off x="6096000" y="5426068"/>
                <a:ext cx="5312230" cy="634789"/>
              </a:xfrm>
              <a:prstGeom prst="rect">
                <a:avLst/>
              </a:prstGeom>
              <a:blipFill>
                <a:blip r:embed="rId6"/>
                <a:stretch>
                  <a:fillRect/>
                </a:stretch>
              </a:blipFill>
            </p:spPr>
            <p:txBody>
              <a:bodyPr/>
              <a:lstStyle/>
              <a:p>
                <a:r>
                  <a:rPr lang="es-ES">
                    <a:noFill/>
                  </a:rPr>
                  <a:t> </a:t>
                </a:r>
              </a:p>
            </p:txBody>
          </p:sp>
        </mc:Fallback>
      </mc:AlternateContent>
      <p:sp>
        <p:nvSpPr>
          <p:cNvPr id="21" name="Cerrar llave 20">
            <a:extLst>
              <a:ext uri="{FF2B5EF4-FFF2-40B4-BE49-F238E27FC236}">
                <a16:creationId xmlns:a16="http://schemas.microsoft.com/office/drawing/2014/main" id="{E06686B4-4B4D-06DE-A220-9BEFB218A8BC}"/>
              </a:ext>
            </a:extLst>
          </p:cNvPr>
          <p:cNvSpPr/>
          <p:nvPr/>
        </p:nvSpPr>
        <p:spPr>
          <a:xfrm>
            <a:off x="6319934" y="4952824"/>
            <a:ext cx="223935" cy="1620315"/>
          </a:xfrm>
          <a:prstGeom prst="rightBrace">
            <a:avLst>
              <a:gd name="adj1" fmla="val 75000"/>
              <a:gd name="adj2" fmla="val 50000"/>
            </a:avLst>
          </a:prstGeom>
          <a:ln w="317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91C5F6E6-A2E9-BFB4-AD33-62C7510BBD94}"/>
                  </a:ext>
                </a:extLst>
              </p:cNvPr>
              <p:cNvSpPr txBox="1"/>
              <p:nvPr/>
            </p:nvSpPr>
            <p:spPr>
              <a:xfrm>
                <a:off x="115656" y="3764222"/>
                <a:ext cx="5430416" cy="830997"/>
              </a:xfrm>
              <a:prstGeom prst="rect">
                <a:avLst/>
              </a:prstGeom>
              <a:noFill/>
            </p:spPr>
            <p:txBody>
              <a:bodyPr wrap="square" lIns="0" tIns="0" rIns="0" bIns="0" rtlCol="0">
                <a:spAutoFit/>
              </a:bodyPr>
              <a:lstStyle/>
              <a:p>
                <a:r>
                  <a:rPr lang="es-E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Minimizar </a:t>
                </a:r>
                <a14:m>
                  <m:oMath xmlns:m="http://schemas.openxmlformats.org/officeDocument/2006/math">
                    <m:sSub>
                      <m:sSubPr>
                        <m:ctrlPr>
                          <a:rPr lang="es-ES" sz="1800" i="1" smtClean="0">
                            <a:solidFill>
                              <a:schemeClr val="accent1">
                                <a:lumMod val="50000"/>
                              </a:schemeClr>
                            </a:solidFill>
                            <a:latin typeface="Cambria Math" panose="02040503050406030204" pitchFamily="18" charset="0"/>
                          </a:rPr>
                        </m:ctrlPr>
                      </m:sSubPr>
                      <m:e>
                        <m:r>
                          <a:rPr lang="es-ES" sz="1800" b="0" i="1" smtClean="0">
                            <a:solidFill>
                              <a:schemeClr val="accent1">
                                <a:lumMod val="50000"/>
                              </a:schemeClr>
                            </a:solidFill>
                            <a:latin typeface="Cambria Math" panose="02040503050406030204" pitchFamily="18" charset="0"/>
                          </a:rPr>
                          <m:t>𝐽</m:t>
                        </m:r>
                      </m:e>
                      <m:sub>
                        <m:r>
                          <a:rPr lang="es-ES" sz="1800" b="0" i="1" smtClean="0">
                            <a:solidFill>
                              <a:schemeClr val="accent1">
                                <a:lumMod val="50000"/>
                              </a:schemeClr>
                            </a:solidFill>
                            <a:latin typeface="Cambria Math" panose="02040503050406030204" pitchFamily="18" charset="0"/>
                          </a:rPr>
                          <m:t>1</m:t>
                        </m:r>
                      </m:sub>
                    </m:sSub>
                    <m:d>
                      <m:dPr>
                        <m:ctrlPr>
                          <a:rPr lang="es-ES" sz="1800" b="0" i="1" smtClean="0">
                            <a:solidFill>
                              <a:schemeClr val="accent1">
                                <a:lumMod val="50000"/>
                              </a:schemeClr>
                            </a:solidFill>
                            <a:latin typeface="Cambria Math" panose="02040503050406030204" pitchFamily="18" charset="0"/>
                          </a:rPr>
                        </m:ctrlPr>
                      </m:dPr>
                      <m:e>
                        <m:r>
                          <a:rPr lang="es-ES" sz="1800" b="0" i="1" smtClean="0">
                            <a:solidFill>
                              <a:schemeClr val="accent1">
                                <a:lumMod val="50000"/>
                              </a:schemeClr>
                            </a:solidFill>
                            <a:latin typeface="Cambria Math" panose="02040503050406030204" pitchFamily="18" charset="0"/>
                          </a:rPr>
                          <m:t>𝑥</m:t>
                        </m:r>
                        <m:r>
                          <a:rPr lang="es-ES" sz="1800" b="0" i="1" smtClean="0">
                            <a:solidFill>
                              <a:schemeClr val="accent1">
                                <a:lumMod val="50000"/>
                              </a:schemeClr>
                            </a:solidFill>
                            <a:latin typeface="Cambria Math" panose="02040503050406030204" pitchFamily="18" charset="0"/>
                          </a:rPr>
                          <m:t>,</m:t>
                        </m:r>
                        <m:r>
                          <a:rPr lang="es-ES" sz="1800" b="0" i="1" smtClean="0">
                            <a:solidFill>
                              <a:schemeClr val="accent1">
                                <a:lumMod val="50000"/>
                              </a:schemeClr>
                            </a:solidFill>
                            <a:latin typeface="Cambria Math" panose="02040503050406030204" pitchFamily="18" charset="0"/>
                          </a:rPr>
                          <m:t>𝑡</m:t>
                        </m:r>
                      </m:e>
                    </m:d>
                  </m:oMath>
                </a14:m>
                <a:r>
                  <a:rPr lang="es-E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 es equivalente a maximizar la ganancia de información </a:t>
                </a:r>
                <a14:m>
                  <m:oMath xmlns:m="http://schemas.openxmlformats.org/officeDocument/2006/math">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𝐺</m:t>
                        </m:r>
                      </m:e>
                      <m:sub>
                        <m:r>
                          <a:rPr lang="es-ES" i="1">
                            <a:solidFill>
                              <a:schemeClr val="accent1">
                                <a:lumMod val="50000"/>
                              </a:schemeClr>
                            </a:solidFill>
                            <a:latin typeface="Cambria Math" panose="02040503050406030204" pitchFamily="18" charset="0"/>
                          </a:rPr>
                          <m:t>1</m:t>
                        </m:r>
                      </m:sub>
                    </m:sSub>
                    <m:r>
                      <a:rPr lang="es-ES" b="0" i="1" smtClean="0">
                        <a:solidFill>
                          <a:schemeClr val="accent1">
                            <a:lumMod val="50000"/>
                          </a:schemeClr>
                        </a:solidFill>
                        <a:latin typeface="Cambria Math" panose="02040503050406030204" pitchFamily="18" charset="0"/>
                      </a:rPr>
                      <m:t>−</m:t>
                    </m:r>
                  </m:oMath>
                </a14:m>
                <a:r>
                  <a:rPr lang="es-ES" dirty="0">
                    <a:solidFill>
                      <a:schemeClr val="accent1">
                        <a:lumMod val="50000"/>
                      </a:schemeClr>
                    </a:solidFill>
                  </a:rPr>
                  <a:t> </a:t>
                </a:r>
                <a14:m>
                  <m:oMath xmlns:m="http://schemas.openxmlformats.org/officeDocument/2006/math">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𝐽</m:t>
                        </m:r>
                      </m:e>
                      <m:sub>
                        <m:r>
                          <a:rPr lang="es-ES" i="1">
                            <a:solidFill>
                              <a:schemeClr val="accent1">
                                <a:lumMod val="50000"/>
                              </a:schemeClr>
                            </a:solidFill>
                            <a:latin typeface="Cambria Math" panose="02040503050406030204" pitchFamily="18" charset="0"/>
                          </a:rPr>
                          <m:t>1</m:t>
                        </m:r>
                      </m:sub>
                    </m:sSub>
                    <m:d>
                      <m:dPr>
                        <m:ctrlPr>
                          <a:rPr lang="es-ES" i="1">
                            <a:solidFill>
                              <a:schemeClr val="accent1">
                                <a:lumMod val="50000"/>
                              </a:schemeClr>
                            </a:solidFill>
                            <a:latin typeface="Cambria Math" panose="02040503050406030204" pitchFamily="18" charset="0"/>
                          </a:rPr>
                        </m:ctrlPr>
                      </m:dPr>
                      <m:e>
                        <m:r>
                          <a:rPr lang="es-ES" i="1">
                            <a:solidFill>
                              <a:schemeClr val="accent1">
                                <a:lumMod val="50000"/>
                              </a:schemeClr>
                            </a:solidFill>
                            <a:latin typeface="Cambria Math" panose="02040503050406030204" pitchFamily="18" charset="0"/>
                          </a:rPr>
                          <m:t>𝑥</m:t>
                        </m:r>
                        <m:r>
                          <a:rPr lang="es-ES" i="1">
                            <a:solidFill>
                              <a:schemeClr val="accent1">
                                <a:lumMod val="50000"/>
                              </a:schemeClr>
                            </a:solidFill>
                            <a:latin typeface="Cambria Math" panose="02040503050406030204" pitchFamily="18" charset="0"/>
                          </a:rPr>
                          <m:t>,</m:t>
                        </m:r>
                        <m:r>
                          <a:rPr lang="es-ES" i="1">
                            <a:solidFill>
                              <a:schemeClr val="accent1">
                                <a:lumMod val="50000"/>
                              </a:schemeClr>
                            </a:solidFill>
                            <a:latin typeface="Cambria Math" panose="02040503050406030204" pitchFamily="18" charset="0"/>
                          </a:rPr>
                          <m:t>𝑡</m:t>
                        </m:r>
                      </m:e>
                    </m:d>
                  </m:oMath>
                </a14:m>
                <a:endParaRPr lang="es-E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a:p>
                <a:endParaRPr lang="es-ES" i="1" dirty="0">
                  <a:latin typeface="Cambria Math" panose="02040503050406030204" pitchFamily="18" charset="0"/>
                </a:endParaRPr>
              </a:p>
            </p:txBody>
          </p:sp>
        </mc:Choice>
        <mc:Fallback xmlns="">
          <p:sp>
            <p:nvSpPr>
              <p:cNvPr id="22" name="CuadroTexto 21">
                <a:extLst>
                  <a:ext uri="{FF2B5EF4-FFF2-40B4-BE49-F238E27FC236}">
                    <a16:creationId xmlns:a16="http://schemas.microsoft.com/office/drawing/2014/main" id="{91C5F6E6-A2E9-BFB4-AD33-62C7510BBD94}"/>
                  </a:ext>
                </a:extLst>
              </p:cNvPr>
              <p:cNvSpPr txBox="1">
                <a:spLocks noRot="1" noChangeAspect="1" noMove="1" noResize="1" noEditPoints="1" noAdjustHandles="1" noChangeArrowheads="1" noChangeShapeType="1" noTextEdit="1"/>
              </p:cNvSpPr>
              <p:nvPr/>
            </p:nvSpPr>
            <p:spPr>
              <a:xfrm>
                <a:off x="115656" y="3764222"/>
                <a:ext cx="5430416" cy="830997"/>
              </a:xfrm>
              <a:prstGeom prst="rect">
                <a:avLst/>
              </a:prstGeom>
              <a:blipFill>
                <a:blip r:embed="rId7"/>
                <a:stretch>
                  <a:fillRect l="-2694" t="-9489" r="-134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A74D00B3-7E6C-3644-847E-2A3CF2486F44}"/>
                  </a:ext>
                </a:extLst>
              </p:cNvPr>
              <p:cNvSpPr txBox="1"/>
              <p:nvPr/>
            </p:nvSpPr>
            <p:spPr>
              <a:xfrm>
                <a:off x="6676604" y="6108395"/>
                <a:ext cx="5092790" cy="41049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0" i="1" smtClean="0">
                          <a:solidFill>
                            <a:schemeClr val="accent1">
                              <a:lumMod val="50000"/>
                            </a:schemeClr>
                          </a:solidFill>
                          <a:latin typeface="Cambria Math" panose="02040503050406030204" pitchFamily="18" charset="0"/>
                        </a:rPr>
                        <m:t>𝐼𝐺</m:t>
                      </m:r>
                      <m:r>
                        <a:rPr lang="es-ES" b="0" i="1" smtClean="0">
                          <a:solidFill>
                            <a:schemeClr val="accent1">
                              <a:lumMod val="50000"/>
                            </a:schemeClr>
                          </a:solidFill>
                          <a:latin typeface="Cambria Math" panose="02040503050406030204" pitchFamily="18" charset="0"/>
                        </a:rPr>
                        <m:t>=</m:t>
                      </m:r>
                      <m:sSub>
                        <m:sSubPr>
                          <m:ctrlPr>
                            <a:rPr lang="es-ES" i="1" smtClean="0">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𝐺</m:t>
                          </m:r>
                        </m:e>
                        <m:sub>
                          <m:r>
                            <a:rPr lang="es-ES" i="1">
                              <a:solidFill>
                                <a:schemeClr val="accent1">
                                  <a:lumMod val="50000"/>
                                </a:schemeClr>
                              </a:solidFill>
                              <a:latin typeface="Cambria Math" panose="02040503050406030204" pitchFamily="18" charset="0"/>
                            </a:rPr>
                            <m:t>1</m:t>
                          </m:r>
                        </m:sub>
                      </m:sSub>
                      <m:r>
                        <a:rPr lang="es-ES" b="0" i="1" smtClean="0">
                          <a:solidFill>
                            <a:schemeClr val="accent1">
                              <a:lumMod val="50000"/>
                            </a:schemeClr>
                          </a:solidFill>
                          <a:latin typeface="Cambria Math" panose="02040503050406030204" pitchFamily="18" charset="0"/>
                        </a:rPr>
                        <m:t>−</m:t>
                      </m:r>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𝐽</m:t>
                          </m:r>
                        </m:e>
                        <m:sub>
                          <m:r>
                            <a:rPr lang="es-ES" i="1">
                              <a:solidFill>
                                <a:schemeClr val="accent1">
                                  <a:lumMod val="50000"/>
                                </a:schemeClr>
                              </a:solidFill>
                              <a:latin typeface="Cambria Math" panose="02040503050406030204" pitchFamily="18" charset="0"/>
                            </a:rPr>
                            <m:t>1</m:t>
                          </m:r>
                        </m:sub>
                      </m:sSub>
                      <m:d>
                        <m:dPr>
                          <m:ctrlPr>
                            <a:rPr lang="es-ES" i="1">
                              <a:solidFill>
                                <a:schemeClr val="accent1">
                                  <a:lumMod val="50000"/>
                                </a:schemeClr>
                              </a:solidFill>
                              <a:latin typeface="Cambria Math" panose="02040503050406030204" pitchFamily="18" charset="0"/>
                            </a:rPr>
                          </m:ctrlPr>
                        </m:dPr>
                        <m:e>
                          <m:sSub>
                            <m:sSubPr>
                              <m:ctrlPr>
                                <a:rPr lang="es-ES" i="1">
                                  <a:solidFill>
                                    <a:srgbClr val="5B9BD5">
                                      <a:lumMod val="50000"/>
                                    </a:srgbClr>
                                  </a:solidFill>
                                  <a:latin typeface="Cambria Math" panose="02040503050406030204" pitchFamily="18" charset="0"/>
                                </a:rPr>
                              </m:ctrlPr>
                            </m:sSubPr>
                            <m:e>
                              <m:r>
                                <a:rPr lang="es-ES" i="1">
                                  <a:solidFill>
                                    <a:srgbClr val="5B9BD5">
                                      <a:lumMod val="50000"/>
                                    </a:srgbClr>
                                  </a:solidFill>
                                  <a:latin typeface="Cambria Math" panose="02040503050406030204" pitchFamily="18" charset="0"/>
                                </a:rPr>
                                <m:t>𝐿</m:t>
                              </m:r>
                            </m:e>
                            <m:sub>
                              <m:r>
                                <a:rPr lang="es-ES" i="1">
                                  <a:solidFill>
                                    <a:srgbClr val="5B9BD5">
                                      <a:lumMod val="50000"/>
                                    </a:srgbClr>
                                  </a:solidFill>
                                  <a:latin typeface="Cambria Math" panose="02040503050406030204" pitchFamily="18" charset="0"/>
                                </a:rPr>
                                <m:t>𝑝𝑒𝑡</m:t>
                              </m:r>
                            </m:sub>
                          </m:sSub>
                          <m:r>
                            <a:rPr lang="es-ES" i="1">
                              <a:solidFill>
                                <a:srgbClr val="5B9BD5">
                                  <a:lumMod val="50000"/>
                                </a:srgbClr>
                              </a:solidFill>
                              <a:latin typeface="Cambria Math" panose="02040503050406030204" pitchFamily="18" charset="0"/>
                            </a:rPr>
                            <m:t>,2.38</m:t>
                          </m:r>
                        </m:e>
                      </m:d>
                      <m:r>
                        <a:rPr lang="es-ES" b="0" i="1" smtClean="0">
                          <a:solidFill>
                            <a:schemeClr val="accent1">
                              <a:lumMod val="50000"/>
                            </a:schemeClr>
                          </a:solidFill>
                          <a:latin typeface="Cambria Math" panose="02040503050406030204" pitchFamily="18" charset="0"/>
                        </a:rPr>
                        <m:t>=0.667−0.333=0.333</m:t>
                      </m:r>
                    </m:oMath>
                  </m:oMathPara>
                </a14:m>
                <a:endParaRPr lang="es-ES" dirty="0"/>
              </a:p>
            </p:txBody>
          </p:sp>
        </mc:Choice>
        <mc:Fallback xmlns="">
          <p:sp>
            <p:nvSpPr>
              <p:cNvPr id="24" name="CuadroTexto 23">
                <a:extLst>
                  <a:ext uri="{FF2B5EF4-FFF2-40B4-BE49-F238E27FC236}">
                    <a16:creationId xmlns:a16="http://schemas.microsoft.com/office/drawing/2014/main" id="{A74D00B3-7E6C-3644-847E-2A3CF2486F44}"/>
                  </a:ext>
                </a:extLst>
              </p:cNvPr>
              <p:cNvSpPr txBox="1">
                <a:spLocks noRot="1" noChangeAspect="1" noMove="1" noResize="1" noEditPoints="1" noAdjustHandles="1" noChangeArrowheads="1" noChangeShapeType="1" noTextEdit="1"/>
              </p:cNvSpPr>
              <p:nvPr/>
            </p:nvSpPr>
            <p:spPr>
              <a:xfrm>
                <a:off x="6676604" y="6108395"/>
                <a:ext cx="5092790" cy="410497"/>
              </a:xfrm>
              <a:prstGeom prst="rect">
                <a:avLst/>
              </a:prstGeom>
              <a:blipFill>
                <a:blip r:embed="rId8"/>
                <a:stretch>
                  <a:fillRect b="-5970"/>
                </a:stretch>
              </a:blipFill>
            </p:spPr>
            <p:txBody>
              <a:bodyPr/>
              <a:lstStyle/>
              <a:p>
                <a:r>
                  <a:rPr lang="es-ES">
                    <a:noFill/>
                  </a:rPr>
                  <a:t> </a:t>
                </a:r>
              </a:p>
            </p:txBody>
          </p:sp>
        </mc:Fallback>
      </mc:AlternateContent>
    </p:spTree>
    <p:extLst>
      <p:ext uri="{BB962C8B-B14F-4D97-AF65-F5344CB8AC3E}">
        <p14:creationId xmlns:p14="http://schemas.microsoft.com/office/powerpoint/2010/main" val="157236801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adroTexto 10">
            <a:extLst>
              <a:ext uri="{FF2B5EF4-FFF2-40B4-BE49-F238E27FC236}">
                <a16:creationId xmlns:a16="http://schemas.microsoft.com/office/drawing/2014/main" id="{BE7A0595-F997-C90C-2B48-DD52AEEF89B2}"/>
              </a:ext>
            </a:extLst>
          </p:cNvPr>
          <p:cNvSpPr txBox="1"/>
          <p:nvPr/>
        </p:nvSpPr>
        <p:spPr>
          <a:xfrm>
            <a:off x="232042" y="1019781"/>
            <a:ext cx="11537352" cy="1849865"/>
          </a:xfrm>
          <a:prstGeom prst="rect">
            <a:avLst/>
          </a:prstGeom>
          <a:noFill/>
        </p:spPr>
        <p:txBody>
          <a:bodyPr wrap="square">
            <a:spAutoFit/>
          </a:bodyPr>
          <a:lstStyle/>
          <a:p>
            <a:r>
              <a:rPr lang="es-ES" b="1" dirty="0">
                <a:solidFill>
                  <a:schemeClr val="accent1">
                    <a:lumMod val="50000"/>
                  </a:schemeClr>
                </a:solidFill>
              </a:rPr>
              <a:t>Algoritmo:</a:t>
            </a:r>
            <a:endParaRPr lang="es-ES" dirty="0">
              <a:solidFill>
                <a:schemeClr val="accent1">
                  <a:lumMod val="50000"/>
                </a:schemeClr>
              </a:solidFill>
            </a:endParaRPr>
          </a:p>
          <a:p>
            <a:pPr marL="800100" lvl="1" indent="-342900">
              <a:lnSpc>
                <a:spcPct val="200000"/>
              </a:lnSpc>
              <a:buFont typeface="+mj-lt"/>
              <a:buAutoNum type="arabicPeriod"/>
            </a:pPr>
            <a:r>
              <a:rPr lang="es-ES" dirty="0">
                <a:solidFill>
                  <a:schemeClr val="accent1">
                    <a:lumMod val="50000"/>
                  </a:schemeClr>
                </a:solidFill>
              </a:rPr>
              <a:t>Seleccionar la característica que mejor separa los datos. </a:t>
            </a:r>
          </a:p>
          <a:p>
            <a:pPr marL="800100" lvl="1" indent="-342900">
              <a:lnSpc>
                <a:spcPct val="200000"/>
              </a:lnSpc>
              <a:buFont typeface="+mj-lt"/>
              <a:buAutoNum type="arabicPeriod"/>
            </a:pPr>
            <a:r>
              <a:rPr lang="es-ES" b="1" dirty="0">
                <a:solidFill>
                  <a:schemeClr val="accent1">
                    <a:lumMod val="50000"/>
                  </a:schemeClr>
                </a:solidFill>
              </a:rPr>
              <a:t>Crear un nodo.</a:t>
            </a:r>
          </a:p>
          <a:p>
            <a:pPr lvl="2">
              <a:lnSpc>
                <a:spcPct val="150000"/>
              </a:lnSpc>
            </a:pPr>
            <a:r>
              <a:rPr lang="es-ES" dirty="0">
                <a:solidFill>
                  <a:schemeClr val="accent1">
                    <a:lumMod val="50000"/>
                  </a:schemeClr>
                </a:solidFill>
              </a:rPr>
              <a:t>El nodo creado representa una decisión basada en la característica seleccionada. </a:t>
            </a:r>
          </a:p>
        </p:txBody>
      </p:sp>
      <p:sp>
        <p:nvSpPr>
          <p:cNvPr id="9" name="CuadroTexto 8">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10" name="CuadroTexto 9">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13" name="CuadroTexto 12">
            <a:extLst>
              <a:ext uri="{FF2B5EF4-FFF2-40B4-BE49-F238E27FC236}">
                <a16:creationId xmlns:a16="http://schemas.microsoft.com/office/drawing/2014/main" id="{B721C4E8-F774-C602-C20C-95042CFF3868}"/>
              </a:ext>
            </a:extLst>
          </p:cNvPr>
          <p:cNvSpPr txBox="1"/>
          <p:nvPr/>
        </p:nvSpPr>
        <p:spPr>
          <a:xfrm>
            <a:off x="164744" y="619671"/>
            <a:ext cx="4179670" cy="400110"/>
          </a:xfrm>
          <a:prstGeom prst="rect">
            <a:avLst/>
          </a:prstGeom>
          <a:noFill/>
        </p:spPr>
        <p:txBody>
          <a:bodyPr wrap="none" rtlCol="0">
            <a:spAutoFit/>
          </a:bodyPr>
          <a:lstStyle/>
          <a:p>
            <a:r>
              <a:rPr lang="es-ES" sz="2000" b="1" dirty="0">
                <a:solidFill>
                  <a:schemeClr val="accent1">
                    <a:lumMod val="50000"/>
                  </a:schemeClr>
                </a:solidFill>
              </a:rPr>
              <a:t>Construcción de Árboles de Decisión. </a:t>
            </a:r>
          </a:p>
        </p:txBody>
      </p:sp>
      <p:sp>
        <p:nvSpPr>
          <p:cNvPr id="3" name="Rectángulo: esquinas redondeadas 2">
            <a:extLst>
              <a:ext uri="{FF2B5EF4-FFF2-40B4-BE49-F238E27FC236}">
                <a16:creationId xmlns:a16="http://schemas.microsoft.com/office/drawing/2014/main" id="{41E122A8-95EC-EE7C-8351-8D5FB52A38FD}"/>
              </a:ext>
            </a:extLst>
          </p:cNvPr>
          <p:cNvSpPr/>
          <p:nvPr/>
        </p:nvSpPr>
        <p:spPr>
          <a:xfrm>
            <a:off x="3591239" y="2936082"/>
            <a:ext cx="4104000" cy="3560852"/>
          </a:xfrm>
          <a:prstGeom prst="roundRect">
            <a:avLst>
              <a:gd name="adj" fmla="val 6753"/>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endParaRPr lang="es-ES" b="1" dirty="0">
              <a:solidFill>
                <a:schemeClr val="tx2"/>
              </a:solidFill>
            </a:endParaRPr>
          </a:p>
          <a:p>
            <a:pPr algn="ctr"/>
            <a:endParaRPr lang="es-ES" b="1" dirty="0">
              <a:solidFill>
                <a:schemeClr val="tx2"/>
              </a:solidFill>
            </a:endParaRP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D9602C18-49F4-559C-40B0-12A5500AA93B}"/>
                  </a:ext>
                </a:extLst>
              </p:cNvPr>
              <p:cNvSpPr txBox="1"/>
              <p:nvPr/>
            </p:nvSpPr>
            <p:spPr>
              <a:xfrm>
                <a:off x="2342745" y="4441701"/>
                <a:ext cx="931053"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sz="2000" b="1" i="1" smtClean="0">
                              <a:solidFill>
                                <a:schemeClr val="accent1">
                                  <a:lumMod val="50000"/>
                                </a:schemeClr>
                              </a:solidFill>
                              <a:latin typeface="Cambria Math" panose="02040503050406030204" pitchFamily="18" charset="0"/>
                            </a:rPr>
                          </m:ctrlPr>
                        </m:sSubPr>
                        <m:e>
                          <m:r>
                            <a:rPr lang="es-ES" sz="2000" b="1" i="0" smtClean="0">
                              <a:solidFill>
                                <a:schemeClr val="accent1">
                                  <a:lumMod val="50000"/>
                                </a:schemeClr>
                              </a:solidFill>
                              <a:latin typeface="Cambria Math" panose="02040503050406030204" pitchFamily="18" charset="0"/>
                            </a:rPr>
                            <m:t>𝐍𝐨𝐝𝐨</m:t>
                          </m:r>
                        </m:e>
                        <m:sub>
                          <m:r>
                            <a:rPr lang="es-ES" sz="2000" b="1" i="1" smtClean="0">
                              <a:solidFill>
                                <a:schemeClr val="accent1">
                                  <a:lumMod val="50000"/>
                                </a:schemeClr>
                              </a:solidFill>
                              <a:latin typeface="Cambria Math" panose="02040503050406030204" pitchFamily="18" charset="0"/>
                            </a:rPr>
                            <m:t>𝒊</m:t>
                          </m:r>
                        </m:sub>
                      </m:sSub>
                    </m:oMath>
                  </m:oMathPara>
                </a14:m>
                <a:endParaRPr lang="es-ES" sz="2000" dirty="0"/>
              </a:p>
            </p:txBody>
          </p:sp>
        </mc:Choice>
        <mc:Fallback xmlns="">
          <p:sp>
            <p:nvSpPr>
              <p:cNvPr id="4" name="CuadroTexto 3">
                <a:extLst>
                  <a:ext uri="{FF2B5EF4-FFF2-40B4-BE49-F238E27FC236}">
                    <a16:creationId xmlns:a16="http://schemas.microsoft.com/office/drawing/2014/main" id="{D9602C18-49F4-559C-40B0-12A5500AA93B}"/>
                  </a:ext>
                </a:extLst>
              </p:cNvPr>
              <p:cNvSpPr txBox="1">
                <a:spLocks noRot="1" noChangeAspect="1" noMove="1" noResize="1" noEditPoints="1" noAdjustHandles="1" noChangeArrowheads="1" noChangeShapeType="1" noTextEdit="1"/>
              </p:cNvSpPr>
              <p:nvPr/>
            </p:nvSpPr>
            <p:spPr>
              <a:xfrm>
                <a:off x="2342745" y="4441701"/>
                <a:ext cx="931053" cy="400110"/>
              </a:xfrm>
              <a:prstGeom prst="rect">
                <a:avLst/>
              </a:prstGeom>
              <a:blipFill>
                <a:blip r:embed="rId2"/>
                <a:stretch>
                  <a:fillRect b="-1538"/>
                </a:stretch>
              </a:blipFill>
            </p:spPr>
            <p:txBody>
              <a:bodyPr/>
              <a:lstStyle/>
              <a:p>
                <a:r>
                  <a:rPr lang="es-ES">
                    <a:noFill/>
                  </a:rPr>
                  <a:t> </a:t>
                </a:r>
              </a:p>
            </p:txBody>
          </p:sp>
        </mc:Fallback>
      </mc:AlternateContent>
      <p:sp>
        <p:nvSpPr>
          <p:cNvPr id="5" name="Rectángulo: esquinas redondeadas 4">
            <a:extLst>
              <a:ext uri="{FF2B5EF4-FFF2-40B4-BE49-F238E27FC236}">
                <a16:creationId xmlns:a16="http://schemas.microsoft.com/office/drawing/2014/main" id="{82CA1D83-5D52-49CB-11F8-1BFED5AC228B}"/>
              </a:ext>
            </a:extLst>
          </p:cNvPr>
          <p:cNvSpPr/>
          <p:nvPr/>
        </p:nvSpPr>
        <p:spPr>
          <a:xfrm>
            <a:off x="3606375" y="5026368"/>
            <a:ext cx="4104000" cy="734967"/>
          </a:xfrm>
          <a:prstGeom prst="roundRect">
            <a:avLst>
              <a:gd name="adj" fmla="val 26231"/>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r>
              <a:rPr lang="es-ES" b="1" dirty="0">
                <a:solidFill>
                  <a:schemeClr val="accent1">
                    <a:lumMod val="50000"/>
                  </a:schemeClr>
                </a:solidFill>
              </a:rPr>
              <a:t>Variable óptima: </a:t>
            </a:r>
            <a:r>
              <a:rPr lang="es-ES" dirty="0">
                <a:solidFill>
                  <a:schemeClr val="accent1">
                    <a:lumMod val="50000"/>
                  </a:schemeClr>
                </a:solidFill>
              </a:rPr>
              <a:t>Longitud pétalo</a:t>
            </a:r>
          </a:p>
          <a:p>
            <a:r>
              <a:rPr lang="es-ES" b="1" dirty="0">
                <a:solidFill>
                  <a:schemeClr val="accent1">
                    <a:lumMod val="50000"/>
                  </a:schemeClr>
                </a:solidFill>
              </a:rPr>
              <a:t>Umbral óptimo: </a:t>
            </a:r>
            <a:r>
              <a:rPr lang="es-ES" dirty="0">
                <a:solidFill>
                  <a:schemeClr val="accent1">
                    <a:lumMod val="50000"/>
                  </a:schemeClr>
                </a:solidFill>
              </a:rPr>
              <a:t>2.38</a:t>
            </a:r>
          </a:p>
        </p:txBody>
      </p:sp>
      <p:sp>
        <p:nvSpPr>
          <p:cNvPr id="6" name="Rectángulo: esquinas redondeadas 5">
            <a:extLst>
              <a:ext uri="{FF2B5EF4-FFF2-40B4-BE49-F238E27FC236}">
                <a16:creationId xmlns:a16="http://schemas.microsoft.com/office/drawing/2014/main" id="{56AFCA42-EC2D-5632-E3C9-B77CD8AD907B}"/>
              </a:ext>
            </a:extLst>
          </p:cNvPr>
          <p:cNvSpPr/>
          <p:nvPr/>
        </p:nvSpPr>
        <p:spPr>
          <a:xfrm>
            <a:off x="3597536" y="4033680"/>
            <a:ext cx="4104000" cy="980165"/>
          </a:xfrm>
          <a:prstGeom prst="roundRect">
            <a:avLst>
              <a:gd name="adj" fmla="val 19824"/>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endParaRPr lang="es-ES" b="1" dirty="0">
              <a:solidFill>
                <a:schemeClr val="tx2"/>
              </a:solidFill>
            </a:endParaRPr>
          </a:p>
          <a:p>
            <a:pPr algn="ctr"/>
            <a:endParaRPr lang="es-ES" b="1" dirty="0">
              <a:solidFill>
                <a:schemeClr val="tx2"/>
              </a:solidFill>
            </a:endParaRPr>
          </a:p>
        </p:txBody>
      </p:sp>
      <p:sp>
        <p:nvSpPr>
          <p:cNvPr id="23" name="CuadroTexto 22">
            <a:extLst>
              <a:ext uri="{FF2B5EF4-FFF2-40B4-BE49-F238E27FC236}">
                <a16:creationId xmlns:a16="http://schemas.microsoft.com/office/drawing/2014/main" id="{B37C2839-E77D-6972-0228-6D1782A10F24}"/>
              </a:ext>
            </a:extLst>
          </p:cNvPr>
          <p:cNvSpPr txBox="1"/>
          <p:nvPr/>
        </p:nvSpPr>
        <p:spPr>
          <a:xfrm>
            <a:off x="3753243" y="3279742"/>
            <a:ext cx="796949" cy="400110"/>
          </a:xfrm>
          <a:prstGeom prst="rect">
            <a:avLst/>
          </a:prstGeom>
          <a:noFill/>
        </p:spPr>
        <p:txBody>
          <a:bodyPr wrap="none" rtlCol="0">
            <a:spAutoFit/>
          </a:bodyPr>
          <a:lstStyle/>
          <a:p>
            <a:r>
              <a:rPr lang="es-ES" sz="2000" b="1" dirty="0">
                <a:solidFill>
                  <a:schemeClr val="accent1">
                    <a:lumMod val="50000"/>
                  </a:schemeClr>
                </a:solidFill>
              </a:rPr>
              <a:t>Datos</a:t>
            </a:r>
          </a:p>
        </p:txBody>
      </p:sp>
      <p:cxnSp>
        <p:nvCxnSpPr>
          <p:cNvPr id="24" name="Conector recto 23">
            <a:extLst>
              <a:ext uri="{FF2B5EF4-FFF2-40B4-BE49-F238E27FC236}">
                <a16:creationId xmlns:a16="http://schemas.microsoft.com/office/drawing/2014/main" id="{171606FC-4AF5-CC61-5365-21F6F08B3DD1}"/>
              </a:ext>
            </a:extLst>
          </p:cNvPr>
          <p:cNvCxnSpPr/>
          <p:nvPr/>
        </p:nvCxnSpPr>
        <p:spPr>
          <a:xfrm flipH="1">
            <a:off x="5532721" y="4020278"/>
            <a:ext cx="1059735" cy="978616"/>
          </a:xfrm>
          <a:prstGeom prst="line">
            <a:avLst/>
          </a:prstGeom>
          <a:ln w="41275">
            <a:solidFill>
              <a:schemeClr val="tx2"/>
            </a:solidFill>
          </a:ln>
        </p:spPr>
        <p:style>
          <a:lnRef idx="1">
            <a:schemeClr val="accent1"/>
          </a:lnRef>
          <a:fillRef idx="0">
            <a:schemeClr val="accent1"/>
          </a:fillRef>
          <a:effectRef idx="0">
            <a:schemeClr val="accent1"/>
          </a:effectRef>
          <a:fontRef idx="minor">
            <a:schemeClr val="tx1"/>
          </a:fontRef>
        </p:style>
      </p:cxnSp>
      <p:sp>
        <p:nvSpPr>
          <p:cNvPr id="25" name="CuadroTexto 24">
            <a:extLst>
              <a:ext uri="{FF2B5EF4-FFF2-40B4-BE49-F238E27FC236}">
                <a16:creationId xmlns:a16="http://schemas.microsoft.com/office/drawing/2014/main" id="{5A306664-9434-0FA9-44E8-68762E677741}"/>
              </a:ext>
            </a:extLst>
          </p:cNvPr>
          <p:cNvSpPr txBox="1"/>
          <p:nvPr/>
        </p:nvSpPr>
        <p:spPr>
          <a:xfrm>
            <a:off x="3753243" y="4144076"/>
            <a:ext cx="1504899" cy="707886"/>
          </a:xfrm>
          <a:prstGeom prst="rect">
            <a:avLst/>
          </a:prstGeom>
          <a:noFill/>
        </p:spPr>
        <p:txBody>
          <a:bodyPr wrap="none" rtlCol="0">
            <a:spAutoFit/>
          </a:bodyPr>
          <a:lstStyle/>
          <a:p>
            <a:r>
              <a:rPr lang="es-ES" sz="2000" b="1" dirty="0">
                <a:solidFill>
                  <a:schemeClr val="accent1">
                    <a:lumMod val="50000"/>
                  </a:schemeClr>
                </a:solidFill>
              </a:rPr>
              <a:t>Impureza de</a:t>
            </a:r>
          </a:p>
          <a:p>
            <a:r>
              <a:rPr lang="es-ES" sz="2000" b="1" dirty="0">
                <a:solidFill>
                  <a:schemeClr val="accent1">
                    <a:lumMod val="50000"/>
                  </a:schemeClr>
                </a:solidFill>
              </a:rPr>
              <a:t>Gini</a:t>
            </a:r>
          </a:p>
        </p:txBody>
      </p:sp>
      <p:sp>
        <p:nvSpPr>
          <p:cNvPr id="26" name="CuadroTexto 25">
            <a:extLst>
              <a:ext uri="{FF2B5EF4-FFF2-40B4-BE49-F238E27FC236}">
                <a16:creationId xmlns:a16="http://schemas.microsoft.com/office/drawing/2014/main" id="{40F2A5D3-7A85-0E9B-C8E7-AF79AD5BD2B8}"/>
              </a:ext>
            </a:extLst>
          </p:cNvPr>
          <p:cNvSpPr txBox="1"/>
          <p:nvPr/>
        </p:nvSpPr>
        <p:spPr>
          <a:xfrm>
            <a:off x="5874481" y="4155348"/>
            <a:ext cx="1532163" cy="707886"/>
          </a:xfrm>
          <a:prstGeom prst="rect">
            <a:avLst/>
          </a:prstGeom>
          <a:noFill/>
        </p:spPr>
        <p:txBody>
          <a:bodyPr wrap="square" rtlCol="0">
            <a:spAutoFit/>
          </a:bodyPr>
          <a:lstStyle/>
          <a:p>
            <a:pPr algn="r"/>
            <a:r>
              <a:rPr lang="es-ES" sz="2000" b="1" dirty="0">
                <a:solidFill>
                  <a:schemeClr val="accent1">
                    <a:lumMod val="50000"/>
                  </a:schemeClr>
                </a:solidFill>
              </a:rPr>
              <a:t>Medida</a:t>
            </a:r>
          </a:p>
          <a:p>
            <a:pPr algn="r"/>
            <a:r>
              <a:rPr lang="es-ES" sz="2000" b="1" dirty="0">
                <a:solidFill>
                  <a:schemeClr val="accent1">
                    <a:lumMod val="50000"/>
                  </a:schemeClr>
                </a:solidFill>
              </a:rPr>
              <a:t> de entropía </a:t>
            </a:r>
          </a:p>
        </p:txBody>
      </p:sp>
      <p:pic>
        <p:nvPicPr>
          <p:cNvPr id="27" name="Imagen 26">
            <a:extLst>
              <a:ext uri="{FF2B5EF4-FFF2-40B4-BE49-F238E27FC236}">
                <a16:creationId xmlns:a16="http://schemas.microsoft.com/office/drawing/2014/main" id="{C4279C00-1763-ECD5-B75C-F46942C07619}"/>
              </a:ext>
            </a:extLst>
          </p:cNvPr>
          <p:cNvPicPr>
            <a:picLocks noChangeAspect="1"/>
          </p:cNvPicPr>
          <p:nvPr/>
        </p:nvPicPr>
        <p:blipFill>
          <a:blip r:embed="rId3">
            <a:clrChange>
              <a:clrFrom>
                <a:srgbClr val="FFFFFF"/>
              </a:clrFrom>
              <a:clrTo>
                <a:srgbClr val="FFFFFF">
                  <a:alpha val="0"/>
                </a:srgbClr>
              </a:clrTo>
            </a:clrChange>
          </a:blip>
          <a:srcRect l="4405" b="7975"/>
          <a:stretch/>
        </p:blipFill>
        <p:spPr>
          <a:xfrm>
            <a:off x="5060171" y="2921797"/>
            <a:ext cx="2144583" cy="1116000"/>
          </a:xfrm>
          <a:prstGeom prst="rect">
            <a:avLst/>
          </a:prstGeom>
        </p:spPr>
      </p:pic>
      <p:sp>
        <p:nvSpPr>
          <p:cNvPr id="28" name="Rectángulo: esquinas redondeadas 27">
            <a:extLst>
              <a:ext uri="{FF2B5EF4-FFF2-40B4-BE49-F238E27FC236}">
                <a16:creationId xmlns:a16="http://schemas.microsoft.com/office/drawing/2014/main" id="{424A5EA2-1E54-EE24-4ADA-FC897445046B}"/>
              </a:ext>
            </a:extLst>
          </p:cNvPr>
          <p:cNvSpPr/>
          <p:nvPr/>
        </p:nvSpPr>
        <p:spPr>
          <a:xfrm>
            <a:off x="3605951" y="5779084"/>
            <a:ext cx="4104000" cy="705944"/>
          </a:xfrm>
          <a:prstGeom prst="roundRect">
            <a:avLst>
              <a:gd name="adj" fmla="val 35617"/>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nSpc>
                <a:spcPct val="150000"/>
              </a:lnSpc>
            </a:pPr>
            <a:r>
              <a:rPr lang="es-ES" b="1" dirty="0">
                <a:solidFill>
                  <a:schemeClr val="accent1">
                    <a:lumMod val="50000"/>
                  </a:schemeClr>
                </a:solidFill>
              </a:rPr>
              <a:t>Etiqueta</a:t>
            </a:r>
            <a:r>
              <a:rPr lang="es-ES" dirty="0">
                <a:solidFill>
                  <a:schemeClr val="accent1">
                    <a:lumMod val="50000"/>
                  </a:schemeClr>
                </a:solidFill>
              </a:rPr>
              <a:t>: </a:t>
            </a:r>
            <a:r>
              <a:rPr lang="es-ES" dirty="0" err="1">
                <a:solidFill>
                  <a:schemeClr val="accent1">
                    <a:lumMod val="50000"/>
                  </a:schemeClr>
                </a:solidFill>
              </a:rPr>
              <a:t>None</a:t>
            </a:r>
            <a:endParaRPr lang="es-ES" dirty="0">
              <a:solidFill>
                <a:schemeClr val="accent1">
                  <a:lumMod val="50000"/>
                </a:schemeClr>
              </a:solidFill>
            </a:endParaRPr>
          </a:p>
        </p:txBody>
      </p:sp>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C647DB09-8726-995C-A853-228F1486CA94}"/>
                  </a:ext>
                </a:extLst>
              </p:cNvPr>
              <p:cNvSpPr txBox="1"/>
              <p:nvPr/>
            </p:nvSpPr>
            <p:spPr>
              <a:xfrm>
                <a:off x="4194398" y="4448305"/>
                <a:ext cx="173154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𝐺</m:t>
                          </m:r>
                        </m:e>
                        <m:sub>
                          <m:r>
                            <a:rPr lang="es-ES" i="1">
                              <a:solidFill>
                                <a:schemeClr val="accent1">
                                  <a:lumMod val="50000"/>
                                </a:schemeClr>
                              </a:solidFill>
                              <a:latin typeface="Cambria Math" panose="02040503050406030204" pitchFamily="18" charset="0"/>
                            </a:rPr>
                            <m:t>𝑖</m:t>
                          </m:r>
                        </m:sub>
                      </m:sSub>
                      <m:r>
                        <a:rPr lang="es-ES" b="0" i="1" smtClean="0">
                          <a:solidFill>
                            <a:schemeClr val="accent1">
                              <a:lumMod val="50000"/>
                            </a:schemeClr>
                          </a:solidFill>
                          <a:latin typeface="Cambria Math" panose="02040503050406030204" pitchFamily="18" charset="0"/>
                        </a:rPr>
                        <m:t>=0.667 </m:t>
                      </m:r>
                    </m:oMath>
                  </m:oMathPara>
                </a14:m>
                <a:endParaRPr lang="es-ES" dirty="0"/>
              </a:p>
            </p:txBody>
          </p:sp>
        </mc:Choice>
        <mc:Fallback xmlns="">
          <p:sp>
            <p:nvSpPr>
              <p:cNvPr id="30" name="CuadroTexto 29">
                <a:extLst>
                  <a:ext uri="{FF2B5EF4-FFF2-40B4-BE49-F238E27FC236}">
                    <a16:creationId xmlns:a16="http://schemas.microsoft.com/office/drawing/2014/main" id="{C647DB09-8726-995C-A853-228F1486CA94}"/>
                  </a:ext>
                </a:extLst>
              </p:cNvPr>
              <p:cNvSpPr txBox="1">
                <a:spLocks noRot="1" noChangeAspect="1" noMove="1" noResize="1" noEditPoints="1" noAdjustHandles="1" noChangeArrowheads="1" noChangeShapeType="1" noTextEdit="1"/>
              </p:cNvSpPr>
              <p:nvPr/>
            </p:nvSpPr>
            <p:spPr>
              <a:xfrm>
                <a:off x="4194398" y="4448305"/>
                <a:ext cx="1731545" cy="369332"/>
              </a:xfrm>
              <a:prstGeom prst="rect">
                <a:avLst/>
              </a:prstGeom>
              <a:blipFill>
                <a:blip r:embed="rId4"/>
                <a:stretch>
                  <a:fillRect b="-1667"/>
                </a:stretch>
              </a:blipFill>
            </p:spPr>
            <p:txBody>
              <a:bodyPr/>
              <a:lstStyle/>
              <a:p>
                <a:r>
                  <a:rPr lang="es-ES">
                    <a:noFill/>
                  </a:rPr>
                  <a:t> </a:t>
                </a:r>
              </a:p>
            </p:txBody>
          </p:sp>
        </mc:Fallback>
      </mc:AlternateContent>
    </p:spTree>
    <p:extLst>
      <p:ext uri="{BB962C8B-B14F-4D97-AF65-F5344CB8AC3E}">
        <p14:creationId xmlns:p14="http://schemas.microsoft.com/office/powerpoint/2010/main" val="193989496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adroTexto 10">
            <a:extLst>
              <a:ext uri="{FF2B5EF4-FFF2-40B4-BE49-F238E27FC236}">
                <a16:creationId xmlns:a16="http://schemas.microsoft.com/office/drawing/2014/main" id="{BE7A0595-F997-C90C-2B48-DD52AEEF89B2}"/>
              </a:ext>
            </a:extLst>
          </p:cNvPr>
          <p:cNvSpPr txBox="1"/>
          <p:nvPr/>
        </p:nvSpPr>
        <p:spPr>
          <a:xfrm>
            <a:off x="232042" y="1019781"/>
            <a:ext cx="11537352" cy="4481355"/>
          </a:xfrm>
          <a:prstGeom prst="rect">
            <a:avLst/>
          </a:prstGeom>
          <a:noFill/>
        </p:spPr>
        <p:txBody>
          <a:bodyPr wrap="square">
            <a:spAutoFit/>
          </a:bodyPr>
          <a:lstStyle/>
          <a:p>
            <a:r>
              <a:rPr lang="es-ES" b="1" dirty="0">
                <a:solidFill>
                  <a:schemeClr val="accent1">
                    <a:lumMod val="50000"/>
                  </a:schemeClr>
                </a:solidFill>
              </a:rPr>
              <a:t>Algoritmo:</a:t>
            </a:r>
            <a:endParaRPr lang="es-ES" dirty="0">
              <a:solidFill>
                <a:schemeClr val="accent1">
                  <a:lumMod val="50000"/>
                </a:schemeClr>
              </a:solidFill>
            </a:endParaRPr>
          </a:p>
          <a:p>
            <a:pPr marL="800100" lvl="1" indent="-342900">
              <a:lnSpc>
                <a:spcPct val="200000"/>
              </a:lnSpc>
              <a:buFont typeface="+mj-lt"/>
              <a:buAutoNum type="arabicPeriod"/>
            </a:pPr>
            <a:r>
              <a:rPr lang="es-ES" dirty="0">
                <a:solidFill>
                  <a:schemeClr val="accent1">
                    <a:lumMod val="50000"/>
                  </a:schemeClr>
                </a:solidFill>
              </a:rPr>
              <a:t>Seleccionar la característica que mejor separa los datos. </a:t>
            </a:r>
          </a:p>
          <a:p>
            <a:pPr marL="800100" lvl="1" indent="-342900">
              <a:lnSpc>
                <a:spcPct val="200000"/>
              </a:lnSpc>
              <a:buFont typeface="+mj-lt"/>
              <a:buAutoNum type="arabicPeriod"/>
            </a:pPr>
            <a:r>
              <a:rPr lang="es-ES" dirty="0">
                <a:solidFill>
                  <a:schemeClr val="accent1">
                    <a:lumMod val="50000"/>
                  </a:schemeClr>
                </a:solidFill>
              </a:rPr>
              <a:t>Crear un nodo.</a:t>
            </a:r>
          </a:p>
          <a:p>
            <a:pPr marL="800100" lvl="1" indent="-342900">
              <a:lnSpc>
                <a:spcPct val="200000"/>
              </a:lnSpc>
              <a:buFont typeface="+mj-lt"/>
              <a:buAutoNum type="arabicPeriod"/>
            </a:pPr>
            <a:r>
              <a:rPr lang="es-ES" b="1" dirty="0">
                <a:solidFill>
                  <a:schemeClr val="accent1">
                    <a:lumMod val="50000"/>
                  </a:schemeClr>
                </a:solidFill>
              </a:rPr>
              <a:t>División recursiva de los subconjuntos:</a:t>
            </a:r>
          </a:p>
          <a:p>
            <a:pPr lvl="2">
              <a:lnSpc>
                <a:spcPct val="150000"/>
              </a:lnSpc>
            </a:pPr>
            <a:r>
              <a:rPr lang="es-ES" dirty="0">
                <a:solidFill>
                  <a:schemeClr val="accent1">
                    <a:lumMod val="50000"/>
                  </a:schemeClr>
                </a:solidFill>
              </a:rPr>
              <a:t>El algoritmo se aplica recursivamente a cada subconjunto de datos resultante de la división. </a:t>
            </a:r>
          </a:p>
          <a:p>
            <a:pPr lvl="2">
              <a:lnSpc>
                <a:spcPct val="150000"/>
              </a:lnSpc>
            </a:pPr>
            <a:r>
              <a:rPr lang="es-ES" dirty="0">
                <a:solidFill>
                  <a:schemeClr val="accent1">
                    <a:lumMod val="50000"/>
                  </a:schemeClr>
                </a:solidFill>
              </a:rPr>
              <a:t>Este proceso continúa hasta que se cumplen algunos criterios de parada:</a:t>
            </a:r>
          </a:p>
          <a:p>
            <a:pPr marL="1714500" lvl="3" indent="-342900">
              <a:lnSpc>
                <a:spcPct val="150000"/>
              </a:lnSpc>
              <a:buFont typeface="+mj-lt"/>
              <a:buAutoNum type="arabicPeriod"/>
            </a:pPr>
            <a:r>
              <a:rPr lang="es-ES" dirty="0">
                <a:solidFill>
                  <a:schemeClr val="accent1">
                    <a:lumMod val="50000"/>
                  </a:schemeClr>
                </a:solidFill>
              </a:rPr>
              <a:t>Alcanzar una profundidad máxima (Distancia en nodos al nodo raíz)</a:t>
            </a:r>
          </a:p>
          <a:p>
            <a:pPr marL="1714500" lvl="3" indent="-342900">
              <a:lnSpc>
                <a:spcPct val="150000"/>
              </a:lnSpc>
              <a:buFont typeface="+mj-lt"/>
              <a:buAutoNum type="arabicPeriod"/>
            </a:pPr>
            <a:r>
              <a:rPr lang="es-ES" dirty="0">
                <a:solidFill>
                  <a:schemeClr val="accent1">
                    <a:lumMod val="50000"/>
                  </a:schemeClr>
                </a:solidFill>
              </a:rPr>
              <a:t>Número mínimo de datos por nodo.</a:t>
            </a:r>
          </a:p>
          <a:p>
            <a:pPr marL="1714500" lvl="3" indent="-342900">
              <a:lnSpc>
                <a:spcPct val="150000"/>
              </a:lnSpc>
              <a:buFont typeface="+mj-lt"/>
              <a:buAutoNum type="arabicPeriod"/>
            </a:pPr>
            <a:r>
              <a:rPr lang="es-ES" dirty="0">
                <a:solidFill>
                  <a:schemeClr val="accent1">
                    <a:lumMod val="50000"/>
                  </a:schemeClr>
                </a:solidFill>
              </a:rPr>
              <a:t>Haber alcanzado nodos puros (subconjuntos homogéneos)</a:t>
            </a:r>
            <a:r>
              <a:rPr lang="es-ES" dirty="0">
                <a:solidFill>
                  <a:schemeClr val="accent1">
                    <a:lumMod val="50000"/>
                  </a:schemeClr>
                </a:solidFill>
                <a:sym typeface="Wingdings" panose="05000000000000000000" pitchFamily="2" charset="2"/>
              </a:rPr>
              <a:t> </a:t>
            </a:r>
            <a:r>
              <a:rPr lang="es-ES" b="1" dirty="0">
                <a:solidFill>
                  <a:schemeClr val="accent1">
                    <a:lumMod val="50000"/>
                  </a:schemeClr>
                </a:solidFill>
                <a:sym typeface="Wingdings" panose="05000000000000000000" pitchFamily="2" charset="2"/>
              </a:rPr>
              <a:t>Fijamos etiqueta</a:t>
            </a:r>
            <a:endParaRPr lang="es-ES" b="1" dirty="0">
              <a:solidFill>
                <a:schemeClr val="accent1">
                  <a:lumMod val="50000"/>
                </a:schemeClr>
              </a:solidFill>
            </a:endParaRPr>
          </a:p>
          <a:p>
            <a:pPr lvl="2">
              <a:lnSpc>
                <a:spcPct val="150000"/>
              </a:lnSpc>
            </a:pPr>
            <a:endParaRPr lang="es-ES" b="1" dirty="0">
              <a:solidFill>
                <a:schemeClr val="accent1">
                  <a:lumMod val="50000"/>
                </a:schemeClr>
              </a:solidFill>
            </a:endParaRPr>
          </a:p>
        </p:txBody>
      </p:sp>
      <p:sp>
        <p:nvSpPr>
          <p:cNvPr id="9" name="CuadroTexto 8">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10" name="CuadroTexto 9">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13" name="CuadroTexto 12">
            <a:extLst>
              <a:ext uri="{FF2B5EF4-FFF2-40B4-BE49-F238E27FC236}">
                <a16:creationId xmlns:a16="http://schemas.microsoft.com/office/drawing/2014/main" id="{B721C4E8-F774-C602-C20C-95042CFF3868}"/>
              </a:ext>
            </a:extLst>
          </p:cNvPr>
          <p:cNvSpPr txBox="1"/>
          <p:nvPr/>
        </p:nvSpPr>
        <p:spPr>
          <a:xfrm>
            <a:off x="164744" y="619671"/>
            <a:ext cx="4179670" cy="400110"/>
          </a:xfrm>
          <a:prstGeom prst="rect">
            <a:avLst/>
          </a:prstGeom>
          <a:noFill/>
        </p:spPr>
        <p:txBody>
          <a:bodyPr wrap="none" rtlCol="0">
            <a:spAutoFit/>
          </a:bodyPr>
          <a:lstStyle/>
          <a:p>
            <a:r>
              <a:rPr lang="es-ES" sz="2000" b="1" dirty="0">
                <a:solidFill>
                  <a:schemeClr val="accent1">
                    <a:lumMod val="50000"/>
                  </a:schemeClr>
                </a:solidFill>
              </a:rPr>
              <a:t>Construcción de Árboles de Decisión. </a:t>
            </a:r>
          </a:p>
        </p:txBody>
      </p:sp>
    </p:spTree>
    <p:extLst>
      <p:ext uri="{BB962C8B-B14F-4D97-AF65-F5344CB8AC3E}">
        <p14:creationId xmlns:p14="http://schemas.microsoft.com/office/powerpoint/2010/main" val="137834110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upo 28">
            <a:extLst>
              <a:ext uri="{FF2B5EF4-FFF2-40B4-BE49-F238E27FC236}">
                <a16:creationId xmlns:a16="http://schemas.microsoft.com/office/drawing/2014/main" id="{559A6155-DEEA-9F74-4CCC-5A192099C5F0}"/>
              </a:ext>
            </a:extLst>
          </p:cNvPr>
          <p:cNvGrpSpPr/>
          <p:nvPr/>
        </p:nvGrpSpPr>
        <p:grpSpPr>
          <a:xfrm>
            <a:off x="205273" y="1847635"/>
            <a:ext cx="3875271" cy="3324704"/>
            <a:chOff x="6438122" y="3135259"/>
            <a:chExt cx="3875271" cy="3324704"/>
          </a:xfrm>
        </p:grpSpPr>
        <p:sp>
          <p:nvSpPr>
            <p:cNvPr id="3" name="Rectángulo: esquinas redondeadas 2">
              <a:extLst>
                <a:ext uri="{FF2B5EF4-FFF2-40B4-BE49-F238E27FC236}">
                  <a16:creationId xmlns:a16="http://schemas.microsoft.com/office/drawing/2014/main" id="{9E7A6F1F-055B-195D-33F3-127FD899329E}"/>
                </a:ext>
              </a:extLst>
            </p:cNvPr>
            <p:cNvSpPr/>
            <p:nvPr/>
          </p:nvSpPr>
          <p:spPr>
            <a:xfrm>
              <a:off x="6438122" y="3135259"/>
              <a:ext cx="3582956" cy="3324704"/>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endParaRPr lang="es-ES" b="1" dirty="0">
                <a:solidFill>
                  <a:schemeClr val="tx2"/>
                </a:solidFill>
              </a:endParaRPr>
            </a:p>
            <a:p>
              <a:pPr algn="ctr"/>
              <a:endParaRPr lang="es-ES" b="1" dirty="0">
                <a:solidFill>
                  <a:schemeClr val="tx2"/>
                </a:solidFill>
              </a:endParaRP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17183218-0DC8-9368-74CA-9946170C68D2}"/>
                    </a:ext>
                  </a:extLst>
                </p:cNvPr>
                <p:cNvSpPr txBox="1"/>
                <p:nvPr/>
              </p:nvSpPr>
              <p:spPr>
                <a:xfrm>
                  <a:off x="6571881" y="5005091"/>
                  <a:ext cx="3741512" cy="369332"/>
                </a:xfrm>
                <a:prstGeom prst="rect">
                  <a:avLst/>
                </a:prstGeom>
                <a:noFill/>
              </p:spPr>
              <p:txBody>
                <a:bodyPr wrap="square" rtlCol="0">
                  <a:spAutoFit/>
                </a:bodyPr>
                <a:lstStyle/>
                <a:p>
                  <a:r>
                    <a:rPr lang="es-ES" b="1" dirty="0"/>
                    <a:t>Gini:</a:t>
                  </a:r>
                  <a14:m>
                    <m:oMath xmlns:m="http://schemas.openxmlformats.org/officeDocument/2006/math">
                      <m:r>
                        <a:rPr lang="es-ES" b="1" i="0" smtClean="0">
                          <a:latin typeface="Cambria Math" panose="02040503050406030204" pitchFamily="18" charset="0"/>
                        </a:rPr>
                        <m:t>     </m:t>
                      </m:r>
                      <m:sSub>
                        <m:sSubPr>
                          <m:ctrlPr>
                            <a:rPr lang="es-ES" i="1" smtClean="0">
                              <a:latin typeface="Cambria Math" panose="02040503050406030204" pitchFamily="18" charset="0"/>
                            </a:rPr>
                          </m:ctrlPr>
                        </m:sSubPr>
                        <m:e>
                          <m:r>
                            <a:rPr lang="es-ES" b="0" i="1" smtClean="0">
                              <a:latin typeface="Cambria Math" panose="02040503050406030204" pitchFamily="18" charset="0"/>
                            </a:rPr>
                            <m:t>𝐺</m:t>
                          </m:r>
                        </m:e>
                        <m:sub>
                          <m:r>
                            <a:rPr lang="es-ES" i="1">
                              <a:latin typeface="Cambria Math" panose="02040503050406030204" pitchFamily="18" charset="0"/>
                            </a:rPr>
                            <m:t>𝑖</m:t>
                          </m:r>
                        </m:sub>
                      </m:sSub>
                      <m:r>
                        <a:rPr lang="es-ES" b="0" i="1" smtClean="0">
                          <a:latin typeface="Cambria Math" panose="02040503050406030204" pitchFamily="18" charset="0"/>
                        </a:rPr>
                        <m:t>=0.667</m:t>
                      </m:r>
                    </m:oMath>
                  </a14:m>
                  <a:endParaRPr lang="es-ES" b="1" dirty="0"/>
                </a:p>
              </p:txBody>
            </p:sp>
          </mc:Choice>
          <mc:Fallback xmlns="">
            <p:sp>
              <p:nvSpPr>
                <p:cNvPr id="23" name="CuadroTexto 22">
                  <a:extLst>
                    <a:ext uri="{FF2B5EF4-FFF2-40B4-BE49-F238E27FC236}">
                      <a16:creationId xmlns:a16="http://schemas.microsoft.com/office/drawing/2014/main" id="{17183218-0DC8-9368-74CA-9946170C68D2}"/>
                    </a:ext>
                  </a:extLst>
                </p:cNvPr>
                <p:cNvSpPr txBox="1">
                  <a:spLocks noRot="1" noChangeAspect="1" noMove="1" noResize="1" noEditPoints="1" noAdjustHandles="1" noChangeArrowheads="1" noChangeShapeType="1" noTextEdit="1"/>
                </p:cNvSpPr>
                <p:nvPr/>
              </p:nvSpPr>
              <p:spPr>
                <a:xfrm>
                  <a:off x="6571881" y="5005091"/>
                  <a:ext cx="3741512" cy="369332"/>
                </a:xfrm>
                <a:prstGeom prst="rect">
                  <a:avLst/>
                </a:prstGeom>
                <a:blipFill>
                  <a:blip r:embed="rId2"/>
                  <a:stretch>
                    <a:fillRect l="-1468" t="-10000" b="-26667"/>
                  </a:stretch>
                </a:blipFill>
              </p:spPr>
              <p:txBody>
                <a:bodyPr/>
                <a:lstStyle/>
                <a:p>
                  <a:r>
                    <a:rPr lang="es-ES">
                      <a:noFill/>
                    </a:rPr>
                    <a:t> </a:t>
                  </a:r>
                </a:p>
              </p:txBody>
            </p:sp>
          </mc:Fallback>
        </mc:AlternateContent>
        <p:pic>
          <p:nvPicPr>
            <p:cNvPr id="25" name="Imagen 24">
              <a:extLst>
                <a:ext uri="{FF2B5EF4-FFF2-40B4-BE49-F238E27FC236}">
                  <a16:creationId xmlns:a16="http://schemas.microsoft.com/office/drawing/2014/main" id="{8448F212-C24E-165D-BD8F-DAEFFAF82D19}"/>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060543" y="3166987"/>
              <a:ext cx="2272802" cy="1228611"/>
            </a:xfrm>
            <a:prstGeom prst="rect">
              <a:avLst/>
            </a:prstGeom>
          </p:spPr>
        </p:pic>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0C9AB4D3-F355-2F0E-FCD7-D41025831790}"/>
                    </a:ext>
                  </a:extLst>
                </p:cNvPr>
                <p:cNvSpPr txBox="1"/>
                <p:nvPr/>
              </p:nvSpPr>
              <p:spPr>
                <a:xfrm>
                  <a:off x="6571881" y="4340216"/>
                  <a:ext cx="3741512" cy="658514"/>
                </a:xfrm>
                <a:prstGeom prst="rect">
                  <a:avLst/>
                </a:prstGeom>
                <a:noFill/>
              </p:spPr>
              <p:txBody>
                <a:bodyPr wrap="square" rtlCol="0">
                  <a:spAutoFit/>
                </a:bodyPr>
                <a:lstStyle/>
                <a:p>
                  <a:r>
                    <a:rPr lang="es-ES" b="1" dirty="0"/>
                    <a:t>Datos: </a:t>
                  </a:r>
                  <a:r>
                    <a:rPr lang="es-ES" dirty="0"/>
                    <a:t>[50,50,50] </a:t>
                  </a:r>
                  <a:r>
                    <a:rPr lang="es-ES" dirty="0">
                      <a:sym typeface="Wingdings" panose="05000000000000000000" pitchFamily="2" charset="2"/>
                    </a:rPr>
                    <a:t> 150</a:t>
                  </a:r>
                  <a:endParaRPr lang="es-ES" dirty="0"/>
                </a:p>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𝑝</m:t>
                            </m:r>
                          </m:e>
                          <m:sub>
                            <m:r>
                              <a:rPr lang="es-ES" b="0" i="1" smtClean="0">
                                <a:latin typeface="Cambria Math" panose="02040503050406030204" pitchFamily="18" charset="0"/>
                              </a:rPr>
                              <m:t>1,</m:t>
                            </m:r>
                            <m:r>
                              <a:rPr lang="es-ES" b="0" i="1" smtClean="0">
                                <a:latin typeface="Cambria Math" panose="02040503050406030204" pitchFamily="18" charset="0"/>
                              </a:rPr>
                              <m:t>𝑘</m:t>
                            </m:r>
                          </m:sub>
                        </m:sSub>
                        <m:r>
                          <a:rPr lang="es-ES" b="0" i="1" smtClean="0">
                            <a:latin typeface="Cambria Math" panose="02040503050406030204" pitchFamily="18" charset="0"/>
                          </a:rPr>
                          <m:t>=[0.333, 0.333, 0.333]</m:t>
                        </m:r>
                      </m:oMath>
                    </m:oMathPara>
                  </a14:m>
                  <a:endParaRPr lang="es-ES" b="1" dirty="0"/>
                </a:p>
              </p:txBody>
            </p:sp>
          </mc:Choice>
          <mc:Fallback xmlns="">
            <p:sp>
              <p:nvSpPr>
                <p:cNvPr id="26" name="CuadroTexto 25">
                  <a:extLst>
                    <a:ext uri="{FF2B5EF4-FFF2-40B4-BE49-F238E27FC236}">
                      <a16:creationId xmlns:a16="http://schemas.microsoft.com/office/drawing/2014/main" id="{0C9AB4D3-F355-2F0E-FCD7-D41025831790}"/>
                    </a:ext>
                  </a:extLst>
                </p:cNvPr>
                <p:cNvSpPr txBox="1">
                  <a:spLocks noRot="1" noChangeAspect="1" noMove="1" noResize="1" noEditPoints="1" noAdjustHandles="1" noChangeArrowheads="1" noChangeShapeType="1" noTextEdit="1"/>
                </p:cNvSpPr>
                <p:nvPr/>
              </p:nvSpPr>
              <p:spPr>
                <a:xfrm>
                  <a:off x="6571881" y="4340216"/>
                  <a:ext cx="3741512" cy="658514"/>
                </a:xfrm>
                <a:prstGeom prst="rect">
                  <a:avLst/>
                </a:prstGeom>
                <a:blipFill>
                  <a:blip r:embed="rId4"/>
                  <a:stretch>
                    <a:fillRect l="-1468" t="-6481" b="-7407"/>
                  </a:stretch>
                </a:blipFill>
              </p:spPr>
              <p:txBody>
                <a:bodyPr/>
                <a:lstStyle/>
                <a:p>
                  <a:r>
                    <a:rPr lang="es-ES">
                      <a:noFill/>
                    </a:rPr>
                    <a:t> </a:t>
                  </a:r>
                </a:p>
              </p:txBody>
            </p:sp>
          </mc:Fallback>
        </mc:AlternateContent>
        <p:sp>
          <p:nvSpPr>
            <p:cNvPr id="27" name="CuadroTexto 26">
              <a:extLst>
                <a:ext uri="{FF2B5EF4-FFF2-40B4-BE49-F238E27FC236}">
                  <a16:creationId xmlns:a16="http://schemas.microsoft.com/office/drawing/2014/main" id="{4815CBF7-027A-1437-6F77-5697D53710D6}"/>
                </a:ext>
              </a:extLst>
            </p:cNvPr>
            <p:cNvSpPr txBox="1"/>
            <p:nvPr/>
          </p:nvSpPr>
          <p:spPr>
            <a:xfrm>
              <a:off x="6571881" y="6043045"/>
              <a:ext cx="2808494" cy="369332"/>
            </a:xfrm>
            <a:prstGeom prst="rect">
              <a:avLst/>
            </a:prstGeom>
            <a:noFill/>
          </p:spPr>
          <p:txBody>
            <a:bodyPr wrap="square" rtlCol="0">
              <a:spAutoFit/>
            </a:bodyPr>
            <a:lstStyle/>
            <a:p>
              <a:r>
                <a:rPr lang="es-ES" b="1" dirty="0"/>
                <a:t>Etiqueta: </a:t>
              </a:r>
              <a:r>
                <a:rPr lang="es-ES" dirty="0" err="1"/>
                <a:t>None</a:t>
              </a:r>
              <a:endParaRPr lang="es-ES" dirty="0"/>
            </a:p>
          </p:txBody>
        </p:sp>
        <p:sp>
          <p:nvSpPr>
            <p:cNvPr id="28" name="CuadroTexto 27">
              <a:extLst>
                <a:ext uri="{FF2B5EF4-FFF2-40B4-BE49-F238E27FC236}">
                  <a16:creationId xmlns:a16="http://schemas.microsoft.com/office/drawing/2014/main" id="{E5DBF796-573A-8993-0B9B-88E4F5A86DFD}"/>
                </a:ext>
              </a:extLst>
            </p:cNvPr>
            <p:cNvSpPr txBox="1"/>
            <p:nvPr/>
          </p:nvSpPr>
          <p:spPr>
            <a:xfrm>
              <a:off x="6571881" y="5474186"/>
              <a:ext cx="3393213" cy="646331"/>
            </a:xfrm>
            <a:prstGeom prst="rect">
              <a:avLst/>
            </a:prstGeom>
            <a:noFill/>
          </p:spPr>
          <p:txBody>
            <a:bodyPr wrap="square" rtlCol="0">
              <a:spAutoFit/>
            </a:bodyPr>
            <a:lstStyle/>
            <a:p>
              <a:r>
                <a:rPr lang="es-ES" b="1" dirty="0"/>
                <a:t>Variable óptima: </a:t>
              </a:r>
              <a:r>
                <a:rPr lang="es-ES" dirty="0"/>
                <a:t>Longitud pétalo</a:t>
              </a:r>
            </a:p>
            <a:p>
              <a:r>
                <a:rPr lang="es-ES" b="1" dirty="0"/>
                <a:t>Umbral óptimo: </a:t>
              </a:r>
              <a:r>
                <a:rPr lang="es-ES" dirty="0"/>
                <a:t>2.38</a:t>
              </a:r>
            </a:p>
          </p:txBody>
        </p:sp>
      </p:grpSp>
      <p:sp>
        <p:nvSpPr>
          <p:cNvPr id="30" name="Flecha: hacia la izquierda 29">
            <a:extLst>
              <a:ext uri="{FF2B5EF4-FFF2-40B4-BE49-F238E27FC236}">
                <a16:creationId xmlns:a16="http://schemas.microsoft.com/office/drawing/2014/main" id="{B13479BF-9AC1-EC20-F149-3B16EE96D44B}"/>
              </a:ext>
            </a:extLst>
          </p:cNvPr>
          <p:cNvSpPr>
            <a:spLocks noChangeAspect="1"/>
          </p:cNvSpPr>
          <p:nvPr/>
        </p:nvSpPr>
        <p:spPr>
          <a:xfrm rot="7980000">
            <a:off x="4194563" y="2400383"/>
            <a:ext cx="941485" cy="432000"/>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1" name="Flecha: hacia la izquierda 30">
            <a:extLst>
              <a:ext uri="{FF2B5EF4-FFF2-40B4-BE49-F238E27FC236}">
                <a16:creationId xmlns:a16="http://schemas.microsoft.com/office/drawing/2014/main" id="{90B5D3F4-1F21-E954-335E-5D9204D4EEBC}"/>
              </a:ext>
            </a:extLst>
          </p:cNvPr>
          <p:cNvSpPr>
            <a:spLocks noChangeAspect="1"/>
          </p:cNvSpPr>
          <p:nvPr/>
        </p:nvSpPr>
        <p:spPr>
          <a:xfrm rot="13380000">
            <a:off x="4207136" y="4013045"/>
            <a:ext cx="941485" cy="432000"/>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grpSp>
        <p:nvGrpSpPr>
          <p:cNvPr id="33" name="Grupo 32">
            <a:extLst>
              <a:ext uri="{FF2B5EF4-FFF2-40B4-BE49-F238E27FC236}">
                <a16:creationId xmlns:a16="http://schemas.microsoft.com/office/drawing/2014/main" id="{0303B9A1-D509-E2C1-9066-25BCED323F4B}"/>
              </a:ext>
            </a:extLst>
          </p:cNvPr>
          <p:cNvGrpSpPr/>
          <p:nvPr/>
        </p:nvGrpSpPr>
        <p:grpSpPr>
          <a:xfrm>
            <a:off x="5243935" y="63269"/>
            <a:ext cx="3875271" cy="3324704"/>
            <a:chOff x="6438122" y="3135259"/>
            <a:chExt cx="3875271" cy="3324704"/>
          </a:xfrm>
        </p:grpSpPr>
        <p:sp>
          <p:nvSpPr>
            <p:cNvPr id="34" name="Rectángulo: esquinas redondeadas 33">
              <a:extLst>
                <a:ext uri="{FF2B5EF4-FFF2-40B4-BE49-F238E27FC236}">
                  <a16:creationId xmlns:a16="http://schemas.microsoft.com/office/drawing/2014/main" id="{63AB7817-E4C7-016D-CC74-CAAEED382BF7}"/>
                </a:ext>
              </a:extLst>
            </p:cNvPr>
            <p:cNvSpPr/>
            <p:nvPr/>
          </p:nvSpPr>
          <p:spPr>
            <a:xfrm>
              <a:off x="6438122" y="3135259"/>
              <a:ext cx="3582956" cy="3324704"/>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endParaRPr lang="es-ES" b="1" dirty="0">
                <a:solidFill>
                  <a:schemeClr val="tx2"/>
                </a:solidFill>
              </a:endParaRPr>
            </a:p>
            <a:p>
              <a:pPr algn="ctr"/>
              <a:endParaRPr lang="es-ES" b="1" dirty="0">
                <a:solidFill>
                  <a:schemeClr val="tx2"/>
                </a:solidFill>
              </a:endParaRPr>
            </a:p>
          </p:txBody>
        </p:sp>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08F39315-F931-826B-5295-F861228533E7}"/>
                    </a:ext>
                  </a:extLst>
                </p:cNvPr>
                <p:cNvSpPr txBox="1"/>
                <p:nvPr/>
              </p:nvSpPr>
              <p:spPr>
                <a:xfrm>
                  <a:off x="6565749" y="5024017"/>
                  <a:ext cx="3741512" cy="369332"/>
                </a:xfrm>
                <a:prstGeom prst="rect">
                  <a:avLst/>
                </a:prstGeom>
                <a:noFill/>
              </p:spPr>
              <p:txBody>
                <a:bodyPr wrap="square" rtlCol="0">
                  <a:spAutoFit/>
                </a:bodyPr>
                <a:lstStyle/>
                <a:p>
                  <a:r>
                    <a:rPr lang="es-ES" b="1" dirty="0"/>
                    <a:t>Gini:</a:t>
                  </a:r>
                  <a14:m>
                    <m:oMath xmlns:m="http://schemas.openxmlformats.org/officeDocument/2006/math">
                      <m:r>
                        <a:rPr lang="es-ES" b="1" i="0" smtClean="0">
                          <a:latin typeface="Cambria Math" panose="02040503050406030204" pitchFamily="18" charset="0"/>
                        </a:rPr>
                        <m:t>    </m:t>
                      </m:r>
                      <m:sSub>
                        <m:sSubPr>
                          <m:ctrlPr>
                            <a:rPr lang="es-ES" i="1" smtClean="0">
                              <a:latin typeface="Cambria Math" panose="02040503050406030204" pitchFamily="18" charset="0"/>
                            </a:rPr>
                          </m:ctrlPr>
                        </m:sSubPr>
                        <m:e>
                          <m:r>
                            <a:rPr lang="es-ES" b="0" i="1" smtClean="0">
                              <a:latin typeface="Cambria Math" panose="02040503050406030204" pitchFamily="18" charset="0"/>
                            </a:rPr>
                            <m:t>𝐺</m:t>
                          </m:r>
                        </m:e>
                        <m:sub>
                          <m:r>
                            <a:rPr lang="es-ES" i="1">
                              <a:latin typeface="Cambria Math" panose="02040503050406030204" pitchFamily="18" charset="0"/>
                            </a:rPr>
                            <m:t>𝑖</m:t>
                          </m:r>
                        </m:sub>
                      </m:sSub>
                      <m:r>
                        <a:rPr lang="es-ES" b="0" i="1" smtClean="0">
                          <a:latin typeface="Cambria Math" panose="02040503050406030204" pitchFamily="18" charset="0"/>
                        </a:rPr>
                        <m:t>=0</m:t>
                      </m:r>
                    </m:oMath>
                  </a14:m>
                  <a:endParaRPr lang="es-ES" b="1" dirty="0"/>
                </a:p>
              </p:txBody>
            </p:sp>
          </mc:Choice>
          <mc:Fallback xmlns="">
            <p:sp>
              <p:nvSpPr>
                <p:cNvPr id="35" name="CuadroTexto 34">
                  <a:extLst>
                    <a:ext uri="{FF2B5EF4-FFF2-40B4-BE49-F238E27FC236}">
                      <a16:creationId xmlns:a16="http://schemas.microsoft.com/office/drawing/2014/main" id="{08F39315-F931-826B-5295-F861228533E7}"/>
                    </a:ext>
                  </a:extLst>
                </p:cNvPr>
                <p:cNvSpPr txBox="1">
                  <a:spLocks noRot="1" noChangeAspect="1" noMove="1" noResize="1" noEditPoints="1" noAdjustHandles="1" noChangeArrowheads="1" noChangeShapeType="1" noTextEdit="1"/>
                </p:cNvSpPr>
                <p:nvPr/>
              </p:nvSpPr>
              <p:spPr>
                <a:xfrm>
                  <a:off x="6565749" y="5024017"/>
                  <a:ext cx="3741512" cy="369332"/>
                </a:xfrm>
                <a:prstGeom prst="rect">
                  <a:avLst/>
                </a:prstGeom>
                <a:blipFill>
                  <a:blip r:embed="rId5"/>
                  <a:stretch>
                    <a:fillRect l="-1303" t="-8197" b="-2459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7" name="CuadroTexto 36">
                  <a:extLst>
                    <a:ext uri="{FF2B5EF4-FFF2-40B4-BE49-F238E27FC236}">
                      <a16:creationId xmlns:a16="http://schemas.microsoft.com/office/drawing/2014/main" id="{FF14DA10-792B-318E-6F2E-50733296D120}"/>
                    </a:ext>
                  </a:extLst>
                </p:cNvPr>
                <p:cNvSpPr txBox="1"/>
                <p:nvPr/>
              </p:nvSpPr>
              <p:spPr>
                <a:xfrm>
                  <a:off x="6571881" y="4340216"/>
                  <a:ext cx="3741512" cy="658514"/>
                </a:xfrm>
                <a:prstGeom prst="rect">
                  <a:avLst/>
                </a:prstGeom>
                <a:noFill/>
              </p:spPr>
              <p:txBody>
                <a:bodyPr wrap="square" rtlCol="0">
                  <a:spAutoFit/>
                </a:bodyPr>
                <a:lstStyle/>
                <a:p>
                  <a:r>
                    <a:rPr lang="es-ES" b="1" dirty="0"/>
                    <a:t>Datos: </a:t>
                  </a:r>
                  <a:r>
                    <a:rPr lang="es-ES" dirty="0"/>
                    <a:t>[50,0, 0] </a:t>
                  </a:r>
                  <a:r>
                    <a:rPr lang="es-ES" dirty="0">
                      <a:sym typeface="Wingdings" panose="05000000000000000000" pitchFamily="2" charset="2"/>
                    </a:rPr>
                    <a:t> 50</a:t>
                  </a:r>
                  <a:endParaRPr lang="es-ES" dirty="0"/>
                </a:p>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𝑝</m:t>
                            </m:r>
                          </m:e>
                          <m:sub>
                            <m:r>
                              <a:rPr lang="es-ES" b="0" i="1" smtClean="0">
                                <a:latin typeface="Cambria Math" panose="02040503050406030204" pitchFamily="18" charset="0"/>
                              </a:rPr>
                              <m:t>1,</m:t>
                            </m:r>
                            <m:r>
                              <a:rPr lang="es-ES" b="0" i="1" smtClean="0">
                                <a:latin typeface="Cambria Math" panose="02040503050406030204" pitchFamily="18" charset="0"/>
                              </a:rPr>
                              <m:t>𝑘</m:t>
                            </m:r>
                          </m:sub>
                        </m:sSub>
                        <m:r>
                          <a:rPr lang="es-ES" b="0" i="1" smtClean="0">
                            <a:latin typeface="Cambria Math" panose="02040503050406030204" pitchFamily="18" charset="0"/>
                          </a:rPr>
                          <m:t>=[1, 0., 0.]</m:t>
                        </m:r>
                      </m:oMath>
                    </m:oMathPara>
                  </a14:m>
                  <a:endParaRPr lang="es-ES" b="1" dirty="0"/>
                </a:p>
              </p:txBody>
            </p:sp>
          </mc:Choice>
          <mc:Fallback xmlns="">
            <p:sp>
              <p:nvSpPr>
                <p:cNvPr id="37" name="CuadroTexto 36">
                  <a:extLst>
                    <a:ext uri="{FF2B5EF4-FFF2-40B4-BE49-F238E27FC236}">
                      <a16:creationId xmlns:a16="http://schemas.microsoft.com/office/drawing/2014/main" id="{FF14DA10-792B-318E-6F2E-50733296D120}"/>
                    </a:ext>
                  </a:extLst>
                </p:cNvPr>
                <p:cNvSpPr txBox="1">
                  <a:spLocks noRot="1" noChangeAspect="1" noMove="1" noResize="1" noEditPoints="1" noAdjustHandles="1" noChangeArrowheads="1" noChangeShapeType="1" noTextEdit="1"/>
                </p:cNvSpPr>
                <p:nvPr/>
              </p:nvSpPr>
              <p:spPr>
                <a:xfrm>
                  <a:off x="6571881" y="4340216"/>
                  <a:ext cx="3741512" cy="658514"/>
                </a:xfrm>
                <a:prstGeom prst="rect">
                  <a:avLst/>
                </a:prstGeom>
                <a:blipFill>
                  <a:blip r:embed="rId6"/>
                  <a:stretch>
                    <a:fillRect l="-1303" t="-5556" b="-7407"/>
                  </a:stretch>
                </a:blipFill>
              </p:spPr>
              <p:txBody>
                <a:bodyPr/>
                <a:lstStyle/>
                <a:p>
                  <a:r>
                    <a:rPr lang="es-ES">
                      <a:noFill/>
                    </a:rPr>
                    <a:t> </a:t>
                  </a:r>
                </a:p>
              </p:txBody>
            </p:sp>
          </mc:Fallback>
        </mc:AlternateContent>
        <p:sp>
          <p:nvSpPr>
            <p:cNvPr id="38" name="CuadroTexto 37">
              <a:extLst>
                <a:ext uri="{FF2B5EF4-FFF2-40B4-BE49-F238E27FC236}">
                  <a16:creationId xmlns:a16="http://schemas.microsoft.com/office/drawing/2014/main" id="{5A3B7E5B-D17E-7446-0E02-3D7064C569EE}"/>
                </a:ext>
              </a:extLst>
            </p:cNvPr>
            <p:cNvSpPr txBox="1"/>
            <p:nvPr/>
          </p:nvSpPr>
          <p:spPr>
            <a:xfrm>
              <a:off x="6571881" y="6043045"/>
              <a:ext cx="2808494" cy="369332"/>
            </a:xfrm>
            <a:prstGeom prst="rect">
              <a:avLst/>
            </a:prstGeom>
            <a:noFill/>
          </p:spPr>
          <p:txBody>
            <a:bodyPr wrap="square" rtlCol="0">
              <a:spAutoFit/>
            </a:bodyPr>
            <a:lstStyle/>
            <a:p>
              <a:r>
                <a:rPr lang="es-ES" b="1" dirty="0"/>
                <a:t>Etiqueta: </a:t>
              </a:r>
              <a:r>
                <a:rPr lang="es-ES" b="1" dirty="0" err="1">
                  <a:solidFill>
                    <a:srgbClr val="0070C0"/>
                  </a:solidFill>
                </a:rPr>
                <a:t>Setosa</a:t>
              </a:r>
              <a:endParaRPr lang="es-ES" b="1" dirty="0">
                <a:solidFill>
                  <a:srgbClr val="0070C0"/>
                </a:solidFill>
              </a:endParaRPr>
            </a:p>
          </p:txBody>
        </p:sp>
        <p:sp>
          <p:nvSpPr>
            <p:cNvPr id="39" name="CuadroTexto 38">
              <a:extLst>
                <a:ext uri="{FF2B5EF4-FFF2-40B4-BE49-F238E27FC236}">
                  <a16:creationId xmlns:a16="http://schemas.microsoft.com/office/drawing/2014/main" id="{20DC4AD5-8977-A4C1-1507-945674302181}"/>
                </a:ext>
              </a:extLst>
            </p:cNvPr>
            <p:cNvSpPr txBox="1"/>
            <p:nvPr/>
          </p:nvSpPr>
          <p:spPr>
            <a:xfrm>
              <a:off x="6571881" y="5474186"/>
              <a:ext cx="3393213" cy="646331"/>
            </a:xfrm>
            <a:prstGeom prst="rect">
              <a:avLst/>
            </a:prstGeom>
            <a:noFill/>
          </p:spPr>
          <p:txBody>
            <a:bodyPr wrap="square" rtlCol="0">
              <a:spAutoFit/>
            </a:bodyPr>
            <a:lstStyle/>
            <a:p>
              <a:r>
                <a:rPr lang="es-ES" b="1" dirty="0"/>
                <a:t>Variable óptima: </a:t>
              </a:r>
              <a:r>
                <a:rPr lang="es-ES" dirty="0"/>
                <a:t>--</a:t>
              </a:r>
            </a:p>
            <a:p>
              <a:r>
                <a:rPr lang="es-ES" b="1" dirty="0"/>
                <a:t>Umbral óptimo: </a:t>
              </a:r>
              <a:r>
                <a:rPr lang="es-ES" dirty="0"/>
                <a:t>--</a:t>
              </a:r>
            </a:p>
          </p:txBody>
        </p:sp>
      </p:grpSp>
      <p:pic>
        <p:nvPicPr>
          <p:cNvPr id="40" name="Imagen 39">
            <a:extLst>
              <a:ext uri="{FF2B5EF4-FFF2-40B4-BE49-F238E27FC236}">
                <a16:creationId xmlns:a16="http://schemas.microsoft.com/office/drawing/2014/main" id="{81F77DDA-F5E8-F856-B55C-9BA68D6A2154}"/>
              </a:ext>
            </a:extLst>
          </p:cNvPr>
          <p:cNvPicPr>
            <a:picLocks noChangeAspect="1"/>
          </p:cNvPicPr>
          <p:nvPr/>
        </p:nvPicPr>
        <p:blipFill rotWithShape="1">
          <a:blip r:embed="rId7">
            <a:clrChange>
              <a:clrFrom>
                <a:srgbClr val="FFFFFF"/>
              </a:clrFrom>
              <a:clrTo>
                <a:srgbClr val="FFFFFF">
                  <a:alpha val="0"/>
                </a:srgbClr>
              </a:clrTo>
            </a:clrChange>
          </a:blip>
          <a:srcRect l="4739" t="48171" r="66531"/>
          <a:stretch/>
        </p:blipFill>
        <p:spPr>
          <a:xfrm>
            <a:off x="6251599" y="159052"/>
            <a:ext cx="1443133" cy="1410922"/>
          </a:xfrm>
          <a:prstGeom prst="rect">
            <a:avLst/>
          </a:prstGeom>
        </p:spPr>
      </p:pic>
      <p:sp>
        <p:nvSpPr>
          <p:cNvPr id="42" name="Rectángulo: esquinas redondeadas 41">
            <a:extLst>
              <a:ext uri="{FF2B5EF4-FFF2-40B4-BE49-F238E27FC236}">
                <a16:creationId xmlns:a16="http://schemas.microsoft.com/office/drawing/2014/main" id="{9321C04C-2A0A-66DF-7D33-854E23BD8411}"/>
              </a:ext>
            </a:extLst>
          </p:cNvPr>
          <p:cNvSpPr/>
          <p:nvPr/>
        </p:nvSpPr>
        <p:spPr>
          <a:xfrm>
            <a:off x="5243935" y="3486513"/>
            <a:ext cx="3582956" cy="3324704"/>
          </a:xfrm>
          <a:prstGeom prst="roundRect">
            <a:avLst/>
          </a:prstGeom>
          <a:solidFill>
            <a:schemeClr val="accent1">
              <a:lumMod val="20000"/>
              <a:lumOff val="80000"/>
              <a:alpha val="53000"/>
            </a:schemeClr>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tIns="0" rtlCol="0" anchor="t" anchorCtr="0"/>
          <a:lstStyle/>
          <a:p>
            <a:pPr algn="ctr"/>
            <a:endParaRPr lang="es-ES" b="1" dirty="0">
              <a:solidFill>
                <a:schemeClr val="tx2"/>
              </a:solidFill>
            </a:endParaRPr>
          </a:p>
          <a:p>
            <a:pPr algn="ctr"/>
            <a:endParaRPr lang="es-ES" b="1" dirty="0">
              <a:solidFill>
                <a:schemeClr val="tx2"/>
              </a:solidFill>
            </a:endParaRPr>
          </a:p>
        </p:txBody>
      </p:sp>
      <mc:AlternateContent xmlns:mc="http://schemas.openxmlformats.org/markup-compatibility/2006" xmlns:a14="http://schemas.microsoft.com/office/drawing/2010/main">
        <mc:Choice Requires="a14">
          <p:sp>
            <p:nvSpPr>
              <p:cNvPr id="43" name="CuadroTexto 42">
                <a:extLst>
                  <a:ext uri="{FF2B5EF4-FFF2-40B4-BE49-F238E27FC236}">
                    <a16:creationId xmlns:a16="http://schemas.microsoft.com/office/drawing/2014/main" id="{856E9D8D-A062-18D7-517B-645631978B84}"/>
                  </a:ext>
                </a:extLst>
              </p:cNvPr>
              <p:cNvSpPr txBox="1"/>
              <p:nvPr/>
            </p:nvSpPr>
            <p:spPr>
              <a:xfrm>
                <a:off x="5377694" y="5356345"/>
                <a:ext cx="3741512" cy="369332"/>
              </a:xfrm>
              <a:prstGeom prst="rect">
                <a:avLst/>
              </a:prstGeom>
              <a:noFill/>
            </p:spPr>
            <p:txBody>
              <a:bodyPr wrap="square" rtlCol="0">
                <a:spAutoFit/>
              </a:bodyPr>
              <a:lstStyle/>
              <a:p>
                <a:r>
                  <a:rPr lang="es-ES" b="1" dirty="0"/>
                  <a:t>Gini:</a:t>
                </a:r>
                <a14:m>
                  <m:oMath xmlns:m="http://schemas.openxmlformats.org/officeDocument/2006/math">
                    <m:r>
                      <a:rPr lang="es-ES" b="1" i="0" smtClean="0">
                        <a:latin typeface="Cambria Math" panose="02040503050406030204" pitchFamily="18" charset="0"/>
                      </a:rPr>
                      <m:t>     </m:t>
                    </m:r>
                    <m:sSub>
                      <m:sSubPr>
                        <m:ctrlPr>
                          <a:rPr lang="es-ES" i="1" smtClean="0">
                            <a:latin typeface="Cambria Math" panose="02040503050406030204" pitchFamily="18" charset="0"/>
                          </a:rPr>
                        </m:ctrlPr>
                      </m:sSubPr>
                      <m:e>
                        <m:r>
                          <a:rPr lang="es-ES" b="0" i="1" smtClean="0">
                            <a:latin typeface="Cambria Math" panose="02040503050406030204" pitchFamily="18" charset="0"/>
                          </a:rPr>
                          <m:t>𝐺</m:t>
                        </m:r>
                      </m:e>
                      <m:sub>
                        <m:r>
                          <a:rPr lang="es-ES" i="1">
                            <a:latin typeface="Cambria Math" panose="02040503050406030204" pitchFamily="18" charset="0"/>
                          </a:rPr>
                          <m:t>𝑖</m:t>
                        </m:r>
                      </m:sub>
                    </m:sSub>
                    <m:r>
                      <a:rPr lang="es-ES" b="0" i="1" smtClean="0">
                        <a:latin typeface="Cambria Math" panose="02040503050406030204" pitchFamily="18" charset="0"/>
                      </a:rPr>
                      <m:t>=0.5</m:t>
                    </m:r>
                  </m:oMath>
                </a14:m>
                <a:endParaRPr lang="es-ES" b="1" dirty="0"/>
              </a:p>
            </p:txBody>
          </p:sp>
        </mc:Choice>
        <mc:Fallback xmlns="">
          <p:sp>
            <p:nvSpPr>
              <p:cNvPr id="43" name="CuadroTexto 42">
                <a:extLst>
                  <a:ext uri="{FF2B5EF4-FFF2-40B4-BE49-F238E27FC236}">
                    <a16:creationId xmlns:a16="http://schemas.microsoft.com/office/drawing/2014/main" id="{856E9D8D-A062-18D7-517B-645631978B84}"/>
                  </a:ext>
                </a:extLst>
              </p:cNvPr>
              <p:cNvSpPr txBox="1">
                <a:spLocks noRot="1" noChangeAspect="1" noMove="1" noResize="1" noEditPoints="1" noAdjustHandles="1" noChangeArrowheads="1" noChangeShapeType="1" noTextEdit="1"/>
              </p:cNvSpPr>
              <p:nvPr/>
            </p:nvSpPr>
            <p:spPr>
              <a:xfrm>
                <a:off x="5377694" y="5356345"/>
                <a:ext cx="3741512" cy="369332"/>
              </a:xfrm>
              <a:prstGeom prst="rect">
                <a:avLst/>
              </a:prstGeom>
              <a:blipFill>
                <a:blip r:embed="rId8"/>
                <a:stretch>
                  <a:fillRect l="-1303" t="-10000" b="-2666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5" name="CuadroTexto 44">
                <a:extLst>
                  <a:ext uri="{FF2B5EF4-FFF2-40B4-BE49-F238E27FC236}">
                    <a16:creationId xmlns:a16="http://schemas.microsoft.com/office/drawing/2014/main" id="{BF25E8D8-9FDA-68A1-6F77-2A4D2F038415}"/>
                  </a:ext>
                </a:extLst>
              </p:cNvPr>
              <p:cNvSpPr txBox="1"/>
              <p:nvPr/>
            </p:nvSpPr>
            <p:spPr>
              <a:xfrm>
                <a:off x="5377694" y="4691470"/>
                <a:ext cx="3741512" cy="658514"/>
              </a:xfrm>
              <a:prstGeom prst="rect">
                <a:avLst/>
              </a:prstGeom>
              <a:noFill/>
            </p:spPr>
            <p:txBody>
              <a:bodyPr wrap="square" rtlCol="0">
                <a:spAutoFit/>
              </a:bodyPr>
              <a:lstStyle/>
              <a:p>
                <a:r>
                  <a:rPr lang="es-ES" b="1" dirty="0"/>
                  <a:t>Datos: </a:t>
                </a:r>
                <a:r>
                  <a:rPr lang="es-ES" dirty="0"/>
                  <a:t>[0,50,50] </a:t>
                </a:r>
                <a:r>
                  <a:rPr lang="es-ES" dirty="0">
                    <a:sym typeface="Wingdings" panose="05000000000000000000" pitchFamily="2" charset="2"/>
                  </a:rPr>
                  <a:t> 100</a:t>
                </a:r>
                <a:endParaRPr lang="es-ES" dirty="0"/>
              </a:p>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𝑝</m:t>
                          </m:r>
                        </m:e>
                        <m:sub>
                          <m:r>
                            <a:rPr lang="es-ES" b="0" i="1" smtClean="0">
                              <a:latin typeface="Cambria Math" panose="02040503050406030204" pitchFamily="18" charset="0"/>
                            </a:rPr>
                            <m:t>1,</m:t>
                          </m:r>
                          <m:r>
                            <a:rPr lang="es-ES" b="0" i="1" smtClean="0">
                              <a:latin typeface="Cambria Math" panose="02040503050406030204" pitchFamily="18" charset="0"/>
                            </a:rPr>
                            <m:t>𝑘</m:t>
                          </m:r>
                        </m:sub>
                      </m:sSub>
                      <m:r>
                        <a:rPr lang="es-ES" b="0" i="1" smtClean="0">
                          <a:latin typeface="Cambria Math" panose="02040503050406030204" pitchFamily="18" charset="0"/>
                        </a:rPr>
                        <m:t>=[0, 0.5, 0.5]</m:t>
                      </m:r>
                    </m:oMath>
                  </m:oMathPara>
                </a14:m>
                <a:endParaRPr lang="es-ES" b="1" dirty="0"/>
              </a:p>
            </p:txBody>
          </p:sp>
        </mc:Choice>
        <mc:Fallback xmlns="">
          <p:sp>
            <p:nvSpPr>
              <p:cNvPr id="45" name="CuadroTexto 44">
                <a:extLst>
                  <a:ext uri="{FF2B5EF4-FFF2-40B4-BE49-F238E27FC236}">
                    <a16:creationId xmlns:a16="http://schemas.microsoft.com/office/drawing/2014/main" id="{BF25E8D8-9FDA-68A1-6F77-2A4D2F038415}"/>
                  </a:ext>
                </a:extLst>
              </p:cNvPr>
              <p:cNvSpPr txBox="1">
                <a:spLocks noRot="1" noChangeAspect="1" noMove="1" noResize="1" noEditPoints="1" noAdjustHandles="1" noChangeArrowheads="1" noChangeShapeType="1" noTextEdit="1"/>
              </p:cNvSpPr>
              <p:nvPr/>
            </p:nvSpPr>
            <p:spPr>
              <a:xfrm>
                <a:off x="5377694" y="4691470"/>
                <a:ext cx="3741512" cy="658514"/>
              </a:xfrm>
              <a:prstGeom prst="rect">
                <a:avLst/>
              </a:prstGeom>
              <a:blipFill>
                <a:blip r:embed="rId9"/>
                <a:stretch>
                  <a:fillRect l="-1303" t="-6481" b="-7407"/>
                </a:stretch>
              </a:blipFill>
            </p:spPr>
            <p:txBody>
              <a:bodyPr/>
              <a:lstStyle/>
              <a:p>
                <a:r>
                  <a:rPr lang="es-ES">
                    <a:noFill/>
                  </a:rPr>
                  <a:t> </a:t>
                </a:r>
              </a:p>
            </p:txBody>
          </p:sp>
        </mc:Fallback>
      </mc:AlternateContent>
      <p:sp>
        <p:nvSpPr>
          <p:cNvPr id="46" name="CuadroTexto 45">
            <a:extLst>
              <a:ext uri="{FF2B5EF4-FFF2-40B4-BE49-F238E27FC236}">
                <a16:creationId xmlns:a16="http://schemas.microsoft.com/office/drawing/2014/main" id="{548BC7F4-C17E-02AE-966E-C9B8C01574F2}"/>
              </a:ext>
            </a:extLst>
          </p:cNvPr>
          <p:cNvSpPr txBox="1"/>
          <p:nvPr/>
        </p:nvSpPr>
        <p:spPr>
          <a:xfrm>
            <a:off x="5377694" y="6394299"/>
            <a:ext cx="2808494" cy="369332"/>
          </a:xfrm>
          <a:prstGeom prst="rect">
            <a:avLst/>
          </a:prstGeom>
          <a:noFill/>
        </p:spPr>
        <p:txBody>
          <a:bodyPr wrap="square" rtlCol="0">
            <a:spAutoFit/>
          </a:bodyPr>
          <a:lstStyle/>
          <a:p>
            <a:r>
              <a:rPr lang="es-ES" b="1" dirty="0"/>
              <a:t>Etiqueta: </a:t>
            </a:r>
            <a:r>
              <a:rPr lang="es-ES" dirty="0" err="1"/>
              <a:t>None</a:t>
            </a:r>
            <a:endParaRPr lang="es-ES" dirty="0"/>
          </a:p>
        </p:txBody>
      </p:sp>
      <p:sp>
        <p:nvSpPr>
          <p:cNvPr id="47" name="CuadroTexto 46">
            <a:extLst>
              <a:ext uri="{FF2B5EF4-FFF2-40B4-BE49-F238E27FC236}">
                <a16:creationId xmlns:a16="http://schemas.microsoft.com/office/drawing/2014/main" id="{E4767035-D391-6AEB-9191-2617450EE227}"/>
              </a:ext>
            </a:extLst>
          </p:cNvPr>
          <p:cNvSpPr txBox="1"/>
          <p:nvPr/>
        </p:nvSpPr>
        <p:spPr>
          <a:xfrm>
            <a:off x="5377694" y="5825440"/>
            <a:ext cx="3393213" cy="646331"/>
          </a:xfrm>
          <a:prstGeom prst="rect">
            <a:avLst/>
          </a:prstGeom>
          <a:noFill/>
        </p:spPr>
        <p:txBody>
          <a:bodyPr wrap="square" rtlCol="0">
            <a:spAutoFit/>
          </a:bodyPr>
          <a:lstStyle/>
          <a:p>
            <a:r>
              <a:rPr lang="es-ES" b="1" dirty="0"/>
              <a:t>Variable óptima: </a:t>
            </a:r>
            <a:r>
              <a:rPr lang="es-ES" dirty="0"/>
              <a:t>¿?</a:t>
            </a:r>
          </a:p>
          <a:p>
            <a:r>
              <a:rPr lang="es-ES" b="1" dirty="0"/>
              <a:t>Umbral óptimo: </a:t>
            </a:r>
            <a:r>
              <a:rPr lang="es-ES" dirty="0"/>
              <a:t>¿?</a:t>
            </a:r>
          </a:p>
        </p:txBody>
      </p:sp>
      <p:pic>
        <p:nvPicPr>
          <p:cNvPr id="48" name="Imagen 47">
            <a:extLst>
              <a:ext uri="{FF2B5EF4-FFF2-40B4-BE49-F238E27FC236}">
                <a16:creationId xmlns:a16="http://schemas.microsoft.com/office/drawing/2014/main" id="{5037783C-C4D8-523B-DEAC-25249547313C}"/>
              </a:ext>
            </a:extLst>
          </p:cNvPr>
          <p:cNvPicPr>
            <a:picLocks noChangeAspect="1"/>
          </p:cNvPicPr>
          <p:nvPr/>
        </p:nvPicPr>
        <p:blipFill rotWithShape="1">
          <a:blip r:embed="rId7">
            <a:clrChange>
              <a:clrFrom>
                <a:srgbClr val="FFFFFF"/>
              </a:clrFrom>
              <a:clrTo>
                <a:srgbClr val="FFFFFF">
                  <a:alpha val="0"/>
                </a:srgbClr>
              </a:clrTo>
            </a:clrChange>
          </a:blip>
          <a:srcRect l="32258" b="7578"/>
          <a:stretch/>
        </p:blipFill>
        <p:spPr>
          <a:xfrm>
            <a:off x="6296928" y="3551817"/>
            <a:ext cx="1476969" cy="1092067"/>
          </a:xfrm>
          <a:prstGeom prst="rect">
            <a:avLst/>
          </a:prstGeom>
        </p:spPr>
      </p:pic>
      <p:sp>
        <p:nvSpPr>
          <p:cNvPr id="49" name="Flecha: hacia la izquierda 48">
            <a:extLst>
              <a:ext uri="{FF2B5EF4-FFF2-40B4-BE49-F238E27FC236}">
                <a16:creationId xmlns:a16="http://schemas.microsoft.com/office/drawing/2014/main" id="{A94C9D7A-D0CF-33EB-B4A5-A328E1D7FE00}"/>
              </a:ext>
            </a:extLst>
          </p:cNvPr>
          <p:cNvSpPr>
            <a:spLocks noChangeAspect="1"/>
          </p:cNvSpPr>
          <p:nvPr/>
        </p:nvSpPr>
        <p:spPr>
          <a:xfrm rot="7980000">
            <a:off x="9307691" y="3986697"/>
            <a:ext cx="941485" cy="432000"/>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0" name="Flecha: hacia la izquierda 49">
            <a:extLst>
              <a:ext uri="{FF2B5EF4-FFF2-40B4-BE49-F238E27FC236}">
                <a16:creationId xmlns:a16="http://schemas.microsoft.com/office/drawing/2014/main" id="{4E0DB31B-FB13-02AE-F870-50FCC3B39A3F}"/>
              </a:ext>
            </a:extLst>
          </p:cNvPr>
          <p:cNvSpPr>
            <a:spLocks noChangeAspect="1"/>
          </p:cNvSpPr>
          <p:nvPr/>
        </p:nvSpPr>
        <p:spPr>
          <a:xfrm rot="13380000">
            <a:off x="9320264" y="5599359"/>
            <a:ext cx="941485" cy="432000"/>
          </a:xfrm>
          <a:prstGeom prst="lef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mc:AlternateContent xmlns:mc="http://schemas.openxmlformats.org/markup-compatibility/2006" xmlns:a14="http://schemas.microsoft.com/office/drawing/2010/main">
        <mc:Choice Requires="a14">
          <p:sp>
            <p:nvSpPr>
              <p:cNvPr id="52" name="CuadroTexto 51">
                <a:extLst>
                  <a:ext uri="{FF2B5EF4-FFF2-40B4-BE49-F238E27FC236}">
                    <a16:creationId xmlns:a16="http://schemas.microsoft.com/office/drawing/2014/main" id="{CFBBC6E9-8BC4-B19F-5C79-F41A78D77D86}"/>
                  </a:ext>
                </a:extLst>
              </p:cNvPr>
              <p:cNvSpPr txBox="1"/>
              <p:nvPr/>
            </p:nvSpPr>
            <p:spPr>
              <a:xfrm rot="18940440">
                <a:off x="3810007" y="2477346"/>
                <a:ext cx="162488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sz="1600" i="1" smtClean="0">
                              <a:latin typeface="Cambria Math" panose="02040503050406030204" pitchFamily="18" charset="0"/>
                            </a:rPr>
                          </m:ctrlPr>
                        </m:sSubPr>
                        <m:e>
                          <m:r>
                            <a:rPr lang="es-ES" sz="1600" i="1">
                              <a:latin typeface="Cambria Math" panose="02040503050406030204" pitchFamily="18" charset="0"/>
                            </a:rPr>
                            <m:t>𝑥</m:t>
                          </m:r>
                        </m:e>
                        <m:sub>
                          <m:r>
                            <a:rPr lang="es-ES" sz="1600" i="1">
                              <a:latin typeface="Cambria Math" panose="02040503050406030204" pitchFamily="18" charset="0"/>
                            </a:rPr>
                            <m:t>1</m:t>
                          </m:r>
                        </m:sub>
                      </m:sSub>
                      <m:r>
                        <a:rPr lang="es-ES" sz="1600" i="1">
                          <a:latin typeface="Cambria Math" panose="02040503050406030204" pitchFamily="18" charset="0"/>
                          <a:ea typeface="Cambria Math" panose="02040503050406030204" pitchFamily="18" charset="0"/>
                        </a:rPr>
                        <m:t>≤</m:t>
                      </m:r>
                      <m:r>
                        <a:rPr lang="es-ES" sz="1600" i="1">
                          <a:latin typeface="Cambria Math" panose="02040503050406030204" pitchFamily="18" charset="0"/>
                        </a:rPr>
                        <m:t>2.38</m:t>
                      </m:r>
                    </m:oMath>
                  </m:oMathPara>
                </a14:m>
                <a:endParaRPr lang="es-ES" sz="1600" dirty="0"/>
              </a:p>
            </p:txBody>
          </p:sp>
        </mc:Choice>
        <mc:Fallback xmlns="">
          <p:sp>
            <p:nvSpPr>
              <p:cNvPr id="52" name="CuadroTexto 51">
                <a:extLst>
                  <a:ext uri="{FF2B5EF4-FFF2-40B4-BE49-F238E27FC236}">
                    <a16:creationId xmlns:a16="http://schemas.microsoft.com/office/drawing/2014/main" id="{CFBBC6E9-8BC4-B19F-5C79-F41A78D77D86}"/>
                  </a:ext>
                </a:extLst>
              </p:cNvPr>
              <p:cNvSpPr txBox="1">
                <a:spLocks noRot="1" noChangeAspect="1" noMove="1" noResize="1" noEditPoints="1" noAdjustHandles="1" noChangeArrowheads="1" noChangeShapeType="1" noTextEdit="1"/>
              </p:cNvSpPr>
              <p:nvPr/>
            </p:nvSpPr>
            <p:spPr>
              <a:xfrm rot="18940440">
                <a:off x="3810007" y="2477346"/>
                <a:ext cx="1624882" cy="338554"/>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3" name="CuadroTexto 52">
                <a:extLst>
                  <a:ext uri="{FF2B5EF4-FFF2-40B4-BE49-F238E27FC236}">
                    <a16:creationId xmlns:a16="http://schemas.microsoft.com/office/drawing/2014/main" id="{B735381B-9363-B0FB-0087-CD770AE974ED}"/>
                  </a:ext>
                </a:extLst>
              </p:cNvPr>
              <p:cNvSpPr txBox="1"/>
              <p:nvPr/>
            </p:nvSpPr>
            <p:spPr>
              <a:xfrm rot="2760000">
                <a:off x="3823352" y="4013045"/>
                <a:ext cx="162488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sz="1600" i="1" smtClean="0">
                              <a:latin typeface="Cambria Math" panose="02040503050406030204" pitchFamily="18" charset="0"/>
                            </a:rPr>
                          </m:ctrlPr>
                        </m:sSubPr>
                        <m:e>
                          <m:r>
                            <a:rPr lang="es-ES" sz="1600" i="1">
                              <a:latin typeface="Cambria Math" panose="02040503050406030204" pitchFamily="18" charset="0"/>
                            </a:rPr>
                            <m:t>𝑥</m:t>
                          </m:r>
                        </m:e>
                        <m:sub>
                          <m:r>
                            <a:rPr lang="es-ES" sz="1600" i="1">
                              <a:latin typeface="Cambria Math" panose="02040503050406030204" pitchFamily="18" charset="0"/>
                            </a:rPr>
                            <m:t>1</m:t>
                          </m:r>
                        </m:sub>
                      </m:sSub>
                      <m:r>
                        <a:rPr lang="es-ES" sz="1600" b="0" i="1" smtClean="0">
                          <a:latin typeface="Cambria Math" panose="02040503050406030204" pitchFamily="18" charset="0"/>
                          <a:ea typeface="Cambria Math" panose="02040503050406030204" pitchFamily="18" charset="0"/>
                        </a:rPr>
                        <m:t>&gt;</m:t>
                      </m:r>
                      <m:r>
                        <a:rPr lang="es-ES" sz="1600" i="1">
                          <a:latin typeface="Cambria Math" panose="02040503050406030204" pitchFamily="18" charset="0"/>
                        </a:rPr>
                        <m:t>2.38</m:t>
                      </m:r>
                    </m:oMath>
                  </m:oMathPara>
                </a14:m>
                <a:endParaRPr lang="es-ES" sz="1600" dirty="0"/>
              </a:p>
            </p:txBody>
          </p:sp>
        </mc:Choice>
        <mc:Fallback xmlns="">
          <p:sp>
            <p:nvSpPr>
              <p:cNvPr id="53" name="CuadroTexto 52">
                <a:extLst>
                  <a:ext uri="{FF2B5EF4-FFF2-40B4-BE49-F238E27FC236}">
                    <a16:creationId xmlns:a16="http://schemas.microsoft.com/office/drawing/2014/main" id="{B735381B-9363-B0FB-0087-CD770AE974ED}"/>
                  </a:ext>
                </a:extLst>
              </p:cNvPr>
              <p:cNvSpPr txBox="1">
                <a:spLocks noRot="1" noChangeAspect="1" noMove="1" noResize="1" noEditPoints="1" noAdjustHandles="1" noChangeArrowheads="1" noChangeShapeType="1" noTextEdit="1"/>
              </p:cNvSpPr>
              <p:nvPr/>
            </p:nvSpPr>
            <p:spPr>
              <a:xfrm rot="2760000">
                <a:off x="3823352" y="4013045"/>
                <a:ext cx="1624882" cy="338554"/>
              </a:xfrm>
              <a:prstGeom prst="rect">
                <a:avLst/>
              </a:prstGeom>
              <a:blipFill>
                <a:blip r:embed="rId11"/>
                <a:stretch>
                  <a:fillRect/>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1F60214D-94C8-1294-C5BA-AAF009F37CBB}"/>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4" name="CuadroTexto 3">
            <a:extLst>
              <a:ext uri="{FF2B5EF4-FFF2-40B4-BE49-F238E27FC236}">
                <a16:creationId xmlns:a16="http://schemas.microsoft.com/office/drawing/2014/main" id="{10CAC24E-CCC4-405D-8618-87C66315E526}"/>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Tree>
    <p:extLst>
      <p:ext uri="{BB962C8B-B14F-4D97-AF65-F5344CB8AC3E}">
        <p14:creationId xmlns:p14="http://schemas.microsoft.com/office/powerpoint/2010/main" val="347647224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adroTexto 10">
            <a:extLst>
              <a:ext uri="{FF2B5EF4-FFF2-40B4-BE49-F238E27FC236}">
                <a16:creationId xmlns:a16="http://schemas.microsoft.com/office/drawing/2014/main" id="{BE7A0595-F997-C90C-2B48-DD52AEEF89B2}"/>
              </a:ext>
            </a:extLst>
          </p:cNvPr>
          <p:cNvSpPr txBox="1"/>
          <p:nvPr/>
        </p:nvSpPr>
        <p:spPr>
          <a:xfrm>
            <a:off x="232042" y="1019781"/>
            <a:ext cx="11537352" cy="3373359"/>
          </a:xfrm>
          <a:prstGeom prst="rect">
            <a:avLst/>
          </a:prstGeom>
          <a:noFill/>
        </p:spPr>
        <p:txBody>
          <a:bodyPr wrap="square">
            <a:spAutoFit/>
          </a:bodyPr>
          <a:lstStyle/>
          <a:p>
            <a:r>
              <a:rPr lang="es-ES" b="1" dirty="0">
                <a:solidFill>
                  <a:schemeClr val="accent1">
                    <a:lumMod val="50000"/>
                  </a:schemeClr>
                </a:solidFill>
              </a:rPr>
              <a:t>Algoritmo:</a:t>
            </a:r>
            <a:endParaRPr lang="es-ES" dirty="0">
              <a:solidFill>
                <a:schemeClr val="accent1">
                  <a:lumMod val="50000"/>
                </a:schemeClr>
              </a:solidFill>
            </a:endParaRPr>
          </a:p>
          <a:p>
            <a:pPr marL="800100" lvl="1" indent="-342900">
              <a:lnSpc>
                <a:spcPct val="200000"/>
              </a:lnSpc>
              <a:buFont typeface="+mj-lt"/>
              <a:buAutoNum type="arabicPeriod"/>
            </a:pPr>
            <a:r>
              <a:rPr lang="es-ES" dirty="0">
                <a:solidFill>
                  <a:schemeClr val="accent1">
                    <a:lumMod val="50000"/>
                  </a:schemeClr>
                </a:solidFill>
              </a:rPr>
              <a:t>Seleccionar la característica que mejor separa los datos. </a:t>
            </a:r>
          </a:p>
          <a:p>
            <a:pPr marL="800100" lvl="1" indent="-342900">
              <a:lnSpc>
                <a:spcPct val="200000"/>
              </a:lnSpc>
              <a:buFont typeface="+mj-lt"/>
              <a:buAutoNum type="arabicPeriod"/>
            </a:pPr>
            <a:r>
              <a:rPr lang="es-ES" dirty="0">
                <a:solidFill>
                  <a:schemeClr val="accent1">
                    <a:lumMod val="50000"/>
                  </a:schemeClr>
                </a:solidFill>
              </a:rPr>
              <a:t>Crear un nodo.</a:t>
            </a:r>
          </a:p>
          <a:p>
            <a:pPr marL="800100" lvl="1" indent="-342900">
              <a:lnSpc>
                <a:spcPct val="200000"/>
              </a:lnSpc>
              <a:buFont typeface="+mj-lt"/>
              <a:buAutoNum type="arabicPeriod"/>
            </a:pPr>
            <a:r>
              <a:rPr lang="es-ES" dirty="0">
                <a:solidFill>
                  <a:schemeClr val="accent1">
                    <a:lumMod val="50000"/>
                  </a:schemeClr>
                </a:solidFill>
              </a:rPr>
              <a:t>División recursiva de los subconjuntos.</a:t>
            </a:r>
          </a:p>
          <a:p>
            <a:pPr marL="800100" lvl="1" indent="-342900">
              <a:lnSpc>
                <a:spcPct val="200000"/>
              </a:lnSpc>
              <a:buFont typeface="+mj-lt"/>
              <a:buAutoNum type="arabicPeriod"/>
            </a:pPr>
            <a:r>
              <a:rPr lang="es-ES" b="1" dirty="0">
                <a:solidFill>
                  <a:schemeClr val="accent1">
                    <a:lumMod val="50000"/>
                  </a:schemeClr>
                </a:solidFill>
              </a:rPr>
              <a:t>Finalización del proceso:</a:t>
            </a:r>
          </a:p>
          <a:p>
            <a:pPr lvl="2">
              <a:lnSpc>
                <a:spcPct val="150000"/>
              </a:lnSpc>
            </a:pPr>
            <a:r>
              <a:rPr lang="es-ES" dirty="0">
                <a:solidFill>
                  <a:schemeClr val="accent1">
                    <a:lumMod val="50000"/>
                  </a:schemeClr>
                </a:solidFill>
              </a:rPr>
              <a:t>Cuando se cumplen los criterios de parada, el algoritmo deja de dividir los nodos, y los nodos finales (hojas) contienen las predicciones finales.</a:t>
            </a:r>
          </a:p>
        </p:txBody>
      </p:sp>
      <p:sp>
        <p:nvSpPr>
          <p:cNvPr id="9" name="CuadroTexto 8">
            <a:extLst>
              <a:ext uri="{FF2B5EF4-FFF2-40B4-BE49-F238E27FC236}">
                <a16:creationId xmlns:a16="http://schemas.microsoft.com/office/drawing/2014/main" id="{B721C4E8-F774-C602-C20C-95042CFF386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10" name="CuadroTexto 9">
            <a:extLst>
              <a:ext uri="{FF2B5EF4-FFF2-40B4-BE49-F238E27FC236}">
                <a16:creationId xmlns:a16="http://schemas.microsoft.com/office/drawing/2014/main" id="{B721C4E8-F774-C602-C20C-95042CFF386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13" name="CuadroTexto 12">
            <a:extLst>
              <a:ext uri="{FF2B5EF4-FFF2-40B4-BE49-F238E27FC236}">
                <a16:creationId xmlns:a16="http://schemas.microsoft.com/office/drawing/2014/main" id="{B721C4E8-F774-C602-C20C-95042CFF3868}"/>
              </a:ext>
            </a:extLst>
          </p:cNvPr>
          <p:cNvSpPr txBox="1"/>
          <p:nvPr/>
        </p:nvSpPr>
        <p:spPr>
          <a:xfrm>
            <a:off x="164744" y="619671"/>
            <a:ext cx="4179670" cy="400110"/>
          </a:xfrm>
          <a:prstGeom prst="rect">
            <a:avLst/>
          </a:prstGeom>
          <a:noFill/>
        </p:spPr>
        <p:txBody>
          <a:bodyPr wrap="none" rtlCol="0">
            <a:spAutoFit/>
          </a:bodyPr>
          <a:lstStyle/>
          <a:p>
            <a:r>
              <a:rPr lang="es-ES" sz="2000" b="1" dirty="0">
                <a:solidFill>
                  <a:schemeClr val="accent1">
                    <a:lumMod val="50000"/>
                  </a:schemeClr>
                </a:solidFill>
              </a:rPr>
              <a:t>Construcción de Árboles de Decisión. </a:t>
            </a:r>
          </a:p>
        </p:txBody>
      </p:sp>
    </p:spTree>
    <p:extLst>
      <p:ext uri="{BB962C8B-B14F-4D97-AF65-F5344CB8AC3E}">
        <p14:creationId xmlns:p14="http://schemas.microsoft.com/office/powerpoint/2010/main" val="356581865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BC3B48D-4950-C417-9B52-1229AA4E6651}"/>
              </a:ext>
            </a:extLst>
          </p:cNvPr>
          <p:cNvPicPr>
            <a:picLocks noChangeAspect="1"/>
          </p:cNvPicPr>
          <p:nvPr/>
        </p:nvPicPr>
        <p:blipFill>
          <a:blip r:embed="rId2"/>
          <a:stretch>
            <a:fillRect/>
          </a:stretch>
        </p:blipFill>
        <p:spPr>
          <a:xfrm>
            <a:off x="939123" y="961779"/>
            <a:ext cx="4461080" cy="2411533"/>
          </a:xfrm>
          <a:prstGeom prst="rect">
            <a:avLst/>
          </a:prstGeom>
        </p:spPr>
      </p:pic>
      <p:sp>
        <p:nvSpPr>
          <p:cNvPr id="8" name="CuadroTexto 7">
            <a:extLst>
              <a:ext uri="{FF2B5EF4-FFF2-40B4-BE49-F238E27FC236}">
                <a16:creationId xmlns:a16="http://schemas.microsoft.com/office/drawing/2014/main" id="{020F4DD7-2872-01BB-F99E-F2E2B014BC5C}"/>
              </a:ext>
            </a:extLst>
          </p:cNvPr>
          <p:cNvSpPr txBox="1"/>
          <p:nvPr/>
        </p:nvSpPr>
        <p:spPr>
          <a:xfrm>
            <a:off x="243326" y="3396298"/>
            <a:ext cx="6949080" cy="3323987"/>
          </a:xfrm>
          <a:prstGeom prst="rect">
            <a:avLst/>
          </a:prstGeom>
          <a:noFill/>
        </p:spPr>
        <p:txBody>
          <a:bodyPr wrap="square" rtlCol="0">
            <a:spAutoFit/>
          </a:bodyPr>
          <a:lstStyle/>
          <a:p>
            <a:r>
              <a:rPr lang="en-US" sz="1400" b="1" dirty="0">
                <a:solidFill>
                  <a:schemeClr val="accent6">
                    <a:lumMod val="75000"/>
                  </a:schemeClr>
                </a:solidFill>
                <a:latin typeface="Courier New" panose="02070309020205020404" pitchFamily="49" charset="0"/>
                <a:cs typeface="Courier New" panose="02070309020205020404" pitchFamily="49" charset="0"/>
              </a:rPr>
              <a:t>from </a:t>
            </a:r>
            <a:r>
              <a:rPr lang="en-US" sz="1400" dirty="0" err="1">
                <a:latin typeface="Courier New" panose="02070309020205020404" pitchFamily="49" charset="0"/>
                <a:cs typeface="Courier New" panose="02070309020205020404" pitchFamily="49" charset="0"/>
              </a:rPr>
              <a:t>sklearn.datasets</a:t>
            </a:r>
            <a:r>
              <a:rPr lang="en-US" sz="1400" dirty="0">
                <a:latin typeface="Courier New" panose="02070309020205020404" pitchFamily="49" charset="0"/>
                <a:cs typeface="Courier New" panose="02070309020205020404" pitchFamily="49" charset="0"/>
              </a:rPr>
              <a:t> </a:t>
            </a:r>
            <a:r>
              <a:rPr lang="en-US" sz="1400" b="1" dirty="0">
                <a:solidFill>
                  <a:schemeClr val="accent6">
                    <a:lumMod val="75000"/>
                  </a:schemeClr>
                </a:solidFill>
                <a:latin typeface="Courier New" panose="02070309020205020404" pitchFamily="49" charset="0"/>
                <a:cs typeface="Courier New" panose="02070309020205020404" pitchFamily="49" charset="0"/>
              </a:rPr>
              <a:t>import </a:t>
            </a:r>
            <a:r>
              <a:rPr lang="en-US" sz="1400" dirty="0" err="1">
                <a:latin typeface="Courier New" panose="02070309020205020404" pitchFamily="49" charset="0"/>
                <a:cs typeface="Courier New" panose="02070309020205020404" pitchFamily="49" charset="0"/>
              </a:rPr>
              <a:t>load_iris</a:t>
            </a:r>
            <a:endParaRPr lang="es-ES" sz="1400" dirty="0">
              <a:latin typeface="Courier New" panose="02070309020205020404" pitchFamily="49" charset="0"/>
              <a:cs typeface="Courier New" panose="02070309020205020404" pitchFamily="49" charset="0"/>
            </a:endParaRPr>
          </a:p>
          <a:p>
            <a:r>
              <a:rPr lang="es-ES" sz="1400" b="1" dirty="0" err="1">
                <a:solidFill>
                  <a:schemeClr val="accent6">
                    <a:lumMod val="75000"/>
                  </a:schemeClr>
                </a:solidFill>
                <a:latin typeface="Courier New" panose="02070309020205020404" pitchFamily="49" charset="0"/>
                <a:cs typeface="Courier New" panose="02070309020205020404" pitchFamily="49" charset="0"/>
              </a:rPr>
              <a:t>from</a:t>
            </a:r>
            <a:r>
              <a:rPr lang="es-ES" sz="1400" dirty="0">
                <a:solidFill>
                  <a:schemeClr val="accent6">
                    <a:lumMod val="75000"/>
                  </a:schemeClr>
                </a:solidFill>
                <a:latin typeface="Courier New" panose="02070309020205020404" pitchFamily="49" charset="0"/>
                <a:cs typeface="Courier New" panose="02070309020205020404" pitchFamily="49" charset="0"/>
              </a:rPr>
              <a:t> </a:t>
            </a:r>
            <a:r>
              <a:rPr lang="es-ES" sz="1400" dirty="0" err="1">
                <a:latin typeface="Courier New" panose="02070309020205020404" pitchFamily="49" charset="0"/>
                <a:cs typeface="Courier New" panose="02070309020205020404" pitchFamily="49" charset="0"/>
              </a:rPr>
              <a:t>sklearn</a:t>
            </a:r>
            <a:r>
              <a:rPr lang="es-ES" sz="1400" dirty="0">
                <a:solidFill>
                  <a:schemeClr val="accent6">
                    <a:lumMod val="75000"/>
                  </a:schemeClr>
                </a:solidFill>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400" dirty="0">
                <a:solidFill>
                  <a:schemeClr val="accent6">
                    <a:lumMod val="75000"/>
                  </a:schemeClr>
                </a:solidFill>
                <a:latin typeface="Courier New" panose="02070309020205020404" pitchFamily="49" charset="0"/>
                <a:cs typeface="Courier New" panose="02070309020205020404" pitchFamily="49" charset="0"/>
              </a:rPr>
              <a:t> </a:t>
            </a:r>
            <a:r>
              <a:rPr lang="es-ES" sz="1400" dirty="0" err="1">
                <a:latin typeface="Courier New" panose="02070309020205020404" pitchFamily="49" charset="0"/>
                <a:cs typeface="Courier New" panose="02070309020205020404" pitchFamily="49" charset="0"/>
              </a:rPr>
              <a:t>tree</a:t>
            </a:r>
            <a:endParaRPr lang="es-ES" sz="1400" dirty="0">
              <a:latin typeface="Courier New" panose="02070309020205020404" pitchFamily="49" charset="0"/>
              <a:cs typeface="Courier New" panose="02070309020205020404" pitchFamily="49" charset="0"/>
            </a:endParaRPr>
          </a:p>
          <a:p>
            <a:r>
              <a:rPr lang="es-ES" sz="1400" b="1" dirty="0" err="1">
                <a:solidFill>
                  <a:schemeClr val="accent6">
                    <a:lumMod val="75000"/>
                  </a:schemeClr>
                </a:solidFill>
                <a:latin typeface="Courier New" panose="02070309020205020404" pitchFamily="49" charset="0"/>
                <a:cs typeface="Courier New" panose="02070309020205020404" pitchFamily="49" charset="0"/>
              </a:rPr>
              <a:t>from</a:t>
            </a:r>
            <a:r>
              <a:rPr lang="es-ES" sz="1400" dirty="0">
                <a:latin typeface="Courier New" panose="02070309020205020404" pitchFamily="49" charset="0"/>
                <a:cs typeface="Courier New" panose="02070309020205020404" pitchFamily="49" charset="0"/>
              </a:rPr>
              <a:t> </a:t>
            </a:r>
            <a:r>
              <a:rPr lang="es-ES" sz="1400" dirty="0" err="1">
                <a:latin typeface="Courier New" panose="02070309020205020404" pitchFamily="49" charset="0"/>
                <a:cs typeface="Courier New" panose="02070309020205020404" pitchFamily="49" charset="0"/>
              </a:rPr>
              <a:t>sklearn.model_selection</a:t>
            </a:r>
            <a:r>
              <a:rPr lang="es-ES" sz="1400" dirty="0">
                <a:latin typeface="Courier New" panose="02070309020205020404" pitchFamily="49" charset="0"/>
                <a:cs typeface="Courier New" panose="02070309020205020404" pitchFamily="49" charset="0"/>
              </a:rPr>
              <a:t> </a:t>
            </a:r>
            <a:r>
              <a:rPr lang="es-ES" sz="14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400" dirty="0">
                <a:latin typeface="Courier New" panose="02070309020205020404" pitchFamily="49" charset="0"/>
                <a:cs typeface="Courier New" panose="02070309020205020404" pitchFamily="49" charset="0"/>
              </a:rPr>
              <a:t> </a:t>
            </a:r>
            <a:r>
              <a:rPr lang="es-ES" sz="1400" dirty="0" err="1">
                <a:latin typeface="Courier New" panose="02070309020205020404" pitchFamily="49" charset="0"/>
                <a:cs typeface="Courier New" panose="02070309020205020404" pitchFamily="49" charset="0"/>
              </a:rPr>
              <a:t>train_test_split</a:t>
            </a:r>
            <a:endParaRPr lang="es-ES" sz="1400" dirty="0">
              <a:latin typeface="Courier New" panose="02070309020205020404" pitchFamily="49" charset="0"/>
              <a:cs typeface="Courier New" panose="02070309020205020404" pitchFamily="49" charset="0"/>
            </a:endParaRPr>
          </a:p>
          <a:p>
            <a:endParaRPr lang="es-ES" sz="1400" dirty="0">
              <a:latin typeface="Courier New" panose="02070309020205020404" pitchFamily="49" charset="0"/>
              <a:cs typeface="Courier New" panose="02070309020205020404" pitchFamily="49" charset="0"/>
            </a:endParaRPr>
          </a:p>
          <a:p>
            <a:r>
              <a:rPr lang="es-ES" sz="1400" dirty="0">
                <a:latin typeface="Courier New" panose="02070309020205020404" pitchFamily="49" charset="0"/>
                <a:cs typeface="Courier New" panose="02070309020205020404" pitchFamily="49" charset="0"/>
              </a:rPr>
              <a:t>iris </a:t>
            </a:r>
            <a:r>
              <a:rPr lang="es-ES" sz="1400" b="1" dirty="0">
                <a:solidFill>
                  <a:srgbClr val="7030A0"/>
                </a:solidFill>
                <a:latin typeface="Courier New" panose="02070309020205020404" pitchFamily="49" charset="0"/>
                <a:cs typeface="Courier New" panose="02070309020205020404" pitchFamily="49" charset="0"/>
              </a:rPr>
              <a:t>=</a:t>
            </a:r>
            <a:r>
              <a:rPr lang="es-ES" sz="1400" dirty="0">
                <a:latin typeface="Courier New" panose="02070309020205020404" pitchFamily="49" charset="0"/>
                <a:cs typeface="Courier New" panose="02070309020205020404" pitchFamily="49" charset="0"/>
              </a:rPr>
              <a:t> </a:t>
            </a:r>
            <a:r>
              <a:rPr lang="es-ES" sz="1400" dirty="0" err="1">
                <a:latin typeface="Courier New" panose="02070309020205020404" pitchFamily="49" charset="0"/>
                <a:cs typeface="Courier New" panose="02070309020205020404" pitchFamily="49" charset="0"/>
              </a:rPr>
              <a:t>load_iris</a:t>
            </a:r>
            <a:r>
              <a:rPr lang="es-ES" sz="1400" dirty="0">
                <a:latin typeface="Courier New" panose="02070309020205020404" pitchFamily="49" charset="0"/>
                <a:cs typeface="Courier New" panose="02070309020205020404" pitchFamily="49" charset="0"/>
              </a:rPr>
              <a:t>()</a:t>
            </a:r>
          </a:p>
          <a:p>
            <a:r>
              <a:rPr lang="es-ES" sz="1400" dirty="0">
                <a:latin typeface="Courier New" panose="02070309020205020404" pitchFamily="49" charset="0"/>
                <a:cs typeface="Courier New" panose="02070309020205020404" pitchFamily="49" charset="0"/>
              </a:rPr>
              <a:t>X </a:t>
            </a:r>
            <a:r>
              <a:rPr lang="es-ES" sz="1400" b="1" dirty="0">
                <a:solidFill>
                  <a:srgbClr val="7030A0"/>
                </a:solidFill>
                <a:latin typeface="Courier New" panose="02070309020205020404" pitchFamily="49" charset="0"/>
                <a:cs typeface="Courier New" panose="02070309020205020404" pitchFamily="49" charset="0"/>
              </a:rPr>
              <a:t>=</a:t>
            </a:r>
            <a:r>
              <a:rPr lang="es-ES" sz="1400" dirty="0">
                <a:latin typeface="Courier New" panose="02070309020205020404" pitchFamily="49" charset="0"/>
                <a:cs typeface="Courier New" panose="02070309020205020404" pitchFamily="49" charset="0"/>
              </a:rPr>
              <a:t> </a:t>
            </a:r>
            <a:r>
              <a:rPr lang="es-ES" sz="1400" dirty="0" err="1">
                <a:latin typeface="Courier New" panose="02070309020205020404" pitchFamily="49" charset="0"/>
                <a:cs typeface="Courier New" panose="02070309020205020404" pitchFamily="49" charset="0"/>
              </a:rPr>
              <a:t>iris.data</a:t>
            </a:r>
            <a:r>
              <a:rPr lang="es-ES" sz="1400" dirty="0">
                <a:latin typeface="Courier New" panose="02070309020205020404" pitchFamily="49" charset="0"/>
                <a:cs typeface="Courier New" panose="02070309020205020404" pitchFamily="49" charset="0"/>
              </a:rPr>
              <a:t>[:, </a:t>
            </a:r>
            <a:r>
              <a:rPr lang="es-ES" sz="1400" b="1" dirty="0">
                <a:solidFill>
                  <a:schemeClr val="accent6">
                    <a:lumMod val="75000"/>
                  </a:schemeClr>
                </a:solidFill>
                <a:latin typeface="Courier New" panose="02070309020205020404" pitchFamily="49" charset="0"/>
                <a:cs typeface="Courier New" panose="02070309020205020404" pitchFamily="49" charset="0"/>
              </a:rPr>
              <a:t>2</a:t>
            </a:r>
            <a:r>
              <a:rPr lang="es-ES" sz="1400" dirty="0">
                <a:latin typeface="Courier New" panose="02070309020205020404" pitchFamily="49" charset="0"/>
                <a:cs typeface="Courier New" panose="02070309020205020404" pitchFamily="49" charset="0"/>
              </a:rPr>
              <a:t>:] </a:t>
            </a:r>
          </a:p>
          <a:p>
            <a:r>
              <a:rPr lang="es-ES" sz="1400" dirty="0">
                <a:latin typeface="Courier New" panose="02070309020205020404" pitchFamily="49" charset="0"/>
                <a:cs typeface="Courier New" panose="02070309020205020404" pitchFamily="49" charset="0"/>
              </a:rPr>
              <a:t>y </a:t>
            </a:r>
            <a:r>
              <a:rPr lang="es-ES" sz="1400" b="1" dirty="0">
                <a:solidFill>
                  <a:srgbClr val="7030A0"/>
                </a:solidFill>
                <a:latin typeface="Courier New" panose="02070309020205020404" pitchFamily="49" charset="0"/>
                <a:cs typeface="Courier New" panose="02070309020205020404" pitchFamily="49" charset="0"/>
              </a:rPr>
              <a:t>=</a:t>
            </a:r>
            <a:r>
              <a:rPr lang="es-ES" sz="1400" dirty="0">
                <a:latin typeface="Courier New" panose="02070309020205020404" pitchFamily="49" charset="0"/>
                <a:cs typeface="Courier New" panose="02070309020205020404" pitchFamily="49" charset="0"/>
              </a:rPr>
              <a:t> </a:t>
            </a:r>
            <a:r>
              <a:rPr lang="es-ES" sz="1400" dirty="0" err="1">
                <a:latin typeface="Courier New" panose="02070309020205020404" pitchFamily="49" charset="0"/>
                <a:cs typeface="Courier New" panose="02070309020205020404" pitchFamily="49" charset="0"/>
              </a:rPr>
              <a:t>iris.target</a:t>
            </a:r>
            <a:endParaRPr lang="es-ES" sz="1400" dirty="0">
              <a:latin typeface="Courier New" panose="02070309020205020404" pitchFamily="49" charset="0"/>
              <a:cs typeface="Courier New" panose="02070309020205020404" pitchFamily="49" charset="0"/>
            </a:endParaRPr>
          </a:p>
          <a:p>
            <a:endParaRPr lang="es-ES" sz="1400" dirty="0">
              <a:latin typeface="Courier New" panose="02070309020205020404" pitchFamily="49" charset="0"/>
              <a:cs typeface="Courier New" panose="02070309020205020404" pitchFamily="49" charset="0"/>
            </a:endParaRPr>
          </a:p>
          <a:p>
            <a:r>
              <a:rPr lang="es-ES" sz="1400" dirty="0" err="1">
                <a:latin typeface="Courier New" panose="02070309020205020404" pitchFamily="49" charset="0"/>
                <a:cs typeface="Courier New" panose="02070309020205020404" pitchFamily="49" charset="0"/>
              </a:rPr>
              <a:t>X_train</a:t>
            </a:r>
            <a:r>
              <a:rPr lang="es-ES" sz="1400" dirty="0">
                <a:latin typeface="Courier New" panose="02070309020205020404" pitchFamily="49" charset="0"/>
                <a:cs typeface="Courier New" panose="02070309020205020404" pitchFamily="49" charset="0"/>
              </a:rPr>
              <a:t>, </a:t>
            </a:r>
            <a:r>
              <a:rPr lang="es-ES" sz="1400" dirty="0" err="1">
                <a:latin typeface="Courier New" panose="02070309020205020404" pitchFamily="49" charset="0"/>
                <a:cs typeface="Courier New" panose="02070309020205020404" pitchFamily="49" charset="0"/>
              </a:rPr>
              <a:t>X_test</a:t>
            </a:r>
            <a:r>
              <a:rPr lang="es-ES" sz="1400" dirty="0">
                <a:latin typeface="Courier New" panose="02070309020205020404" pitchFamily="49" charset="0"/>
                <a:cs typeface="Courier New" panose="02070309020205020404" pitchFamily="49" charset="0"/>
              </a:rPr>
              <a:t>, </a:t>
            </a:r>
            <a:r>
              <a:rPr lang="es-ES" sz="1400" dirty="0" err="1">
                <a:latin typeface="Courier New" panose="02070309020205020404" pitchFamily="49" charset="0"/>
                <a:cs typeface="Courier New" panose="02070309020205020404" pitchFamily="49" charset="0"/>
              </a:rPr>
              <a:t>y_train</a:t>
            </a:r>
            <a:r>
              <a:rPr lang="es-ES" sz="1400" dirty="0">
                <a:latin typeface="Courier New" panose="02070309020205020404" pitchFamily="49" charset="0"/>
                <a:cs typeface="Courier New" panose="02070309020205020404" pitchFamily="49" charset="0"/>
              </a:rPr>
              <a:t>, </a:t>
            </a:r>
            <a:r>
              <a:rPr lang="es-ES" sz="1400" dirty="0" err="1">
                <a:latin typeface="Courier New" panose="02070309020205020404" pitchFamily="49" charset="0"/>
                <a:cs typeface="Courier New" panose="02070309020205020404" pitchFamily="49" charset="0"/>
              </a:rPr>
              <a:t>y_test</a:t>
            </a:r>
            <a:r>
              <a:rPr lang="es-ES" sz="1400" dirty="0">
                <a:latin typeface="Courier New" panose="02070309020205020404" pitchFamily="49" charset="0"/>
                <a:cs typeface="Courier New" panose="02070309020205020404" pitchFamily="49" charset="0"/>
              </a:rPr>
              <a:t> </a:t>
            </a:r>
            <a:r>
              <a:rPr lang="es-ES" sz="1400" b="1" dirty="0">
                <a:solidFill>
                  <a:srgbClr val="7030A0"/>
                </a:solidFill>
                <a:latin typeface="Courier New" panose="02070309020205020404" pitchFamily="49" charset="0"/>
                <a:cs typeface="Courier New" panose="02070309020205020404" pitchFamily="49" charset="0"/>
              </a:rPr>
              <a:t>=</a:t>
            </a:r>
            <a:r>
              <a:rPr lang="es-ES" sz="1400" dirty="0">
                <a:latin typeface="Courier New" panose="02070309020205020404" pitchFamily="49" charset="0"/>
                <a:cs typeface="Courier New" panose="02070309020205020404" pitchFamily="49" charset="0"/>
              </a:rPr>
              <a:t> </a:t>
            </a:r>
          </a:p>
          <a:p>
            <a:r>
              <a:rPr lang="es-ES" sz="1400" dirty="0">
                <a:latin typeface="Courier New" panose="02070309020205020404" pitchFamily="49" charset="0"/>
                <a:cs typeface="Courier New" panose="02070309020205020404" pitchFamily="49" charset="0"/>
              </a:rPr>
              <a:t>               </a:t>
            </a:r>
            <a:r>
              <a:rPr lang="es-ES" sz="1400" dirty="0" err="1">
                <a:latin typeface="Courier New" panose="02070309020205020404" pitchFamily="49" charset="0"/>
                <a:cs typeface="Courier New" panose="02070309020205020404" pitchFamily="49" charset="0"/>
              </a:rPr>
              <a:t>train_test_split</a:t>
            </a:r>
            <a:r>
              <a:rPr lang="es-ES" sz="1400" dirty="0">
                <a:latin typeface="Courier New" panose="02070309020205020404" pitchFamily="49" charset="0"/>
                <a:cs typeface="Courier New" panose="02070309020205020404" pitchFamily="49" charset="0"/>
              </a:rPr>
              <a:t>(</a:t>
            </a:r>
            <a:r>
              <a:rPr lang="es-ES" sz="1400" dirty="0" err="1">
                <a:latin typeface="Courier New" panose="02070309020205020404" pitchFamily="49" charset="0"/>
                <a:cs typeface="Courier New" panose="02070309020205020404" pitchFamily="49" charset="0"/>
              </a:rPr>
              <a:t>X,y,test_size</a:t>
            </a:r>
            <a:r>
              <a:rPr lang="es-ES" sz="1400" b="1" dirty="0">
                <a:solidFill>
                  <a:srgbClr val="7030A0"/>
                </a:solidFill>
                <a:latin typeface="Courier New" panose="02070309020205020404" pitchFamily="49" charset="0"/>
                <a:cs typeface="Courier New" panose="02070309020205020404" pitchFamily="49" charset="0"/>
              </a:rPr>
              <a:t>=</a:t>
            </a:r>
            <a:r>
              <a:rPr lang="es-ES" sz="1400" b="1" dirty="0">
                <a:solidFill>
                  <a:schemeClr val="accent6">
                    <a:lumMod val="75000"/>
                  </a:schemeClr>
                </a:solidFill>
                <a:latin typeface="Courier New" panose="02070309020205020404" pitchFamily="49" charset="0"/>
                <a:cs typeface="Courier New" panose="02070309020205020404" pitchFamily="49" charset="0"/>
              </a:rPr>
              <a:t>0.3</a:t>
            </a:r>
            <a:r>
              <a:rPr lang="es-ES" sz="1400" dirty="0">
                <a:latin typeface="Courier New" panose="02070309020205020404" pitchFamily="49" charset="0"/>
                <a:cs typeface="Courier New" panose="02070309020205020404" pitchFamily="49" charset="0"/>
              </a:rPr>
              <a:t>)</a:t>
            </a:r>
          </a:p>
          <a:p>
            <a:endParaRPr lang="es-ES" sz="1400" dirty="0">
              <a:latin typeface="Courier New" panose="02070309020205020404" pitchFamily="49" charset="0"/>
              <a:cs typeface="Courier New" panose="02070309020205020404" pitchFamily="49" charset="0"/>
            </a:endParaRPr>
          </a:p>
          <a:p>
            <a:r>
              <a:rPr lang="es-ES" sz="1400" dirty="0" err="1">
                <a:latin typeface="Courier New" panose="02070309020205020404" pitchFamily="49" charset="0"/>
                <a:cs typeface="Courier New" panose="02070309020205020404" pitchFamily="49" charset="0"/>
              </a:rPr>
              <a:t>clf</a:t>
            </a:r>
            <a:r>
              <a:rPr lang="es-ES" sz="1400" dirty="0">
                <a:latin typeface="Courier New" panose="02070309020205020404" pitchFamily="49" charset="0"/>
                <a:cs typeface="Courier New" panose="02070309020205020404" pitchFamily="49" charset="0"/>
              </a:rPr>
              <a:t> </a:t>
            </a:r>
            <a:r>
              <a:rPr lang="es-ES" sz="1400" b="1" dirty="0">
                <a:solidFill>
                  <a:srgbClr val="7030A0"/>
                </a:solidFill>
                <a:latin typeface="Courier New" panose="02070309020205020404" pitchFamily="49" charset="0"/>
                <a:cs typeface="Courier New" panose="02070309020205020404" pitchFamily="49" charset="0"/>
              </a:rPr>
              <a:t>=</a:t>
            </a:r>
            <a:r>
              <a:rPr lang="es-ES" sz="1400" dirty="0">
                <a:latin typeface="Courier New" panose="02070309020205020404" pitchFamily="49" charset="0"/>
                <a:cs typeface="Courier New" panose="02070309020205020404" pitchFamily="49" charset="0"/>
              </a:rPr>
              <a:t> </a:t>
            </a:r>
            <a:r>
              <a:rPr lang="es-ES" sz="1400" dirty="0" err="1">
                <a:latin typeface="Courier New" panose="02070309020205020404" pitchFamily="49" charset="0"/>
                <a:cs typeface="Courier New" panose="02070309020205020404" pitchFamily="49" charset="0"/>
              </a:rPr>
              <a:t>tree.DecisionTreeClassifier</a:t>
            </a:r>
            <a:r>
              <a:rPr lang="es-ES" sz="1400" dirty="0">
                <a:latin typeface="Courier New" panose="02070309020205020404" pitchFamily="49" charset="0"/>
                <a:cs typeface="Courier New" panose="02070309020205020404" pitchFamily="49" charset="0"/>
              </a:rPr>
              <a:t>(</a:t>
            </a:r>
            <a:r>
              <a:rPr lang="es-ES" sz="1400" dirty="0" err="1">
                <a:latin typeface="Courier New" panose="02070309020205020404" pitchFamily="49" charset="0"/>
                <a:cs typeface="Courier New" panose="02070309020205020404" pitchFamily="49" charset="0"/>
              </a:rPr>
              <a:t>max_depth</a:t>
            </a:r>
            <a:r>
              <a:rPr lang="es-ES" sz="1400" b="1" dirty="0">
                <a:solidFill>
                  <a:srgbClr val="7030A0"/>
                </a:solidFill>
                <a:latin typeface="Courier New" panose="02070309020205020404" pitchFamily="49" charset="0"/>
                <a:cs typeface="Courier New" panose="02070309020205020404" pitchFamily="49" charset="0"/>
              </a:rPr>
              <a:t>=</a:t>
            </a:r>
            <a:r>
              <a:rPr lang="es-ES" sz="1400" b="1" dirty="0">
                <a:solidFill>
                  <a:schemeClr val="accent6">
                    <a:lumMod val="75000"/>
                  </a:schemeClr>
                </a:solidFill>
                <a:latin typeface="Courier New" panose="02070309020205020404" pitchFamily="49" charset="0"/>
                <a:cs typeface="Courier New" panose="02070309020205020404" pitchFamily="49" charset="0"/>
              </a:rPr>
              <a:t>2</a:t>
            </a:r>
            <a:r>
              <a:rPr lang="es-ES" sz="1400" dirty="0">
                <a:latin typeface="Courier New" panose="02070309020205020404" pitchFamily="49" charset="0"/>
                <a:cs typeface="Courier New" panose="02070309020205020404" pitchFamily="49" charset="0"/>
              </a:rPr>
              <a:t>)</a:t>
            </a:r>
          </a:p>
          <a:p>
            <a:r>
              <a:rPr lang="es-ES" sz="1400" dirty="0" err="1">
                <a:latin typeface="Courier New" panose="02070309020205020404" pitchFamily="49" charset="0"/>
                <a:cs typeface="Courier New" panose="02070309020205020404" pitchFamily="49" charset="0"/>
              </a:rPr>
              <a:t>clf</a:t>
            </a:r>
            <a:r>
              <a:rPr lang="es-ES" sz="1400" dirty="0">
                <a:latin typeface="Courier New" panose="02070309020205020404" pitchFamily="49" charset="0"/>
                <a:cs typeface="Courier New" panose="02070309020205020404" pitchFamily="49" charset="0"/>
              </a:rPr>
              <a:t> </a:t>
            </a:r>
            <a:r>
              <a:rPr lang="es-ES" sz="1400" b="1" dirty="0">
                <a:solidFill>
                  <a:srgbClr val="7030A0"/>
                </a:solidFill>
                <a:latin typeface="Courier New" panose="02070309020205020404" pitchFamily="49" charset="0"/>
                <a:cs typeface="Courier New" panose="02070309020205020404" pitchFamily="49" charset="0"/>
              </a:rPr>
              <a:t>=</a:t>
            </a:r>
            <a:r>
              <a:rPr lang="es-ES" sz="1400" dirty="0">
                <a:latin typeface="Courier New" panose="02070309020205020404" pitchFamily="49" charset="0"/>
                <a:cs typeface="Courier New" panose="02070309020205020404" pitchFamily="49" charset="0"/>
              </a:rPr>
              <a:t> </a:t>
            </a:r>
            <a:r>
              <a:rPr lang="es-ES" sz="1400" dirty="0" err="1">
                <a:latin typeface="Courier New" panose="02070309020205020404" pitchFamily="49" charset="0"/>
                <a:cs typeface="Courier New" panose="02070309020205020404" pitchFamily="49" charset="0"/>
              </a:rPr>
              <a:t>clf.fit</a:t>
            </a:r>
            <a:r>
              <a:rPr lang="es-ES" sz="1400" dirty="0">
                <a:latin typeface="Courier New" panose="02070309020205020404" pitchFamily="49" charset="0"/>
                <a:cs typeface="Courier New" panose="02070309020205020404" pitchFamily="49" charset="0"/>
              </a:rPr>
              <a:t>(</a:t>
            </a:r>
            <a:r>
              <a:rPr lang="es-ES" sz="1400" dirty="0" err="1">
                <a:latin typeface="Courier New" panose="02070309020205020404" pitchFamily="49" charset="0"/>
                <a:cs typeface="Courier New" panose="02070309020205020404" pitchFamily="49" charset="0"/>
              </a:rPr>
              <a:t>X_train</a:t>
            </a:r>
            <a:r>
              <a:rPr lang="es-ES" sz="1400" dirty="0">
                <a:latin typeface="Courier New" panose="02070309020205020404" pitchFamily="49" charset="0"/>
                <a:cs typeface="Courier New" panose="02070309020205020404" pitchFamily="49" charset="0"/>
              </a:rPr>
              <a:t>, </a:t>
            </a:r>
            <a:r>
              <a:rPr lang="es-ES" sz="1400" dirty="0" err="1">
                <a:latin typeface="Courier New" panose="02070309020205020404" pitchFamily="49" charset="0"/>
                <a:cs typeface="Courier New" panose="02070309020205020404" pitchFamily="49" charset="0"/>
              </a:rPr>
              <a:t>y_train</a:t>
            </a:r>
            <a:r>
              <a:rPr lang="es-ES" sz="1400" dirty="0">
                <a:latin typeface="Courier New" panose="02070309020205020404" pitchFamily="49" charset="0"/>
                <a:cs typeface="Courier New" panose="02070309020205020404" pitchFamily="49" charset="0"/>
              </a:rPr>
              <a:t>)</a:t>
            </a:r>
          </a:p>
          <a:p>
            <a:endParaRPr lang="es-ES" sz="1400" dirty="0">
              <a:latin typeface="Courier New" panose="02070309020205020404" pitchFamily="49" charset="0"/>
              <a:cs typeface="Courier New" panose="02070309020205020404" pitchFamily="49" charset="0"/>
            </a:endParaRPr>
          </a:p>
          <a:p>
            <a:r>
              <a:rPr lang="es-ES" sz="1400" dirty="0" err="1">
                <a:latin typeface="Courier New" panose="02070309020205020404" pitchFamily="49" charset="0"/>
                <a:cs typeface="Courier New" panose="02070309020205020404" pitchFamily="49" charset="0"/>
              </a:rPr>
              <a:t>tree.plot_tree</a:t>
            </a:r>
            <a:r>
              <a:rPr lang="es-ES" sz="1400" dirty="0">
                <a:latin typeface="Courier New" panose="02070309020205020404" pitchFamily="49" charset="0"/>
                <a:cs typeface="Courier New" panose="02070309020205020404" pitchFamily="49" charset="0"/>
              </a:rPr>
              <a:t>(</a:t>
            </a:r>
            <a:r>
              <a:rPr lang="es-ES" sz="1400" dirty="0" err="1">
                <a:latin typeface="Courier New" panose="02070309020205020404" pitchFamily="49" charset="0"/>
                <a:cs typeface="Courier New" panose="02070309020205020404" pitchFamily="49" charset="0"/>
              </a:rPr>
              <a:t>clf</a:t>
            </a:r>
            <a:r>
              <a:rPr lang="es-ES" sz="1400" dirty="0">
                <a:latin typeface="Courier New" panose="02070309020205020404" pitchFamily="49" charset="0"/>
                <a:cs typeface="Courier New" panose="02070309020205020404" pitchFamily="49" charset="0"/>
              </a:rPr>
              <a:t>)</a:t>
            </a:r>
          </a:p>
        </p:txBody>
      </p:sp>
      <p:pic>
        <p:nvPicPr>
          <p:cNvPr id="11" name="Imagen 10">
            <a:extLst>
              <a:ext uri="{FF2B5EF4-FFF2-40B4-BE49-F238E27FC236}">
                <a16:creationId xmlns:a16="http://schemas.microsoft.com/office/drawing/2014/main" id="{4D258703-2105-E4A5-42BF-BC79E041CFE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009719" y="1234107"/>
            <a:ext cx="6248446" cy="4324382"/>
          </a:xfrm>
          <a:prstGeom prst="rect">
            <a:avLst/>
          </a:prstGeom>
        </p:spPr>
      </p:pic>
      <p:sp>
        <p:nvSpPr>
          <p:cNvPr id="2" name="CuadroTexto 1">
            <a:extLst>
              <a:ext uri="{FF2B5EF4-FFF2-40B4-BE49-F238E27FC236}">
                <a16:creationId xmlns:a16="http://schemas.microsoft.com/office/drawing/2014/main" id="{54CC2E88-581C-B83D-1791-EBF64FAB83B7}"/>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3" name="CuadroTexto 2">
            <a:extLst>
              <a:ext uri="{FF2B5EF4-FFF2-40B4-BE49-F238E27FC236}">
                <a16:creationId xmlns:a16="http://schemas.microsoft.com/office/drawing/2014/main" id="{D4C18B7A-827B-CF0D-7D89-46DB9396EA4A}"/>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5" name="CuadroTexto 4">
            <a:extLst>
              <a:ext uri="{FF2B5EF4-FFF2-40B4-BE49-F238E27FC236}">
                <a16:creationId xmlns:a16="http://schemas.microsoft.com/office/drawing/2014/main" id="{32D50589-E3CF-6200-632B-A3C138EA351D}"/>
              </a:ext>
            </a:extLst>
          </p:cNvPr>
          <p:cNvSpPr txBox="1"/>
          <p:nvPr/>
        </p:nvSpPr>
        <p:spPr>
          <a:xfrm>
            <a:off x="171888" y="487595"/>
            <a:ext cx="2688365" cy="400110"/>
          </a:xfrm>
          <a:prstGeom prst="rect">
            <a:avLst/>
          </a:prstGeom>
          <a:noFill/>
        </p:spPr>
        <p:txBody>
          <a:bodyPr wrap="none" rtlCol="0">
            <a:spAutoFit/>
          </a:bodyPr>
          <a:lstStyle/>
          <a:p>
            <a:r>
              <a:rPr lang="es-ES" sz="2000" b="1" dirty="0">
                <a:solidFill>
                  <a:schemeClr val="accent1">
                    <a:lumMod val="50000"/>
                  </a:schemeClr>
                </a:solidFill>
              </a:rPr>
              <a:t>Iris </a:t>
            </a:r>
            <a:r>
              <a:rPr lang="es-ES" sz="2000" b="1" dirty="0" err="1">
                <a:solidFill>
                  <a:schemeClr val="accent1">
                    <a:lumMod val="50000"/>
                  </a:schemeClr>
                </a:solidFill>
              </a:rPr>
              <a:t>Dataset</a:t>
            </a:r>
            <a:r>
              <a:rPr lang="es-ES" sz="2000" b="1" dirty="0">
                <a:solidFill>
                  <a:schemeClr val="accent1">
                    <a:lumMod val="50000"/>
                  </a:schemeClr>
                </a:solidFill>
              </a:rPr>
              <a:t> en </a:t>
            </a:r>
            <a:r>
              <a:rPr lang="es-ES" sz="2000" b="1" dirty="0" err="1">
                <a:solidFill>
                  <a:schemeClr val="accent1">
                    <a:lumMod val="50000"/>
                  </a:schemeClr>
                </a:solidFill>
              </a:rPr>
              <a:t>Sklearn</a:t>
            </a:r>
            <a:r>
              <a:rPr lang="es-ES" sz="2000" b="1" dirty="0">
                <a:solidFill>
                  <a:schemeClr val="accent1">
                    <a:lumMod val="50000"/>
                  </a:schemeClr>
                </a:solidFill>
              </a:rPr>
              <a:t>. </a:t>
            </a:r>
          </a:p>
        </p:txBody>
      </p:sp>
      <p:sp>
        <p:nvSpPr>
          <p:cNvPr id="7" name="Forma libre: forma 6">
            <a:extLst>
              <a:ext uri="{FF2B5EF4-FFF2-40B4-BE49-F238E27FC236}">
                <a16:creationId xmlns:a16="http://schemas.microsoft.com/office/drawing/2014/main" id="{67AE8BDD-649B-78EE-DBC3-92AE78A8A105}"/>
              </a:ext>
            </a:extLst>
          </p:cNvPr>
          <p:cNvSpPr/>
          <p:nvPr/>
        </p:nvSpPr>
        <p:spPr>
          <a:xfrm>
            <a:off x="2700338" y="5729288"/>
            <a:ext cx="7034462" cy="835818"/>
          </a:xfrm>
          <a:custGeom>
            <a:avLst/>
            <a:gdLst>
              <a:gd name="connsiteX0" fmla="*/ 0 w 7034462"/>
              <a:gd name="connsiteY0" fmla="*/ 807243 h 835818"/>
              <a:gd name="connsiteX1" fmla="*/ 4329112 w 7034462"/>
              <a:gd name="connsiteY1" fmla="*/ 835818 h 835818"/>
              <a:gd name="connsiteX2" fmla="*/ 6607968 w 7034462"/>
              <a:gd name="connsiteY2" fmla="*/ 671512 h 835818"/>
              <a:gd name="connsiteX3" fmla="*/ 7029450 w 7034462"/>
              <a:gd name="connsiteY3" fmla="*/ 0 h 835818"/>
            </a:gdLst>
            <a:ahLst/>
            <a:cxnLst>
              <a:cxn ang="0">
                <a:pos x="connsiteX0" y="connsiteY0"/>
              </a:cxn>
              <a:cxn ang="0">
                <a:pos x="connsiteX1" y="connsiteY1"/>
              </a:cxn>
              <a:cxn ang="0">
                <a:pos x="connsiteX2" y="connsiteY2"/>
              </a:cxn>
              <a:cxn ang="0">
                <a:pos x="connsiteX3" y="connsiteY3"/>
              </a:cxn>
            </a:cxnLst>
            <a:rect l="l" t="t" r="r" b="b"/>
            <a:pathLst>
              <a:path w="7034462" h="835818">
                <a:moveTo>
                  <a:pt x="0" y="807243"/>
                </a:moveTo>
                <a:lnTo>
                  <a:pt x="4329112" y="835818"/>
                </a:lnTo>
                <a:cubicBezTo>
                  <a:pt x="5430440" y="813196"/>
                  <a:pt x="6157912" y="810815"/>
                  <a:pt x="6607968" y="671512"/>
                </a:cubicBezTo>
                <a:cubicBezTo>
                  <a:pt x="7058024" y="532209"/>
                  <a:pt x="7043737" y="266104"/>
                  <a:pt x="7029450" y="0"/>
                </a:cubicBezTo>
              </a:path>
            </a:pathLst>
          </a:custGeom>
          <a:noFill/>
          <a:ln w="47625">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5655607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6351D553-15D3-D300-3192-D6008033814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096000" y="2391441"/>
            <a:ext cx="6181770" cy="4286281"/>
          </a:xfrm>
          <a:prstGeom prst="rect">
            <a:avLst/>
          </a:prstGeom>
        </p:spPr>
      </p:pic>
      <p:sp>
        <p:nvSpPr>
          <p:cNvPr id="8" name="CuadroTexto 7">
            <a:extLst>
              <a:ext uri="{FF2B5EF4-FFF2-40B4-BE49-F238E27FC236}">
                <a16:creationId xmlns:a16="http://schemas.microsoft.com/office/drawing/2014/main" id="{020F4DD7-2872-01BB-F99E-F2E2B014BC5C}"/>
              </a:ext>
            </a:extLst>
          </p:cNvPr>
          <p:cNvSpPr txBox="1"/>
          <p:nvPr/>
        </p:nvSpPr>
        <p:spPr>
          <a:xfrm>
            <a:off x="174949" y="4709283"/>
            <a:ext cx="6950942" cy="954107"/>
          </a:xfrm>
          <a:prstGeom prst="rect">
            <a:avLst/>
          </a:prstGeom>
          <a:noFill/>
        </p:spPr>
        <p:txBody>
          <a:bodyPr wrap="none" rtlCol="0">
            <a:spAutoFit/>
          </a:bodyPr>
          <a:lstStyle/>
          <a:p>
            <a:r>
              <a:rPr lang="es-ES" sz="1400" dirty="0" err="1">
                <a:latin typeface="Courier New" panose="02070309020205020404" pitchFamily="49" charset="0"/>
                <a:cs typeface="Courier New" panose="02070309020205020404" pitchFamily="49" charset="0"/>
              </a:rPr>
              <a:t>clf</a:t>
            </a:r>
            <a:r>
              <a:rPr lang="es-ES" sz="1400" dirty="0">
                <a:latin typeface="Courier New" panose="02070309020205020404" pitchFamily="49" charset="0"/>
                <a:cs typeface="Courier New" panose="02070309020205020404" pitchFamily="49" charset="0"/>
              </a:rPr>
              <a:t> </a:t>
            </a:r>
            <a:r>
              <a:rPr lang="es-ES" sz="1400" b="1" dirty="0">
                <a:solidFill>
                  <a:srgbClr val="7030A0"/>
                </a:solidFill>
                <a:latin typeface="Courier New" panose="02070309020205020404" pitchFamily="49" charset="0"/>
                <a:cs typeface="Courier New" panose="02070309020205020404" pitchFamily="49" charset="0"/>
              </a:rPr>
              <a:t>=</a:t>
            </a:r>
            <a:r>
              <a:rPr lang="es-ES" sz="1400" dirty="0">
                <a:latin typeface="Courier New" panose="02070309020205020404" pitchFamily="49" charset="0"/>
                <a:cs typeface="Courier New" panose="02070309020205020404" pitchFamily="49" charset="0"/>
              </a:rPr>
              <a:t> </a:t>
            </a:r>
            <a:r>
              <a:rPr lang="es-ES" sz="1400" dirty="0" err="1">
                <a:latin typeface="Courier New" panose="02070309020205020404" pitchFamily="49" charset="0"/>
                <a:cs typeface="Courier New" panose="02070309020205020404" pitchFamily="49" charset="0"/>
              </a:rPr>
              <a:t>tree.DecisionTreeClassifier</a:t>
            </a:r>
            <a:r>
              <a:rPr lang="es-ES" sz="1400" dirty="0">
                <a:latin typeface="Courier New" panose="02070309020205020404" pitchFamily="49" charset="0"/>
                <a:cs typeface="Courier New" panose="02070309020205020404" pitchFamily="49" charset="0"/>
              </a:rPr>
              <a:t>(</a:t>
            </a:r>
            <a:r>
              <a:rPr lang="es-ES" sz="1400" dirty="0" err="1">
                <a:latin typeface="Courier New" panose="02070309020205020404" pitchFamily="49" charset="0"/>
                <a:cs typeface="Courier New" panose="02070309020205020404" pitchFamily="49" charset="0"/>
              </a:rPr>
              <a:t>max_depth</a:t>
            </a:r>
            <a:r>
              <a:rPr lang="es-ES" sz="1400" b="1" dirty="0">
                <a:solidFill>
                  <a:srgbClr val="7030A0"/>
                </a:solidFill>
                <a:latin typeface="Courier New" panose="02070309020205020404" pitchFamily="49" charset="0"/>
                <a:cs typeface="Courier New" panose="02070309020205020404" pitchFamily="49" charset="0"/>
              </a:rPr>
              <a:t>=</a:t>
            </a:r>
            <a:r>
              <a:rPr lang="es-ES" sz="1400" b="1" dirty="0">
                <a:solidFill>
                  <a:schemeClr val="accent6">
                    <a:lumMod val="75000"/>
                  </a:schemeClr>
                </a:solidFill>
                <a:latin typeface="Courier New" panose="02070309020205020404" pitchFamily="49" charset="0"/>
                <a:cs typeface="Courier New" panose="02070309020205020404" pitchFamily="49" charset="0"/>
              </a:rPr>
              <a:t>4</a:t>
            </a:r>
            <a:r>
              <a:rPr lang="es-ES" sz="1400" dirty="0">
                <a:latin typeface="Courier New" panose="02070309020205020404" pitchFamily="49" charset="0"/>
                <a:cs typeface="Courier New" panose="02070309020205020404" pitchFamily="49" charset="0"/>
              </a:rPr>
              <a:t>, </a:t>
            </a:r>
            <a:r>
              <a:rPr lang="es-ES" sz="1400" dirty="0" err="1">
                <a:latin typeface="Courier New" panose="02070309020205020404" pitchFamily="49" charset="0"/>
                <a:cs typeface="Courier New" panose="02070309020205020404" pitchFamily="49" charset="0"/>
              </a:rPr>
              <a:t>random_state</a:t>
            </a:r>
            <a:r>
              <a:rPr lang="es-ES" sz="1400" b="1" dirty="0">
                <a:solidFill>
                  <a:srgbClr val="7030A0"/>
                </a:solidFill>
                <a:latin typeface="Courier New" panose="02070309020205020404" pitchFamily="49" charset="0"/>
                <a:cs typeface="Courier New" panose="02070309020205020404" pitchFamily="49" charset="0"/>
              </a:rPr>
              <a:t>=</a:t>
            </a:r>
            <a:r>
              <a:rPr lang="es-ES" sz="1400" b="1" dirty="0">
                <a:solidFill>
                  <a:schemeClr val="accent6">
                    <a:lumMod val="75000"/>
                  </a:schemeClr>
                </a:solidFill>
                <a:latin typeface="Courier New" panose="02070309020205020404" pitchFamily="49" charset="0"/>
                <a:cs typeface="Courier New" panose="02070309020205020404" pitchFamily="49" charset="0"/>
              </a:rPr>
              <a:t>42</a:t>
            </a:r>
            <a:r>
              <a:rPr lang="es-ES" sz="1400" dirty="0">
                <a:latin typeface="Courier New" panose="02070309020205020404" pitchFamily="49" charset="0"/>
                <a:cs typeface="Courier New" panose="02070309020205020404" pitchFamily="49" charset="0"/>
              </a:rPr>
              <a:t>)</a:t>
            </a:r>
          </a:p>
          <a:p>
            <a:r>
              <a:rPr lang="es-ES" sz="1400" dirty="0" err="1">
                <a:latin typeface="Courier New" panose="02070309020205020404" pitchFamily="49" charset="0"/>
                <a:cs typeface="Courier New" panose="02070309020205020404" pitchFamily="49" charset="0"/>
              </a:rPr>
              <a:t>clf</a:t>
            </a:r>
            <a:r>
              <a:rPr lang="es-ES" sz="1400" dirty="0">
                <a:latin typeface="Courier New" panose="02070309020205020404" pitchFamily="49" charset="0"/>
                <a:cs typeface="Courier New" panose="02070309020205020404" pitchFamily="49" charset="0"/>
              </a:rPr>
              <a:t> </a:t>
            </a:r>
            <a:r>
              <a:rPr lang="es-ES" sz="1400" b="1" dirty="0">
                <a:solidFill>
                  <a:srgbClr val="7030A0"/>
                </a:solidFill>
                <a:latin typeface="Courier New" panose="02070309020205020404" pitchFamily="49" charset="0"/>
                <a:cs typeface="Courier New" panose="02070309020205020404" pitchFamily="49" charset="0"/>
              </a:rPr>
              <a:t>=</a:t>
            </a:r>
            <a:r>
              <a:rPr lang="es-ES" sz="1400" dirty="0">
                <a:latin typeface="Courier New" panose="02070309020205020404" pitchFamily="49" charset="0"/>
                <a:cs typeface="Courier New" panose="02070309020205020404" pitchFamily="49" charset="0"/>
              </a:rPr>
              <a:t> </a:t>
            </a:r>
            <a:r>
              <a:rPr lang="es-ES" sz="1400" dirty="0" err="1">
                <a:latin typeface="Courier New" panose="02070309020205020404" pitchFamily="49" charset="0"/>
                <a:cs typeface="Courier New" panose="02070309020205020404" pitchFamily="49" charset="0"/>
              </a:rPr>
              <a:t>clf.fit</a:t>
            </a:r>
            <a:r>
              <a:rPr lang="es-ES" sz="1400" dirty="0">
                <a:latin typeface="Courier New" panose="02070309020205020404" pitchFamily="49" charset="0"/>
                <a:cs typeface="Courier New" panose="02070309020205020404" pitchFamily="49" charset="0"/>
              </a:rPr>
              <a:t>(</a:t>
            </a:r>
            <a:r>
              <a:rPr lang="es-ES" sz="1400" dirty="0" err="1">
                <a:latin typeface="Courier New" panose="02070309020205020404" pitchFamily="49" charset="0"/>
                <a:cs typeface="Courier New" panose="02070309020205020404" pitchFamily="49" charset="0"/>
              </a:rPr>
              <a:t>X_train</a:t>
            </a:r>
            <a:r>
              <a:rPr lang="es-ES" sz="1400" dirty="0">
                <a:latin typeface="Courier New" panose="02070309020205020404" pitchFamily="49" charset="0"/>
                <a:cs typeface="Courier New" panose="02070309020205020404" pitchFamily="49" charset="0"/>
              </a:rPr>
              <a:t>, </a:t>
            </a:r>
            <a:r>
              <a:rPr lang="es-ES" sz="1400" dirty="0" err="1">
                <a:latin typeface="Courier New" panose="02070309020205020404" pitchFamily="49" charset="0"/>
                <a:cs typeface="Courier New" panose="02070309020205020404" pitchFamily="49" charset="0"/>
              </a:rPr>
              <a:t>y_train</a:t>
            </a:r>
            <a:r>
              <a:rPr lang="es-ES" sz="1400" dirty="0">
                <a:latin typeface="Courier New" panose="02070309020205020404" pitchFamily="49" charset="0"/>
                <a:cs typeface="Courier New" panose="02070309020205020404" pitchFamily="49" charset="0"/>
              </a:rPr>
              <a:t>)</a:t>
            </a:r>
          </a:p>
          <a:p>
            <a:endParaRPr lang="es-ES" sz="1400" dirty="0">
              <a:latin typeface="Courier New" panose="02070309020205020404" pitchFamily="49" charset="0"/>
              <a:cs typeface="Courier New" panose="02070309020205020404" pitchFamily="49" charset="0"/>
            </a:endParaRPr>
          </a:p>
          <a:p>
            <a:r>
              <a:rPr lang="es-ES" sz="1400" dirty="0" err="1">
                <a:latin typeface="Courier New" panose="02070309020205020404" pitchFamily="49" charset="0"/>
                <a:cs typeface="Courier New" panose="02070309020205020404" pitchFamily="49" charset="0"/>
              </a:rPr>
              <a:t>tree.plot_tree</a:t>
            </a:r>
            <a:r>
              <a:rPr lang="es-ES" sz="1400" dirty="0">
                <a:latin typeface="Courier New" panose="02070309020205020404" pitchFamily="49" charset="0"/>
                <a:cs typeface="Courier New" panose="02070309020205020404" pitchFamily="49" charset="0"/>
              </a:rPr>
              <a:t>(</a:t>
            </a:r>
            <a:r>
              <a:rPr lang="es-ES" sz="1400" dirty="0" err="1">
                <a:latin typeface="Courier New" panose="02070309020205020404" pitchFamily="49" charset="0"/>
                <a:cs typeface="Courier New" panose="02070309020205020404" pitchFamily="49" charset="0"/>
              </a:rPr>
              <a:t>clf</a:t>
            </a:r>
            <a:r>
              <a:rPr lang="es-ES" sz="1400" dirty="0">
                <a:latin typeface="Courier New" panose="02070309020205020404" pitchFamily="49" charset="0"/>
                <a:cs typeface="Courier New" panose="02070309020205020404" pitchFamily="49" charset="0"/>
              </a:rPr>
              <a:t>)</a:t>
            </a:r>
          </a:p>
        </p:txBody>
      </p:sp>
      <p:pic>
        <p:nvPicPr>
          <p:cNvPr id="16" name="Imagen 15">
            <a:extLst>
              <a:ext uri="{FF2B5EF4-FFF2-40B4-BE49-F238E27FC236}">
                <a16:creationId xmlns:a16="http://schemas.microsoft.com/office/drawing/2014/main" id="{0ABC1CFB-E5F6-C405-E968-60AB216A36C7}"/>
              </a:ext>
            </a:extLst>
          </p:cNvPr>
          <p:cNvPicPr>
            <a:picLocks noChangeAspect="1"/>
          </p:cNvPicPr>
          <p:nvPr/>
        </p:nvPicPr>
        <p:blipFill rotWithShape="1">
          <a:blip r:embed="rId3"/>
          <a:srcRect l="5636" b="7323"/>
          <a:stretch/>
        </p:blipFill>
        <p:spPr>
          <a:xfrm>
            <a:off x="0" y="719795"/>
            <a:ext cx="7570237" cy="3929265"/>
          </a:xfrm>
          <a:prstGeom prst="rect">
            <a:avLst/>
          </a:prstGeom>
        </p:spPr>
      </p:pic>
      <mc:AlternateContent xmlns:mc="http://schemas.openxmlformats.org/markup-compatibility/2006" xmlns:p14="http://schemas.microsoft.com/office/powerpoint/2010/main">
        <mc:Choice Requires="p14">
          <p:contentPart p14:bwMode="auto" r:id="rId4">
            <p14:nvContentPartPr>
              <p14:cNvPr id="22" name="Entrada de lápiz 21">
                <a:extLst>
                  <a:ext uri="{FF2B5EF4-FFF2-40B4-BE49-F238E27FC236}">
                    <a16:creationId xmlns:a16="http://schemas.microsoft.com/office/drawing/2014/main" id="{F4E96FD7-CD2D-BEAE-58C4-BA8C1643FC13}"/>
                  </a:ext>
                </a:extLst>
              </p14:cNvPr>
              <p14:cNvContentPartPr/>
              <p14:nvPr/>
            </p14:nvContentPartPr>
            <p14:xfrm>
              <a:off x="1891139" y="2031235"/>
              <a:ext cx="392040" cy="839160"/>
            </p14:xfrm>
          </p:contentPart>
        </mc:Choice>
        <mc:Fallback xmlns="">
          <p:pic>
            <p:nvPicPr>
              <p:cNvPr id="22" name="Entrada de lápiz 21">
                <a:extLst>
                  <a:ext uri="{FF2B5EF4-FFF2-40B4-BE49-F238E27FC236}">
                    <a16:creationId xmlns:a16="http://schemas.microsoft.com/office/drawing/2014/main" id="{F4E96FD7-CD2D-BEAE-58C4-BA8C1643FC13}"/>
                  </a:ext>
                </a:extLst>
              </p:cNvPr>
              <p:cNvPicPr/>
              <p:nvPr/>
            </p:nvPicPr>
            <p:blipFill>
              <a:blip r:embed="rId5"/>
              <a:stretch>
                <a:fillRect/>
              </a:stretch>
            </p:blipFill>
            <p:spPr>
              <a:xfrm>
                <a:off x="1837499" y="1923595"/>
                <a:ext cx="499680" cy="1054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3" name="Entrada de lápiz 22">
                <a:extLst>
                  <a:ext uri="{FF2B5EF4-FFF2-40B4-BE49-F238E27FC236}">
                    <a16:creationId xmlns:a16="http://schemas.microsoft.com/office/drawing/2014/main" id="{3CB20276-FBD6-D956-48D8-8BBA4737194B}"/>
                  </a:ext>
                </a:extLst>
              </p14:cNvPr>
              <p14:cNvContentPartPr/>
              <p14:nvPr/>
            </p14:nvContentPartPr>
            <p14:xfrm>
              <a:off x="8051819" y="3546115"/>
              <a:ext cx="961200" cy="343440"/>
            </p14:xfrm>
          </p:contentPart>
        </mc:Choice>
        <mc:Fallback xmlns="">
          <p:pic>
            <p:nvPicPr>
              <p:cNvPr id="23" name="Entrada de lápiz 22">
                <a:extLst>
                  <a:ext uri="{FF2B5EF4-FFF2-40B4-BE49-F238E27FC236}">
                    <a16:creationId xmlns:a16="http://schemas.microsoft.com/office/drawing/2014/main" id="{3CB20276-FBD6-D956-48D8-8BBA4737194B}"/>
                  </a:ext>
                </a:extLst>
              </p:cNvPr>
              <p:cNvPicPr/>
              <p:nvPr/>
            </p:nvPicPr>
            <p:blipFill>
              <a:blip r:embed="rId7"/>
              <a:stretch>
                <a:fillRect/>
              </a:stretch>
            </p:blipFill>
            <p:spPr>
              <a:xfrm>
                <a:off x="7997819" y="3438475"/>
                <a:ext cx="1068840" cy="559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4" name="Entrada de lápiz 23">
                <a:extLst>
                  <a:ext uri="{FF2B5EF4-FFF2-40B4-BE49-F238E27FC236}">
                    <a16:creationId xmlns:a16="http://schemas.microsoft.com/office/drawing/2014/main" id="{2509C991-4C70-F729-3637-797416C14A45}"/>
                  </a:ext>
                </a:extLst>
              </p14:cNvPr>
              <p14:cNvContentPartPr/>
              <p14:nvPr/>
            </p14:nvContentPartPr>
            <p14:xfrm>
              <a:off x="3247979" y="2881915"/>
              <a:ext cx="1225800" cy="1009080"/>
            </p14:xfrm>
          </p:contentPart>
        </mc:Choice>
        <mc:Fallback xmlns="">
          <p:pic>
            <p:nvPicPr>
              <p:cNvPr id="24" name="Entrada de lápiz 23">
                <a:extLst>
                  <a:ext uri="{FF2B5EF4-FFF2-40B4-BE49-F238E27FC236}">
                    <a16:creationId xmlns:a16="http://schemas.microsoft.com/office/drawing/2014/main" id="{2509C991-4C70-F729-3637-797416C14A45}"/>
                  </a:ext>
                </a:extLst>
              </p:cNvPr>
              <p:cNvPicPr/>
              <p:nvPr/>
            </p:nvPicPr>
            <p:blipFill>
              <a:blip r:embed="rId9"/>
              <a:stretch>
                <a:fillRect/>
              </a:stretch>
            </p:blipFill>
            <p:spPr>
              <a:xfrm>
                <a:off x="3193979" y="2773915"/>
                <a:ext cx="1333440" cy="1224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5" name="Entrada de lápiz 24">
                <a:extLst>
                  <a:ext uri="{FF2B5EF4-FFF2-40B4-BE49-F238E27FC236}">
                    <a16:creationId xmlns:a16="http://schemas.microsoft.com/office/drawing/2014/main" id="{42A9F465-2380-5F44-48A3-422F918CAB5E}"/>
                  </a:ext>
                </a:extLst>
              </p14:cNvPr>
              <p14:cNvContentPartPr/>
              <p14:nvPr/>
            </p14:nvContentPartPr>
            <p14:xfrm>
              <a:off x="6304379" y="6081595"/>
              <a:ext cx="747000" cy="485280"/>
            </p14:xfrm>
          </p:contentPart>
        </mc:Choice>
        <mc:Fallback xmlns="">
          <p:pic>
            <p:nvPicPr>
              <p:cNvPr id="25" name="Entrada de lápiz 24">
                <a:extLst>
                  <a:ext uri="{FF2B5EF4-FFF2-40B4-BE49-F238E27FC236}">
                    <a16:creationId xmlns:a16="http://schemas.microsoft.com/office/drawing/2014/main" id="{42A9F465-2380-5F44-48A3-422F918CAB5E}"/>
                  </a:ext>
                </a:extLst>
              </p:cNvPr>
              <p:cNvPicPr/>
              <p:nvPr/>
            </p:nvPicPr>
            <p:blipFill>
              <a:blip r:embed="rId11"/>
              <a:stretch>
                <a:fillRect/>
              </a:stretch>
            </p:blipFill>
            <p:spPr>
              <a:xfrm>
                <a:off x="6250379" y="5973595"/>
                <a:ext cx="854640" cy="7009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6" name="Entrada de lápiz 25">
                <a:extLst>
                  <a:ext uri="{FF2B5EF4-FFF2-40B4-BE49-F238E27FC236}">
                    <a16:creationId xmlns:a16="http://schemas.microsoft.com/office/drawing/2014/main" id="{5D5C3EFF-72FA-0A0E-0097-12FEBFD97C35}"/>
                  </a:ext>
                </a:extLst>
              </p14:cNvPr>
              <p14:cNvContentPartPr/>
              <p14:nvPr/>
            </p14:nvContentPartPr>
            <p14:xfrm>
              <a:off x="3583499" y="2362435"/>
              <a:ext cx="1008720" cy="71280"/>
            </p14:xfrm>
          </p:contentPart>
        </mc:Choice>
        <mc:Fallback xmlns="">
          <p:pic>
            <p:nvPicPr>
              <p:cNvPr id="26" name="Entrada de lápiz 25">
                <a:extLst>
                  <a:ext uri="{FF2B5EF4-FFF2-40B4-BE49-F238E27FC236}">
                    <a16:creationId xmlns:a16="http://schemas.microsoft.com/office/drawing/2014/main" id="{5D5C3EFF-72FA-0A0E-0097-12FEBFD97C35}"/>
                  </a:ext>
                </a:extLst>
              </p:cNvPr>
              <p:cNvPicPr/>
              <p:nvPr/>
            </p:nvPicPr>
            <p:blipFill>
              <a:blip r:embed="rId13"/>
              <a:stretch>
                <a:fillRect/>
              </a:stretch>
            </p:blipFill>
            <p:spPr>
              <a:xfrm>
                <a:off x="3547499" y="2290435"/>
                <a:ext cx="108036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7" name="Entrada de lápiz 26">
                <a:extLst>
                  <a:ext uri="{FF2B5EF4-FFF2-40B4-BE49-F238E27FC236}">
                    <a16:creationId xmlns:a16="http://schemas.microsoft.com/office/drawing/2014/main" id="{6905D9C5-A9F4-F2DB-DEBA-EBA07D311DB4}"/>
                  </a:ext>
                </a:extLst>
              </p14:cNvPr>
              <p14:cNvContentPartPr/>
              <p14:nvPr/>
            </p14:nvContentPartPr>
            <p14:xfrm>
              <a:off x="7516139" y="6095635"/>
              <a:ext cx="687600" cy="486000"/>
            </p14:xfrm>
          </p:contentPart>
        </mc:Choice>
        <mc:Fallback xmlns="">
          <p:pic>
            <p:nvPicPr>
              <p:cNvPr id="27" name="Entrada de lápiz 26">
                <a:extLst>
                  <a:ext uri="{FF2B5EF4-FFF2-40B4-BE49-F238E27FC236}">
                    <a16:creationId xmlns:a16="http://schemas.microsoft.com/office/drawing/2014/main" id="{6905D9C5-A9F4-F2DB-DEBA-EBA07D311DB4}"/>
                  </a:ext>
                </a:extLst>
              </p:cNvPr>
              <p:cNvPicPr/>
              <p:nvPr/>
            </p:nvPicPr>
            <p:blipFill>
              <a:blip r:embed="rId15"/>
              <a:stretch>
                <a:fillRect/>
              </a:stretch>
            </p:blipFill>
            <p:spPr>
              <a:xfrm>
                <a:off x="7480499" y="6023995"/>
                <a:ext cx="759240" cy="629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8" name="Entrada de lápiz 27">
                <a:extLst>
                  <a:ext uri="{FF2B5EF4-FFF2-40B4-BE49-F238E27FC236}">
                    <a16:creationId xmlns:a16="http://schemas.microsoft.com/office/drawing/2014/main" id="{BF03D05C-28F1-9E99-A5A3-ECE3DDFA474E}"/>
                  </a:ext>
                </a:extLst>
              </p14:cNvPr>
              <p14:cNvContentPartPr/>
              <p14:nvPr/>
            </p14:nvContentPartPr>
            <p14:xfrm>
              <a:off x="5703539" y="1226995"/>
              <a:ext cx="1139400" cy="800280"/>
            </p14:xfrm>
          </p:contentPart>
        </mc:Choice>
        <mc:Fallback xmlns="">
          <p:pic>
            <p:nvPicPr>
              <p:cNvPr id="28" name="Entrada de lápiz 27">
                <a:extLst>
                  <a:ext uri="{FF2B5EF4-FFF2-40B4-BE49-F238E27FC236}">
                    <a16:creationId xmlns:a16="http://schemas.microsoft.com/office/drawing/2014/main" id="{BF03D05C-28F1-9E99-A5A3-ECE3DDFA474E}"/>
                  </a:ext>
                </a:extLst>
              </p:cNvPr>
              <p:cNvPicPr/>
              <p:nvPr/>
            </p:nvPicPr>
            <p:blipFill>
              <a:blip r:embed="rId17"/>
              <a:stretch>
                <a:fillRect/>
              </a:stretch>
            </p:blipFill>
            <p:spPr>
              <a:xfrm>
                <a:off x="5667539" y="1155355"/>
                <a:ext cx="1211040" cy="943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9" name="Entrada de lápiz 28">
                <a:extLst>
                  <a:ext uri="{FF2B5EF4-FFF2-40B4-BE49-F238E27FC236}">
                    <a16:creationId xmlns:a16="http://schemas.microsoft.com/office/drawing/2014/main" id="{4BA5470A-1B92-2A95-D861-4457B625A258}"/>
                  </a:ext>
                </a:extLst>
              </p14:cNvPr>
              <p14:cNvContentPartPr/>
              <p14:nvPr/>
            </p14:nvContentPartPr>
            <p14:xfrm>
              <a:off x="11097059" y="5246755"/>
              <a:ext cx="961920" cy="480600"/>
            </p14:xfrm>
          </p:contentPart>
        </mc:Choice>
        <mc:Fallback xmlns="">
          <p:pic>
            <p:nvPicPr>
              <p:cNvPr id="29" name="Entrada de lápiz 28">
                <a:extLst>
                  <a:ext uri="{FF2B5EF4-FFF2-40B4-BE49-F238E27FC236}">
                    <a16:creationId xmlns:a16="http://schemas.microsoft.com/office/drawing/2014/main" id="{4BA5470A-1B92-2A95-D861-4457B625A258}"/>
                  </a:ext>
                </a:extLst>
              </p:cNvPr>
              <p:cNvPicPr/>
              <p:nvPr/>
            </p:nvPicPr>
            <p:blipFill>
              <a:blip r:embed="rId19"/>
              <a:stretch>
                <a:fillRect/>
              </a:stretch>
            </p:blipFill>
            <p:spPr>
              <a:xfrm>
                <a:off x="11061419" y="5175115"/>
                <a:ext cx="1033560" cy="624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0" name="Entrada de lápiz 29">
                <a:extLst>
                  <a:ext uri="{FF2B5EF4-FFF2-40B4-BE49-F238E27FC236}">
                    <a16:creationId xmlns:a16="http://schemas.microsoft.com/office/drawing/2014/main" id="{85BCFFA4-F149-11DC-7F9B-12D218E8F42B}"/>
                  </a:ext>
                </a:extLst>
              </p14:cNvPr>
              <p14:cNvContentPartPr/>
              <p14:nvPr/>
            </p14:nvContentPartPr>
            <p14:xfrm>
              <a:off x="3693299" y="1118635"/>
              <a:ext cx="985680" cy="941400"/>
            </p14:xfrm>
          </p:contentPart>
        </mc:Choice>
        <mc:Fallback xmlns="">
          <p:pic>
            <p:nvPicPr>
              <p:cNvPr id="30" name="Entrada de lápiz 29">
                <a:extLst>
                  <a:ext uri="{FF2B5EF4-FFF2-40B4-BE49-F238E27FC236}">
                    <a16:creationId xmlns:a16="http://schemas.microsoft.com/office/drawing/2014/main" id="{85BCFFA4-F149-11DC-7F9B-12D218E8F42B}"/>
                  </a:ext>
                </a:extLst>
              </p:cNvPr>
              <p:cNvPicPr/>
              <p:nvPr/>
            </p:nvPicPr>
            <p:blipFill>
              <a:blip r:embed="rId21"/>
              <a:stretch>
                <a:fillRect/>
              </a:stretch>
            </p:blipFill>
            <p:spPr>
              <a:xfrm>
                <a:off x="3657659" y="1046995"/>
                <a:ext cx="1057320" cy="10850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1" name="Entrada de lápiz 30">
                <a:extLst>
                  <a:ext uri="{FF2B5EF4-FFF2-40B4-BE49-F238E27FC236}">
                    <a16:creationId xmlns:a16="http://schemas.microsoft.com/office/drawing/2014/main" id="{CA750B1B-43D3-FA08-97AE-4CD1513E7162}"/>
                  </a:ext>
                </a:extLst>
              </p14:cNvPr>
              <p14:cNvContentPartPr/>
              <p14:nvPr/>
            </p14:nvContentPartPr>
            <p14:xfrm>
              <a:off x="10144499" y="5286355"/>
              <a:ext cx="662040" cy="416160"/>
            </p14:xfrm>
          </p:contentPart>
        </mc:Choice>
        <mc:Fallback xmlns="">
          <p:pic>
            <p:nvPicPr>
              <p:cNvPr id="31" name="Entrada de lápiz 30">
                <a:extLst>
                  <a:ext uri="{FF2B5EF4-FFF2-40B4-BE49-F238E27FC236}">
                    <a16:creationId xmlns:a16="http://schemas.microsoft.com/office/drawing/2014/main" id="{CA750B1B-43D3-FA08-97AE-4CD1513E7162}"/>
                  </a:ext>
                </a:extLst>
              </p:cNvPr>
              <p:cNvPicPr/>
              <p:nvPr/>
            </p:nvPicPr>
            <p:blipFill>
              <a:blip r:embed="rId23"/>
              <a:stretch>
                <a:fillRect/>
              </a:stretch>
            </p:blipFill>
            <p:spPr>
              <a:xfrm>
                <a:off x="10108859" y="5214715"/>
                <a:ext cx="733680" cy="5598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2" name="Entrada de lápiz 31">
                <a:extLst>
                  <a:ext uri="{FF2B5EF4-FFF2-40B4-BE49-F238E27FC236}">
                    <a16:creationId xmlns:a16="http://schemas.microsoft.com/office/drawing/2014/main" id="{B933DF1C-1C97-433B-B697-A7CDBFF3689C}"/>
                  </a:ext>
                </a:extLst>
              </p14:cNvPr>
              <p14:cNvContentPartPr/>
              <p14:nvPr/>
            </p14:nvContentPartPr>
            <p14:xfrm>
              <a:off x="6042299" y="3138955"/>
              <a:ext cx="671040" cy="786240"/>
            </p14:xfrm>
          </p:contentPart>
        </mc:Choice>
        <mc:Fallback xmlns="">
          <p:pic>
            <p:nvPicPr>
              <p:cNvPr id="32" name="Entrada de lápiz 31">
                <a:extLst>
                  <a:ext uri="{FF2B5EF4-FFF2-40B4-BE49-F238E27FC236}">
                    <a16:creationId xmlns:a16="http://schemas.microsoft.com/office/drawing/2014/main" id="{B933DF1C-1C97-433B-B697-A7CDBFF3689C}"/>
                  </a:ext>
                </a:extLst>
              </p:cNvPr>
              <p:cNvPicPr/>
              <p:nvPr/>
            </p:nvPicPr>
            <p:blipFill>
              <a:blip r:embed="rId25"/>
              <a:stretch>
                <a:fillRect/>
              </a:stretch>
            </p:blipFill>
            <p:spPr>
              <a:xfrm>
                <a:off x="6006299" y="3066955"/>
                <a:ext cx="742680" cy="929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3" name="Entrada de lápiz 32">
                <a:extLst>
                  <a:ext uri="{FF2B5EF4-FFF2-40B4-BE49-F238E27FC236}">
                    <a16:creationId xmlns:a16="http://schemas.microsoft.com/office/drawing/2014/main" id="{827576E2-9D72-D346-D6F3-3EE3929BD189}"/>
                  </a:ext>
                </a:extLst>
              </p14:cNvPr>
              <p14:cNvContentPartPr/>
              <p14:nvPr/>
            </p14:nvContentPartPr>
            <p14:xfrm>
              <a:off x="8603339" y="6121555"/>
              <a:ext cx="588960" cy="403200"/>
            </p14:xfrm>
          </p:contentPart>
        </mc:Choice>
        <mc:Fallback xmlns="">
          <p:pic>
            <p:nvPicPr>
              <p:cNvPr id="33" name="Entrada de lápiz 32">
                <a:extLst>
                  <a:ext uri="{FF2B5EF4-FFF2-40B4-BE49-F238E27FC236}">
                    <a16:creationId xmlns:a16="http://schemas.microsoft.com/office/drawing/2014/main" id="{827576E2-9D72-D346-D6F3-3EE3929BD189}"/>
                  </a:ext>
                </a:extLst>
              </p:cNvPr>
              <p:cNvPicPr/>
              <p:nvPr/>
            </p:nvPicPr>
            <p:blipFill>
              <a:blip r:embed="rId27"/>
              <a:stretch>
                <a:fillRect/>
              </a:stretch>
            </p:blipFill>
            <p:spPr>
              <a:xfrm>
                <a:off x="8567339" y="6049555"/>
                <a:ext cx="660600" cy="546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4" name="Entrada de lápiz 33">
                <a:extLst>
                  <a:ext uri="{FF2B5EF4-FFF2-40B4-BE49-F238E27FC236}">
                    <a16:creationId xmlns:a16="http://schemas.microsoft.com/office/drawing/2014/main" id="{0AA01BF1-CF2E-930B-AFEF-21EFF38B2B68}"/>
                  </a:ext>
                </a:extLst>
              </p14:cNvPr>
              <p14:cNvContentPartPr/>
              <p14:nvPr/>
            </p14:nvContentPartPr>
            <p14:xfrm>
              <a:off x="5461619" y="2434075"/>
              <a:ext cx="1596960" cy="51480"/>
            </p14:xfrm>
          </p:contentPart>
        </mc:Choice>
        <mc:Fallback xmlns="">
          <p:pic>
            <p:nvPicPr>
              <p:cNvPr id="34" name="Entrada de lápiz 33">
                <a:extLst>
                  <a:ext uri="{FF2B5EF4-FFF2-40B4-BE49-F238E27FC236}">
                    <a16:creationId xmlns:a16="http://schemas.microsoft.com/office/drawing/2014/main" id="{0AA01BF1-CF2E-930B-AFEF-21EFF38B2B68}"/>
                  </a:ext>
                </a:extLst>
              </p:cNvPr>
              <p:cNvPicPr/>
              <p:nvPr/>
            </p:nvPicPr>
            <p:blipFill>
              <a:blip r:embed="rId29"/>
              <a:stretch>
                <a:fillRect/>
              </a:stretch>
            </p:blipFill>
            <p:spPr>
              <a:xfrm>
                <a:off x="5425979" y="2362075"/>
                <a:ext cx="166860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5" name="Entrada de lápiz 34">
                <a:extLst>
                  <a:ext uri="{FF2B5EF4-FFF2-40B4-BE49-F238E27FC236}">
                    <a16:creationId xmlns:a16="http://schemas.microsoft.com/office/drawing/2014/main" id="{E87C9C42-4AE8-565F-D180-0D35A11959DD}"/>
                  </a:ext>
                </a:extLst>
              </p14:cNvPr>
              <p14:cNvContentPartPr/>
              <p14:nvPr/>
            </p14:nvContentPartPr>
            <p14:xfrm>
              <a:off x="9573899" y="6108235"/>
              <a:ext cx="847800" cy="434520"/>
            </p14:xfrm>
          </p:contentPart>
        </mc:Choice>
        <mc:Fallback xmlns="">
          <p:pic>
            <p:nvPicPr>
              <p:cNvPr id="35" name="Entrada de lápiz 34">
                <a:extLst>
                  <a:ext uri="{FF2B5EF4-FFF2-40B4-BE49-F238E27FC236}">
                    <a16:creationId xmlns:a16="http://schemas.microsoft.com/office/drawing/2014/main" id="{E87C9C42-4AE8-565F-D180-0D35A11959DD}"/>
                  </a:ext>
                </a:extLst>
              </p:cNvPr>
              <p:cNvPicPr/>
              <p:nvPr/>
            </p:nvPicPr>
            <p:blipFill>
              <a:blip r:embed="rId31"/>
              <a:stretch>
                <a:fillRect/>
              </a:stretch>
            </p:blipFill>
            <p:spPr>
              <a:xfrm>
                <a:off x="9538259" y="6036595"/>
                <a:ext cx="919440" cy="578160"/>
              </a:xfrm>
              <a:prstGeom prst="rect">
                <a:avLst/>
              </a:prstGeom>
            </p:spPr>
          </p:pic>
        </mc:Fallback>
      </mc:AlternateContent>
      <p:sp>
        <p:nvSpPr>
          <p:cNvPr id="2" name="CuadroTexto 1">
            <a:extLst>
              <a:ext uri="{FF2B5EF4-FFF2-40B4-BE49-F238E27FC236}">
                <a16:creationId xmlns:a16="http://schemas.microsoft.com/office/drawing/2014/main" id="{1FF2B9C0-10FA-8066-E586-CD8F8FED0CD0}"/>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3" name="CuadroTexto 2">
            <a:extLst>
              <a:ext uri="{FF2B5EF4-FFF2-40B4-BE49-F238E27FC236}">
                <a16:creationId xmlns:a16="http://schemas.microsoft.com/office/drawing/2014/main" id="{1448879C-B05F-5034-41FF-C8AA4C0781B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4" name="CuadroTexto 3">
            <a:extLst>
              <a:ext uri="{FF2B5EF4-FFF2-40B4-BE49-F238E27FC236}">
                <a16:creationId xmlns:a16="http://schemas.microsoft.com/office/drawing/2014/main" id="{046EAD34-9347-D03B-DD12-350E3AA1AC8A}"/>
              </a:ext>
            </a:extLst>
          </p:cNvPr>
          <p:cNvSpPr txBox="1"/>
          <p:nvPr/>
        </p:nvSpPr>
        <p:spPr>
          <a:xfrm>
            <a:off x="171888" y="487595"/>
            <a:ext cx="2688365" cy="400110"/>
          </a:xfrm>
          <a:prstGeom prst="rect">
            <a:avLst/>
          </a:prstGeom>
          <a:noFill/>
        </p:spPr>
        <p:txBody>
          <a:bodyPr wrap="none" rtlCol="0">
            <a:spAutoFit/>
          </a:bodyPr>
          <a:lstStyle/>
          <a:p>
            <a:r>
              <a:rPr lang="es-ES" sz="2000" b="1" dirty="0">
                <a:solidFill>
                  <a:schemeClr val="accent1">
                    <a:lumMod val="50000"/>
                  </a:schemeClr>
                </a:solidFill>
              </a:rPr>
              <a:t>Iris </a:t>
            </a:r>
            <a:r>
              <a:rPr lang="es-ES" sz="2000" b="1" dirty="0" err="1">
                <a:solidFill>
                  <a:schemeClr val="accent1">
                    <a:lumMod val="50000"/>
                  </a:schemeClr>
                </a:solidFill>
              </a:rPr>
              <a:t>Dataset</a:t>
            </a:r>
            <a:r>
              <a:rPr lang="es-ES" sz="2000" b="1" dirty="0">
                <a:solidFill>
                  <a:schemeClr val="accent1">
                    <a:lumMod val="50000"/>
                  </a:schemeClr>
                </a:solidFill>
              </a:rPr>
              <a:t> en </a:t>
            </a:r>
            <a:r>
              <a:rPr lang="es-ES" sz="2000" b="1" dirty="0" err="1">
                <a:solidFill>
                  <a:schemeClr val="accent1">
                    <a:lumMod val="50000"/>
                  </a:schemeClr>
                </a:solidFill>
              </a:rPr>
              <a:t>Sklearn</a:t>
            </a:r>
            <a:r>
              <a:rPr lang="es-ES" sz="2000" b="1" dirty="0">
                <a:solidFill>
                  <a:schemeClr val="accent1">
                    <a:lumMod val="50000"/>
                  </a:schemeClr>
                </a:solidFill>
              </a:rPr>
              <a:t>. </a:t>
            </a:r>
          </a:p>
        </p:txBody>
      </p:sp>
    </p:spTree>
    <p:extLst>
      <p:ext uri="{BB962C8B-B14F-4D97-AF65-F5344CB8AC3E}">
        <p14:creationId xmlns:p14="http://schemas.microsoft.com/office/powerpoint/2010/main" val="190470454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35</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9108141" y="136523"/>
            <a:ext cx="2988431" cy="461665"/>
          </a:xfrm>
          <a:prstGeom prst="rect">
            <a:avLst/>
          </a:prstGeom>
          <a:noFill/>
        </p:spPr>
        <p:txBody>
          <a:bodyPr wrap="square" rtlCol="0">
            <a:spAutoFit/>
          </a:bodyPr>
          <a:lstStyle/>
          <a:p>
            <a:r>
              <a:rPr lang="es-ES" sz="2400" b="1" dirty="0">
                <a:solidFill>
                  <a:schemeClr val="accent1">
                    <a:lumMod val="50000"/>
                  </a:schemeClr>
                </a:solidFill>
              </a:rPr>
              <a:t>Árboles de Decisión</a:t>
            </a:r>
          </a:p>
        </p:txBody>
      </p:sp>
      <p:sp>
        <p:nvSpPr>
          <p:cNvPr id="11" name="CuadroTexto 10">
            <a:extLst>
              <a:ext uri="{FF2B5EF4-FFF2-40B4-BE49-F238E27FC236}">
                <a16:creationId xmlns:a16="http://schemas.microsoft.com/office/drawing/2014/main" id="{BE7A0595-F997-C90C-2B48-DD52AEEF89B2}"/>
              </a:ext>
            </a:extLst>
          </p:cNvPr>
          <p:cNvSpPr txBox="1"/>
          <p:nvPr/>
        </p:nvSpPr>
        <p:spPr>
          <a:xfrm>
            <a:off x="774154" y="558392"/>
            <a:ext cx="11051338" cy="5934830"/>
          </a:xfrm>
          <a:prstGeom prst="rect">
            <a:avLst/>
          </a:prstGeom>
          <a:noFill/>
        </p:spPr>
        <p:txBody>
          <a:bodyPr wrap="square">
            <a:spAutoFit/>
          </a:bodyPr>
          <a:lstStyle/>
          <a:p>
            <a:r>
              <a:rPr lang="es-ES" sz="2800" b="1" dirty="0">
                <a:solidFill>
                  <a:schemeClr val="accent1">
                    <a:lumMod val="50000"/>
                  </a:schemeClr>
                </a:solidFill>
              </a:rPr>
              <a:t>Árboles de decisión:</a:t>
            </a:r>
          </a:p>
          <a:p>
            <a:endParaRPr lang="es-ES" sz="2800" b="1" dirty="0">
              <a:solidFill>
                <a:schemeClr val="accent1">
                  <a:lumMod val="50000"/>
                </a:schemeClr>
              </a:solidFill>
            </a:endParaRP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Construcción de Árboles de Decisión. </a:t>
            </a:r>
          </a:p>
          <a:p>
            <a:pPr marL="457200" indent="-457200">
              <a:lnSpc>
                <a:spcPct val="150000"/>
              </a:lnSpc>
              <a:buFont typeface="Arial" panose="020B0604020202020204" pitchFamily="34" charset="0"/>
              <a:buChar char="•"/>
            </a:pPr>
            <a:r>
              <a:rPr lang="es-ES" sz="2400" b="1" dirty="0">
                <a:solidFill>
                  <a:schemeClr val="accent1">
                    <a:lumMod val="50000"/>
                  </a:schemeClr>
                </a:solidFill>
              </a:rPr>
              <a:t>Criterios de Parada.</a:t>
            </a: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Árboles de Regresión. </a:t>
            </a: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Árboles de Decisión: Ventajas e inconvenientes. </a:t>
            </a:r>
          </a:p>
          <a:p>
            <a:pPr marL="457200" indent="-457200">
              <a:buFont typeface="Arial" panose="020B0604020202020204" pitchFamily="34" charset="0"/>
              <a:buChar char="•"/>
            </a:pPr>
            <a:endParaRPr lang="es-ES" sz="2800" b="1" dirty="0">
              <a:solidFill>
                <a:schemeClr val="accent1">
                  <a:lumMod val="50000"/>
                </a:schemeClr>
              </a:solidFill>
            </a:endParaRPr>
          </a:p>
          <a:p>
            <a:pPr>
              <a:lnSpc>
                <a:spcPct val="150000"/>
              </a:lnSpc>
            </a:pPr>
            <a:r>
              <a:rPr lang="es-ES" sz="2800" b="1" dirty="0">
                <a:solidFill>
                  <a:schemeClr val="accent5">
                    <a:lumMod val="20000"/>
                    <a:lumOff val="80000"/>
                  </a:schemeClr>
                </a:solidFill>
              </a:rPr>
              <a:t>Bosques de Decisión y  Aprendizaje Conjunto (Ensemble </a:t>
            </a:r>
            <a:r>
              <a:rPr lang="es-ES" sz="2800" b="1" dirty="0" err="1">
                <a:solidFill>
                  <a:schemeClr val="accent5">
                    <a:lumMod val="20000"/>
                    <a:lumOff val="80000"/>
                  </a:schemeClr>
                </a:solidFill>
              </a:rPr>
              <a:t>Methods</a:t>
            </a:r>
            <a:r>
              <a:rPr lang="es-ES" sz="2800" b="1" dirty="0">
                <a:solidFill>
                  <a:schemeClr val="accent5">
                    <a:lumMod val="20000"/>
                    <a:lumOff val="80000"/>
                  </a:schemeClr>
                </a:solidFill>
              </a:rPr>
              <a:t>)</a:t>
            </a: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Clasificación.</a:t>
            </a:r>
          </a:p>
          <a:p>
            <a:pPr marL="457200" indent="-457200">
              <a:lnSpc>
                <a:spcPct val="150000"/>
              </a:lnSpc>
              <a:buFont typeface="Arial" panose="020B0604020202020204" pitchFamily="34" charset="0"/>
              <a:buChar char="•"/>
            </a:pPr>
            <a:r>
              <a:rPr lang="es-ES" sz="2400" b="1" dirty="0" err="1">
                <a:solidFill>
                  <a:schemeClr val="accent5">
                    <a:lumMod val="20000"/>
                    <a:lumOff val="80000"/>
                  </a:schemeClr>
                </a:solidFill>
              </a:rPr>
              <a:t>Random</a:t>
            </a:r>
            <a:r>
              <a:rPr lang="es-ES" sz="2400" b="1" dirty="0">
                <a:solidFill>
                  <a:schemeClr val="accent5">
                    <a:lumMod val="20000"/>
                    <a:lumOff val="80000"/>
                  </a:schemeClr>
                </a:solidFill>
              </a:rPr>
              <a:t> Forest.</a:t>
            </a:r>
          </a:p>
          <a:p>
            <a:pPr marL="457200" indent="-457200">
              <a:lnSpc>
                <a:spcPct val="150000"/>
              </a:lnSpc>
              <a:buFont typeface="Arial" panose="020B0604020202020204" pitchFamily="34" charset="0"/>
              <a:buChar char="•"/>
            </a:pPr>
            <a:r>
              <a:rPr lang="es-ES" sz="2400" b="1" dirty="0" err="1">
                <a:solidFill>
                  <a:schemeClr val="accent5">
                    <a:lumMod val="20000"/>
                    <a:lumOff val="80000"/>
                  </a:schemeClr>
                </a:solidFill>
              </a:rPr>
              <a:t>Boosting</a:t>
            </a:r>
            <a:r>
              <a:rPr lang="es-ES" sz="2400" b="1" dirty="0">
                <a:solidFill>
                  <a:schemeClr val="accent5">
                    <a:lumMod val="20000"/>
                    <a:lumOff val="80000"/>
                  </a:schemeClr>
                </a:solidFill>
              </a:rPr>
              <a:t>. </a:t>
            </a:r>
          </a:p>
        </p:txBody>
      </p:sp>
    </p:spTree>
    <p:extLst>
      <p:ext uri="{BB962C8B-B14F-4D97-AF65-F5344CB8AC3E}">
        <p14:creationId xmlns:p14="http://schemas.microsoft.com/office/powerpoint/2010/main" val="225416526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45F806D1-FC0F-E0E0-26A0-B5CA62F50D6F}"/>
                  </a:ext>
                </a:extLst>
              </p:cNvPr>
              <p:cNvSpPr txBox="1"/>
              <p:nvPr/>
            </p:nvSpPr>
            <p:spPr>
              <a:xfrm>
                <a:off x="367782" y="572164"/>
                <a:ext cx="11065328" cy="5509200"/>
              </a:xfrm>
              <a:prstGeom prst="rect">
                <a:avLst/>
              </a:prstGeom>
              <a:noFill/>
            </p:spPr>
            <p:txBody>
              <a:bodyPr wrap="square" rtlCol="0">
                <a:spAutoFit/>
              </a:bodyPr>
              <a:lstStyle/>
              <a:p>
                <a:endParaRPr lang="es-ES" sz="2400" b="1" dirty="0"/>
              </a:p>
              <a:p>
                <a:r>
                  <a:rPr lang="es-ES" dirty="0">
                    <a:solidFill>
                      <a:schemeClr val="accent1">
                        <a:lumMod val="50000"/>
                      </a:schemeClr>
                    </a:solidFill>
                  </a:rPr>
                  <a:t>Los árboles de decisión son “avariciosos” (</a:t>
                </a:r>
                <a:r>
                  <a:rPr lang="es-ES" dirty="0" err="1">
                    <a:solidFill>
                      <a:schemeClr val="accent1">
                        <a:lumMod val="50000"/>
                      </a:schemeClr>
                    </a:solidFill>
                  </a:rPr>
                  <a:t>greedy</a:t>
                </a:r>
                <a:r>
                  <a:rPr lang="es-ES" dirty="0">
                    <a:solidFill>
                      <a:schemeClr val="accent1">
                        <a:lumMod val="50000"/>
                      </a:schemeClr>
                    </a:solidFill>
                  </a:rPr>
                  <a:t>), si no se restringe su crecimiento la estructura del árbol se va a adaptar al conjunto de datos de entrenamiento provocando “</a:t>
                </a:r>
                <a:r>
                  <a:rPr lang="es-ES" b="1" dirty="0" err="1">
                    <a:solidFill>
                      <a:schemeClr val="accent1">
                        <a:lumMod val="50000"/>
                      </a:schemeClr>
                    </a:solidFill>
                  </a:rPr>
                  <a:t>overfitting</a:t>
                </a:r>
                <a:r>
                  <a:rPr lang="es-ES" dirty="0">
                    <a:solidFill>
                      <a:schemeClr val="accent1">
                        <a:lumMod val="50000"/>
                      </a:schemeClr>
                    </a:solidFill>
                  </a:rPr>
                  <a:t>”. </a:t>
                </a:r>
                <a:r>
                  <a:rPr lang="es-ES" dirty="0" smtClean="0">
                    <a:solidFill>
                      <a:schemeClr val="accent1">
                        <a:lumMod val="50000"/>
                      </a:schemeClr>
                    </a:solidFill>
                  </a:rPr>
                  <a:t>Cada </a:t>
                </a:r>
                <a:r>
                  <a:rPr lang="es-ES" dirty="0">
                    <a:solidFill>
                      <a:schemeClr val="accent1">
                        <a:lumMod val="50000"/>
                      </a:schemeClr>
                    </a:solidFill>
                  </a:rPr>
                  <a:t>par variable-umbral </a:t>
                </a:r>
                <a:r>
                  <a:rPr lang="es-ES" dirty="0" smtClean="0">
                    <a:solidFill>
                      <a:schemeClr val="accent1">
                        <a:lumMod val="50000"/>
                      </a:schemeClr>
                    </a:solidFill>
                  </a:rPr>
                  <a:t>se </a:t>
                </a:r>
                <a:r>
                  <a:rPr lang="es-ES" dirty="0" err="1">
                    <a:solidFill>
                      <a:schemeClr val="accent1">
                        <a:lumMod val="50000"/>
                      </a:schemeClr>
                    </a:solidFill>
                  </a:rPr>
                  <a:t>sobreajustará</a:t>
                </a:r>
                <a:r>
                  <a:rPr lang="es-ES" dirty="0">
                    <a:solidFill>
                      <a:schemeClr val="accent1">
                        <a:lumMod val="50000"/>
                      </a:schemeClr>
                    </a:solidFill>
                  </a:rPr>
                  <a:t> a los datos conocidos. </a:t>
                </a:r>
                <a:r>
                  <a:rPr lang="es-ES" dirty="0" smtClean="0">
                    <a:solidFill>
                      <a:schemeClr val="accent1">
                        <a:lumMod val="50000"/>
                      </a:schemeClr>
                    </a:solidFill>
                  </a:rPr>
                  <a:t>Debemos </a:t>
                </a:r>
                <a:r>
                  <a:rPr lang="es-ES" dirty="0">
                    <a:solidFill>
                      <a:schemeClr val="accent1">
                        <a:lumMod val="50000"/>
                      </a:schemeClr>
                    </a:solidFill>
                  </a:rPr>
                  <a:t>implementar criterios de parada para limitar el crecimiento del árbol.</a:t>
                </a:r>
              </a:p>
              <a:p>
                <a:endParaRPr lang="es-ES" dirty="0">
                  <a:solidFill>
                    <a:schemeClr val="accent1">
                      <a:lumMod val="50000"/>
                    </a:schemeClr>
                  </a:solidFill>
                </a:endParaRPr>
              </a:p>
              <a:p>
                <a:pPr marL="342900" indent="-342900">
                  <a:buFont typeface="Arial" panose="020B0604020202020204" pitchFamily="34" charset="0"/>
                  <a:buChar char="•"/>
                </a:pPr>
                <a:r>
                  <a:rPr lang="es-ES" b="1" dirty="0" err="1">
                    <a:solidFill>
                      <a:schemeClr val="accent1">
                        <a:lumMod val="50000"/>
                      </a:schemeClr>
                    </a:solidFill>
                    <a:latin typeface="Courier New" panose="02070309020205020404" pitchFamily="49" charset="0"/>
                    <a:cs typeface="Courier New" panose="02070309020205020404" pitchFamily="49" charset="0"/>
                  </a:rPr>
                  <a:t>max_depth:</a:t>
                </a:r>
                <a:r>
                  <a:rPr lang="es-ES" dirty="0" err="1">
                    <a:solidFill>
                      <a:schemeClr val="accent1">
                        <a:lumMod val="50000"/>
                      </a:schemeClr>
                    </a:solidFill>
                    <a:cs typeface="Courier New" panose="02070309020205020404" pitchFamily="49" charset="0"/>
                  </a:rPr>
                  <a:t>Profundidad</a:t>
                </a:r>
                <a:r>
                  <a:rPr lang="es-ES" dirty="0">
                    <a:solidFill>
                      <a:schemeClr val="accent1">
                        <a:lumMod val="50000"/>
                      </a:schemeClr>
                    </a:solidFill>
                    <a:cs typeface="Courier New" panose="02070309020205020404" pitchFamily="49" charset="0"/>
                  </a:rPr>
                  <a:t> máxima, número máximo de niveles que puede haber desde el nodo raíz hasta una hoja.</a:t>
                </a:r>
              </a:p>
              <a:p>
                <a:pPr marL="342900" indent="-342900">
                  <a:buFont typeface="Arial" panose="020B0604020202020204" pitchFamily="34" charset="0"/>
                  <a:buChar char="•"/>
                </a:pPr>
                <a:endParaRPr lang="es-ES" dirty="0">
                  <a:solidFill>
                    <a:schemeClr val="accent1">
                      <a:lumMod val="50000"/>
                    </a:schemeClr>
                  </a:solidFill>
                  <a:cs typeface="Courier New" panose="02070309020205020404" pitchFamily="49" charset="0"/>
                </a:endParaRPr>
              </a:p>
              <a:p>
                <a:pPr marL="342900" indent="-342900">
                  <a:buFont typeface="Arial" panose="020B0604020202020204" pitchFamily="34" charset="0"/>
                  <a:buChar char="•"/>
                </a:pPr>
                <a:r>
                  <a:rPr lang="es-ES" b="1" dirty="0" err="1" smtClean="0">
                    <a:solidFill>
                      <a:schemeClr val="accent1">
                        <a:lumMod val="50000"/>
                      </a:schemeClr>
                    </a:solidFill>
                    <a:latin typeface="Courier New" panose="02070309020205020404" pitchFamily="49" charset="0"/>
                    <a:cs typeface="Courier New" panose="02070309020205020404" pitchFamily="49" charset="0"/>
                  </a:rPr>
                  <a:t>min_samples_split</a:t>
                </a:r>
                <a:r>
                  <a:rPr lang="es-ES" dirty="0">
                    <a:solidFill>
                      <a:schemeClr val="accent1">
                        <a:lumMod val="50000"/>
                      </a:schemeClr>
                    </a:solidFill>
                    <a:cs typeface="Courier New" panose="02070309020205020404" pitchFamily="49" charset="0"/>
                  </a:rPr>
                  <a:t> (antes de </a:t>
                </a:r>
                <a:r>
                  <a:rPr lang="es-ES" dirty="0" smtClean="0">
                    <a:solidFill>
                      <a:schemeClr val="accent1">
                        <a:lumMod val="50000"/>
                      </a:schemeClr>
                    </a:solidFill>
                    <a:cs typeface="Courier New" panose="02070309020205020404" pitchFamily="49" charset="0"/>
                  </a:rPr>
                  <a:t>dividir): Número </a:t>
                </a:r>
                <a:r>
                  <a:rPr lang="es-ES" dirty="0">
                    <a:solidFill>
                      <a:schemeClr val="accent1">
                        <a:lumMod val="50000"/>
                      </a:schemeClr>
                    </a:solidFill>
                    <a:cs typeface="Courier New" panose="02070309020205020404" pitchFamily="49" charset="0"/>
                  </a:rPr>
                  <a:t>mínimo de muestras que puede haber en un </a:t>
                </a:r>
                <a:r>
                  <a:rPr lang="es-ES" dirty="0" smtClean="0">
                    <a:solidFill>
                      <a:schemeClr val="accent1">
                        <a:lumMod val="50000"/>
                      </a:schemeClr>
                    </a:solidFill>
                    <a:cs typeface="Courier New" panose="02070309020205020404" pitchFamily="49" charset="0"/>
                  </a:rPr>
                  <a:t>nodo para que se pueda dividir. </a:t>
                </a:r>
                <a:r>
                  <a:rPr lang="es-ES" dirty="0">
                    <a:solidFill>
                      <a:schemeClr val="accent1">
                        <a:lumMod val="50000"/>
                      </a:schemeClr>
                    </a:solidFill>
                    <a:cs typeface="Courier New" panose="02070309020205020404" pitchFamily="49" charset="0"/>
                  </a:rPr>
                  <a:t>Por debajo de ese valor se vuelve un nodo terminal que devolverá la clase mayoritaria.</a:t>
                </a:r>
              </a:p>
              <a:p>
                <a:pPr marL="342900" indent="-342900">
                  <a:buFont typeface="Arial" panose="020B0604020202020204" pitchFamily="34" charset="0"/>
                  <a:buChar char="•"/>
                </a:pPr>
                <a:endParaRPr lang="es-ES" dirty="0">
                  <a:solidFill>
                    <a:schemeClr val="accent1">
                      <a:lumMod val="50000"/>
                    </a:schemeClr>
                  </a:solidFill>
                  <a:cs typeface="Courier New" panose="02070309020205020404" pitchFamily="49" charset="0"/>
                </a:endParaRPr>
              </a:p>
              <a:p>
                <a:pPr marL="342900" indent="-342900">
                  <a:buFont typeface="Arial" panose="020B0604020202020204" pitchFamily="34" charset="0"/>
                  <a:buChar char="•"/>
                </a:pPr>
                <a:r>
                  <a:rPr lang="es-ES" b="1" dirty="0" err="1" smtClean="0">
                    <a:solidFill>
                      <a:schemeClr val="accent1">
                        <a:lumMod val="50000"/>
                      </a:schemeClr>
                    </a:solidFill>
                    <a:latin typeface="Courier New" panose="02070309020205020404" pitchFamily="49" charset="0"/>
                    <a:cs typeface="Courier New" panose="02070309020205020404" pitchFamily="49" charset="0"/>
                  </a:rPr>
                  <a:t>min_samples_leaf</a:t>
                </a:r>
                <a:r>
                  <a:rPr lang="es-ES" dirty="0">
                    <a:solidFill>
                      <a:schemeClr val="accent1">
                        <a:lumMod val="50000"/>
                      </a:schemeClr>
                    </a:solidFill>
                    <a:cs typeface="Courier New" panose="02070309020205020404" pitchFamily="49" charset="0"/>
                  </a:rPr>
                  <a:t> </a:t>
                </a:r>
                <a:r>
                  <a:rPr lang="es-ES" dirty="0" smtClean="0">
                    <a:solidFill>
                      <a:schemeClr val="accent1">
                        <a:lumMod val="50000"/>
                      </a:schemeClr>
                    </a:solidFill>
                    <a:cs typeface="Courier New" panose="02070309020205020404" pitchFamily="49" charset="0"/>
                  </a:rPr>
                  <a:t>(después </a:t>
                </a:r>
                <a:r>
                  <a:rPr lang="es-ES" dirty="0">
                    <a:solidFill>
                      <a:schemeClr val="accent1">
                        <a:lumMod val="50000"/>
                      </a:schemeClr>
                    </a:solidFill>
                    <a:cs typeface="Courier New" panose="02070309020205020404" pitchFamily="49" charset="0"/>
                  </a:rPr>
                  <a:t>de dividir): Número mínimo de muestras que puede haber en un nodo terminal (hoja). Si, partiendo de un nodo, al hacer la división alguno de los nodos hijos tiene menos muestras del mínimo, el </a:t>
                </a:r>
                <a:r>
                  <a:rPr lang="es-ES" i="1" dirty="0" err="1">
                    <a:solidFill>
                      <a:schemeClr val="accent1">
                        <a:lumMod val="50000"/>
                      </a:schemeClr>
                    </a:solidFill>
                    <a:cs typeface="Courier New" panose="02070309020205020404" pitchFamily="49" charset="0"/>
                  </a:rPr>
                  <a:t>split</a:t>
                </a:r>
                <a:r>
                  <a:rPr lang="es-ES" dirty="0">
                    <a:solidFill>
                      <a:schemeClr val="accent1">
                        <a:lumMod val="50000"/>
                      </a:schemeClr>
                    </a:solidFill>
                    <a:cs typeface="Courier New" panose="02070309020205020404" pitchFamily="49" charset="0"/>
                  </a:rPr>
                  <a:t> se descarta y el nodo original se cataloga como terminal devolviendo la clase mayoritaria.</a:t>
                </a:r>
              </a:p>
              <a:p>
                <a:pPr marL="342900" indent="-342900">
                  <a:buFont typeface="Arial" panose="020B0604020202020204" pitchFamily="34" charset="0"/>
                  <a:buChar char="•"/>
                </a:pPr>
                <a:endParaRPr lang="es-ES" dirty="0">
                  <a:solidFill>
                    <a:schemeClr val="accent1">
                      <a:lumMod val="50000"/>
                    </a:schemeClr>
                  </a:solidFill>
                  <a:cs typeface="Courier New" panose="02070309020205020404" pitchFamily="49" charset="0"/>
                </a:endParaRPr>
              </a:p>
              <a:p>
                <a:r>
                  <a:rPr lang="es-ES" dirty="0">
                    <a:solidFill>
                      <a:schemeClr val="accent1">
                        <a:lumMod val="50000"/>
                      </a:schemeClr>
                    </a:solidFill>
                    <a:cs typeface="Courier New" panose="02070309020205020404" pitchFamily="49" charset="0"/>
                  </a:rPr>
                  <a:t>Además de estos criterios tenemos la posibilidad de convertir un nodo en terminal si ninguna división supone una ganancia de información </a:t>
                </a:r>
                <a14:m>
                  <m:oMath xmlns:m="http://schemas.openxmlformats.org/officeDocument/2006/math">
                    <m:r>
                      <a:rPr lang="es-ES" b="0" i="1" smtClean="0">
                        <a:solidFill>
                          <a:schemeClr val="accent1">
                            <a:lumMod val="50000"/>
                          </a:schemeClr>
                        </a:solidFill>
                        <a:latin typeface="Cambria Math" panose="02040503050406030204" pitchFamily="18" charset="0"/>
                      </a:rPr>
                      <m:t>𝐼𝐺</m:t>
                    </m:r>
                    <m:r>
                      <a:rPr lang="es-ES" b="0" i="1" smtClean="0">
                        <a:solidFill>
                          <a:schemeClr val="accent1">
                            <a:lumMod val="50000"/>
                          </a:schemeClr>
                        </a:solidFill>
                        <a:latin typeface="Cambria Math" panose="02040503050406030204" pitchFamily="18" charset="0"/>
                      </a:rPr>
                      <m:t>=</m:t>
                    </m:r>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𝐺</m:t>
                        </m:r>
                      </m:e>
                      <m:sub>
                        <m:r>
                          <a:rPr lang="es-ES" i="1">
                            <a:solidFill>
                              <a:schemeClr val="accent1">
                                <a:lumMod val="50000"/>
                              </a:schemeClr>
                            </a:solidFill>
                            <a:latin typeface="Cambria Math" panose="02040503050406030204" pitchFamily="18" charset="0"/>
                          </a:rPr>
                          <m:t>𝑖</m:t>
                        </m:r>
                      </m:sub>
                    </m:sSub>
                    <m:r>
                      <a:rPr lang="es-ES" b="0" i="1" smtClean="0">
                        <a:solidFill>
                          <a:schemeClr val="accent1">
                            <a:lumMod val="50000"/>
                          </a:schemeClr>
                        </a:solidFill>
                        <a:latin typeface="Cambria Math" panose="02040503050406030204" pitchFamily="18" charset="0"/>
                      </a:rPr>
                      <m:t>−</m:t>
                    </m:r>
                    <m:sSub>
                      <m:sSubPr>
                        <m:ctrlPr>
                          <a:rPr lang="es-ES"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𝐽</m:t>
                        </m:r>
                      </m:e>
                      <m:sub>
                        <m:r>
                          <a:rPr lang="es-ES" b="0" i="1" smtClean="0">
                            <a:solidFill>
                              <a:schemeClr val="accent1">
                                <a:lumMod val="50000"/>
                              </a:schemeClr>
                            </a:solidFill>
                            <a:latin typeface="Cambria Math" panose="02040503050406030204" pitchFamily="18" charset="0"/>
                          </a:rPr>
                          <m:t>𝑖</m:t>
                        </m:r>
                      </m:sub>
                    </m:sSub>
                    <m:d>
                      <m:dPr>
                        <m:ctrlPr>
                          <a:rPr lang="es-ES" b="0" i="1" smtClean="0">
                            <a:solidFill>
                              <a:schemeClr val="accent1">
                                <a:lumMod val="50000"/>
                              </a:schemeClr>
                            </a:solidFill>
                            <a:latin typeface="Cambria Math" panose="02040503050406030204" pitchFamily="18" charset="0"/>
                          </a:rPr>
                        </m:ctrlPr>
                      </m:dPr>
                      <m:e>
                        <m:r>
                          <a:rPr lang="es-ES" i="1">
                            <a:solidFill>
                              <a:schemeClr val="accent1">
                                <a:lumMod val="50000"/>
                              </a:schemeClr>
                            </a:solidFill>
                            <a:latin typeface="Cambria Math" panose="02040503050406030204" pitchFamily="18" charset="0"/>
                          </a:rPr>
                          <m:t>𝑥</m:t>
                        </m:r>
                        <m:r>
                          <a:rPr lang="es-ES" i="1">
                            <a:solidFill>
                              <a:schemeClr val="accent1">
                                <a:lumMod val="50000"/>
                              </a:schemeClr>
                            </a:solidFill>
                            <a:latin typeface="Cambria Math" panose="02040503050406030204" pitchFamily="18" charset="0"/>
                          </a:rPr>
                          <m:t>,</m:t>
                        </m:r>
                        <m:r>
                          <a:rPr lang="es-ES" i="1">
                            <a:solidFill>
                              <a:schemeClr val="accent1">
                                <a:lumMod val="50000"/>
                              </a:schemeClr>
                            </a:solidFill>
                            <a:latin typeface="Cambria Math" panose="02040503050406030204" pitchFamily="18" charset="0"/>
                          </a:rPr>
                          <m:t>𝑡</m:t>
                        </m:r>
                      </m:e>
                    </m:d>
                    <m:r>
                      <a:rPr lang="es-ES" b="0" i="1" smtClean="0">
                        <a:solidFill>
                          <a:schemeClr val="accent1">
                            <a:lumMod val="50000"/>
                          </a:schemeClr>
                        </a:solidFill>
                        <a:latin typeface="Cambria Math" panose="02040503050406030204" pitchFamily="18" charset="0"/>
                      </a:rPr>
                      <m:t>&lt;0</m:t>
                    </m:r>
                  </m:oMath>
                </a14:m>
                <a:r>
                  <a:rPr lang="es-ES" dirty="0">
                    <a:solidFill>
                      <a:schemeClr val="accent1">
                        <a:lumMod val="50000"/>
                      </a:schemeClr>
                    </a:solidFill>
                  </a:rPr>
                  <a:t> Es lo que se conoce como poda (</a:t>
                </a:r>
                <a:r>
                  <a:rPr lang="es-ES" i="1" dirty="0" err="1">
                    <a:solidFill>
                      <a:schemeClr val="accent1">
                        <a:lumMod val="50000"/>
                      </a:schemeClr>
                    </a:solidFill>
                  </a:rPr>
                  <a:t>pruning</a:t>
                </a:r>
                <a:r>
                  <a:rPr lang="es-ES" dirty="0">
                    <a:solidFill>
                      <a:schemeClr val="accent1">
                        <a:lumMod val="50000"/>
                      </a:schemeClr>
                    </a:solidFill>
                  </a:rPr>
                  <a:t> en inglés)</a:t>
                </a:r>
              </a:p>
              <a:p>
                <a:endParaRPr lang="es-ES" sz="2000" dirty="0">
                  <a:cs typeface="Courier New" panose="02070309020205020404" pitchFamily="49" charset="0"/>
                </a:endParaRPr>
              </a:p>
              <a:p>
                <a:r>
                  <a:rPr lang="es-ES" sz="2000" dirty="0"/>
                  <a:t> </a:t>
                </a:r>
              </a:p>
            </p:txBody>
          </p:sp>
        </mc:Choice>
        <mc:Fallback xmlns="">
          <p:sp>
            <p:nvSpPr>
              <p:cNvPr id="10" name="CuadroTexto 9">
                <a:extLst>
                  <a:ext uri="{FF2B5EF4-FFF2-40B4-BE49-F238E27FC236}">
                    <a16:creationId xmlns:a16="http://schemas.microsoft.com/office/drawing/2014/main" id="{45F806D1-FC0F-E0E0-26A0-B5CA62F50D6F}"/>
                  </a:ext>
                </a:extLst>
              </p:cNvPr>
              <p:cNvSpPr txBox="1">
                <a:spLocks noRot="1" noChangeAspect="1" noMove="1" noResize="1" noEditPoints="1" noAdjustHandles="1" noChangeArrowheads="1" noChangeShapeType="1" noTextEdit="1"/>
              </p:cNvSpPr>
              <p:nvPr/>
            </p:nvSpPr>
            <p:spPr>
              <a:xfrm>
                <a:off x="367782" y="572164"/>
                <a:ext cx="11065328" cy="5509200"/>
              </a:xfrm>
              <a:prstGeom prst="rect">
                <a:avLst/>
              </a:prstGeom>
              <a:blipFill>
                <a:blip r:embed="rId2"/>
                <a:stretch>
                  <a:fillRect l="-441" r="-551"/>
                </a:stretch>
              </a:blipFill>
            </p:spPr>
            <p:txBody>
              <a:bodyPr/>
              <a:lstStyle/>
              <a:p>
                <a:r>
                  <a:rPr lang="es-ES">
                    <a:noFill/>
                  </a:rPr>
                  <a:t> </a:t>
                </a:r>
              </a:p>
            </p:txBody>
          </p:sp>
        </mc:Fallback>
      </mc:AlternateContent>
      <p:sp>
        <p:nvSpPr>
          <p:cNvPr id="3" name="CuadroTexto 2">
            <a:extLst>
              <a:ext uri="{FF2B5EF4-FFF2-40B4-BE49-F238E27FC236}">
                <a16:creationId xmlns:a16="http://schemas.microsoft.com/office/drawing/2014/main" id="{520432E2-518C-D189-8134-DB43FAEA1EE5}"/>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4" name="CuadroTexto 3">
            <a:extLst>
              <a:ext uri="{FF2B5EF4-FFF2-40B4-BE49-F238E27FC236}">
                <a16:creationId xmlns:a16="http://schemas.microsoft.com/office/drawing/2014/main" id="{820A7C8F-019C-C74E-004D-7C28C33560A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5" name="CuadroTexto 4">
            <a:extLst>
              <a:ext uri="{FF2B5EF4-FFF2-40B4-BE49-F238E27FC236}">
                <a16:creationId xmlns:a16="http://schemas.microsoft.com/office/drawing/2014/main" id="{ADB4B969-0F06-0811-4FBF-057F3C2F6000}"/>
              </a:ext>
            </a:extLst>
          </p:cNvPr>
          <p:cNvSpPr txBox="1"/>
          <p:nvPr/>
        </p:nvSpPr>
        <p:spPr>
          <a:xfrm>
            <a:off x="171888" y="487595"/>
            <a:ext cx="2201885" cy="400110"/>
          </a:xfrm>
          <a:prstGeom prst="rect">
            <a:avLst/>
          </a:prstGeom>
          <a:noFill/>
        </p:spPr>
        <p:txBody>
          <a:bodyPr wrap="none" rtlCol="0">
            <a:spAutoFit/>
          </a:bodyPr>
          <a:lstStyle/>
          <a:p>
            <a:r>
              <a:rPr lang="es-ES" sz="2000" b="1" dirty="0">
                <a:solidFill>
                  <a:schemeClr val="accent1">
                    <a:lumMod val="50000"/>
                  </a:schemeClr>
                </a:solidFill>
              </a:rPr>
              <a:t>Criterios de Parada</a:t>
            </a:r>
          </a:p>
        </p:txBody>
      </p:sp>
    </p:spTree>
    <p:extLst>
      <p:ext uri="{BB962C8B-B14F-4D97-AF65-F5344CB8AC3E}">
        <p14:creationId xmlns:p14="http://schemas.microsoft.com/office/powerpoint/2010/main" val="158635002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020F4DD7-2872-01BB-F99E-F2E2B014BC5C}"/>
              </a:ext>
            </a:extLst>
          </p:cNvPr>
          <p:cNvSpPr txBox="1"/>
          <p:nvPr/>
        </p:nvSpPr>
        <p:spPr>
          <a:xfrm>
            <a:off x="419027" y="1095550"/>
            <a:ext cx="9834744" cy="1200329"/>
          </a:xfrm>
          <a:prstGeom prst="rect">
            <a:avLst/>
          </a:prstGeom>
          <a:noFill/>
        </p:spPr>
        <p:txBody>
          <a:bodyPr wrap="none" rtlCol="0">
            <a:spAutoFit/>
          </a:bodyPr>
          <a:lstStyle/>
          <a:p>
            <a:r>
              <a:rPr lang="es-ES" dirty="0" err="1">
                <a:latin typeface="Courier New" panose="02070309020205020404" pitchFamily="49" charset="0"/>
                <a:cs typeface="Courier New" panose="02070309020205020404" pitchFamily="49" charset="0"/>
              </a:rPr>
              <a:t>clf</a:t>
            </a:r>
            <a:r>
              <a:rPr lang="es-ES" dirty="0">
                <a:latin typeface="Courier New" panose="02070309020205020404" pitchFamily="49" charset="0"/>
                <a:cs typeface="Courier New" panose="02070309020205020404" pitchFamily="49" charset="0"/>
              </a:rPr>
              <a:t> </a:t>
            </a:r>
            <a:r>
              <a:rPr lang="es-ES" b="1" dirty="0">
                <a:solidFill>
                  <a:srgbClr val="7030A0"/>
                </a:solidFill>
                <a:latin typeface="Courier New" panose="02070309020205020404" pitchFamily="49" charset="0"/>
                <a:cs typeface="Courier New" panose="02070309020205020404" pitchFamily="49" charset="0"/>
              </a:rPr>
              <a:t>=</a:t>
            </a:r>
            <a:r>
              <a:rPr lang="es-ES" dirty="0">
                <a:latin typeface="Courier New" panose="02070309020205020404" pitchFamily="49" charset="0"/>
                <a:cs typeface="Courier New" panose="02070309020205020404" pitchFamily="49" charset="0"/>
              </a:rPr>
              <a:t> </a:t>
            </a:r>
            <a:r>
              <a:rPr lang="es-ES" dirty="0" err="1">
                <a:latin typeface="Courier New" panose="02070309020205020404" pitchFamily="49" charset="0"/>
                <a:cs typeface="Courier New" panose="02070309020205020404" pitchFamily="49" charset="0"/>
              </a:rPr>
              <a:t>tree.DecisionTreeClassifier</a:t>
            </a:r>
            <a:r>
              <a:rPr lang="es-ES" dirty="0">
                <a:latin typeface="Courier New" panose="02070309020205020404" pitchFamily="49" charset="0"/>
                <a:cs typeface="Courier New" panose="02070309020205020404" pitchFamily="49" charset="0"/>
              </a:rPr>
              <a:t>(</a:t>
            </a:r>
            <a:r>
              <a:rPr lang="es-ES" dirty="0" err="1">
                <a:latin typeface="Courier New" panose="02070309020205020404" pitchFamily="49" charset="0"/>
                <a:cs typeface="Courier New" panose="02070309020205020404" pitchFamily="49" charset="0"/>
              </a:rPr>
              <a:t>min_samples_leaf</a:t>
            </a:r>
            <a:r>
              <a:rPr lang="es-ES" b="1" dirty="0">
                <a:solidFill>
                  <a:srgbClr val="7030A0"/>
                </a:solidFill>
                <a:latin typeface="Courier New" panose="02070309020205020404" pitchFamily="49" charset="0"/>
                <a:cs typeface="Courier New" panose="02070309020205020404" pitchFamily="49" charset="0"/>
              </a:rPr>
              <a:t>=</a:t>
            </a:r>
            <a:r>
              <a:rPr lang="es-ES" b="1" dirty="0">
                <a:solidFill>
                  <a:schemeClr val="accent6">
                    <a:lumMod val="75000"/>
                  </a:schemeClr>
                </a:solidFill>
                <a:latin typeface="Courier New" panose="02070309020205020404" pitchFamily="49" charset="0"/>
                <a:cs typeface="Courier New" panose="02070309020205020404" pitchFamily="49" charset="0"/>
              </a:rPr>
              <a:t>4</a:t>
            </a:r>
            <a:r>
              <a:rPr lang="es-ES" dirty="0">
                <a:latin typeface="Courier New" panose="02070309020205020404" pitchFamily="49" charset="0"/>
                <a:cs typeface="Courier New" panose="02070309020205020404" pitchFamily="49" charset="0"/>
              </a:rPr>
              <a:t>, </a:t>
            </a:r>
            <a:r>
              <a:rPr lang="es-ES" dirty="0" err="1">
                <a:latin typeface="Courier New" panose="02070309020205020404" pitchFamily="49" charset="0"/>
                <a:cs typeface="Courier New" panose="02070309020205020404" pitchFamily="49" charset="0"/>
              </a:rPr>
              <a:t>random_state</a:t>
            </a:r>
            <a:r>
              <a:rPr lang="es-ES" b="1" dirty="0">
                <a:solidFill>
                  <a:srgbClr val="7030A0"/>
                </a:solidFill>
                <a:latin typeface="Courier New" panose="02070309020205020404" pitchFamily="49" charset="0"/>
                <a:cs typeface="Courier New" panose="02070309020205020404" pitchFamily="49" charset="0"/>
              </a:rPr>
              <a:t>=</a:t>
            </a:r>
            <a:r>
              <a:rPr lang="es-ES" b="1" dirty="0">
                <a:solidFill>
                  <a:schemeClr val="accent6">
                    <a:lumMod val="75000"/>
                  </a:schemeClr>
                </a:solidFill>
                <a:latin typeface="Courier New" panose="02070309020205020404" pitchFamily="49" charset="0"/>
                <a:cs typeface="Courier New" panose="02070309020205020404" pitchFamily="49" charset="0"/>
              </a:rPr>
              <a:t>42</a:t>
            </a:r>
            <a:r>
              <a:rPr lang="es-ES" dirty="0">
                <a:latin typeface="Courier New" panose="02070309020205020404" pitchFamily="49" charset="0"/>
                <a:cs typeface="Courier New" panose="02070309020205020404" pitchFamily="49" charset="0"/>
              </a:rPr>
              <a:t>)</a:t>
            </a:r>
          </a:p>
          <a:p>
            <a:r>
              <a:rPr lang="es-ES" dirty="0" err="1">
                <a:latin typeface="Courier New" panose="02070309020205020404" pitchFamily="49" charset="0"/>
                <a:cs typeface="Courier New" panose="02070309020205020404" pitchFamily="49" charset="0"/>
              </a:rPr>
              <a:t>clf</a:t>
            </a:r>
            <a:r>
              <a:rPr lang="es-ES" dirty="0">
                <a:latin typeface="Courier New" panose="02070309020205020404" pitchFamily="49" charset="0"/>
                <a:cs typeface="Courier New" panose="02070309020205020404" pitchFamily="49" charset="0"/>
              </a:rPr>
              <a:t> </a:t>
            </a:r>
            <a:r>
              <a:rPr lang="es-ES" b="1" dirty="0">
                <a:solidFill>
                  <a:srgbClr val="7030A0"/>
                </a:solidFill>
                <a:latin typeface="Courier New" panose="02070309020205020404" pitchFamily="49" charset="0"/>
                <a:cs typeface="Courier New" panose="02070309020205020404" pitchFamily="49" charset="0"/>
              </a:rPr>
              <a:t>=</a:t>
            </a:r>
            <a:r>
              <a:rPr lang="es-ES" dirty="0">
                <a:latin typeface="Courier New" panose="02070309020205020404" pitchFamily="49" charset="0"/>
                <a:cs typeface="Courier New" panose="02070309020205020404" pitchFamily="49" charset="0"/>
              </a:rPr>
              <a:t> </a:t>
            </a:r>
            <a:r>
              <a:rPr lang="es-ES" dirty="0" err="1">
                <a:latin typeface="Courier New" panose="02070309020205020404" pitchFamily="49" charset="0"/>
                <a:cs typeface="Courier New" panose="02070309020205020404" pitchFamily="49" charset="0"/>
              </a:rPr>
              <a:t>clf.fit</a:t>
            </a:r>
            <a:r>
              <a:rPr lang="es-ES" dirty="0">
                <a:latin typeface="Courier New" panose="02070309020205020404" pitchFamily="49" charset="0"/>
                <a:cs typeface="Courier New" panose="02070309020205020404" pitchFamily="49" charset="0"/>
              </a:rPr>
              <a:t>(</a:t>
            </a:r>
            <a:r>
              <a:rPr lang="es-ES" dirty="0" err="1">
                <a:latin typeface="Courier New" panose="02070309020205020404" pitchFamily="49" charset="0"/>
                <a:cs typeface="Courier New" panose="02070309020205020404" pitchFamily="49" charset="0"/>
              </a:rPr>
              <a:t>X_train</a:t>
            </a:r>
            <a:r>
              <a:rPr lang="es-ES" dirty="0">
                <a:latin typeface="Courier New" panose="02070309020205020404" pitchFamily="49" charset="0"/>
                <a:cs typeface="Courier New" panose="02070309020205020404" pitchFamily="49" charset="0"/>
              </a:rPr>
              <a:t>, </a:t>
            </a:r>
            <a:r>
              <a:rPr lang="es-ES" dirty="0" err="1">
                <a:latin typeface="Courier New" panose="02070309020205020404" pitchFamily="49" charset="0"/>
                <a:cs typeface="Courier New" panose="02070309020205020404" pitchFamily="49" charset="0"/>
              </a:rPr>
              <a:t>y_train</a:t>
            </a:r>
            <a:r>
              <a:rPr lang="es-ES" dirty="0">
                <a:latin typeface="Courier New" panose="02070309020205020404" pitchFamily="49" charset="0"/>
                <a:cs typeface="Courier New" panose="02070309020205020404" pitchFamily="49" charset="0"/>
              </a:rPr>
              <a:t>)</a:t>
            </a:r>
          </a:p>
          <a:p>
            <a:endParaRPr lang="es-ES" dirty="0">
              <a:latin typeface="Courier New" panose="02070309020205020404" pitchFamily="49" charset="0"/>
              <a:cs typeface="Courier New" panose="02070309020205020404" pitchFamily="49" charset="0"/>
            </a:endParaRPr>
          </a:p>
          <a:p>
            <a:r>
              <a:rPr lang="es-ES" dirty="0" err="1">
                <a:latin typeface="Courier New" panose="02070309020205020404" pitchFamily="49" charset="0"/>
                <a:cs typeface="Courier New" panose="02070309020205020404" pitchFamily="49" charset="0"/>
              </a:rPr>
              <a:t>tree.plot_tree</a:t>
            </a:r>
            <a:r>
              <a:rPr lang="es-ES" dirty="0">
                <a:latin typeface="Courier New" panose="02070309020205020404" pitchFamily="49" charset="0"/>
                <a:cs typeface="Courier New" panose="02070309020205020404" pitchFamily="49" charset="0"/>
              </a:rPr>
              <a:t>(</a:t>
            </a:r>
            <a:r>
              <a:rPr lang="es-ES" dirty="0" err="1">
                <a:latin typeface="Courier New" panose="02070309020205020404" pitchFamily="49" charset="0"/>
                <a:cs typeface="Courier New" panose="02070309020205020404" pitchFamily="49" charset="0"/>
              </a:rPr>
              <a:t>clf</a:t>
            </a:r>
            <a:r>
              <a:rPr lang="es-ES" dirty="0">
                <a:latin typeface="Courier New" panose="02070309020205020404" pitchFamily="49" charset="0"/>
                <a:cs typeface="Courier New" panose="02070309020205020404" pitchFamily="49" charset="0"/>
              </a:rPr>
              <a:t>)</a:t>
            </a:r>
          </a:p>
        </p:txBody>
      </p:sp>
      <p:pic>
        <p:nvPicPr>
          <p:cNvPr id="3" name="Imagen 2">
            <a:extLst>
              <a:ext uri="{FF2B5EF4-FFF2-40B4-BE49-F238E27FC236}">
                <a16:creationId xmlns:a16="http://schemas.microsoft.com/office/drawing/2014/main" id="{1700F8C7-E220-0A59-012B-746A5AB944BF}"/>
              </a:ext>
            </a:extLst>
          </p:cNvPr>
          <p:cNvPicPr>
            <a:picLocks noChangeAspect="1"/>
          </p:cNvPicPr>
          <p:nvPr/>
        </p:nvPicPr>
        <p:blipFill>
          <a:blip r:embed="rId2"/>
          <a:stretch>
            <a:fillRect/>
          </a:stretch>
        </p:blipFill>
        <p:spPr>
          <a:xfrm>
            <a:off x="5317838" y="1797526"/>
            <a:ext cx="6879771" cy="3540940"/>
          </a:xfrm>
          <a:prstGeom prst="rect">
            <a:avLst/>
          </a:prstGeom>
        </p:spPr>
      </p:pic>
      <p:pic>
        <p:nvPicPr>
          <p:cNvPr id="5" name="Imagen 4">
            <a:extLst>
              <a:ext uri="{FF2B5EF4-FFF2-40B4-BE49-F238E27FC236}">
                <a16:creationId xmlns:a16="http://schemas.microsoft.com/office/drawing/2014/main" id="{C44CCC5E-C035-88A5-19F7-312ECA3D6A63}"/>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0" y="2567930"/>
            <a:ext cx="5838868" cy="4171981"/>
          </a:xfrm>
          <a:prstGeom prst="rect">
            <a:avLst/>
          </a:prstGeom>
        </p:spPr>
      </p:pic>
      <mc:AlternateContent xmlns:mc="http://schemas.openxmlformats.org/markup-compatibility/2006" xmlns:p14="http://schemas.microsoft.com/office/powerpoint/2010/main">
        <mc:Choice Requires="p14">
          <p:contentPart p14:bwMode="auto" r:id="rId4">
            <p14:nvContentPartPr>
              <p14:cNvPr id="7" name="Entrada de lápiz 6">
                <a:extLst>
                  <a:ext uri="{FF2B5EF4-FFF2-40B4-BE49-F238E27FC236}">
                    <a16:creationId xmlns:a16="http://schemas.microsoft.com/office/drawing/2014/main" id="{EBEDA084-697A-46D7-1F9F-2F7C9D59BFE9}"/>
                  </a:ext>
                </a:extLst>
              </p14:cNvPr>
              <p14:cNvContentPartPr/>
              <p14:nvPr/>
            </p14:nvContentPartPr>
            <p14:xfrm>
              <a:off x="6096869" y="3185923"/>
              <a:ext cx="27720" cy="9000"/>
            </p14:xfrm>
          </p:contentPart>
        </mc:Choice>
        <mc:Fallback xmlns="">
          <p:pic>
            <p:nvPicPr>
              <p:cNvPr id="7" name="Entrada de lápiz 6">
                <a:extLst>
                  <a:ext uri="{FF2B5EF4-FFF2-40B4-BE49-F238E27FC236}">
                    <a16:creationId xmlns:a16="http://schemas.microsoft.com/office/drawing/2014/main" id="{EBEDA084-697A-46D7-1F9F-2F7C9D59BFE9}"/>
                  </a:ext>
                </a:extLst>
              </p:cNvPr>
              <p:cNvPicPr/>
              <p:nvPr/>
            </p:nvPicPr>
            <p:blipFill>
              <a:blip r:embed="rId5"/>
              <a:stretch>
                <a:fillRect/>
              </a:stretch>
            </p:blipFill>
            <p:spPr>
              <a:xfrm>
                <a:off x="6024869" y="3035923"/>
                <a:ext cx="171360" cy="308625"/>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Entrada de lápiz 8">
                <a:extLst>
                  <a:ext uri="{FF2B5EF4-FFF2-40B4-BE49-F238E27FC236}">
                    <a16:creationId xmlns:a16="http://schemas.microsoft.com/office/drawing/2014/main" id="{F2A44518-A264-86DA-2BB2-4E3729D75ADC}"/>
                  </a:ext>
                </a:extLst>
              </p14:cNvPr>
              <p14:cNvContentPartPr/>
              <p14:nvPr/>
            </p14:nvContentPartPr>
            <p14:xfrm>
              <a:off x="6134309" y="2798203"/>
              <a:ext cx="1175400" cy="1604160"/>
            </p14:xfrm>
          </p:contentPart>
        </mc:Choice>
        <mc:Fallback xmlns="">
          <p:pic>
            <p:nvPicPr>
              <p:cNvPr id="9" name="Entrada de lápiz 8">
                <a:extLst>
                  <a:ext uri="{FF2B5EF4-FFF2-40B4-BE49-F238E27FC236}">
                    <a16:creationId xmlns:a16="http://schemas.microsoft.com/office/drawing/2014/main" id="{F2A44518-A264-86DA-2BB2-4E3729D75ADC}"/>
                  </a:ext>
                </a:extLst>
              </p:cNvPr>
              <p:cNvPicPr/>
              <p:nvPr/>
            </p:nvPicPr>
            <p:blipFill>
              <a:blip r:embed="rId7"/>
              <a:stretch>
                <a:fillRect/>
              </a:stretch>
            </p:blipFill>
            <p:spPr>
              <a:xfrm>
                <a:off x="6062309" y="2654171"/>
                <a:ext cx="1319040" cy="1891865"/>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Entrada de lápiz 10">
                <a:extLst>
                  <a:ext uri="{FF2B5EF4-FFF2-40B4-BE49-F238E27FC236}">
                    <a16:creationId xmlns:a16="http://schemas.microsoft.com/office/drawing/2014/main" id="{3E748FFB-6B77-BCCD-4FE2-4998D846D604}"/>
                  </a:ext>
                </a:extLst>
              </p14:cNvPr>
              <p14:cNvContentPartPr/>
              <p14:nvPr/>
            </p14:nvContentPartPr>
            <p14:xfrm>
              <a:off x="1816619" y="3554755"/>
              <a:ext cx="622080" cy="466560"/>
            </p14:xfrm>
          </p:contentPart>
        </mc:Choice>
        <mc:Fallback xmlns="">
          <p:pic>
            <p:nvPicPr>
              <p:cNvPr id="11" name="Entrada de lápiz 10">
                <a:extLst>
                  <a:ext uri="{FF2B5EF4-FFF2-40B4-BE49-F238E27FC236}">
                    <a16:creationId xmlns:a16="http://schemas.microsoft.com/office/drawing/2014/main" id="{3E748FFB-6B77-BCCD-4FE2-4998D846D604}"/>
                  </a:ext>
                </a:extLst>
              </p:cNvPr>
              <p:cNvPicPr/>
              <p:nvPr/>
            </p:nvPicPr>
            <p:blipFill>
              <a:blip r:embed="rId9"/>
              <a:stretch>
                <a:fillRect/>
              </a:stretch>
            </p:blipFill>
            <p:spPr>
              <a:xfrm>
                <a:off x="1762619" y="3446755"/>
                <a:ext cx="729720" cy="682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Entrada de lápiz 11">
                <a:extLst>
                  <a:ext uri="{FF2B5EF4-FFF2-40B4-BE49-F238E27FC236}">
                    <a16:creationId xmlns:a16="http://schemas.microsoft.com/office/drawing/2014/main" id="{43ADC570-D2FC-55BB-13AB-344367D45DCE}"/>
                  </a:ext>
                </a:extLst>
              </p14:cNvPr>
              <p14:cNvContentPartPr/>
              <p14:nvPr/>
            </p14:nvContentPartPr>
            <p14:xfrm>
              <a:off x="1738499" y="3557995"/>
              <a:ext cx="92880" cy="76320"/>
            </p14:xfrm>
          </p:contentPart>
        </mc:Choice>
        <mc:Fallback xmlns="">
          <p:pic>
            <p:nvPicPr>
              <p:cNvPr id="12" name="Entrada de lápiz 11">
                <a:extLst>
                  <a:ext uri="{FF2B5EF4-FFF2-40B4-BE49-F238E27FC236}">
                    <a16:creationId xmlns:a16="http://schemas.microsoft.com/office/drawing/2014/main" id="{43ADC570-D2FC-55BB-13AB-344367D45DCE}"/>
                  </a:ext>
                </a:extLst>
              </p:cNvPr>
              <p:cNvPicPr/>
              <p:nvPr/>
            </p:nvPicPr>
            <p:blipFill>
              <a:blip r:embed="rId11"/>
              <a:stretch>
                <a:fillRect/>
              </a:stretch>
            </p:blipFill>
            <p:spPr>
              <a:xfrm>
                <a:off x="1684859" y="3449995"/>
                <a:ext cx="200520" cy="291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Entrada de lápiz 12">
                <a:extLst>
                  <a:ext uri="{FF2B5EF4-FFF2-40B4-BE49-F238E27FC236}">
                    <a16:creationId xmlns:a16="http://schemas.microsoft.com/office/drawing/2014/main" id="{93658A40-2614-37F5-E3A2-F6AE2F99A797}"/>
                  </a:ext>
                </a:extLst>
              </p14:cNvPr>
              <p14:cNvContentPartPr/>
              <p14:nvPr/>
            </p14:nvContentPartPr>
            <p14:xfrm>
              <a:off x="8316629" y="3793243"/>
              <a:ext cx="1438920" cy="869760"/>
            </p14:xfrm>
          </p:contentPart>
        </mc:Choice>
        <mc:Fallback xmlns="">
          <p:pic>
            <p:nvPicPr>
              <p:cNvPr id="13" name="Entrada de lápiz 12">
                <a:extLst>
                  <a:ext uri="{FF2B5EF4-FFF2-40B4-BE49-F238E27FC236}">
                    <a16:creationId xmlns:a16="http://schemas.microsoft.com/office/drawing/2014/main" id="{93658A40-2614-37F5-E3A2-F6AE2F99A797}"/>
                  </a:ext>
                </a:extLst>
              </p:cNvPr>
              <p:cNvPicPr/>
              <p:nvPr/>
            </p:nvPicPr>
            <p:blipFill>
              <a:blip r:embed="rId13"/>
              <a:stretch>
                <a:fillRect/>
              </a:stretch>
            </p:blipFill>
            <p:spPr>
              <a:xfrm>
                <a:off x="8262629" y="3685243"/>
                <a:ext cx="1546560" cy="10854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Entrada de lápiz 13">
                <a:extLst>
                  <a:ext uri="{FF2B5EF4-FFF2-40B4-BE49-F238E27FC236}">
                    <a16:creationId xmlns:a16="http://schemas.microsoft.com/office/drawing/2014/main" id="{1930F481-5B4C-6FC8-E9AB-CD6F535D6DA1}"/>
                  </a:ext>
                </a:extLst>
              </p14:cNvPr>
              <p14:cNvContentPartPr/>
              <p14:nvPr/>
            </p14:nvContentPartPr>
            <p14:xfrm>
              <a:off x="95819" y="6100315"/>
              <a:ext cx="902160" cy="518040"/>
            </p14:xfrm>
          </p:contentPart>
        </mc:Choice>
        <mc:Fallback xmlns="">
          <p:pic>
            <p:nvPicPr>
              <p:cNvPr id="14" name="Entrada de lápiz 13">
                <a:extLst>
                  <a:ext uri="{FF2B5EF4-FFF2-40B4-BE49-F238E27FC236}">
                    <a16:creationId xmlns:a16="http://schemas.microsoft.com/office/drawing/2014/main" id="{1930F481-5B4C-6FC8-E9AB-CD6F535D6DA1}"/>
                  </a:ext>
                </a:extLst>
              </p:cNvPr>
              <p:cNvPicPr/>
              <p:nvPr/>
            </p:nvPicPr>
            <p:blipFill>
              <a:blip r:embed="rId15"/>
              <a:stretch>
                <a:fillRect/>
              </a:stretch>
            </p:blipFill>
            <p:spPr>
              <a:xfrm>
                <a:off x="42179" y="5992675"/>
                <a:ext cx="1009800" cy="7336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7" name="Entrada de lápiz 16">
                <a:extLst>
                  <a:ext uri="{FF2B5EF4-FFF2-40B4-BE49-F238E27FC236}">
                    <a16:creationId xmlns:a16="http://schemas.microsoft.com/office/drawing/2014/main" id="{CD71CD58-F8F6-8EA4-38A0-DC3A06BFB1F6}"/>
                  </a:ext>
                </a:extLst>
              </p14:cNvPr>
              <p14:cNvContentPartPr/>
              <p14:nvPr/>
            </p14:nvContentPartPr>
            <p14:xfrm>
              <a:off x="3447779" y="5321635"/>
              <a:ext cx="800640" cy="411120"/>
            </p14:xfrm>
          </p:contentPart>
        </mc:Choice>
        <mc:Fallback xmlns="">
          <p:pic>
            <p:nvPicPr>
              <p:cNvPr id="17" name="Entrada de lápiz 16">
                <a:extLst>
                  <a:ext uri="{FF2B5EF4-FFF2-40B4-BE49-F238E27FC236}">
                    <a16:creationId xmlns:a16="http://schemas.microsoft.com/office/drawing/2014/main" id="{CD71CD58-F8F6-8EA4-38A0-DC3A06BFB1F6}"/>
                  </a:ext>
                </a:extLst>
              </p:cNvPr>
              <p:cNvPicPr/>
              <p:nvPr/>
            </p:nvPicPr>
            <p:blipFill>
              <a:blip r:embed="rId17"/>
              <a:stretch>
                <a:fillRect/>
              </a:stretch>
            </p:blipFill>
            <p:spPr>
              <a:xfrm>
                <a:off x="3394139" y="5213635"/>
                <a:ext cx="908280" cy="6267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8" name="Entrada de lápiz 17">
                <a:extLst>
                  <a:ext uri="{FF2B5EF4-FFF2-40B4-BE49-F238E27FC236}">
                    <a16:creationId xmlns:a16="http://schemas.microsoft.com/office/drawing/2014/main" id="{AEEB67EB-427C-9E68-ED4F-EC01DA8986C4}"/>
                  </a:ext>
                </a:extLst>
              </p14:cNvPr>
              <p14:cNvContentPartPr/>
              <p14:nvPr/>
            </p14:nvContentPartPr>
            <p14:xfrm>
              <a:off x="10395269" y="2156323"/>
              <a:ext cx="1050840" cy="913320"/>
            </p14:xfrm>
          </p:contentPart>
        </mc:Choice>
        <mc:Fallback xmlns="">
          <p:pic>
            <p:nvPicPr>
              <p:cNvPr id="18" name="Entrada de lápiz 17">
                <a:extLst>
                  <a:ext uri="{FF2B5EF4-FFF2-40B4-BE49-F238E27FC236}">
                    <a16:creationId xmlns:a16="http://schemas.microsoft.com/office/drawing/2014/main" id="{AEEB67EB-427C-9E68-ED4F-EC01DA8986C4}"/>
                  </a:ext>
                </a:extLst>
              </p:cNvPr>
              <p:cNvPicPr/>
              <p:nvPr/>
            </p:nvPicPr>
            <p:blipFill>
              <a:blip r:embed="rId19"/>
              <a:stretch>
                <a:fillRect/>
              </a:stretch>
            </p:blipFill>
            <p:spPr>
              <a:xfrm>
                <a:off x="10341269" y="2048323"/>
                <a:ext cx="1158480" cy="11289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9" name="Entrada de lápiz 18">
                <a:extLst>
                  <a:ext uri="{FF2B5EF4-FFF2-40B4-BE49-F238E27FC236}">
                    <a16:creationId xmlns:a16="http://schemas.microsoft.com/office/drawing/2014/main" id="{01E5FE1B-BE13-D121-A47A-F7DC3B8459A3}"/>
                  </a:ext>
                </a:extLst>
              </p14:cNvPr>
              <p14:cNvContentPartPr/>
              <p14:nvPr/>
            </p14:nvContentPartPr>
            <p14:xfrm>
              <a:off x="4765379" y="5313715"/>
              <a:ext cx="443160" cy="300240"/>
            </p14:xfrm>
          </p:contentPart>
        </mc:Choice>
        <mc:Fallback xmlns="">
          <p:pic>
            <p:nvPicPr>
              <p:cNvPr id="19" name="Entrada de lápiz 18">
                <a:extLst>
                  <a:ext uri="{FF2B5EF4-FFF2-40B4-BE49-F238E27FC236}">
                    <a16:creationId xmlns:a16="http://schemas.microsoft.com/office/drawing/2014/main" id="{01E5FE1B-BE13-D121-A47A-F7DC3B8459A3}"/>
                  </a:ext>
                </a:extLst>
              </p:cNvPr>
              <p:cNvPicPr/>
              <p:nvPr/>
            </p:nvPicPr>
            <p:blipFill>
              <a:blip r:embed="rId21"/>
              <a:stretch>
                <a:fillRect/>
              </a:stretch>
            </p:blipFill>
            <p:spPr>
              <a:xfrm>
                <a:off x="4711379" y="5205715"/>
                <a:ext cx="550800" cy="515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Entrada de lápiz 19">
                <a:extLst>
                  <a:ext uri="{FF2B5EF4-FFF2-40B4-BE49-F238E27FC236}">
                    <a16:creationId xmlns:a16="http://schemas.microsoft.com/office/drawing/2014/main" id="{5FF93854-2FC9-C083-C3BF-D68ABCE28725}"/>
                  </a:ext>
                </a:extLst>
              </p14:cNvPr>
              <p14:cNvContentPartPr/>
              <p14:nvPr/>
            </p14:nvContentPartPr>
            <p14:xfrm>
              <a:off x="4977059" y="5395435"/>
              <a:ext cx="709560" cy="346680"/>
            </p14:xfrm>
          </p:contentPart>
        </mc:Choice>
        <mc:Fallback xmlns="">
          <p:pic>
            <p:nvPicPr>
              <p:cNvPr id="20" name="Entrada de lápiz 19">
                <a:extLst>
                  <a:ext uri="{FF2B5EF4-FFF2-40B4-BE49-F238E27FC236}">
                    <a16:creationId xmlns:a16="http://schemas.microsoft.com/office/drawing/2014/main" id="{5FF93854-2FC9-C083-C3BF-D68ABCE28725}"/>
                  </a:ext>
                </a:extLst>
              </p:cNvPr>
              <p:cNvPicPr/>
              <p:nvPr/>
            </p:nvPicPr>
            <p:blipFill>
              <a:blip r:embed="rId23"/>
              <a:stretch>
                <a:fillRect/>
              </a:stretch>
            </p:blipFill>
            <p:spPr>
              <a:xfrm>
                <a:off x="4923059" y="5287435"/>
                <a:ext cx="817200" cy="5623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6" name="Entrada de lápiz 35">
                <a:extLst>
                  <a:ext uri="{FF2B5EF4-FFF2-40B4-BE49-F238E27FC236}">
                    <a16:creationId xmlns:a16="http://schemas.microsoft.com/office/drawing/2014/main" id="{65437E95-9FEF-FF49-9F86-E19DCC197E52}"/>
                  </a:ext>
                </a:extLst>
              </p14:cNvPr>
              <p14:cNvContentPartPr/>
              <p14:nvPr/>
            </p14:nvContentPartPr>
            <p14:xfrm>
              <a:off x="8342189" y="2236963"/>
              <a:ext cx="847080" cy="591480"/>
            </p14:xfrm>
          </p:contentPart>
        </mc:Choice>
        <mc:Fallback xmlns="">
          <p:pic>
            <p:nvPicPr>
              <p:cNvPr id="36" name="Entrada de lápiz 35">
                <a:extLst>
                  <a:ext uri="{FF2B5EF4-FFF2-40B4-BE49-F238E27FC236}">
                    <a16:creationId xmlns:a16="http://schemas.microsoft.com/office/drawing/2014/main" id="{65437E95-9FEF-FF49-9F86-E19DCC197E52}"/>
                  </a:ext>
                </a:extLst>
              </p:cNvPr>
              <p:cNvPicPr/>
              <p:nvPr/>
            </p:nvPicPr>
            <p:blipFill>
              <a:blip r:embed="rId25"/>
              <a:stretch>
                <a:fillRect/>
              </a:stretch>
            </p:blipFill>
            <p:spPr>
              <a:xfrm>
                <a:off x="8288189" y="2128963"/>
                <a:ext cx="954720" cy="8071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7" name="Entrada de lápiz 36">
                <a:extLst>
                  <a:ext uri="{FF2B5EF4-FFF2-40B4-BE49-F238E27FC236}">
                    <a16:creationId xmlns:a16="http://schemas.microsoft.com/office/drawing/2014/main" id="{308D51B3-00D3-C6E6-71A5-4E661867BFC6}"/>
                  </a:ext>
                </a:extLst>
              </p14:cNvPr>
              <p14:cNvContentPartPr/>
              <p14:nvPr/>
            </p14:nvContentPartPr>
            <p14:xfrm>
              <a:off x="10647629" y="3738883"/>
              <a:ext cx="600120" cy="1003320"/>
            </p14:xfrm>
          </p:contentPart>
        </mc:Choice>
        <mc:Fallback xmlns="">
          <p:pic>
            <p:nvPicPr>
              <p:cNvPr id="37" name="Entrada de lápiz 36">
                <a:extLst>
                  <a:ext uri="{FF2B5EF4-FFF2-40B4-BE49-F238E27FC236}">
                    <a16:creationId xmlns:a16="http://schemas.microsoft.com/office/drawing/2014/main" id="{308D51B3-00D3-C6E6-71A5-4E661867BFC6}"/>
                  </a:ext>
                </a:extLst>
              </p:cNvPr>
              <p:cNvPicPr/>
              <p:nvPr/>
            </p:nvPicPr>
            <p:blipFill>
              <a:blip r:embed="rId27"/>
              <a:stretch>
                <a:fillRect/>
              </a:stretch>
            </p:blipFill>
            <p:spPr>
              <a:xfrm>
                <a:off x="10593629" y="3630922"/>
                <a:ext cx="707760" cy="1218883"/>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8" name="Entrada de lápiz 37">
                <a:extLst>
                  <a:ext uri="{FF2B5EF4-FFF2-40B4-BE49-F238E27FC236}">
                    <a16:creationId xmlns:a16="http://schemas.microsoft.com/office/drawing/2014/main" id="{677792E0-AE57-AE88-E211-1F56C131C9D7}"/>
                  </a:ext>
                </a:extLst>
              </p14:cNvPr>
              <p14:cNvContentPartPr/>
              <p14:nvPr/>
            </p14:nvContentPartPr>
            <p14:xfrm>
              <a:off x="2257259" y="5366275"/>
              <a:ext cx="622080" cy="367920"/>
            </p14:xfrm>
          </p:contentPart>
        </mc:Choice>
        <mc:Fallback xmlns="">
          <p:pic>
            <p:nvPicPr>
              <p:cNvPr id="38" name="Entrada de lápiz 37">
                <a:extLst>
                  <a:ext uri="{FF2B5EF4-FFF2-40B4-BE49-F238E27FC236}">
                    <a16:creationId xmlns:a16="http://schemas.microsoft.com/office/drawing/2014/main" id="{677792E0-AE57-AE88-E211-1F56C131C9D7}"/>
                  </a:ext>
                </a:extLst>
              </p:cNvPr>
              <p:cNvPicPr/>
              <p:nvPr/>
            </p:nvPicPr>
            <p:blipFill>
              <a:blip r:embed="rId29"/>
              <a:stretch>
                <a:fillRect/>
              </a:stretch>
            </p:blipFill>
            <p:spPr>
              <a:xfrm>
                <a:off x="2203619" y="5258275"/>
                <a:ext cx="729720" cy="5835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9" name="Entrada de lápiz 38">
                <a:extLst>
                  <a:ext uri="{FF2B5EF4-FFF2-40B4-BE49-F238E27FC236}">
                    <a16:creationId xmlns:a16="http://schemas.microsoft.com/office/drawing/2014/main" id="{42FB5C0C-B39D-8176-9D4C-BB6D758BBA01}"/>
                  </a:ext>
                </a:extLst>
              </p14:cNvPr>
              <p14:cNvContentPartPr/>
              <p14:nvPr/>
            </p14:nvContentPartPr>
            <p14:xfrm>
              <a:off x="8313029" y="3347203"/>
              <a:ext cx="914400" cy="125280"/>
            </p14:xfrm>
          </p:contentPart>
        </mc:Choice>
        <mc:Fallback xmlns="">
          <p:pic>
            <p:nvPicPr>
              <p:cNvPr id="39" name="Entrada de lápiz 38">
                <a:extLst>
                  <a:ext uri="{FF2B5EF4-FFF2-40B4-BE49-F238E27FC236}">
                    <a16:creationId xmlns:a16="http://schemas.microsoft.com/office/drawing/2014/main" id="{42FB5C0C-B39D-8176-9D4C-BB6D758BBA01}"/>
                  </a:ext>
                </a:extLst>
              </p:cNvPr>
              <p:cNvPicPr/>
              <p:nvPr/>
            </p:nvPicPr>
            <p:blipFill>
              <a:blip r:embed="rId31"/>
              <a:stretch>
                <a:fillRect/>
              </a:stretch>
            </p:blipFill>
            <p:spPr>
              <a:xfrm>
                <a:off x="8259029" y="3238892"/>
                <a:ext cx="1022040" cy="341541"/>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0" name="Entrada de lápiz 39">
                <a:extLst>
                  <a:ext uri="{FF2B5EF4-FFF2-40B4-BE49-F238E27FC236}">
                    <a16:creationId xmlns:a16="http://schemas.microsoft.com/office/drawing/2014/main" id="{A6502CE1-009F-84A1-F9AD-449F914DDFC4}"/>
                  </a:ext>
                </a:extLst>
              </p14:cNvPr>
              <p14:cNvContentPartPr/>
              <p14:nvPr/>
            </p14:nvContentPartPr>
            <p14:xfrm>
              <a:off x="9235709" y="3352963"/>
              <a:ext cx="260280" cy="102960"/>
            </p14:xfrm>
          </p:contentPart>
        </mc:Choice>
        <mc:Fallback xmlns="">
          <p:pic>
            <p:nvPicPr>
              <p:cNvPr id="40" name="Entrada de lápiz 39">
                <a:extLst>
                  <a:ext uri="{FF2B5EF4-FFF2-40B4-BE49-F238E27FC236}">
                    <a16:creationId xmlns:a16="http://schemas.microsoft.com/office/drawing/2014/main" id="{A6502CE1-009F-84A1-F9AD-449F914DDFC4}"/>
                  </a:ext>
                </a:extLst>
              </p:cNvPr>
              <p:cNvPicPr/>
              <p:nvPr/>
            </p:nvPicPr>
            <p:blipFill>
              <a:blip r:embed="rId33"/>
              <a:stretch>
                <a:fillRect/>
              </a:stretch>
            </p:blipFill>
            <p:spPr>
              <a:xfrm>
                <a:off x="9181784" y="3244584"/>
                <a:ext cx="367771" cy="319357"/>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1" name="Entrada de lápiz 40">
                <a:extLst>
                  <a:ext uri="{FF2B5EF4-FFF2-40B4-BE49-F238E27FC236}">
                    <a16:creationId xmlns:a16="http://schemas.microsoft.com/office/drawing/2014/main" id="{9A2E2407-FBBA-CF84-EFDF-7030E1A79131}"/>
                  </a:ext>
                </a:extLst>
              </p14:cNvPr>
              <p14:cNvContentPartPr/>
              <p14:nvPr/>
            </p14:nvContentPartPr>
            <p14:xfrm>
              <a:off x="9531989" y="3352243"/>
              <a:ext cx="346680" cy="113040"/>
            </p14:xfrm>
          </p:contentPart>
        </mc:Choice>
        <mc:Fallback xmlns="">
          <p:pic>
            <p:nvPicPr>
              <p:cNvPr id="41" name="Entrada de lápiz 40">
                <a:extLst>
                  <a:ext uri="{FF2B5EF4-FFF2-40B4-BE49-F238E27FC236}">
                    <a16:creationId xmlns:a16="http://schemas.microsoft.com/office/drawing/2014/main" id="{9A2E2407-FBBA-CF84-EFDF-7030E1A79131}"/>
                  </a:ext>
                </a:extLst>
              </p:cNvPr>
              <p:cNvPicPr/>
              <p:nvPr/>
            </p:nvPicPr>
            <p:blipFill>
              <a:blip r:embed="rId35"/>
              <a:stretch>
                <a:fillRect/>
              </a:stretch>
            </p:blipFill>
            <p:spPr>
              <a:xfrm>
                <a:off x="9477933" y="3244243"/>
                <a:ext cx="454432"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2" name="Entrada de lápiz 41">
                <a:extLst>
                  <a:ext uri="{FF2B5EF4-FFF2-40B4-BE49-F238E27FC236}">
                    <a16:creationId xmlns:a16="http://schemas.microsoft.com/office/drawing/2014/main" id="{7588AA66-631D-0317-44A7-A3B893AF0C9E}"/>
                  </a:ext>
                </a:extLst>
              </p14:cNvPr>
              <p14:cNvContentPartPr/>
              <p14:nvPr/>
            </p14:nvContentPartPr>
            <p14:xfrm>
              <a:off x="1648139" y="6240715"/>
              <a:ext cx="39600" cy="38520"/>
            </p14:xfrm>
          </p:contentPart>
        </mc:Choice>
        <mc:Fallback xmlns="">
          <p:pic>
            <p:nvPicPr>
              <p:cNvPr id="42" name="Entrada de lápiz 41">
                <a:extLst>
                  <a:ext uri="{FF2B5EF4-FFF2-40B4-BE49-F238E27FC236}">
                    <a16:creationId xmlns:a16="http://schemas.microsoft.com/office/drawing/2014/main" id="{7588AA66-631D-0317-44A7-A3B893AF0C9E}"/>
                  </a:ext>
                </a:extLst>
              </p:cNvPr>
              <p:cNvPicPr/>
              <p:nvPr/>
            </p:nvPicPr>
            <p:blipFill>
              <a:blip r:embed="rId37"/>
              <a:stretch>
                <a:fillRect/>
              </a:stretch>
            </p:blipFill>
            <p:spPr>
              <a:xfrm>
                <a:off x="1594499" y="6132715"/>
                <a:ext cx="14724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3" name="Entrada de lápiz 42">
                <a:extLst>
                  <a:ext uri="{FF2B5EF4-FFF2-40B4-BE49-F238E27FC236}">
                    <a16:creationId xmlns:a16="http://schemas.microsoft.com/office/drawing/2014/main" id="{41FDD5CE-83D8-C687-ED0D-93F76B883134}"/>
                  </a:ext>
                </a:extLst>
              </p14:cNvPr>
              <p14:cNvContentPartPr/>
              <p14:nvPr/>
            </p14:nvContentPartPr>
            <p14:xfrm>
              <a:off x="1508459" y="6239995"/>
              <a:ext cx="404280" cy="245520"/>
            </p14:xfrm>
          </p:contentPart>
        </mc:Choice>
        <mc:Fallback xmlns="">
          <p:pic>
            <p:nvPicPr>
              <p:cNvPr id="43" name="Entrada de lápiz 42">
                <a:extLst>
                  <a:ext uri="{FF2B5EF4-FFF2-40B4-BE49-F238E27FC236}">
                    <a16:creationId xmlns:a16="http://schemas.microsoft.com/office/drawing/2014/main" id="{41FDD5CE-83D8-C687-ED0D-93F76B883134}"/>
                  </a:ext>
                </a:extLst>
              </p:cNvPr>
              <p:cNvPicPr/>
              <p:nvPr/>
            </p:nvPicPr>
            <p:blipFill>
              <a:blip r:embed="rId39"/>
              <a:stretch>
                <a:fillRect/>
              </a:stretch>
            </p:blipFill>
            <p:spPr>
              <a:xfrm>
                <a:off x="1454459" y="6132355"/>
                <a:ext cx="511920" cy="4611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4" name="Entrada de lápiz 43">
                <a:extLst>
                  <a:ext uri="{FF2B5EF4-FFF2-40B4-BE49-F238E27FC236}">
                    <a16:creationId xmlns:a16="http://schemas.microsoft.com/office/drawing/2014/main" id="{3C52B914-6404-A263-85C8-B6F75A50B422}"/>
                  </a:ext>
                </a:extLst>
              </p14:cNvPr>
              <p14:cNvContentPartPr/>
              <p14:nvPr/>
            </p14:nvContentPartPr>
            <p14:xfrm>
              <a:off x="2075459" y="6319555"/>
              <a:ext cx="216360" cy="230040"/>
            </p14:xfrm>
          </p:contentPart>
        </mc:Choice>
        <mc:Fallback xmlns="">
          <p:pic>
            <p:nvPicPr>
              <p:cNvPr id="44" name="Entrada de lápiz 43">
                <a:extLst>
                  <a:ext uri="{FF2B5EF4-FFF2-40B4-BE49-F238E27FC236}">
                    <a16:creationId xmlns:a16="http://schemas.microsoft.com/office/drawing/2014/main" id="{3C52B914-6404-A263-85C8-B6F75A50B422}"/>
                  </a:ext>
                </a:extLst>
              </p:cNvPr>
              <p:cNvPicPr/>
              <p:nvPr/>
            </p:nvPicPr>
            <p:blipFill>
              <a:blip r:embed="rId41"/>
              <a:stretch>
                <a:fillRect/>
              </a:stretch>
            </p:blipFill>
            <p:spPr>
              <a:xfrm>
                <a:off x="2021459" y="6211555"/>
                <a:ext cx="324000" cy="4456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5" name="Entrada de lápiz 44">
                <a:extLst>
                  <a:ext uri="{FF2B5EF4-FFF2-40B4-BE49-F238E27FC236}">
                    <a16:creationId xmlns:a16="http://schemas.microsoft.com/office/drawing/2014/main" id="{141F7352-0DFB-E791-EDF0-E578379C48E9}"/>
                  </a:ext>
                </a:extLst>
              </p14:cNvPr>
              <p14:cNvContentPartPr/>
              <p14:nvPr/>
            </p14:nvContentPartPr>
            <p14:xfrm>
              <a:off x="2356979" y="6506755"/>
              <a:ext cx="186840" cy="199440"/>
            </p14:xfrm>
          </p:contentPart>
        </mc:Choice>
        <mc:Fallback xmlns="">
          <p:pic>
            <p:nvPicPr>
              <p:cNvPr id="45" name="Entrada de lápiz 44">
                <a:extLst>
                  <a:ext uri="{FF2B5EF4-FFF2-40B4-BE49-F238E27FC236}">
                    <a16:creationId xmlns:a16="http://schemas.microsoft.com/office/drawing/2014/main" id="{141F7352-0DFB-E791-EDF0-E578379C48E9}"/>
                  </a:ext>
                </a:extLst>
              </p:cNvPr>
              <p:cNvPicPr/>
              <p:nvPr/>
            </p:nvPicPr>
            <p:blipFill>
              <a:blip r:embed="rId43"/>
              <a:stretch>
                <a:fillRect/>
              </a:stretch>
            </p:blipFill>
            <p:spPr>
              <a:xfrm>
                <a:off x="2303339" y="6399115"/>
                <a:ext cx="294480" cy="4150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46" name="Entrada de lápiz 45">
                <a:extLst>
                  <a:ext uri="{FF2B5EF4-FFF2-40B4-BE49-F238E27FC236}">
                    <a16:creationId xmlns:a16="http://schemas.microsoft.com/office/drawing/2014/main" id="{82BE338C-BC61-2FDA-2A87-23FF93C0C9A6}"/>
                  </a:ext>
                </a:extLst>
              </p14:cNvPr>
              <p14:cNvContentPartPr/>
              <p14:nvPr/>
            </p14:nvContentPartPr>
            <p14:xfrm>
              <a:off x="1480379" y="6157555"/>
              <a:ext cx="893160" cy="411480"/>
            </p14:xfrm>
          </p:contentPart>
        </mc:Choice>
        <mc:Fallback xmlns="">
          <p:pic>
            <p:nvPicPr>
              <p:cNvPr id="46" name="Entrada de lápiz 45">
                <a:extLst>
                  <a:ext uri="{FF2B5EF4-FFF2-40B4-BE49-F238E27FC236}">
                    <a16:creationId xmlns:a16="http://schemas.microsoft.com/office/drawing/2014/main" id="{82BE338C-BC61-2FDA-2A87-23FF93C0C9A6}"/>
                  </a:ext>
                </a:extLst>
              </p:cNvPr>
              <p:cNvPicPr/>
              <p:nvPr/>
            </p:nvPicPr>
            <p:blipFill>
              <a:blip r:embed="rId45"/>
              <a:stretch>
                <a:fillRect/>
              </a:stretch>
            </p:blipFill>
            <p:spPr>
              <a:xfrm>
                <a:off x="1426739" y="6049915"/>
                <a:ext cx="1000800" cy="627120"/>
              </a:xfrm>
              <a:prstGeom prst="rect">
                <a:avLst/>
              </a:prstGeom>
            </p:spPr>
          </p:pic>
        </mc:Fallback>
      </mc:AlternateContent>
      <p:sp>
        <p:nvSpPr>
          <p:cNvPr id="2" name="CuadroTexto 1">
            <a:extLst>
              <a:ext uri="{FF2B5EF4-FFF2-40B4-BE49-F238E27FC236}">
                <a16:creationId xmlns:a16="http://schemas.microsoft.com/office/drawing/2014/main" id="{F02A9F3F-A4AA-C6D8-3853-E1018B86CD4E}"/>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4" name="CuadroTexto 3">
            <a:extLst>
              <a:ext uri="{FF2B5EF4-FFF2-40B4-BE49-F238E27FC236}">
                <a16:creationId xmlns:a16="http://schemas.microsoft.com/office/drawing/2014/main" id="{CD1FDD11-C65C-6743-B503-A8B2E4A8CF1A}"/>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6" name="CuadroTexto 5">
            <a:extLst>
              <a:ext uri="{FF2B5EF4-FFF2-40B4-BE49-F238E27FC236}">
                <a16:creationId xmlns:a16="http://schemas.microsoft.com/office/drawing/2014/main" id="{BFCDDF4A-984A-25AB-B135-B486C2079756}"/>
              </a:ext>
            </a:extLst>
          </p:cNvPr>
          <p:cNvSpPr txBox="1"/>
          <p:nvPr/>
        </p:nvSpPr>
        <p:spPr>
          <a:xfrm>
            <a:off x="171888" y="487595"/>
            <a:ext cx="2688365" cy="400110"/>
          </a:xfrm>
          <a:prstGeom prst="rect">
            <a:avLst/>
          </a:prstGeom>
          <a:noFill/>
        </p:spPr>
        <p:txBody>
          <a:bodyPr wrap="none" rtlCol="0">
            <a:spAutoFit/>
          </a:bodyPr>
          <a:lstStyle/>
          <a:p>
            <a:r>
              <a:rPr lang="es-ES" sz="2000" b="1" dirty="0">
                <a:solidFill>
                  <a:schemeClr val="accent1">
                    <a:lumMod val="50000"/>
                  </a:schemeClr>
                </a:solidFill>
              </a:rPr>
              <a:t>Iris </a:t>
            </a:r>
            <a:r>
              <a:rPr lang="es-ES" sz="2000" b="1" dirty="0" err="1">
                <a:solidFill>
                  <a:schemeClr val="accent1">
                    <a:lumMod val="50000"/>
                  </a:schemeClr>
                </a:solidFill>
              </a:rPr>
              <a:t>Dataset</a:t>
            </a:r>
            <a:r>
              <a:rPr lang="es-ES" sz="2000" b="1" dirty="0">
                <a:solidFill>
                  <a:schemeClr val="accent1">
                    <a:lumMod val="50000"/>
                  </a:schemeClr>
                </a:solidFill>
              </a:rPr>
              <a:t> en </a:t>
            </a:r>
            <a:r>
              <a:rPr lang="es-ES" sz="2000" b="1" dirty="0" err="1">
                <a:solidFill>
                  <a:schemeClr val="accent1">
                    <a:lumMod val="50000"/>
                  </a:schemeClr>
                </a:solidFill>
              </a:rPr>
              <a:t>Sklearn</a:t>
            </a:r>
            <a:r>
              <a:rPr lang="es-ES" sz="2000" b="1" dirty="0">
                <a:solidFill>
                  <a:schemeClr val="accent1">
                    <a:lumMod val="50000"/>
                  </a:schemeClr>
                </a:solidFill>
              </a:rPr>
              <a:t>. </a:t>
            </a:r>
          </a:p>
        </p:txBody>
      </p:sp>
      <p:sp>
        <p:nvSpPr>
          <p:cNvPr id="10" name="CuadroTexto 9"/>
          <p:cNvSpPr txBox="1"/>
          <p:nvPr/>
        </p:nvSpPr>
        <p:spPr>
          <a:xfrm>
            <a:off x="997979" y="3465218"/>
            <a:ext cx="368300" cy="707886"/>
          </a:xfrm>
          <a:prstGeom prst="rect">
            <a:avLst/>
          </a:prstGeom>
          <a:noFill/>
        </p:spPr>
        <p:txBody>
          <a:bodyPr wrap="square" rtlCol="0">
            <a:spAutoFit/>
          </a:bodyPr>
          <a:lstStyle/>
          <a:p>
            <a:r>
              <a:rPr lang="es-ES" sz="4000" b="1" dirty="0" smtClean="0">
                <a:solidFill>
                  <a:srgbClr val="0070C0"/>
                </a:solidFill>
              </a:rPr>
              <a:t>S</a:t>
            </a:r>
            <a:endParaRPr lang="es-ES" sz="4000" b="1" dirty="0">
              <a:solidFill>
                <a:srgbClr val="0070C0"/>
              </a:solidFill>
            </a:endParaRPr>
          </a:p>
        </p:txBody>
      </p:sp>
      <p:sp>
        <p:nvSpPr>
          <p:cNvPr id="30" name="CuadroTexto 29"/>
          <p:cNvSpPr txBox="1"/>
          <p:nvPr/>
        </p:nvSpPr>
        <p:spPr>
          <a:xfrm>
            <a:off x="3447780" y="5726689"/>
            <a:ext cx="722218" cy="707886"/>
          </a:xfrm>
          <a:prstGeom prst="rect">
            <a:avLst/>
          </a:prstGeom>
          <a:noFill/>
        </p:spPr>
        <p:txBody>
          <a:bodyPr wrap="square" rtlCol="0">
            <a:spAutoFit/>
          </a:bodyPr>
          <a:lstStyle/>
          <a:p>
            <a:r>
              <a:rPr lang="es-ES" sz="4000" b="1" dirty="0">
                <a:solidFill>
                  <a:srgbClr val="FF0000"/>
                </a:solidFill>
              </a:rPr>
              <a:t>Ve</a:t>
            </a:r>
          </a:p>
        </p:txBody>
      </p:sp>
      <p:sp>
        <p:nvSpPr>
          <p:cNvPr id="31" name="CuadroTexto 30"/>
          <p:cNvSpPr txBox="1"/>
          <p:nvPr/>
        </p:nvSpPr>
        <p:spPr>
          <a:xfrm>
            <a:off x="4807261" y="5719020"/>
            <a:ext cx="722218" cy="707886"/>
          </a:xfrm>
          <a:prstGeom prst="rect">
            <a:avLst/>
          </a:prstGeom>
          <a:noFill/>
        </p:spPr>
        <p:txBody>
          <a:bodyPr wrap="square" rtlCol="0">
            <a:spAutoFit/>
          </a:bodyPr>
          <a:lstStyle/>
          <a:p>
            <a:r>
              <a:rPr lang="es-ES" sz="4000" b="1" dirty="0">
                <a:solidFill>
                  <a:srgbClr val="FF0000"/>
                </a:solidFill>
              </a:rPr>
              <a:t>Ve</a:t>
            </a:r>
          </a:p>
        </p:txBody>
      </p:sp>
      <p:sp>
        <p:nvSpPr>
          <p:cNvPr id="32" name="CuadroTexto 31"/>
          <p:cNvSpPr txBox="1"/>
          <p:nvPr/>
        </p:nvSpPr>
        <p:spPr>
          <a:xfrm>
            <a:off x="2559205" y="4687549"/>
            <a:ext cx="722218" cy="707886"/>
          </a:xfrm>
          <a:prstGeom prst="rect">
            <a:avLst/>
          </a:prstGeom>
          <a:noFill/>
        </p:spPr>
        <p:txBody>
          <a:bodyPr wrap="square" rtlCol="0">
            <a:spAutoFit/>
          </a:bodyPr>
          <a:lstStyle/>
          <a:p>
            <a:r>
              <a:rPr lang="es-ES" sz="4000" b="1" dirty="0">
                <a:solidFill>
                  <a:srgbClr val="FF0000"/>
                </a:solidFill>
              </a:rPr>
              <a:t>Ve</a:t>
            </a:r>
          </a:p>
        </p:txBody>
      </p:sp>
      <p:sp>
        <p:nvSpPr>
          <p:cNvPr id="33" name="CuadroTexto 32"/>
          <p:cNvSpPr txBox="1"/>
          <p:nvPr/>
        </p:nvSpPr>
        <p:spPr>
          <a:xfrm>
            <a:off x="2482661" y="6264412"/>
            <a:ext cx="722218" cy="707886"/>
          </a:xfrm>
          <a:prstGeom prst="rect">
            <a:avLst/>
          </a:prstGeom>
          <a:noFill/>
        </p:spPr>
        <p:txBody>
          <a:bodyPr wrap="square" rtlCol="0">
            <a:spAutoFit/>
          </a:bodyPr>
          <a:lstStyle/>
          <a:p>
            <a:r>
              <a:rPr lang="es-ES" sz="4000" b="1" dirty="0" smtClean="0">
                <a:solidFill>
                  <a:srgbClr val="00B050"/>
                </a:solidFill>
              </a:rPr>
              <a:t>Vi</a:t>
            </a:r>
            <a:endParaRPr lang="es-ES" sz="4000" b="1" dirty="0">
              <a:solidFill>
                <a:srgbClr val="00B050"/>
              </a:solidFill>
            </a:endParaRPr>
          </a:p>
        </p:txBody>
      </p:sp>
      <p:sp>
        <p:nvSpPr>
          <p:cNvPr id="34" name="CuadroTexto 33"/>
          <p:cNvSpPr txBox="1"/>
          <p:nvPr/>
        </p:nvSpPr>
        <p:spPr>
          <a:xfrm>
            <a:off x="-18573" y="5553744"/>
            <a:ext cx="722218" cy="707886"/>
          </a:xfrm>
          <a:prstGeom prst="rect">
            <a:avLst/>
          </a:prstGeom>
          <a:noFill/>
        </p:spPr>
        <p:txBody>
          <a:bodyPr wrap="square" rtlCol="0">
            <a:spAutoFit/>
          </a:bodyPr>
          <a:lstStyle/>
          <a:p>
            <a:r>
              <a:rPr lang="es-ES" sz="4000" b="1" dirty="0" smtClean="0">
                <a:solidFill>
                  <a:srgbClr val="00B050"/>
                </a:solidFill>
              </a:rPr>
              <a:t>Vi</a:t>
            </a:r>
            <a:endParaRPr lang="es-ES" sz="4000" b="1" dirty="0">
              <a:solidFill>
                <a:srgbClr val="00B050"/>
              </a:solidFill>
            </a:endParaRPr>
          </a:p>
        </p:txBody>
      </p:sp>
    </p:spTree>
    <p:extLst>
      <p:ext uri="{BB962C8B-B14F-4D97-AF65-F5344CB8AC3E}">
        <p14:creationId xmlns:p14="http://schemas.microsoft.com/office/powerpoint/2010/main" val="279896941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38</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9108141" y="136523"/>
            <a:ext cx="2988431" cy="461665"/>
          </a:xfrm>
          <a:prstGeom prst="rect">
            <a:avLst/>
          </a:prstGeom>
          <a:noFill/>
        </p:spPr>
        <p:txBody>
          <a:bodyPr wrap="square" rtlCol="0">
            <a:spAutoFit/>
          </a:bodyPr>
          <a:lstStyle/>
          <a:p>
            <a:r>
              <a:rPr lang="es-ES" sz="2400" b="1" dirty="0">
                <a:solidFill>
                  <a:schemeClr val="accent1">
                    <a:lumMod val="50000"/>
                  </a:schemeClr>
                </a:solidFill>
              </a:rPr>
              <a:t>Árboles de Decisión</a:t>
            </a:r>
          </a:p>
        </p:txBody>
      </p:sp>
      <p:sp>
        <p:nvSpPr>
          <p:cNvPr id="11" name="CuadroTexto 10">
            <a:extLst>
              <a:ext uri="{FF2B5EF4-FFF2-40B4-BE49-F238E27FC236}">
                <a16:creationId xmlns:a16="http://schemas.microsoft.com/office/drawing/2014/main" id="{BE7A0595-F997-C90C-2B48-DD52AEEF89B2}"/>
              </a:ext>
            </a:extLst>
          </p:cNvPr>
          <p:cNvSpPr txBox="1"/>
          <p:nvPr/>
        </p:nvSpPr>
        <p:spPr>
          <a:xfrm>
            <a:off x="774154" y="558392"/>
            <a:ext cx="11051338" cy="5934830"/>
          </a:xfrm>
          <a:prstGeom prst="rect">
            <a:avLst/>
          </a:prstGeom>
          <a:noFill/>
        </p:spPr>
        <p:txBody>
          <a:bodyPr wrap="square">
            <a:spAutoFit/>
          </a:bodyPr>
          <a:lstStyle/>
          <a:p>
            <a:r>
              <a:rPr lang="es-ES" sz="2800" b="1" dirty="0">
                <a:solidFill>
                  <a:schemeClr val="accent1">
                    <a:lumMod val="50000"/>
                  </a:schemeClr>
                </a:solidFill>
              </a:rPr>
              <a:t>Árboles de decisión:</a:t>
            </a:r>
          </a:p>
          <a:p>
            <a:endParaRPr lang="es-ES" sz="2800" b="1" dirty="0">
              <a:solidFill>
                <a:schemeClr val="accent1">
                  <a:lumMod val="50000"/>
                </a:schemeClr>
              </a:solidFill>
            </a:endParaRP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Construcción de Árboles de Decisión. </a:t>
            </a: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Criterios de Parada.</a:t>
            </a:r>
          </a:p>
          <a:p>
            <a:pPr marL="457200" indent="-457200">
              <a:lnSpc>
                <a:spcPct val="150000"/>
              </a:lnSpc>
              <a:buFont typeface="Arial" panose="020B0604020202020204" pitchFamily="34" charset="0"/>
              <a:buChar char="•"/>
            </a:pPr>
            <a:r>
              <a:rPr lang="es-ES" sz="2400" b="1" dirty="0">
                <a:solidFill>
                  <a:schemeClr val="accent1">
                    <a:lumMod val="50000"/>
                  </a:schemeClr>
                </a:solidFill>
              </a:rPr>
              <a:t>Árboles de Regresión. </a:t>
            </a: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Árboles de Decisión: Ventajas e inconvenientes. </a:t>
            </a:r>
          </a:p>
          <a:p>
            <a:pPr marL="457200" indent="-457200">
              <a:buFont typeface="Arial" panose="020B0604020202020204" pitchFamily="34" charset="0"/>
              <a:buChar char="•"/>
            </a:pPr>
            <a:endParaRPr lang="es-ES" sz="2800" b="1" dirty="0">
              <a:solidFill>
                <a:schemeClr val="accent1">
                  <a:lumMod val="50000"/>
                </a:schemeClr>
              </a:solidFill>
            </a:endParaRPr>
          </a:p>
          <a:p>
            <a:pPr>
              <a:lnSpc>
                <a:spcPct val="150000"/>
              </a:lnSpc>
            </a:pPr>
            <a:r>
              <a:rPr lang="es-ES" sz="2800" b="1" dirty="0">
                <a:solidFill>
                  <a:schemeClr val="accent5">
                    <a:lumMod val="20000"/>
                    <a:lumOff val="80000"/>
                  </a:schemeClr>
                </a:solidFill>
              </a:rPr>
              <a:t>Bosques de Decisión y  Aprendizaje Conjunto (Ensemble </a:t>
            </a:r>
            <a:r>
              <a:rPr lang="es-ES" sz="2800" b="1" dirty="0" err="1">
                <a:solidFill>
                  <a:schemeClr val="accent5">
                    <a:lumMod val="20000"/>
                    <a:lumOff val="80000"/>
                  </a:schemeClr>
                </a:solidFill>
              </a:rPr>
              <a:t>Methods</a:t>
            </a:r>
            <a:r>
              <a:rPr lang="es-ES" sz="2800" b="1" dirty="0">
                <a:solidFill>
                  <a:schemeClr val="accent5">
                    <a:lumMod val="20000"/>
                    <a:lumOff val="80000"/>
                  </a:schemeClr>
                </a:solidFill>
              </a:rPr>
              <a:t>)</a:t>
            </a: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Clasificación.</a:t>
            </a:r>
          </a:p>
          <a:p>
            <a:pPr marL="457200" indent="-457200">
              <a:lnSpc>
                <a:spcPct val="150000"/>
              </a:lnSpc>
              <a:buFont typeface="Arial" panose="020B0604020202020204" pitchFamily="34" charset="0"/>
              <a:buChar char="•"/>
            </a:pPr>
            <a:r>
              <a:rPr lang="es-ES" sz="2400" b="1" dirty="0" err="1">
                <a:solidFill>
                  <a:schemeClr val="accent5">
                    <a:lumMod val="20000"/>
                    <a:lumOff val="80000"/>
                  </a:schemeClr>
                </a:solidFill>
              </a:rPr>
              <a:t>Random</a:t>
            </a:r>
            <a:r>
              <a:rPr lang="es-ES" sz="2400" b="1" dirty="0">
                <a:solidFill>
                  <a:schemeClr val="accent5">
                    <a:lumMod val="20000"/>
                    <a:lumOff val="80000"/>
                  </a:schemeClr>
                </a:solidFill>
              </a:rPr>
              <a:t> Forest.</a:t>
            </a:r>
          </a:p>
          <a:p>
            <a:pPr marL="457200" indent="-457200">
              <a:lnSpc>
                <a:spcPct val="150000"/>
              </a:lnSpc>
              <a:buFont typeface="Arial" panose="020B0604020202020204" pitchFamily="34" charset="0"/>
              <a:buChar char="•"/>
            </a:pPr>
            <a:r>
              <a:rPr lang="es-ES" sz="2400" b="1" dirty="0" err="1">
                <a:solidFill>
                  <a:schemeClr val="accent5">
                    <a:lumMod val="20000"/>
                    <a:lumOff val="80000"/>
                  </a:schemeClr>
                </a:solidFill>
              </a:rPr>
              <a:t>Boosting</a:t>
            </a:r>
            <a:r>
              <a:rPr lang="es-ES" sz="2400" b="1" dirty="0">
                <a:solidFill>
                  <a:schemeClr val="accent5">
                    <a:lumMod val="20000"/>
                    <a:lumOff val="80000"/>
                  </a:schemeClr>
                </a:solidFill>
              </a:rPr>
              <a:t>. </a:t>
            </a:r>
          </a:p>
        </p:txBody>
      </p:sp>
    </p:spTree>
    <p:extLst>
      <p:ext uri="{BB962C8B-B14F-4D97-AF65-F5344CB8AC3E}">
        <p14:creationId xmlns:p14="http://schemas.microsoft.com/office/powerpoint/2010/main" val="407585537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128CCF1D-2940-97FE-E65E-9A9B9BC5394E}"/>
                  </a:ext>
                </a:extLst>
              </p:cNvPr>
              <p:cNvSpPr txBox="1"/>
              <p:nvPr/>
            </p:nvSpPr>
            <p:spPr>
              <a:xfrm>
                <a:off x="132619" y="1087876"/>
                <a:ext cx="11715312" cy="4247317"/>
              </a:xfrm>
              <a:prstGeom prst="rect">
                <a:avLst/>
              </a:prstGeom>
              <a:noFill/>
            </p:spPr>
            <p:txBody>
              <a:bodyPr wrap="square" rtlCol="0">
                <a:spAutoFit/>
              </a:bodyPr>
              <a:lstStyle/>
              <a:p>
                <a:r>
                  <a:rPr lang="es-ES" dirty="0">
                    <a:solidFill>
                      <a:schemeClr val="accent1">
                        <a:lumMod val="50000"/>
                      </a:schemeClr>
                    </a:solidFill>
                  </a:rPr>
                  <a:t>Los árboles de regresión son algoritmos de </a:t>
                </a:r>
                <a:r>
                  <a:rPr lang="es-ES" b="1" dirty="0">
                    <a:solidFill>
                      <a:schemeClr val="accent1">
                        <a:lumMod val="50000"/>
                      </a:schemeClr>
                    </a:solidFill>
                  </a:rPr>
                  <a:t>aprendizaje supervisado </a:t>
                </a:r>
                <a:r>
                  <a:rPr lang="es-ES" dirty="0">
                    <a:solidFill>
                      <a:schemeClr val="accent1">
                        <a:lumMod val="50000"/>
                      </a:schemeClr>
                    </a:solidFill>
                  </a:rPr>
                  <a:t>donde el objetivo no es un problema de clasificación sino uno de </a:t>
                </a:r>
                <a:r>
                  <a:rPr lang="es-ES" b="1" dirty="0">
                    <a:solidFill>
                      <a:schemeClr val="accent1">
                        <a:lumMod val="50000"/>
                      </a:schemeClr>
                    </a:solidFill>
                  </a:rPr>
                  <a:t>regresión</a:t>
                </a:r>
                <a:r>
                  <a:rPr lang="es-ES" dirty="0">
                    <a:solidFill>
                      <a:schemeClr val="accent1">
                        <a:lumMod val="50000"/>
                      </a:schemeClr>
                    </a:solidFill>
                  </a:rPr>
                  <a:t>. De nuevo se divide el espacio de salida, </a:t>
                </a:r>
                <a14:m>
                  <m:oMath xmlns:m="http://schemas.openxmlformats.org/officeDocument/2006/math">
                    <m:sSup>
                      <m:sSupPr>
                        <m:ctrlPr>
                          <a:rPr lang="es-ES" i="1" smtClean="0">
                            <a:solidFill>
                              <a:schemeClr val="accent1">
                                <a:lumMod val="50000"/>
                              </a:schemeClr>
                            </a:solidFill>
                            <a:latin typeface="Cambria Math" panose="02040503050406030204" pitchFamily="18" charset="0"/>
                          </a:rPr>
                        </m:ctrlPr>
                      </m:sSupPr>
                      <m:e>
                        <m:r>
                          <a:rPr lang="es-ES" i="1" smtClean="0">
                            <a:solidFill>
                              <a:schemeClr val="accent1">
                                <a:lumMod val="50000"/>
                              </a:schemeClr>
                            </a:solidFill>
                            <a:latin typeface="Cambria Math" panose="02040503050406030204" pitchFamily="18" charset="0"/>
                            <a:ea typeface="Cambria Math" panose="02040503050406030204" pitchFamily="18" charset="0"/>
                          </a:rPr>
                          <m:t>ℝ</m:t>
                        </m:r>
                      </m:e>
                      <m:sup>
                        <m:r>
                          <a:rPr lang="es-ES" b="0" i="1" smtClean="0">
                            <a:solidFill>
                              <a:schemeClr val="accent1">
                                <a:lumMod val="50000"/>
                              </a:schemeClr>
                            </a:solidFill>
                            <a:latin typeface="Cambria Math" panose="02040503050406030204" pitchFamily="18" charset="0"/>
                          </a:rPr>
                          <m:t>𝑛</m:t>
                        </m:r>
                      </m:sup>
                    </m:sSup>
                    <m:r>
                      <a:rPr lang="es-ES" b="0" i="1" smtClean="0">
                        <a:solidFill>
                          <a:schemeClr val="accent1">
                            <a:lumMod val="50000"/>
                          </a:schemeClr>
                        </a:solidFill>
                        <a:latin typeface="Cambria Math" panose="02040503050406030204" pitchFamily="18" charset="0"/>
                      </a:rPr>
                      <m:t>, </m:t>
                    </m:r>
                  </m:oMath>
                </a14:m>
                <a:r>
                  <a:rPr lang="es-ES" dirty="0">
                    <a:solidFill>
                      <a:schemeClr val="accent1">
                        <a:lumMod val="50000"/>
                      </a:schemeClr>
                    </a:solidFill>
                  </a:rPr>
                  <a:t> en regiones a las que, ahora, se les </a:t>
                </a:r>
                <a:r>
                  <a:rPr lang="es-ES" b="1" dirty="0">
                    <a:solidFill>
                      <a:schemeClr val="accent1">
                        <a:lumMod val="50000"/>
                      </a:schemeClr>
                    </a:solidFill>
                  </a:rPr>
                  <a:t>asigna un valor numérico</a:t>
                </a:r>
                <a:r>
                  <a:rPr lang="es-ES" dirty="0">
                    <a:solidFill>
                      <a:schemeClr val="accent1">
                        <a:lumMod val="50000"/>
                      </a:schemeClr>
                    </a:solidFill>
                  </a:rPr>
                  <a:t>. Cada nueva entrada en el nodo raíz viaja por los nodos siguiendo las mismas reglas de los árboles de clasificación pero al llegar al nodo terminal se le asigna una predicción numérica.</a:t>
                </a:r>
              </a:p>
              <a:p>
                <a:endParaRPr lang="es-ES" dirty="0">
                  <a:solidFill>
                    <a:schemeClr val="accent1">
                      <a:lumMod val="50000"/>
                    </a:schemeClr>
                  </a:solidFill>
                </a:endParaRPr>
              </a:p>
              <a:p>
                <a:r>
                  <a:rPr lang="es-ES" b="1" dirty="0">
                    <a:solidFill>
                      <a:schemeClr val="accent1">
                        <a:lumMod val="50000"/>
                      </a:schemeClr>
                    </a:solidFill>
                  </a:rPr>
                  <a:t>El algoritmo </a:t>
                </a:r>
                <a:r>
                  <a:rPr lang="es-ES" dirty="0">
                    <a:solidFill>
                      <a:schemeClr val="accent1">
                        <a:lumMod val="50000"/>
                      </a:schemeClr>
                    </a:solidFill>
                  </a:rPr>
                  <a:t>que genera el árbol es muy parecido; en lugar de minimizar la entropía o la impureza de Gini lo que busca es </a:t>
                </a:r>
                <a:r>
                  <a:rPr lang="es-ES" b="1" dirty="0">
                    <a:solidFill>
                      <a:schemeClr val="accent1">
                        <a:lumMod val="50000"/>
                      </a:schemeClr>
                    </a:solidFill>
                  </a:rPr>
                  <a:t>minimizar el MSE, el error cuadrático medio</a:t>
                </a:r>
                <a:r>
                  <a:rPr lang="es-ES" dirty="0" smtClean="0">
                    <a:solidFill>
                      <a:schemeClr val="accent1">
                        <a:lumMod val="50000"/>
                      </a:schemeClr>
                    </a:solidFill>
                  </a:rPr>
                  <a:t>. Es decir la distancia al valor medio de los puntos en cada subconjunto.</a:t>
                </a:r>
                <a:endParaRPr lang="es-ES" dirty="0">
                  <a:solidFill>
                    <a:schemeClr val="accent1">
                      <a:lumMod val="50000"/>
                    </a:schemeClr>
                  </a:solidFill>
                </a:endParaRPr>
              </a:p>
              <a:p>
                <a:endParaRPr lang="es-ES" dirty="0">
                  <a:solidFill>
                    <a:schemeClr val="accent1">
                      <a:lumMod val="50000"/>
                    </a:schemeClr>
                  </a:solidFill>
                </a:endParaRPr>
              </a:p>
              <a:p>
                <a:endParaRPr lang="es-ES" dirty="0">
                  <a:solidFill>
                    <a:schemeClr val="accent1">
                      <a:lumMod val="50000"/>
                    </a:schemeClr>
                  </a:solidFill>
                </a:endParaRPr>
              </a:p>
              <a:p>
                <a:endParaRPr lang="es-ES" dirty="0">
                  <a:solidFill>
                    <a:schemeClr val="accent1">
                      <a:lumMod val="50000"/>
                    </a:schemeClr>
                  </a:solidFill>
                </a:endParaRPr>
              </a:p>
              <a:p>
                <a:endParaRPr lang="es-ES" dirty="0">
                  <a:solidFill>
                    <a:schemeClr val="accent1">
                      <a:lumMod val="50000"/>
                    </a:schemeClr>
                  </a:solidFill>
                </a:endParaRPr>
              </a:p>
              <a:p>
                <a:r>
                  <a:rPr lang="es-ES" dirty="0">
                    <a:solidFill>
                      <a:schemeClr val="accent1">
                        <a:lumMod val="50000"/>
                      </a:schemeClr>
                    </a:solidFill>
                  </a:rPr>
                  <a:t>con:</a:t>
                </a:r>
              </a:p>
              <a:p>
                <a:endParaRPr lang="es-ES" dirty="0">
                  <a:solidFill>
                    <a:schemeClr val="accent1">
                      <a:lumMod val="50000"/>
                    </a:schemeClr>
                  </a:solidFill>
                </a:endParaRPr>
              </a:p>
              <a:p>
                <a:endParaRPr lang="es-ES" dirty="0">
                  <a:solidFill>
                    <a:schemeClr val="accent1">
                      <a:lumMod val="50000"/>
                    </a:schemeClr>
                  </a:solidFill>
                </a:endParaRPr>
              </a:p>
              <a:p>
                <a:endParaRPr lang="es-ES" dirty="0">
                  <a:solidFill>
                    <a:schemeClr val="accent1">
                      <a:lumMod val="50000"/>
                    </a:schemeClr>
                  </a:solidFill>
                </a:endParaRPr>
              </a:p>
            </p:txBody>
          </p:sp>
        </mc:Choice>
        <mc:Fallback xmlns="">
          <p:sp>
            <p:nvSpPr>
              <p:cNvPr id="3" name="CuadroTexto 2">
                <a:extLst>
                  <a:ext uri="{FF2B5EF4-FFF2-40B4-BE49-F238E27FC236}">
                    <a16:creationId xmlns:a16="http://schemas.microsoft.com/office/drawing/2014/main" id="{128CCF1D-2940-97FE-E65E-9A9B9BC5394E}"/>
                  </a:ext>
                </a:extLst>
              </p:cNvPr>
              <p:cNvSpPr txBox="1">
                <a:spLocks noRot="1" noChangeAspect="1" noMove="1" noResize="1" noEditPoints="1" noAdjustHandles="1" noChangeArrowheads="1" noChangeShapeType="1" noTextEdit="1"/>
              </p:cNvSpPr>
              <p:nvPr/>
            </p:nvSpPr>
            <p:spPr>
              <a:xfrm>
                <a:off x="132619" y="1087876"/>
                <a:ext cx="11715312" cy="4247317"/>
              </a:xfrm>
              <a:prstGeom prst="rect">
                <a:avLst/>
              </a:prstGeom>
              <a:blipFill>
                <a:blip r:embed="rId2"/>
                <a:stretch>
                  <a:fillRect l="-468" t="-717" r="-416"/>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F418C50B-4CD4-33C4-2F35-651635313B90}"/>
                  </a:ext>
                </a:extLst>
              </p:cNvPr>
              <p:cNvSpPr txBox="1"/>
              <p:nvPr/>
            </p:nvSpPr>
            <p:spPr>
              <a:xfrm>
                <a:off x="3306147" y="3140075"/>
                <a:ext cx="4896853" cy="5778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𝐽</m:t>
                          </m:r>
                        </m:e>
                        <m:sub>
                          <m:r>
                            <a:rPr lang="es-ES" b="0" i="1" smtClean="0">
                              <a:solidFill>
                                <a:schemeClr val="accent1">
                                  <a:lumMod val="50000"/>
                                </a:schemeClr>
                              </a:solidFill>
                              <a:latin typeface="Cambria Math" panose="02040503050406030204" pitchFamily="18" charset="0"/>
                            </a:rPr>
                            <m:t>𝑖</m:t>
                          </m:r>
                        </m:sub>
                      </m:sSub>
                      <m:d>
                        <m:dPr>
                          <m:ctrlPr>
                            <a:rPr lang="es-ES" b="0" i="1" smtClean="0">
                              <a:solidFill>
                                <a:schemeClr val="accent1">
                                  <a:lumMod val="50000"/>
                                </a:schemeClr>
                              </a:solidFill>
                              <a:latin typeface="Cambria Math" panose="02040503050406030204" pitchFamily="18" charset="0"/>
                            </a:rPr>
                          </m:ctrlPr>
                        </m:dPr>
                        <m:e>
                          <m:r>
                            <a:rPr lang="es-ES" i="1">
                              <a:solidFill>
                                <a:schemeClr val="accent1">
                                  <a:lumMod val="50000"/>
                                </a:schemeClr>
                              </a:solidFill>
                              <a:latin typeface="Cambria Math" panose="02040503050406030204" pitchFamily="18" charset="0"/>
                            </a:rPr>
                            <m:t>𝑥</m:t>
                          </m:r>
                          <m:r>
                            <a:rPr lang="es-ES" i="1">
                              <a:solidFill>
                                <a:schemeClr val="accent1">
                                  <a:lumMod val="50000"/>
                                </a:schemeClr>
                              </a:solidFill>
                              <a:latin typeface="Cambria Math" panose="02040503050406030204" pitchFamily="18" charset="0"/>
                            </a:rPr>
                            <m:t>,</m:t>
                          </m:r>
                          <m:r>
                            <a:rPr lang="es-ES" i="1">
                              <a:solidFill>
                                <a:schemeClr val="accent1">
                                  <a:lumMod val="50000"/>
                                </a:schemeClr>
                              </a:solidFill>
                              <a:latin typeface="Cambria Math" panose="02040503050406030204" pitchFamily="18" charset="0"/>
                            </a:rPr>
                            <m:t>𝑡</m:t>
                          </m:r>
                        </m:e>
                      </m:d>
                      <m:r>
                        <a:rPr lang="es-ES" b="0" i="1" smtClean="0">
                          <a:solidFill>
                            <a:schemeClr val="accent1">
                              <a:lumMod val="50000"/>
                            </a:schemeClr>
                          </a:solidFill>
                          <a:latin typeface="Cambria Math" panose="02040503050406030204" pitchFamily="18" charset="0"/>
                        </a:rPr>
                        <m:t>=</m:t>
                      </m:r>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𝑀𝑆𝐸</m:t>
                          </m:r>
                        </m:e>
                        <m:sub>
                          <m:r>
                            <a:rPr lang="es-ES" b="0" i="1" smtClean="0">
                              <a:solidFill>
                                <a:schemeClr val="accent1">
                                  <a:lumMod val="50000"/>
                                </a:schemeClr>
                              </a:solidFill>
                              <a:latin typeface="Cambria Math" panose="02040503050406030204" pitchFamily="18" charset="0"/>
                            </a:rPr>
                            <m:t>𝑖</m:t>
                          </m:r>
                          <m:r>
                            <a:rPr lang="es-ES" b="0" i="1" smtClean="0">
                              <a:solidFill>
                                <a:schemeClr val="accent1">
                                  <a:lumMod val="50000"/>
                                </a:schemeClr>
                              </a:solidFill>
                              <a:latin typeface="Cambria Math" panose="02040503050406030204" pitchFamily="18" charset="0"/>
                            </a:rPr>
                            <m:t>(</m:t>
                          </m:r>
                          <m:r>
                            <a:rPr lang="es-ES" b="0" i="1" smtClean="0">
                              <a:solidFill>
                                <a:schemeClr val="accent1">
                                  <a:lumMod val="50000"/>
                                </a:schemeClr>
                              </a:solidFill>
                              <a:latin typeface="Cambria Math" panose="02040503050406030204" pitchFamily="18" charset="0"/>
                            </a:rPr>
                            <m:t>𝑥</m:t>
                          </m:r>
                          <m:r>
                            <a:rPr lang="es-ES" b="0"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𝑡</m:t>
                          </m:r>
                          <m:r>
                            <a:rPr lang="es-ES" b="0" i="1" smtClean="0">
                              <a:solidFill>
                                <a:schemeClr val="accent1">
                                  <a:lumMod val="50000"/>
                                </a:schemeClr>
                              </a:solidFill>
                              <a:latin typeface="Cambria Math" panose="02040503050406030204" pitchFamily="18" charset="0"/>
                            </a:rPr>
                            <m:t>)</m:t>
                          </m:r>
                        </m:sub>
                      </m:sSub>
                      <m:f>
                        <m:fPr>
                          <m:ctrlPr>
                            <a:rPr lang="es-ES" b="0" i="1" smtClean="0">
                              <a:solidFill>
                                <a:schemeClr val="accent1">
                                  <a:lumMod val="50000"/>
                                </a:schemeClr>
                              </a:solidFill>
                              <a:latin typeface="Cambria Math" panose="02040503050406030204" pitchFamily="18" charset="0"/>
                            </a:rPr>
                          </m:ctrlPr>
                        </m:fPr>
                        <m:num>
                          <m:r>
                            <a:rPr lang="es-ES" b="0" i="1" smtClean="0">
                              <a:solidFill>
                                <a:schemeClr val="accent1">
                                  <a:lumMod val="50000"/>
                                </a:schemeClr>
                              </a:solidFill>
                              <a:latin typeface="Cambria Math" panose="02040503050406030204" pitchFamily="18" charset="0"/>
                            </a:rPr>
                            <m:t>#</m:t>
                          </m:r>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𝑁</m:t>
                              </m:r>
                            </m:e>
                            <m:sub>
                              <m:r>
                                <a:rPr lang="es-ES" b="0" i="1" smtClean="0">
                                  <a:solidFill>
                                    <a:schemeClr val="accent1">
                                      <a:lumMod val="50000"/>
                                    </a:schemeClr>
                                  </a:solidFill>
                                  <a:latin typeface="Cambria Math" panose="02040503050406030204" pitchFamily="18" charset="0"/>
                                </a:rPr>
                                <m:t>𝑖</m:t>
                              </m:r>
                              <m:r>
                                <a:rPr lang="es-ES" i="1">
                                  <a:solidFill>
                                    <a:schemeClr val="accent1">
                                      <a:lumMod val="50000"/>
                                    </a:schemeClr>
                                  </a:solidFill>
                                  <a:latin typeface="Cambria Math" panose="02040503050406030204" pitchFamily="18" charset="0"/>
                                </a:rPr>
                                <m:t>(</m:t>
                              </m:r>
                              <m:r>
                                <a:rPr lang="es-ES" i="1">
                                  <a:solidFill>
                                    <a:schemeClr val="accent1">
                                      <a:lumMod val="50000"/>
                                    </a:schemeClr>
                                  </a:solidFill>
                                  <a:latin typeface="Cambria Math" panose="02040503050406030204" pitchFamily="18" charset="0"/>
                                </a:rPr>
                                <m:t>𝑥</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𝑡</m:t>
                              </m:r>
                              <m:r>
                                <a:rPr lang="es-ES" i="1">
                                  <a:solidFill>
                                    <a:schemeClr val="accent1">
                                      <a:lumMod val="50000"/>
                                    </a:schemeClr>
                                  </a:solidFill>
                                  <a:latin typeface="Cambria Math" panose="02040503050406030204" pitchFamily="18" charset="0"/>
                                </a:rPr>
                                <m:t>)</m:t>
                              </m:r>
                            </m:sub>
                          </m:sSub>
                        </m:num>
                        <m:den>
                          <m:r>
                            <a:rPr lang="es-ES" i="1">
                              <a:solidFill>
                                <a:schemeClr val="accent1">
                                  <a:lumMod val="50000"/>
                                </a:schemeClr>
                              </a:solidFill>
                              <a:latin typeface="Cambria Math" panose="02040503050406030204" pitchFamily="18" charset="0"/>
                            </a:rPr>
                            <m:t>#</m:t>
                          </m:r>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𝑁</m:t>
                              </m:r>
                            </m:e>
                            <m:sub>
                              <m:r>
                                <a:rPr lang="es-ES" i="1">
                                  <a:solidFill>
                                    <a:schemeClr val="accent1">
                                      <a:lumMod val="50000"/>
                                    </a:schemeClr>
                                  </a:solidFill>
                                  <a:latin typeface="Cambria Math" panose="02040503050406030204" pitchFamily="18" charset="0"/>
                                </a:rPr>
                                <m:t>𝑖</m:t>
                              </m:r>
                            </m:sub>
                          </m:sSub>
                        </m:den>
                      </m:f>
                      <m:r>
                        <a:rPr lang="es-ES" b="0" i="1" smtClean="0">
                          <a:solidFill>
                            <a:schemeClr val="accent1">
                              <a:lumMod val="50000"/>
                            </a:schemeClr>
                          </a:solidFill>
                          <a:latin typeface="Cambria Math" panose="02040503050406030204" pitchFamily="18" charset="0"/>
                        </a:rPr>
                        <m:t>+</m:t>
                      </m:r>
                      <m:sSub>
                        <m:sSubPr>
                          <m:ctrlPr>
                            <a:rPr lang="es-ES" i="1">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𝑀𝑆𝐸</m:t>
                          </m:r>
                        </m:e>
                        <m:sub>
                          <m:r>
                            <a:rPr lang="es-ES" i="1">
                              <a:solidFill>
                                <a:schemeClr val="accent1">
                                  <a:lumMod val="50000"/>
                                </a:schemeClr>
                              </a:solidFill>
                              <a:latin typeface="Cambria Math" panose="02040503050406030204" pitchFamily="18" charset="0"/>
                            </a:rPr>
                            <m:t>𝑖</m:t>
                          </m:r>
                          <m:r>
                            <a:rPr lang="es-ES" i="1">
                              <a:solidFill>
                                <a:schemeClr val="accent1">
                                  <a:lumMod val="50000"/>
                                </a:schemeClr>
                              </a:solidFill>
                              <a:latin typeface="Cambria Math" panose="02040503050406030204" pitchFamily="18" charset="0"/>
                            </a:rPr>
                            <m:t>(</m:t>
                          </m:r>
                          <m:r>
                            <a:rPr lang="es-ES" i="1">
                              <a:solidFill>
                                <a:schemeClr val="accent1">
                                  <a:lumMod val="50000"/>
                                </a:schemeClr>
                              </a:solidFill>
                              <a:latin typeface="Cambria Math" panose="02040503050406030204" pitchFamily="18" charset="0"/>
                            </a:rPr>
                            <m:t>𝑥</m:t>
                          </m:r>
                          <m:r>
                            <a:rPr lang="es-ES" b="0" i="1" smtClean="0">
                              <a:solidFill>
                                <a:schemeClr val="accent1">
                                  <a:lumMod val="50000"/>
                                </a:schemeClr>
                              </a:solidFill>
                              <a:latin typeface="Cambria Math" panose="02040503050406030204" pitchFamily="18" charset="0"/>
                            </a:rPr>
                            <m:t>&gt;</m:t>
                          </m:r>
                          <m:r>
                            <a:rPr lang="es-ES" i="1">
                              <a:solidFill>
                                <a:schemeClr val="accent1">
                                  <a:lumMod val="50000"/>
                                </a:schemeClr>
                              </a:solidFill>
                              <a:latin typeface="Cambria Math" panose="02040503050406030204" pitchFamily="18" charset="0"/>
                              <a:ea typeface="Cambria Math" panose="02040503050406030204" pitchFamily="18" charset="0"/>
                            </a:rPr>
                            <m:t>𝑡</m:t>
                          </m:r>
                          <m:r>
                            <a:rPr lang="es-ES" i="1">
                              <a:solidFill>
                                <a:schemeClr val="accent1">
                                  <a:lumMod val="50000"/>
                                </a:schemeClr>
                              </a:solidFill>
                              <a:latin typeface="Cambria Math" panose="02040503050406030204" pitchFamily="18" charset="0"/>
                            </a:rPr>
                            <m:t>)</m:t>
                          </m:r>
                        </m:sub>
                      </m:sSub>
                      <m:f>
                        <m:fPr>
                          <m:ctrlPr>
                            <a:rPr lang="es-ES" i="1">
                              <a:solidFill>
                                <a:schemeClr val="accent1">
                                  <a:lumMod val="50000"/>
                                </a:schemeClr>
                              </a:solidFill>
                              <a:latin typeface="Cambria Math" panose="02040503050406030204" pitchFamily="18" charset="0"/>
                            </a:rPr>
                          </m:ctrlPr>
                        </m:fPr>
                        <m:num>
                          <m:r>
                            <a:rPr lang="es-ES" i="1">
                              <a:solidFill>
                                <a:schemeClr val="accent1">
                                  <a:lumMod val="50000"/>
                                </a:schemeClr>
                              </a:solidFill>
                              <a:latin typeface="Cambria Math" panose="02040503050406030204" pitchFamily="18" charset="0"/>
                            </a:rPr>
                            <m:t>#</m:t>
                          </m:r>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𝑁</m:t>
                              </m:r>
                            </m:e>
                            <m:sub>
                              <m:r>
                                <a:rPr lang="es-ES" i="1">
                                  <a:solidFill>
                                    <a:schemeClr val="accent1">
                                      <a:lumMod val="50000"/>
                                    </a:schemeClr>
                                  </a:solidFill>
                                  <a:latin typeface="Cambria Math" panose="02040503050406030204" pitchFamily="18" charset="0"/>
                                </a:rPr>
                                <m:t>𝑖</m:t>
                              </m:r>
                              <m:r>
                                <a:rPr lang="es-ES" i="1">
                                  <a:solidFill>
                                    <a:schemeClr val="accent1">
                                      <a:lumMod val="50000"/>
                                    </a:schemeClr>
                                  </a:solidFill>
                                  <a:latin typeface="Cambria Math" panose="02040503050406030204" pitchFamily="18" charset="0"/>
                                </a:rPr>
                                <m:t>(</m:t>
                              </m:r>
                              <m:r>
                                <a:rPr lang="es-ES" i="1">
                                  <a:solidFill>
                                    <a:schemeClr val="accent1">
                                      <a:lumMod val="50000"/>
                                    </a:schemeClr>
                                  </a:solidFill>
                                  <a:latin typeface="Cambria Math" panose="02040503050406030204" pitchFamily="18" charset="0"/>
                                </a:rPr>
                                <m:t>𝑥</m:t>
                              </m:r>
                              <m:r>
                                <a:rPr lang="es-ES" b="0" i="1" smtClean="0">
                                  <a:solidFill>
                                    <a:schemeClr val="accent1">
                                      <a:lumMod val="50000"/>
                                    </a:schemeClr>
                                  </a:solidFill>
                                  <a:latin typeface="Cambria Math" panose="02040503050406030204" pitchFamily="18" charset="0"/>
                                </a:rPr>
                                <m:t>&gt;</m:t>
                              </m:r>
                              <m:r>
                                <a:rPr lang="es-ES" i="1">
                                  <a:solidFill>
                                    <a:schemeClr val="accent1">
                                      <a:lumMod val="50000"/>
                                    </a:schemeClr>
                                  </a:solidFill>
                                  <a:latin typeface="Cambria Math" panose="02040503050406030204" pitchFamily="18" charset="0"/>
                                  <a:ea typeface="Cambria Math" panose="02040503050406030204" pitchFamily="18" charset="0"/>
                                </a:rPr>
                                <m:t>𝑡</m:t>
                              </m:r>
                              <m:r>
                                <a:rPr lang="es-ES" i="1">
                                  <a:solidFill>
                                    <a:schemeClr val="accent1">
                                      <a:lumMod val="50000"/>
                                    </a:schemeClr>
                                  </a:solidFill>
                                  <a:latin typeface="Cambria Math" panose="02040503050406030204" pitchFamily="18" charset="0"/>
                                </a:rPr>
                                <m:t>)</m:t>
                              </m:r>
                            </m:sub>
                          </m:sSub>
                        </m:num>
                        <m:den>
                          <m:r>
                            <a:rPr lang="es-ES" i="1">
                              <a:solidFill>
                                <a:schemeClr val="accent1">
                                  <a:lumMod val="50000"/>
                                </a:schemeClr>
                              </a:solidFill>
                              <a:latin typeface="Cambria Math" panose="02040503050406030204" pitchFamily="18" charset="0"/>
                            </a:rPr>
                            <m:t>#</m:t>
                          </m:r>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𝑁</m:t>
                              </m:r>
                            </m:e>
                            <m:sub>
                              <m:r>
                                <a:rPr lang="es-ES" i="1">
                                  <a:solidFill>
                                    <a:schemeClr val="accent1">
                                      <a:lumMod val="50000"/>
                                    </a:schemeClr>
                                  </a:solidFill>
                                  <a:latin typeface="Cambria Math" panose="02040503050406030204" pitchFamily="18" charset="0"/>
                                </a:rPr>
                                <m:t>𝑖</m:t>
                              </m:r>
                            </m:sub>
                          </m:sSub>
                        </m:den>
                      </m:f>
                    </m:oMath>
                  </m:oMathPara>
                </a14:m>
                <a:endParaRPr lang="es-ES" dirty="0"/>
              </a:p>
            </p:txBody>
          </p:sp>
        </mc:Choice>
        <mc:Fallback xmlns="">
          <p:sp>
            <p:nvSpPr>
              <p:cNvPr id="4" name="CuadroTexto 3">
                <a:extLst>
                  <a:ext uri="{FF2B5EF4-FFF2-40B4-BE49-F238E27FC236}">
                    <a16:creationId xmlns:a16="http://schemas.microsoft.com/office/drawing/2014/main" id="{F418C50B-4CD4-33C4-2F35-651635313B90}"/>
                  </a:ext>
                </a:extLst>
              </p:cNvPr>
              <p:cNvSpPr txBox="1">
                <a:spLocks noRot="1" noChangeAspect="1" noMove="1" noResize="1" noEditPoints="1" noAdjustHandles="1" noChangeArrowheads="1" noChangeShapeType="1" noTextEdit="1"/>
              </p:cNvSpPr>
              <p:nvPr/>
            </p:nvSpPr>
            <p:spPr>
              <a:xfrm>
                <a:off x="3306147" y="3140075"/>
                <a:ext cx="4896853" cy="577850"/>
              </a:xfrm>
              <a:prstGeom prst="rect">
                <a:avLst/>
              </a:prstGeom>
              <a:blipFill>
                <a:blip r:embed="rId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6F627525-5220-A12D-C0BC-F3D616CBD0CE}"/>
                  </a:ext>
                </a:extLst>
              </p:cNvPr>
              <p:cNvSpPr txBox="1"/>
              <p:nvPr/>
            </p:nvSpPr>
            <p:spPr>
              <a:xfrm>
                <a:off x="1169436" y="3955999"/>
                <a:ext cx="4273421" cy="8245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accent1">
                                  <a:lumMod val="50000"/>
                                </a:schemeClr>
                              </a:solidFill>
                              <a:latin typeface="Cambria Math" panose="02040503050406030204" pitchFamily="18" charset="0"/>
                            </a:rPr>
                          </m:ctrlPr>
                        </m:sSubPr>
                        <m:e>
                          <m:r>
                            <a:rPr lang="es-ES" b="0" i="1" smtClean="0">
                              <a:solidFill>
                                <a:schemeClr val="accent1">
                                  <a:lumMod val="50000"/>
                                </a:schemeClr>
                              </a:solidFill>
                              <a:latin typeface="Cambria Math" panose="02040503050406030204" pitchFamily="18" charset="0"/>
                            </a:rPr>
                            <m:t>𝑀𝑆𝐸</m:t>
                          </m:r>
                        </m:e>
                        <m:sub>
                          <m:r>
                            <a:rPr lang="es-ES" b="0" i="1" smtClean="0">
                              <a:solidFill>
                                <a:schemeClr val="accent1">
                                  <a:lumMod val="50000"/>
                                </a:schemeClr>
                              </a:solidFill>
                              <a:latin typeface="Cambria Math" panose="02040503050406030204" pitchFamily="18" charset="0"/>
                            </a:rPr>
                            <m:t>𝑖</m:t>
                          </m:r>
                          <m:r>
                            <a:rPr lang="es-ES" i="1">
                              <a:solidFill>
                                <a:schemeClr val="accent1">
                                  <a:lumMod val="50000"/>
                                </a:schemeClr>
                              </a:solidFill>
                              <a:latin typeface="Cambria Math" panose="02040503050406030204" pitchFamily="18" charset="0"/>
                            </a:rPr>
                            <m:t>(</m:t>
                          </m:r>
                          <m:r>
                            <a:rPr lang="es-ES" i="1">
                              <a:solidFill>
                                <a:schemeClr val="accent1">
                                  <a:lumMod val="50000"/>
                                </a:schemeClr>
                              </a:solidFill>
                              <a:latin typeface="Cambria Math" panose="02040503050406030204" pitchFamily="18" charset="0"/>
                            </a:rPr>
                            <m:t>𝑥</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𝑡</m:t>
                          </m:r>
                          <m:r>
                            <a:rPr lang="es-ES" i="1">
                              <a:solidFill>
                                <a:schemeClr val="accent1">
                                  <a:lumMod val="50000"/>
                                </a:schemeClr>
                              </a:solidFill>
                              <a:latin typeface="Cambria Math" panose="02040503050406030204" pitchFamily="18" charset="0"/>
                            </a:rPr>
                            <m:t>)</m:t>
                          </m:r>
                        </m:sub>
                      </m:sSub>
                      <m:r>
                        <a:rPr lang="es-ES" b="0" i="0" smtClean="0">
                          <a:solidFill>
                            <a:schemeClr val="accent1">
                              <a:lumMod val="50000"/>
                            </a:schemeClr>
                          </a:solidFill>
                          <a:latin typeface="Cambria Math" panose="02040503050406030204" pitchFamily="18" charset="0"/>
                        </a:rPr>
                        <m:t>=</m:t>
                      </m:r>
                      <m:f>
                        <m:fPr>
                          <m:ctrlPr>
                            <a:rPr lang="es-ES" i="1">
                              <a:solidFill>
                                <a:schemeClr val="accent1">
                                  <a:lumMod val="50000"/>
                                </a:schemeClr>
                              </a:solidFill>
                              <a:latin typeface="Cambria Math" panose="02040503050406030204" pitchFamily="18" charset="0"/>
                            </a:rPr>
                          </m:ctrlPr>
                        </m:fPr>
                        <m:num>
                          <m:r>
                            <a:rPr lang="es-ES" i="1">
                              <a:solidFill>
                                <a:schemeClr val="accent1">
                                  <a:lumMod val="50000"/>
                                </a:schemeClr>
                              </a:solidFill>
                              <a:latin typeface="Cambria Math" panose="02040503050406030204" pitchFamily="18" charset="0"/>
                            </a:rPr>
                            <m:t>1</m:t>
                          </m:r>
                        </m:num>
                        <m:den>
                          <m:r>
                            <a:rPr lang="es-ES" i="1">
                              <a:solidFill>
                                <a:schemeClr val="accent1">
                                  <a:lumMod val="50000"/>
                                </a:schemeClr>
                              </a:solidFill>
                              <a:latin typeface="Cambria Math" panose="02040503050406030204" pitchFamily="18" charset="0"/>
                            </a:rPr>
                            <m:t>#</m:t>
                          </m:r>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𝑁</m:t>
                              </m:r>
                            </m:e>
                            <m:sub>
                              <m:r>
                                <a:rPr lang="es-ES" i="1">
                                  <a:solidFill>
                                    <a:schemeClr val="accent1">
                                      <a:lumMod val="50000"/>
                                    </a:schemeClr>
                                  </a:solidFill>
                                  <a:latin typeface="Cambria Math" panose="02040503050406030204" pitchFamily="18" charset="0"/>
                                </a:rPr>
                                <m:t>𝑖</m:t>
                              </m:r>
                              <m:r>
                                <a:rPr lang="es-ES" i="1">
                                  <a:solidFill>
                                    <a:schemeClr val="accent1">
                                      <a:lumMod val="50000"/>
                                    </a:schemeClr>
                                  </a:solidFill>
                                  <a:latin typeface="Cambria Math" panose="02040503050406030204" pitchFamily="18" charset="0"/>
                                </a:rPr>
                                <m:t>(</m:t>
                              </m:r>
                              <m:r>
                                <a:rPr lang="es-ES" i="1">
                                  <a:solidFill>
                                    <a:schemeClr val="accent1">
                                      <a:lumMod val="50000"/>
                                    </a:schemeClr>
                                  </a:solidFill>
                                  <a:latin typeface="Cambria Math" panose="02040503050406030204" pitchFamily="18" charset="0"/>
                                </a:rPr>
                                <m:t>𝑥</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𝑡</m:t>
                              </m:r>
                              <m:r>
                                <a:rPr lang="es-ES" i="1">
                                  <a:solidFill>
                                    <a:schemeClr val="accent1">
                                      <a:lumMod val="50000"/>
                                    </a:schemeClr>
                                  </a:solidFill>
                                  <a:latin typeface="Cambria Math" panose="02040503050406030204" pitchFamily="18" charset="0"/>
                                </a:rPr>
                                <m:t>)</m:t>
                              </m:r>
                            </m:sub>
                          </m:sSub>
                        </m:den>
                      </m:f>
                      <m:nary>
                        <m:naryPr>
                          <m:chr m:val="∑"/>
                          <m:supHide m:val="on"/>
                          <m:ctrlPr>
                            <a:rPr lang="es-ES" b="0" i="1" smtClean="0">
                              <a:solidFill>
                                <a:schemeClr val="accent1">
                                  <a:lumMod val="50000"/>
                                </a:schemeClr>
                              </a:solidFill>
                              <a:latin typeface="Cambria Math" panose="02040503050406030204" pitchFamily="18" charset="0"/>
                            </a:rPr>
                          </m:ctrlPr>
                        </m:naryPr>
                        <m:sub>
                          <m:r>
                            <m:rPr>
                              <m:brk m:alnAt="7"/>
                            </m:rPr>
                            <a:rPr lang="es-ES" b="0" i="1" smtClean="0">
                              <a:solidFill>
                                <a:schemeClr val="accent1">
                                  <a:lumMod val="50000"/>
                                </a:schemeClr>
                              </a:solidFill>
                              <a:latin typeface="Cambria Math" panose="02040503050406030204" pitchFamily="18" charset="0"/>
                            </a:rPr>
                            <m:t>𝑗</m:t>
                          </m:r>
                          <m:r>
                            <a:rPr lang="es-ES" b="0" i="1" smtClean="0">
                              <a:solidFill>
                                <a:schemeClr val="accent1">
                                  <a:lumMod val="50000"/>
                                </a:schemeClr>
                              </a:solidFill>
                              <a:latin typeface="Cambria Math" panose="02040503050406030204" pitchFamily="18" charset="0"/>
                            </a:rPr>
                            <m:t> </m:t>
                          </m:r>
                          <m:r>
                            <a:rPr lang="es-ES" b="0" i="1" smtClean="0">
                              <a:solidFill>
                                <a:schemeClr val="accent1">
                                  <a:lumMod val="50000"/>
                                </a:schemeClr>
                              </a:solidFill>
                              <a:latin typeface="Cambria Math" panose="02040503050406030204" pitchFamily="18" charset="0"/>
                            </a:rPr>
                            <m:t>𝑐𝑜𝑛</m:t>
                          </m:r>
                          <m:r>
                            <a:rPr lang="es-ES" b="0" i="1" smtClean="0">
                              <a:solidFill>
                                <a:schemeClr val="accent1">
                                  <a:lumMod val="50000"/>
                                </a:schemeClr>
                              </a:solidFill>
                              <a:latin typeface="Cambria Math" panose="02040503050406030204" pitchFamily="18" charset="0"/>
                            </a:rPr>
                            <m:t> (</m:t>
                          </m:r>
                          <m:sSup>
                            <m:sSupPr>
                              <m:ctrlPr>
                                <a:rPr lang="es-ES" i="1" smtClean="0">
                                  <a:solidFill>
                                    <a:schemeClr val="accent1">
                                      <a:lumMod val="50000"/>
                                    </a:schemeClr>
                                  </a:solidFill>
                                  <a:latin typeface="Cambria Math" panose="02040503050406030204" pitchFamily="18" charset="0"/>
                                </a:rPr>
                              </m:ctrlPr>
                            </m:sSupPr>
                            <m:e>
                              <m:r>
                                <a:rPr lang="es-ES" b="0" i="1" smtClean="0">
                                  <a:solidFill>
                                    <a:schemeClr val="accent1">
                                      <a:lumMod val="50000"/>
                                    </a:schemeClr>
                                  </a:solidFill>
                                  <a:latin typeface="Cambria Math" panose="02040503050406030204" pitchFamily="18" charset="0"/>
                                </a:rPr>
                                <m:t>𝑥</m:t>
                              </m:r>
                            </m:e>
                            <m:sup>
                              <m:r>
                                <a:rPr lang="es-ES" b="0" i="1" smtClean="0">
                                  <a:solidFill>
                                    <a:schemeClr val="accent1">
                                      <a:lumMod val="50000"/>
                                    </a:schemeClr>
                                  </a:solidFill>
                                  <a:latin typeface="Cambria Math" panose="02040503050406030204" pitchFamily="18" charset="0"/>
                                </a:rPr>
                                <m:t>𝑗</m:t>
                              </m:r>
                            </m:sup>
                          </m:s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𝑡</m:t>
                          </m:r>
                          <m:r>
                            <a:rPr lang="es-ES" i="1">
                              <a:solidFill>
                                <a:schemeClr val="accent1">
                                  <a:lumMod val="50000"/>
                                </a:schemeClr>
                              </a:solidFill>
                              <a:latin typeface="Cambria Math" panose="02040503050406030204" pitchFamily="18" charset="0"/>
                            </a:rPr>
                            <m:t>)</m:t>
                          </m:r>
                        </m:sub>
                        <m:sup/>
                        <m:e>
                          <m:sSup>
                            <m:sSupPr>
                              <m:ctrlPr>
                                <a:rPr lang="es-ES" b="0" i="1" smtClean="0">
                                  <a:solidFill>
                                    <a:schemeClr val="accent1">
                                      <a:lumMod val="50000"/>
                                    </a:schemeClr>
                                  </a:solidFill>
                                  <a:latin typeface="Cambria Math" panose="02040503050406030204" pitchFamily="18" charset="0"/>
                                </a:rPr>
                              </m:ctrlPr>
                            </m:sSupPr>
                            <m:e>
                              <m:r>
                                <a:rPr lang="es-ES" i="1">
                                  <a:solidFill>
                                    <a:schemeClr val="accent1">
                                      <a:lumMod val="50000"/>
                                    </a:schemeClr>
                                  </a:solidFill>
                                  <a:latin typeface="Cambria Math" panose="02040503050406030204" pitchFamily="18" charset="0"/>
                                </a:rPr>
                                <m:t>(</m:t>
                              </m:r>
                              <m:sSup>
                                <m:sSupPr>
                                  <m:ctrlPr>
                                    <a:rPr lang="es-ES" i="1">
                                      <a:solidFill>
                                        <a:schemeClr val="accent1">
                                          <a:lumMod val="50000"/>
                                        </a:schemeClr>
                                      </a:solidFill>
                                      <a:latin typeface="Cambria Math" panose="02040503050406030204" pitchFamily="18" charset="0"/>
                                    </a:rPr>
                                  </m:ctrlPr>
                                </m:sSupPr>
                                <m:e>
                                  <m:r>
                                    <a:rPr lang="es-ES" i="1">
                                      <a:solidFill>
                                        <a:schemeClr val="accent1">
                                          <a:lumMod val="50000"/>
                                        </a:schemeClr>
                                      </a:solidFill>
                                      <a:latin typeface="Cambria Math" panose="02040503050406030204" pitchFamily="18" charset="0"/>
                                    </a:rPr>
                                    <m:t>𝑦</m:t>
                                  </m:r>
                                </m:e>
                                <m:sup>
                                  <m:r>
                                    <a:rPr lang="es-ES" i="1">
                                      <a:solidFill>
                                        <a:schemeClr val="accent1">
                                          <a:lumMod val="50000"/>
                                        </a:schemeClr>
                                      </a:solidFill>
                                      <a:latin typeface="Cambria Math" panose="02040503050406030204" pitchFamily="18" charset="0"/>
                                    </a:rPr>
                                    <m:t>𝑗</m:t>
                                  </m:r>
                                </m:sup>
                              </m:sSup>
                              <m:r>
                                <a:rPr lang="es-ES" i="1">
                                  <a:solidFill>
                                    <a:schemeClr val="accent1">
                                      <a:lumMod val="50000"/>
                                    </a:schemeClr>
                                  </a:solidFill>
                                  <a:latin typeface="Cambria Math" panose="02040503050406030204" pitchFamily="18" charset="0"/>
                                </a:rPr>
                                <m:t>−</m:t>
                              </m:r>
                              <m:r>
                                <a:rPr lang="es-ES" i="1" smtClean="0">
                                  <a:solidFill>
                                    <a:schemeClr val="accent1">
                                      <a:lumMod val="50000"/>
                                    </a:schemeClr>
                                  </a:solidFill>
                                  <a:latin typeface="Cambria Math" panose="02040503050406030204" pitchFamily="18" charset="0"/>
                                  <a:ea typeface="Cambria Math" panose="02040503050406030204" pitchFamily="18" charset="0"/>
                                </a:rPr>
                                <m:t>𝜇</m:t>
                              </m:r>
                              <m:r>
                                <a:rPr lang="es-ES" i="1">
                                  <a:solidFill>
                                    <a:schemeClr val="accent1">
                                      <a:lumMod val="50000"/>
                                    </a:schemeClr>
                                  </a:solidFill>
                                  <a:latin typeface="Cambria Math" panose="02040503050406030204" pitchFamily="18" charset="0"/>
                                </a:rPr>
                                <m:t>)</m:t>
                              </m:r>
                            </m:e>
                            <m:sup>
                              <m:r>
                                <a:rPr lang="es-ES" b="0" i="1" smtClean="0">
                                  <a:solidFill>
                                    <a:schemeClr val="accent1">
                                      <a:lumMod val="50000"/>
                                    </a:schemeClr>
                                  </a:solidFill>
                                  <a:latin typeface="Cambria Math" panose="02040503050406030204" pitchFamily="18" charset="0"/>
                                </a:rPr>
                                <m:t>2</m:t>
                              </m:r>
                            </m:sup>
                          </m:sSup>
                        </m:e>
                      </m:nary>
                    </m:oMath>
                  </m:oMathPara>
                </a14:m>
                <a:endParaRPr lang="es-ES" dirty="0"/>
              </a:p>
            </p:txBody>
          </p:sp>
        </mc:Choice>
        <mc:Fallback xmlns="">
          <p:sp>
            <p:nvSpPr>
              <p:cNvPr id="6" name="CuadroTexto 5">
                <a:extLst>
                  <a:ext uri="{FF2B5EF4-FFF2-40B4-BE49-F238E27FC236}">
                    <a16:creationId xmlns:a16="http://schemas.microsoft.com/office/drawing/2014/main" id="{6F627525-5220-A12D-C0BC-F3D616CBD0CE}"/>
                  </a:ext>
                </a:extLst>
              </p:cNvPr>
              <p:cNvSpPr txBox="1">
                <a:spLocks noRot="1" noChangeAspect="1" noMove="1" noResize="1" noEditPoints="1" noAdjustHandles="1" noChangeArrowheads="1" noChangeShapeType="1" noTextEdit="1"/>
              </p:cNvSpPr>
              <p:nvPr/>
            </p:nvSpPr>
            <p:spPr>
              <a:xfrm>
                <a:off x="1169436" y="3955999"/>
                <a:ext cx="4273421" cy="82452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AA2F68C1-C4B4-DB8A-AED4-88CEBA467D2C}"/>
                  </a:ext>
                </a:extLst>
              </p:cNvPr>
              <p:cNvSpPr txBox="1"/>
              <p:nvPr/>
            </p:nvSpPr>
            <p:spPr>
              <a:xfrm>
                <a:off x="5127815" y="3955999"/>
                <a:ext cx="4423488" cy="8245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s-ES" b="0" i="0" smtClean="0">
                          <a:solidFill>
                            <a:schemeClr val="accent1">
                              <a:lumMod val="50000"/>
                            </a:schemeClr>
                          </a:solidFill>
                          <a:latin typeface="Cambria Math" panose="02040503050406030204" pitchFamily="18" charset="0"/>
                        </a:rPr>
                        <m:t>con</m:t>
                      </m:r>
                      <m:r>
                        <m:rPr>
                          <m:nor/>
                        </m:rPr>
                        <a:rPr lang="es-ES" b="0" i="0" smtClean="0">
                          <a:solidFill>
                            <a:schemeClr val="accent1">
                              <a:lumMod val="50000"/>
                            </a:schemeClr>
                          </a:solidFill>
                          <a:latin typeface="Cambria Math" panose="02040503050406030204" pitchFamily="18" charset="0"/>
                        </a:rPr>
                        <m:t>        </m:t>
                      </m:r>
                      <m:r>
                        <a:rPr lang="es-ES" i="1" smtClean="0">
                          <a:solidFill>
                            <a:schemeClr val="accent1">
                              <a:lumMod val="50000"/>
                            </a:schemeClr>
                          </a:solidFill>
                          <a:latin typeface="Cambria Math" panose="02040503050406030204" pitchFamily="18" charset="0"/>
                          <a:ea typeface="Cambria Math" panose="02040503050406030204" pitchFamily="18" charset="0"/>
                        </a:rPr>
                        <m:t>𝜇</m:t>
                      </m:r>
                      <m:r>
                        <a:rPr lang="es-ES" b="0" i="1" smtClean="0">
                          <a:solidFill>
                            <a:schemeClr val="accent1">
                              <a:lumMod val="50000"/>
                            </a:schemeClr>
                          </a:solidFill>
                          <a:latin typeface="Cambria Math" panose="02040503050406030204" pitchFamily="18" charset="0"/>
                        </a:rPr>
                        <m:t>=</m:t>
                      </m:r>
                      <m:f>
                        <m:fPr>
                          <m:ctrlPr>
                            <a:rPr lang="es-ES" b="0" i="1" smtClean="0">
                              <a:solidFill>
                                <a:schemeClr val="accent1">
                                  <a:lumMod val="50000"/>
                                </a:schemeClr>
                              </a:solidFill>
                              <a:latin typeface="Cambria Math" panose="02040503050406030204" pitchFamily="18" charset="0"/>
                            </a:rPr>
                          </m:ctrlPr>
                        </m:fPr>
                        <m:num>
                          <m:r>
                            <a:rPr lang="es-ES" b="0" i="1" smtClean="0">
                              <a:solidFill>
                                <a:schemeClr val="accent1">
                                  <a:lumMod val="50000"/>
                                </a:schemeClr>
                              </a:solidFill>
                              <a:latin typeface="Cambria Math" panose="02040503050406030204" pitchFamily="18" charset="0"/>
                            </a:rPr>
                            <m:t>1</m:t>
                          </m:r>
                        </m:num>
                        <m:den>
                          <m:r>
                            <a:rPr lang="es-ES" i="1">
                              <a:solidFill>
                                <a:schemeClr val="accent1">
                                  <a:lumMod val="50000"/>
                                </a:schemeClr>
                              </a:solidFill>
                              <a:latin typeface="Cambria Math" panose="02040503050406030204" pitchFamily="18" charset="0"/>
                            </a:rPr>
                            <m:t>#</m:t>
                          </m:r>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𝑁</m:t>
                              </m:r>
                            </m:e>
                            <m:sub>
                              <m:r>
                                <a:rPr lang="es-ES" i="1">
                                  <a:solidFill>
                                    <a:schemeClr val="accent1">
                                      <a:lumMod val="50000"/>
                                    </a:schemeClr>
                                  </a:solidFill>
                                  <a:latin typeface="Cambria Math" panose="02040503050406030204" pitchFamily="18" charset="0"/>
                                </a:rPr>
                                <m:t>𝑖</m:t>
                              </m:r>
                              <m:r>
                                <a:rPr lang="es-ES" i="1">
                                  <a:solidFill>
                                    <a:schemeClr val="accent1">
                                      <a:lumMod val="50000"/>
                                    </a:schemeClr>
                                  </a:solidFill>
                                  <a:latin typeface="Cambria Math" panose="02040503050406030204" pitchFamily="18" charset="0"/>
                                </a:rPr>
                                <m:t>(</m:t>
                              </m:r>
                              <m:r>
                                <a:rPr lang="es-ES" i="1">
                                  <a:solidFill>
                                    <a:schemeClr val="accent1">
                                      <a:lumMod val="50000"/>
                                    </a:schemeClr>
                                  </a:solidFill>
                                  <a:latin typeface="Cambria Math" panose="02040503050406030204" pitchFamily="18" charset="0"/>
                                </a:rPr>
                                <m:t>𝑥</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𝑡</m:t>
                              </m:r>
                              <m:r>
                                <a:rPr lang="es-ES" i="1">
                                  <a:solidFill>
                                    <a:schemeClr val="accent1">
                                      <a:lumMod val="50000"/>
                                    </a:schemeClr>
                                  </a:solidFill>
                                  <a:latin typeface="Cambria Math" panose="02040503050406030204" pitchFamily="18" charset="0"/>
                                </a:rPr>
                                <m:t>)</m:t>
                              </m:r>
                            </m:sub>
                          </m:sSub>
                        </m:den>
                      </m:f>
                      <m:nary>
                        <m:naryPr>
                          <m:chr m:val="∑"/>
                          <m:supHide m:val="on"/>
                          <m:ctrlPr>
                            <a:rPr lang="es-ES" i="1">
                              <a:solidFill>
                                <a:schemeClr val="accent1">
                                  <a:lumMod val="50000"/>
                                </a:schemeClr>
                              </a:solidFill>
                              <a:latin typeface="Cambria Math" panose="02040503050406030204" pitchFamily="18" charset="0"/>
                            </a:rPr>
                          </m:ctrlPr>
                        </m:naryPr>
                        <m:sub>
                          <m:r>
                            <m:rPr>
                              <m:brk m:alnAt="7"/>
                            </m:rPr>
                            <a:rPr lang="es-ES" i="1">
                              <a:solidFill>
                                <a:schemeClr val="accent1">
                                  <a:lumMod val="50000"/>
                                </a:schemeClr>
                              </a:solidFill>
                              <a:latin typeface="Cambria Math" panose="02040503050406030204" pitchFamily="18" charset="0"/>
                            </a:rPr>
                            <m:t>𝑗</m:t>
                          </m:r>
                          <m:r>
                            <a:rPr lang="es-ES" i="1">
                              <a:solidFill>
                                <a:schemeClr val="accent1">
                                  <a:lumMod val="50000"/>
                                </a:schemeClr>
                              </a:solidFill>
                              <a:latin typeface="Cambria Math" panose="02040503050406030204" pitchFamily="18" charset="0"/>
                            </a:rPr>
                            <m:t> </m:t>
                          </m:r>
                          <m:r>
                            <a:rPr lang="es-ES" i="1">
                              <a:solidFill>
                                <a:schemeClr val="accent1">
                                  <a:lumMod val="50000"/>
                                </a:schemeClr>
                              </a:solidFill>
                              <a:latin typeface="Cambria Math" panose="02040503050406030204" pitchFamily="18" charset="0"/>
                            </a:rPr>
                            <m:t>𝑐𝑜𝑛</m:t>
                          </m:r>
                          <m:r>
                            <a:rPr lang="es-ES" i="1">
                              <a:solidFill>
                                <a:schemeClr val="accent1">
                                  <a:lumMod val="50000"/>
                                </a:schemeClr>
                              </a:solidFill>
                              <a:latin typeface="Cambria Math" panose="02040503050406030204" pitchFamily="18" charset="0"/>
                            </a:rPr>
                            <m:t> </m:t>
                          </m:r>
                          <m:sSup>
                            <m:sSupPr>
                              <m:ctrlPr>
                                <a:rPr lang="es-ES" i="1">
                                  <a:solidFill>
                                    <a:schemeClr val="accent1">
                                      <a:lumMod val="50000"/>
                                    </a:schemeClr>
                                  </a:solidFill>
                                  <a:latin typeface="Cambria Math" panose="02040503050406030204" pitchFamily="18" charset="0"/>
                                </a:rPr>
                              </m:ctrlPr>
                            </m:sSupPr>
                            <m:e>
                              <m:r>
                                <a:rPr lang="es-ES" i="1">
                                  <a:solidFill>
                                    <a:schemeClr val="accent1">
                                      <a:lumMod val="50000"/>
                                    </a:schemeClr>
                                  </a:solidFill>
                                  <a:latin typeface="Cambria Math" panose="02040503050406030204" pitchFamily="18" charset="0"/>
                                </a:rPr>
                                <m:t>𝑥</m:t>
                              </m:r>
                            </m:e>
                            <m:sup>
                              <m:r>
                                <a:rPr lang="es-ES" i="1">
                                  <a:solidFill>
                                    <a:schemeClr val="accent1">
                                      <a:lumMod val="50000"/>
                                    </a:schemeClr>
                                  </a:solidFill>
                                  <a:latin typeface="Cambria Math" panose="02040503050406030204" pitchFamily="18" charset="0"/>
                                </a:rPr>
                                <m:t>𝑗</m:t>
                              </m:r>
                            </m:sup>
                          </m:sSup>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𝑡</m:t>
                          </m:r>
                        </m:sub>
                        <m:sup/>
                        <m:e>
                          <m:sSup>
                            <m:sSupPr>
                              <m:ctrlPr>
                                <a:rPr lang="es-ES" i="1">
                                  <a:solidFill>
                                    <a:schemeClr val="accent1">
                                      <a:lumMod val="50000"/>
                                    </a:schemeClr>
                                  </a:solidFill>
                                  <a:latin typeface="Cambria Math" panose="02040503050406030204" pitchFamily="18" charset="0"/>
                                </a:rPr>
                              </m:ctrlPr>
                            </m:sSupPr>
                            <m:e>
                              <m:r>
                                <a:rPr lang="es-ES" i="1">
                                  <a:solidFill>
                                    <a:schemeClr val="accent1">
                                      <a:lumMod val="50000"/>
                                    </a:schemeClr>
                                  </a:solidFill>
                                  <a:latin typeface="Cambria Math" panose="02040503050406030204" pitchFamily="18" charset="0"/>
                                </a:rPr>
                                <m:t>𝑦</m:t>
                              </m:r>
                            </m:e>
                            <m:sup>
                              <m:r>
                                <a:rPr lang="es-ES" i="1">
                                  <a:solidFill>
                                    <a:schemeClr val="accent1">
                                      <a:lumMod val="50000"/>
                                    </a:schemeClr>
                                  </a:solidFill>
                                  <a:latin typeface="Cambria Math" panose="02040503050406030204" pitchFamily="18" charset="0"/>
                                </a:rPr>
                                <m:t>𝑗</m:t>
                              </m:r>
                            </m:sup>
                          </m:sSup>
                        </m:e>
                      </m:nary>
                    </m:oMath>
                  </m:oMathPara>
                </a14:m>
                <a:endParaRPr lang="es-ES" dirty="0"/>
              </a:p>
            </p:txBody>
          </p:sp>
        </mc:Choice>
        <mc:Fallback xmlns="">
          <p:sp>
            <p:nvSpPr>
              <p:cNvPr id="8" name="CuadroTexto 7">
                <a:extLst>
                  <a:ext uri="{FF2B5EF4-FFF2-40B4-BE49-F238E27FC236}">
                    <a16:creationId xmlns:a16="http://schemas.microsoft.com/office/drawing/2014/main" id="{AA2F68C1-C4B4-DB8A-AED4-88CEBA467D2C}"/>
                  </a:ext>
                </a:extLst>
              </p:cNvPr>
              <p:cNvSpPr txBox="1">
                <a:spLocks noRot="1" noChangeAspect="1" noMove="1" noResize="1" noEditPoints="1" noAdjustHandles="1" noChangeArrowheads="1" noChangeShapeType="1" noTextEdit="1"/>
              </p:cNvSpPr>
              <p:nvPr/>
            </p:nvSpPr>
            <p:spPr>
              <a:xfrm>
                <a:off x="5127815" y="3955999"/>
                <a:ext cx="4423488" cy="824521"/>
              </a:xfrm>
              <a:prstGeom prst="rect">
                <a:avLst/>
              </a:prstGeom>
              <a:blipFill>
                <a:blip r:embed="rId5"/>
                <a:stretch>
                  <a:fillRect/>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ADF02B0E-5B06-412C-69C7-E71EF260696A}"/>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5" name="CuadroTexto 4">
            <a:extLst>
              <a:ext uri="{FF2B5EF4-FFF2-40B4-BE49-F238E27FC236}">
                <a16:creationId xmlns:a16="http://schemas.microsoft.com/office/drawing/2014/main" id="{5FFF0404-2DCD-E1D3-FA05-286D817D9F50}"/>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7" name="CuadroTexto 6">
            <a:extLst>
              <a:ext uri="{FF2B5EF4-FFF2-40B4-BE49-F238E27FC236}">
                <a16:creationId xmlns:a16="http://schemas.microsoft.com/office/drawing/2014/main" id="{CD93F702-C7A6-5750-7BFB-D1C23CE690DC}"/>
              </a:ext>
            </a:extLst>
          </p:cNvPr>
          <p:cNvSpPr txBox="1"/>
          <p:nvPr/>
        </p:nvSpPr>
        <p:spPr>
          <a:xfrm>
            <a:off x="171888" y="487595"/>
            <a:ext cx="2563266" cy="400110"/>
          </a:xfrm>
          <a:prstGeom prst="rect">
            <a:avLst/>
          </a:prstGeom>
          <a:noFill/>
        </p:spPr>
        <p:txBody>
          <a:bodyPr wrap="none" rtlCol="0">
            <a:spAutoFit/>
          </a:bodyPr>
          <a:lstStyle/>
          <a:p>
            <a:r>
              <a:rPr lang="es-ES" sz="2000" b="1" dirty="0">
                <a:solidFill>
                  <a:schemeClr val="accent1">
                    <a:lumMod val="50000"/>
                  </a:schemeClr>
                </a:solidFill>
              </a:rPr>
              <a:t>Árboles de </a:t>
            </a:r>
            <a:r>
              <a:rPr lang="es-ES" sz="2000" b="1" u="sng" dirty="0">
                <a:solidFill>
                  <a:schemeClr val="accent1">
                    <a:lumMod val="50000"/>
                  </a:schemeClr>
                </a:solidFill>
              </a:rPr>
              <a:t>Regresión</a:t>
            </a:r>
            <a:r>
              <a:rPr lang="es-ES" sz="2000" b="1" dirty="0">
                <a:solidFill>
                  <a:schemeClr val="accent1">
                    <a:lumMod val="50000"/>
                  </a:schemeClr>
                </a:solidFill>
              </a:rPr>
              <a:t>. </a:t>
            </a:r>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2B136D48-70C9-8247-FD24-9255CE7CD53B}"/>
                  </a:ext>
                </a:extLst>
              </p:cNvPr>
              <p:cNvSpPr txBox="1"/>
              <p:nvPr/>
            </p:nvSpPr>
            <p:spPr>
              <a:xfrm>
                <a:off x="2868018" y="5249814"/>
                <a:ext cx="6095064" cy="950004"/>
              </a:xfrm>
              <a:prstGeom prst="rect">
                <a:avLst/>
              </a:prstGeom>
              <a:noFill/>
            </p:spPr>
            <p:txBody>
              <a:bodyPr wrap="square">
                <a:spAutoFit/>
              </a:bodyPr>
              <a:lstStyle/>
              <a:p>
                <a14:m>
                  <m:oMath xmlns:m="http://schemas.openxmlformats.org/officeDocument/2006/math">
                    <m:r>
                      <a:rPr lang="es-ES" i="1" smtClean="0">
                        <a:solidFill>
                          <a:schemeClr val="accent1">
                            <a:lumMod val="50000"/>
                          </a:schemeClr>
                        </a:solidFill>
                        <a:latin typeface="Cambria Math" panose="02040503050406030204" pitchFamily="18" charset="0"/>
                        <a:ea typeface="Cambria Math" panose="02040503050406030204" pitchFamily="18" charset="0"/>
                      </a:rPr>
                      <m:t>𝜇</m:t>
                    </m:r>
                  </m:oMath>
                </a14:m>
                <a:r>
                  <a:rPr lang="es-ES" dirty="0">
                    <a:solidFill>
                      <a:schemeClr val="accent1">
                        <a:lumMod val="50000"/>
                      </a:schemeClr>
                    </a:solidFill>
                  </a:rPr>
                  <a:t>  es la media de los valores de salida de las muestras pertenecientes a la región donde </a:t>
                </a:r>
                <a14:m>
                  <m:oMath xmlns:m="http://schemas.openxmlformats.org/officeDocument/2006/math">
                    <m:r>
                      <a:rPr lang="es-ES" i="1">
                        <a:solidFill>
                          <a:schemeClr val="accent1">
                            <a:lumMod val="50000"/>
                          </a:schemeClr>
                        </a:solidFill>
                        <a:latin typeface="Cambria Math" panose="02040503050406030204" pitchFamily="18" charset="0"/>
                      </a:rPr>
                      <m:t>𝑥</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𝑡</m:t>
                    </m:r>
                  </m:oMath>
                </a14:m>
                <a:r>
                  <a:rPr lang="es-ES" dirty="0">
                    <a:solidFill>
                      <a:schemeClr val="accent1">
                        <a:lumMod val="50000"/>
                      </a:schemeClr>
                    </a:solidFill>
                  </a:rPr>
                  <a:t>, así que </a:t>
                </a:r>
                <a14:m>
                  <m:oMath xmlns:m="http://schemas.openxmlformats.org/officeDocument/2006/math">
                    <m:sSub>
                      <m:sSubPr>
                        <m:ctrlPr>
                          <a:rPr lang="es-ES" i="1">
                            <a:solidFill>
                              <a:schemeClr val="accent1">
                                <a:lumMod val="50000"/>
                              </a:schemeClr>
                            </a:solidFill>
                            <a:latin typeface="Cambria Math" panose="02040503050406030204" pitchFamily="18" charset="0"/>
                          </a:rPr>
                        </m:ctrlPr>
                      </m:sSubPr>
                      <m:e>
                        <m:r>
                          <a:rPr lang="es-ES" i="1">
                            <a:solidFill>
                              <a:schemeClr val="accent1">
                                <a:lumMod val="50000"/>
                              </a:schemeClr>
                            </a:solidFill>
                            <a:latin typeface="Cambria Math" panose="02040503050406030204" pitchFamily="18" charset="0"/>
                          </a:rPr>
                          <m:t>𝑀𝑆𝐸</m:t>
                        </m:r>
                      </m:e>
                      <m:sub>
                        <m:r>
                          <a:rPr lang="es-ES" i="1">
                            <a:solidFill>
                              <a:schemeClr val="accent1">
                                <a:lumMod val="50000"/>
                              </a:schemeClr>
                            </a:solidFill>
                            <a:latin typeface="Cambria Math" panose="02040503050406030204" pitchFamily="18" charset="0"/>
                          </a:rPr>
                          <m:t>𝑖</m:t>
                        </m:r>
                        <m:r>
                          <a:rPr lang="es-ES" i="1">
                            <a:solidFill>
                              <a:schemeClr val="accent1">
                                <a:lumMod val="50000"/>
                              </a:schemeClr>
                            </a:solidFill>
                            <a:latin typeface="Cambria Math" panose="02040503050406030204" pitchFamily="18" charset="0"/>
                          </a:rPr>
                          <m:t>(</m:t>
                        </m:r>
                        <m:r>
                          <a:rPr lang="es-ES" i="1">
                            <a:solidFill>
                              <a:schemeClr val="accent1">
                                <a:lumMod val="50000"/>
                              </a:schemeClr>
                            </a:solidFill>
                            <a:latin typeface="Cambria Math" panose="02040503050406030204" pitchFamily="18" charset="0"/>
                          </a:rPr>
                          <m:t>𝑥</m:t>
                        </m:r>
                        <m:r>
                          <a:rPr lang="es-ES" i="1">
                            <a:solidFill>
                              <a:schemeClr val="accent1">
                                <a:lumMod val="50000"/>
                              </a:schemeClr>
                            </a:solidFill>
                            <a:latin typeface="Cambria Math" panose="02040503050406030204" pitchFamily="18" charset="0"/>
                            <a:ea typeface="Cambria Math" panose="02040503050406030204" pitchFamily="18" charset="0"/>
                          </a:rPr>
                          <m:t>≤</m:t>
                        </m:r>
                        <m:r>
                          <a:rPr lang="es-ES" i="1">
                            <a:solidFill>
                              <a:schemeClr val="accent1">
                                <a:lumMod val="50000"/>
                              </a:schemeClr>
                            </a:solidFill>
                            <a:latin typeface="Cambria Math" panose="02040503050406030204" pitchFamily="18" charset="0"/>
                            <a:ea typeface="Cambria Math" panose="02040503050406030204" pitchFamily="18" charset="0"/>
                          </a:rPr>
                          <m:t>𝑡</m:t>
                        </m:r>
                        <m:r>
                          <a:rPr lang="es-ES" i="1">
                            <a:solidFill>
                              <a:schemeClr val="accent1">
                                <a:lumMod val="50000"/>
                              </a:schemeClr>
                            </a:solidFill>
                            <a:latin typeface="Cambria Math" panose="02040503050406030204" pitchFamily="18" charset="0"/>
                          </a:rPr>
                          <m:t>)</m:t>
                        </m:r>
                      </m:sub>
                    </m:sSub>
                  </m:oMath>
                </a14:m>
                <a:r>
                  <a:rPr lang="es-ES" dirty="0">
                    <a:solidFill>
                      <a:schemeClr val="accent1">
                        <a:lumMod val="50000"/>
                      </a:schemeClr>
                    </a:solidFill>
                  </a:rPr>
                  <a:t> no es más que el error cuadrático medio respecto a esa media.</a:t>
                </a:r>
              </a:p>
            </p:txBody>
          </p:sp>
        </mc:Choice>
        <mc:Fallback xmlns="">
          <p:sp>
            <p:nvSpPr>
              <p:cNvPr id="11" name="CuadroTexto 10">
                <a:extLst>
                  <a:ext uri="{FF2B5EF4-FFF2-40B4-BE49-F238E27FC236}">
                    <a16:creationId xmlns:a16="http://schemas.microsoft.com/office/drawing/2014/main" id="{2B136D48-70C9-8247-FD24-9255CE7CD53B}"/>
                  </a:ext>
                </a:extLst>
              </p:cNvPr>
              <p:cNvSpPr txBox="1">
                <a:spLocks noRot="1" noChangeAspect="1" noMove="1" noResize="1" noEditPoints="1" noAdjustHandles="1" noChangeArrowheads="1" noChangeShapeType="1" noTextEdit="1"/>
              </p:cNvSpPr>
              <p:nvPr/>
            </p:nvSpPr>
            <p:spPr>
              <a:xfrm>
                <a:off x="2868018" y="5249814"/>
                <a:ext cx="6095064" cy="950004"/>
              </a:xfrm>
              <a:prstGeom prst="rect">
                <a:avLst/>
              </a:prstGeom>
              <a:blipFill>
                <a:blip r:embed="rId6"/>
                <a:stretch>
                  <a:fillRect l="-800" t="-3205" b="-8974"/>
                </a:stretch>
              </a:blipFill>
            </p:spPr>
            <p:txBody>
              <a:bodyPr/>
              <a:lstStyle/>
              <a:p>
                <a:r>
                  <a:rPr lang="es-ES">
                    <a:noFill/>
                  </a:rPr>
                  <a:t> </a:t>
                </a:r>
              </a:p>
            </p:txBody>
          </p:sp>
        </mc:Fallback>
      </mc:AlternateContent>
    </p:spTree>
    <p:extLst>
      <p:ext uri="{BB962C8B-B14F-4D97-AF65-F5344CB8AC3E}">
        <p14:creationId xmlns:p14="http://schemas.microsoft.com/office/powerpoint/2010/main" val="425630114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128CCF1D-2940-97FE-E65E-9A9B9BC5394E}"/>
                  </a:ext>
                </a:extLst>
              </p:cNvPr>
              <p:cNvSpPr txBox="1"/>
              <p:nvPr/>
            </p:nvSpPr>
            <p:spPr>
              <a:xfrm>
                <a:off x="324238" y="4171435"/>
                <a:ext cx="5592905" cy="2031325"/>
              </a:xfrm>
              <a:prstGeom prst="rect">
                <a:avLst/>
              </a:prstGeom>
              <a:noFill/>
            </p:spPr>
            <p:txBody>
              <a:bodyPr wrap="square" rtlCol="0">
                <a:spAutoFit/>
              </a:bodyPr>
              <a:lstStyle/>
              <a:p>
                <a:r>
                  <a:rPr lang="es-ES" dirty="0">
                    <a:solidFill>
                      <a:schemeClr val="accent1">
                        <a:lumMod val="50000"/>
                      </a:schemeClr>
                    </a:solidFill>
                  </a:rPr>
                  <a:t>Vamos a resolver este problema de regresión con un árbol de decisión. El conjunto de datos está compuesto por 300 valores que forman la función </a:t>
                </a:r>
                <a14:m>
                  <m:oMath xmlns:m="http://schemas.openxmlformats.org/officeDocument/2006/math">
                    <m:r>
                      <a:rPr lang="es-ES" b="0" i="1" smtClean="0">
                        <a:solidFill>
                          <a:schemeClr val="accent1">
                            <a:lumMod val="50000"/>
                          </a:schemeClr>
                        </a:solidFill>
                        <a:latin typeface="Cambria Math" panose="02040503050406030204" pitchFamily="18" charset="0"/>
                      </a:rPr>
                      <m:t>𝑦</m:t>
                    </m:r>
                    <m:r>
                      <a:rPr lang="es-ES" b="0" i="1" smtClean="0">
                        <a:solidFill>
                          <a:schemeClr val="accent1">
                            <a:lumMod val="50000"/>
                          </a:schemeClr>
                        </a:solidFill>
                        <a:latin typeface="Cambria Math" panose="02040503050406030204" pitchFamily="18" charset="0"/>
                      </a:rPr>
                      <m:t>=</m:t>
                    </m:r>
                    <m:func>
                      <m:funcPr>
                        <m:ctrlPr>
                          <a:rPr lang="es-ES" b="0" i="1" smtClean="0">
                            <a:solidFill>
                              <a:schemeClr val="accent1">
                                <a:lumMod val="50000"/>
                              </a:schemeClr>
                            </a:solidFill>
                            <a:latin typeface="Cambria Math" panose="02040503050406030204" pitchFamily="18" charset="0"/>
                          </a:rPr>
                        </m:ctrlPr>
                      </m:funcPr>
                      <m:fName>
                        <m:r>
                          <m:rPr>
                            <m:sty m:val="p"/>
                          </m:rPr>
                          <a:rPr lang="es-ES" b="0" i="0" smtClean="0">
                            <a:solidFill>
                              <a:schemeClr val="accent1">
                                <a:lumMod val="50000"/>
                              </a:schemeClr>
                            </a:solidFill>
                            <a:latin typeface="Cambria Math" panose="02040503050406030204" pitchFamily="18" charset="0"/>
                          </a:rPr>
                          <m:t>sin</m:t>
                        </m:r>
                      </m:fName>
                      <m:e>
                        <m:d>
                          <m:dPr>
                            <m:ctrlPr>
                              <a:rPr lang="es-ES" b="0" i="1" smtClean="0">
                                <a:solidFill>
                                  <a:schemeClr val="accent1">
                                    <a:lumMod val="50000"/>
                                  </a:schemeClr>
                                </a:solidFill>
                                <a:latin typeface="Cambria Math" panose="02040503050406030204" pitchFamily="18" charset="0"/>
                              </a:rPr>
                            </m:ctrlPr>
                          </m:dPr>
                          <m:e>
                            <m:r>
                              <a:rPr lang="es-ES" b="0" i="1" smtClean="0">
                                <a:solidFill>
                                  <a:schemeClr val="accent1">
                                    <a:lumMod val="50000"/>
                                  </a:schemeClr>
                                </a:solidFill>
                                <a:latin typeface="Cambria Math" panose="02040503050406030204" pitchFamily="18" charset="0"/>
                              </a:rPr>
                              <m:t>2</m:t>
                            </m:r>
                            <m:r>
                              <a:rPr lang="es-ES" b="0" i="1" smtClean="0">
                                <a:solidFill>
                                  <a:schemeClr val="accent1">
                                    <a:lumMod val="50000"/>
                                  </a:schemeClr>
                                </a:solidFill>
                                <a:latin typeface="Cambria Math" panose="02040503050406030204" pitchFamily="18" charset="0"/>
                                <a:ea typeface="Cambria Math" panose="02040503050406030204" pitchFamily="18" charset="0"/>
                              </a:rPr>
                              <m:t>𝜋</m:t>
                            </m:r>
                            <m:r>
                              <a:rPr lang="es-ES" b="0" i="1" smtClean="0">
                                <a:solidFill>
                                  <a:schemeClr val="accent1">
                                    <a:lumMod val="50000"/>
                                  </a:schemeClr>
                                </a:solidFill>
                                <a:latin typeface="Cambria Math" panose="02040503050406030204" pitchFamily="18" charset="0"/>
                                <a:ea typeface="Cambria Math" panose="02040503050406030204" pitchFamily="18" charset="0"/>
                              </a:rPr>
                              <m:t>𝑥</m:t>
                            </m:r>
                          </m:e>
                        </m:d>
                      </m:e>
                    </m:func>
                    <m:r>
                      <a:rPr lang="es-ES" b="0" i="1" smtClean="0">
                        <a:solidFill>
                          <a:schemeClr val="accent1">
                            <a:lumMod val="50000"/>
                          </a:schemeClr>
                        </a:solidFill>
                        <a:latin typeface="Cambria Math" panose="02040503050406030204" pitchFamily="18" charset="0"/>
                        <a:ea typeface="Cambria Math" panose="02040503050406030204" pitchFamily="18" charset="0"/>
                      </a:rPr>
                      <m:t>+ </m:t>
                    </m:r>
                    <m:r>
                      <a:rPr lang="es-ES" b="0" i="1" smtClean="0">
                        <a:solidFill>
                          <a:schemeClr val="accent1">
                            <a:lumMod val="50000"/>
                          </a:schemeClr>
                        </a:solidFill>
                        <a:latin typeface="Cambria Math" panose="02040503050406030204" pitchFamily="18" charset="0"/>
                        <a:ea typeface="Cambria Math" panose="02040503050406030204" pitchFamily="18" charset="0"/>
                      </a:rPr>
                      <m:t>𝜀</m:t>
                    </m:r>
                  </m:oMath>
                </a14:m>
                <a:r>
                  <a:rPr lang="es-ES" dirty="0">
                    <a:solidFill>
                      <a:schemeClr val="accent1">
                        <a:lumMod val="50000"/>
                      </a:schemeClr>
                    </a:solidFill>
                  </a:rPr>
                  <a:t> siendo </a:t>
                </a:r>
                <a14:m>
                  <m:oMath xmlns:m="http://schemas.openxmlformats.org/officeDocument/2006/math">
                    <m:r>
                      <a:rPr lang="es-ES" i="1">
                        <a:solidFill>
                          <a:schemeClr val="accent1">
                            <a:lumMod val="50000"/>
                          </a:schemeClr>
                        </a:solidFill>
                        <a:latin typeface="Cambria Math" panose="02040503050406030204" pitchFamily="18" charset="0"/>
                        <a:ea typeface="Cambria Math" panose="02040503050406030204" pitchFamily="18" charset="0"/>
                      </a:rPr>
                      <m:t>𝜀</m:t>
                    </m:r>
                    <m:r>
                      <a:rPr lang="es-ES" i="1" smtClean="0">
                        <a:solidFill>
                          <a:schemeClr val="accent1">
                            <a:lumMod val="50000"/>
                          </a:schemeClr>
                        </a:solidFill>
                        <a:latin typeface="Cambria Math" panose="02040503050406030204" pitchFamily="18" charset="0"/>
                        <a:ea typeface="Cambria Math" panose="02040503050406030204" pitchFamily="18" charset="0"/>
                      </a:rPr>
                      <m:t>∈</m:t>
                    </m:r>
                    <m:r>
                      <a:rPr lang="es-ES" b="0" i="1" smtClean="0">
                        <a:solidFill>
                          <a:schemeClr val="accent1">
                            <a:lumMod val="50000"/>
                          </a:schemeClr>
                        </a:solidFill>
                        <a:latin typeface="Cambria Math" panose="02040503050406030204" pitchFamily="18" charset="0"/>
                        <a:ea typeface="Cambria Math" panose="02040503050406030204" pitchFamily="18" charset="0"/>
                      </a:rPr>
                      <m:t>𝑁</m:t>
                    </m:r>
                    <m:r>
                      <a:rPr lang="es-ES" b="0" i="1" smtClean="0">
                        <a:solidFill>
                          <a:schemeClr val="accent1">
                            <a:lumMod val="50000"/>
                          </a:schemeClr>
                        </a:solidFill>
                        <a:latin typeface="Cambria Math" panose="02040503050406030204" pitchFamily="18" charset="0"/>
                        <a:ea typeface="Cambria Math" panose="02040503050406030204" pitchFamily="18" charset="0"/>
                      </a:rPr>
                      <m:t>(0,0.1)</m:t>
                    </m:r>
                  </m:oMath>
                </a14:m>
                <a:r>
                  <a:rPr lang="es-ES" dirty="0">
                    <a:solidFill>
                      <a:schemeClr val="accent1">
                        <a:lumMod val="50000"/>
                      </a:schemeClr>
                    </a:solidFill>
                  </a:rPr>
                  <a:t>.</a:t>
                </a:r>
              </a:p>
              <a:p>
                <a:endParaRPr lang="es-ES" dirty="0">
                  <a:solidFill>
                    <a:schemeClr val="accent1">
                      <a:lumMod val="50000"/>
                    </a:schemeClr>
                  </a:solidFill>
                </a:endParaRPr>
              </a:p>
              <a:p>
                <a:r>
                  <a:rPr lang="es-ES" dirty="0">
                    <a:solidFill>
                      <a:schemeClr val="accent1">
                        <a:lumMod val="50000"/>
                      </a:schemeClr>
                    </a:solidFill>
                  </a:rPr>
                  <a:t>Vamos a crear un árbol a partir de estos datos y veremos cual es su predicción para diferentes valores de </a:t>
                </a:r>
                <a14:m>
                  <m:oMath xmlns:m="http://schemas.openxmlformats.org/officeDocument/2006/math">
                    <m:r>
                      <a:rPr lang="es-ES" b="0" i="1" smtClean="0">
                        <a:solidFill>
                          <a:schemeClr val="accent1">
                            <a:lumMod val="50000"/>
                          </a:schemeClr>
                        </a:solidFill>
                        <a:latin typeface="Cambria Math" panose="02040503050406030204" pitchFamily="18" charset="0"/>
                      </a:rPr>
                      <m:t>𝑥</m:t>
                    </m:r>
                    <m:r>
                      <a:rPr lang="es-ES" b="0" i="1" smtClean="0">
                        <a:solidFill>
                          <a:schemeClr val="accent1">
                            <a:lumMod val="50000"/>
                          </a:schemeClr>
                        </a:solidFill>
                        <a:latin typeface="Cambria Math" panose="02040503050406030204" pitchFamily="18" charset="0"/>
                        <a:ea typeface="Cambria Math" panose="02040503050406030204" pitchFamily="18" charset="0"/>
                      </a:rPr>
                      <m:t>∈</m:t>
                    </m:r>
                    <m:d>
                      <m:dPr>
                        <m:ctrlPr>
                          <a:rPr lang="es-ES" b="0" i="1" smtClean="0">
                            <a:solidFill>
                              <a:schemeClr val="accent1">
                                <a:lumMod val="50000"/>
                              </a:schemeClr>
                            </a:solidFill>
                            <a:latin typeface="Cambria Math" panose="02040503050406030204" pitchFamily="18" charset="0"/>
                            <a:ea typeface="Cambria Math" panose="02040503050406030204" pitchFamily="18" charset="0"/>
                          </a:rPr>
                        </m:ctrlPr>
                      </m:dPr>
                      <m:e>
                        <m:r>
                          <a:rPr lang="es-ES" b="0" i="1" smtClean="0">
                            <a:solidFill>
                              <a:schemeClr val="accent1">
                                <a:lumMod val="50000"/>
                              </a:schemeClr>
                            </a:solidFill>
                            <a:latin typeface="Cambria Math" panose="02040503050406030204" pitchFamily="18" charset="0"/>
                            <a:ea typeface="Cambria Math" panose="02040503050406030204" pitchFamily="18" charset="0"/>
                          </a:rPr>
                          <m:t>0,1</m:t>
                        </m:r>
                      </m:e>
                    </m:d>
                    <m:r>
                      <a:rPr lang="es-ES" b="0" i="0" smtClean="0">
                        <a:solidFill>
                          <a:schemeClr val="accent1">
                            <a:lumMod val="50000"/>
                          </a:schemeClr>
                        </a:solidFill>
                        <a:latin typeface="Cambria Math" panose="02040503050406030204" pitchFamily="18" charset="0"/>
                        <a:ea typeface="Cambria Math" panose="02040503050406030204" pitchFamily="18" charset="0"/>
                      </a:rPr>
                      <m:t>.</m:t>
                    </m:r>
                  </m:oMath>
                </a14:m>
                <a:endParaRPr lang="es-ES" dirty="0">
                  <a:solidFill>
                    <a:schemeClr val="accent1">
                      <a:lumMod val="50000"/>
                    </a:schemeClr>
                  </a:solidFill>
                </a:endParaRPr>
              </a:p>
            </p:txBody>
          </p:sp>
        </mc:Choice>
        <mc:Fallback xmlns="">
          <p:sp>
            <p:nvSpPr>
              <p:cNvPr id="3" name="CuadroTexto 2">
                <a:extLst>
                  <a:ext uri="{FF2B5EF4-FFF2-40B4-BE49-F238E27FC236}">
                    <a16:creationId xmlns:a16="http://schemas.microsoft.com/office/drawing/2014/main" id="{128CCF1D-2940-97FE-E65E-9A9B9BC5394E}"/>
                  </a:ext>
                </a:extLst>
              </p:cNvPr>
              <p:cNvSpPr txBox="1">
                <a:spLocks noRot="1" noChangeAspect="1" noMove="1" noResize="1" noEditPoints="1" noAdjustHandles="1" noChangeArrowheads="1" noChangeShapeType="1" noTextEdit="1"/>
              </p:cNvSpPr>
              <p:nvPr/>
            </p:nvSpPr>
            <p:spPr>
              <a:xfrm>
                <a:off x="324238" y="4171435"/>
                <a:ext cx="5592905" cy="2031325"/>
              </a:xfrm>
              <a:prstGeom prst="rect">
                <a:avLst/>
              </a:prstGeom>
              <a:blipFill>
                <a:blip r:embed="rId2"/>
                <a:stretch>
                  <a:fillRect l="-871" t="-1497" r="-1634" b="-3593"/>
                </a:stretch>
              </a:blipFill>
            </p:spPr>
            <p:txBody>
              <a:bodyPr/>
              <a:lstStyle/>
              <a:p>
                <a:r>
                  <a:rPr lang="es-ES">
                    <a:noFill/>
                  </a:rPr>
                  <a:t> </a:t>
                </a:r>
              </a:p>
            </p:txBody>
          </p:sp>
        </mc:Fallback>
      </mc:AlternateContent>
      <p:sp>
        <p:nvSpPr>
          <p:cNvPr id="9" name="CuadroTexto 8">
            <a:extLst>
              <a:ext uri="{FF2B5EF4-FFF2-40B4-BE49-F238E27FC236}">
                <a16:creationId xmlns:a16="http://schemas.microsoft.com/office/drawing/2014/main" id="{C2A2B4D2-33DE-7D4C-ADDD-1FA1609475BD}"/>
              </a:ext>
            </a:extLst>
          </p:cNvPr>
          <p:cNvSpPr txBox="1"/>
          <p:nvPr/>
        </p:nvSpPr>
        <p:spPr>
          <a:xfrm>
            <a:off x="4296185" y="1053462"/>
            <a:ext cx="7895815" cy="1815882"/>
          </a:xfrm>
          <a:prstGeom prst="rect">
            <a:avLst/>
          </a:prstGeom>
          <a:noFill/>
        </p:spPr>
        <p:txBody>
          <a:bodyPr wrap="square">
            <a:spAutoFit/>
          </a:bodyPr>
          <a:lstStyle/>
          <a:p>
            <a:r>
              <a:rPr lang="es-ES" sz="1600" b="1" dirty="0" err="1">
                <a:solidFill>
                  <a:schemeClr val="accent6">
                    <a:lumMod val="75000"/>
                  </a:schemeClr>
                </a:solidFill>
                <a:latin typeface="Courier New" panose="02070309020205020404" pitchFamily="49" charset="0"/>
                <a:cs typeface="Courier New" panose="02070309020205020404" pitchFamily="49" charset="0"/>
              </a:rPr>
              <a:t>from</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sklearn.tree</a:t>
            </a:r>
            <a:r>
              <a:rPr lang="es-ES" sz="1600" dirty="0">
                <a:latin typeface="Courier New" panose="02070309020205020404" pitchFamily="49" charset="0"/>
                <a:cs typeface="Courier New" panose="02070309020205020404" pitchFamily="49" charset="0"/>
              </a:rPr>
              <a:t> </a:t>
            </a:r>
            <a:r>
              <a:rPr lang="es-ES" sz="16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DecisionTreeRegressor</a:t>
            </a:r>
            <a:endParaRPr lang="es-ES" sz="1600" dirty="0">
              <a:latin typeface="Courier New" panose="02070309020205020404" pitchFamily="49" charset="0"/>
              <a:cs typeface="Courier New" panose="02070309020205020404" pitchFamily="49" charset="0"/>
            </a:endParaRPr>
          </a:p>
          <a:p>
            <a:r>
              <a:rPr lang="es-ES" sz="1600" b="1" dirty="0" err="1">
                <a:solidFill>
                  <a:schemeClr val="accent6">
                    <a:lumMod val="75000"/>
                  </a:schemeClr>
                </a:solidFill>
                <a:latin typeface="Courier New" panose="02070309020205020404" pitchFamily="49" charset="0"/>
                <a:cs typeface="Courier New" panose="02070309020205020404" pitchFamily="49" charset="0"/>
              </a:rPr>
              <a:t>from</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sklearn</a:t>
            </a:r>
            <a:r>
              <a:rPr lang="es-ES" sz="1600" dirty="0">
                <a:latin typeface="Courier New" panose="02070309020205020404" pitchFamily="49" charset="0"/>
                <a:cs typeface="Courier New" panose="02070309020205020404" pitchFamily="49" charset="0"/>
              </a:rPr>
              <a:t> </a:t>
            </a:r>
            <a:r>
              <a:rPr lang="es-ES" sz="16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tree</a:t>
            </a:r>
            <a:endParaRPr lang="es-ES" sz="1600" dirty="0">
              <a:latin typeface="Courier New" panose="02070309020205020404" pitchFamily="49" charset="0"/>
              <a:cs typeface="Courier New" panose="02070309020205020404" pitchFamily="49" charset="0"/>
            </a:endParaRPr>
          </a:p>
          <a:p>
            <a:endParaRPr lang="es-ES" sz="1600" dirty="0">
              <a:latin typeface="Courier New" panose="02070309020205020404" pitchFamily="49" charset="0"/>
              <a:cs typeface="Courier New" panose="02070309020205020404" pitchFamily="49" charset="0"/>
            </a:endParaRPr>
          </a:p>
          <a:p>
            <a:r>
              <a:rPr lang="es-ES" sz="1600" dirty="0" err="1">
                <a:latin typeface="Courier New" panose="02070309020205020404" pitchFamily="49" charset="0"/>
                <a:cs typeface="Courier New" panose="02070309020205020404" pitchFamily="49" charset="0"/>
              </a:rPr>
              <a:t>tree_reg</a:t>
            </a:r>
            <a:r>
              <a:rPr lang="es-ES" sz="1600" dirty="0">
                <a:latin typeface="Courier New" panose="02070309020205020404" pitchFamily="49" charset="0"/>
                <a:cs typeface="Courier New" panose="02070309020205020404" pitchFamily="49" charset="0"/>
              </a:rPr>
              <a:t> = </a:t>
            </a:r>
            <a:r>
              <a:rPr lang="es-ES" sz="1600" dirty="0" err="1">
                <a:latin typeface="Courier New" panose="02070309020205020404" pitchFamily="49" charset="0"/>
                <a:cs typeface="Courier New" panose="02070309020205020404" pitchFamily="49" charset="0"/>
              </a:rPr>
              <a:t>DecisionTreeRegressor</a:t>
            </a:r>
            <a:r>
              <a:rPr lang="es-ES" sz="1600" dirty="0">
                <a:latin typeface="Courier New" panose="02070309020205020404" pitchFamily="49" charset="0"/>
                <a:cs typeface="Courier New" panose="02070309020205020404" pitchFamily="49" charset="0"/>
              </a:rPr>
              <a:t>(</a:t>
            </a:r>
            <a:r>
              <a:rPr lang="es-ES" sz="1600" dirty="0" err="1">
                <a:latin typeface="Courier New" panose="02070309020205020404" pitchFamily="49" charset="0"/>
                <a:cs typeface="Courier New" panose="02070309020205020404" pitchFamily="49" charset="0"/>
              </a:rPr>
              <a:t>max_depth</a:t>
            </a:r>
            <a:r>
              <a:rPr lang="es-ES" sz="1600" b="1" dirty="0">
                <a:solidFill>
                  <a:srgbClr val="7030A0"/>
                </a:solidFill>
                <a:latin typeface="Courier New" panose="02070309020205020404" pitchFamily="49" charset="0"/>
                <a:cs typeface="Courier New" panose="02070309020205020404" pitchFamily="49" charset="0"/>
              </a:rPr>
              <a:t>=</a:t>
            </a:r>
            <a:r>
              <a:rPr lang="es-ES" sz="1600" dirty="0">
                <a:latin typeface="Courier New" panose="02070309020205020404" pitchFamily="49" charset="0"/>
                <a:cs typeface="Courier New" panose="02070309020205020404" pitchFamily="49" charset="0"/>
              </a:rPr>
              <a:t>2, </a:t>
            </a:r>
            <a:r>
              <a:rPr lang="es-ES" sz="1600" dirty="0" err="1">
                <a:latin typeface="Courier New" panose="02070309020205020404" pitchFamily="49" charset="0"/>
                <a:cs typeface="Courier New" panose="02070309020205020404" pitchFamily="49" charset="0"/>
              </a:rPr>
              <a:t>random_state</a:t>
            </a:r>
            <a:r>
              <a:rPr lang="es-ES" sz="1600" b="1" dirty="0">
                <a:solidFill>
                  <a:srgbClr val="7030A0"/>
                </a:solidFill>
                <a:latin typeface="Courier New" panose="02070309020205020404" pitchFamily="49" charset="0"/>
                <a:cs typeface="Courier New" panose="02070309020205020404" pitchFamily="49" charset="0"/>
              </a:rPr>
              <a:t>=</a:t>
            </a:r>
            <a:r>
              <a:rPr lang="es-ES" sz="1600" dirty="0">
                <a:latin typeface="Courier New" panose="02070309020205020404" pitchFamily="49" charset="0"/>
                <a:cs typeface="Courier New" panose="02070309020205020404" pitchFamily="49" charset="0"/>
              </a:rPr>
              <a:t>42)</a:t>
            </a:r>
          </a:p>
          <a:p>
            <a:r>
              <a:rPr lang="es-ES" sz="1600" dirty="0" err="1">
                <a:latin typeface="Courier New" panose="02070309020205020404" pitchFamily="49" charset="0"/>
                <a:cs typeface="Courier New" panose="02070309020205020404" pitchFamily="49" charset="0"/>
              </a:rPr>
              <a:t>tree_reg.fit</a:t>
            </a:r>
            <a:r>
              <a:rPr lang="es-ES" sz="1600" dirty="0">
                <a:latin typeface="Courier New" panose="02070309020205020404" pitchFamily="49" charset="0"/>
                <a:cs typeface="Courier New" panose="02070309020205020404" pitchFamily="49" charset="0"/>
              </a:rPr>
              <a:t>(X, y)</a:t>
            </a:r>
          </a:p>
          <a:p>
            <a:endParaRPr lang="es-ES" sz="1600" dirty="0">
              <a:latin typeface="Courier New" panose="02070309020205020404" pitchFamily="49" charset="0"/>
              <a:cs typeface="Courier New" panose="02070309020205020404" pitchFamily="49" charset="0"/>
            </a:endParaRPr>
          </a:p>
          <a:p>
            <a:r>
              <a:rPr lang="es-ES" sz="1600" dirty="0" err="1">
                <a:latin typeface="Courier New" panose="02070309020205020404" pitchFamily="49" charset="0"/>
                <a:cs typeface="Courier New" panose="02070309020205020404" pitchFamily="49" charset="0"/>
              </a:rPr>
              <a:t>tree.plot_tree</a:t>
            </a:r>
            <a:r>
              <a:rPr lang="es-ES" sz="1600" dirty="0">
                <a:latin typeface="Courier New" panose="02070309020205020404" pitchFamily="49" charset="0"/>
                <a:cs typeface="Courier New" panose="02070309020205020404" pitchFamily="49" charset="0"/>
              </a:rPr>
              <a:t>(</a:t>
            </a:r>
            <a:r>
              <a:rPr lang="es-ES" sz="1600" dirty="0" err="1">
                <a:latin typeface="Courier New" panose="02070309020205020404" pitchFamily="49" charset="0"/>
                <a:cs typeface="Courier New" panose="02070309020205020404" pitchFamily="49" charset="0"/>
              </a:rPr>
              <a:t>tree_reg</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filled</a:t>
            </a:r>
            <a:r>
              <a:rPr lang="es-ES" sz="1600" b="1" dirty="0">
                <a:solidFill>
                  <a:srgbClr val="7030A0"/>
                </a:solidFill>
                <a:latin typeface="Courier New" panose="02070309020205020404" pitchFamily="49" charset="0"/>
                <a:cs typeface="Courier New" panose="02070309020205020404" pitchFamily="49" charset="0"/>
              </a:rPr>
              <a:t>=</a:t>
            </a:r>
            <a:r>
              <a:rPr lang="es-ES" sz="1600" b="1" dirty="0">
                <a:solidFill>
                  <a:schemeClr val="accent6">
                    <a:lumMod val="75000"/>
                  </a:schemeClr>
                </a:solidFill>
                <a:latin typeface="Courier New" panose="02070309020205020404" pitchFamily="49" charset="0"/>
                <a:cs typeface="Courier New" panose="02070309020205020404" pitchFamily="49" charset="0"/>
              </a:rPr>
              <a:t>True</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rounded</a:t>
            </a:r>
            <a:r>
              <a:rPr lang="es-ES" sz="1600" b="1" dirty="0">
                <a:solidFill>
                  <a:srgbClr val="7030A0"/>
                </a:solidFill>
                <a:latin typeface="Courier New" panose="02070309020205020404" pitchFamily="49" charset="0"/>
                <a:cs typeface="Courier New" panose="02070309020205020404" pitchFamily="49" charset="0"/>
              </a:rPr>
              <a:t>=</a:t>
            </a:r>
            <a:r>
              <a:rPr lang="es-ES" sz="1600" dirty="0">
                <a:latin typeface="Courier New" panose="02070309020205020404" pitchFamily="49" charset="0"/>
                <a:cs typeface="Courier New" panose="02070309020205020404" pitchFamily="49" charset="0"/>
              </a:rPr>
              <a:t>True)</a:t>
            </a:r>
          </a:p>
        </p:txBody>
      </p:sp>
      <p:pic>
        <p:nvPicPr>
          <p:cNvPr id="13" name="Imagen 12">
            <a:extLst>
              <a:ext uri="{FF2B5EF4-FFF2-40B4-BE49-F238E27FC236}">
                <a16:creationId xmlns:a16="http://schemas.microsoft.com/office/drawing/2014/main" id="{532ADD95-01AA-3235-ACCE-4081B7236ECB}"/>
              </a:ext>
            </a:extLst>
          </p:cNvPr>
          <p:cNvPicPr>
            <a:picLocks noChangeAspect="1"/>
          </p:cNvPicPr>
          <p:nvPr/>
        </p:nvPicPr>
        <p:blipFill>
          <a:blip r:embed="rId3"/>
          <a:stretch>
            <a:fillRect/>
          </a:stretch>
        </p:blipFill>
        <p:spPr>
          <a:xfrm>
            <a:off x="245489" y="915672"/>
            <a:ext cx="4114291" cy="3072985"/>
          </a:xfrm>
          <a:prstGeom prst="rect">
            <a:avLst/>
          </a:prstGeom>
        </p:spPr>
      </p:pic>
      <p:pic>
        <p:nvPicPr>
          <p:cNvPr id="15" name="Imagen 14">
            <a:extLst>
              <a:ext uri="{FF2B5EF4-FFF2-40B4-BE49-F238E27FC236}">
                <a16:creationId xmlns:a16="http://schemas.microsoft.com/office/drawing/2014/main" id="{73A8BC63-D6F1-260C-A9A9-7BDA5E7901D3}"/>
              </a:ext>
            </a:extLst>
          </p:cNvPr>
          <p:cNvPicPr>
            <a:picLocks noChangeAspect="1"/>
          </p:cNvPicPr>
          <p:nvPr/>
        </p:nvPicPr>
        <p:blipFill>
          <a:blip r:embed="rId4"/>
          <a:stretch>
            <a:fillRect/>
          </a:stretch>
        </p:blipFill>
        <p:spPr>
          <a:xfrm>
            <a:off x="5917144" y="3095611"/>
            <a:ext cx="6029369" cy="3714777"/>
          </a:xfrm>
          <a:prstGeom prst="rect">
            <a:avLst/>
          </a:prstGeom>
        </p:spPr>
      </p:pic>
      <p:sp>
        <p:nvSpPr>
          <p:cNvPr id="2" name="CuadroTexto 1">
            <a:extLst>
              <a:ext uri="{FF2B5EF4-FFF2-40B4-BE49-F238E27FC236}">
                <a16:creationId xmlns:a16="http://schemas.microsoft.com/office/drawing/2014/main" id="{42D58C04-9293-80AD-C3F6-881870CA22AC}"/>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4" name="CuadroTexto 3">
            <a:extLst>
              <a:ext uri="{FF2B5EF4-FFF2-40B4-BE49-F238E27FC236}">
                <a16:creationId xmlns:a16="http://schemas.microsoft.com/office/drawing/2014/main" id="{A468B82E-2679-D8D1-B4AB-58070FF60033}"/>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5" name="CuadroTexto 4">
            <a:extLst>
              <a:ext uri="{FF2B5EF4-FFF2-40B4-BE49-F238E27FC236}">
                <a16:creationId xmlns:a16="http://schemas.microsoft.com/office/drawing/2014/main" id="{9A31D485-2276-8B4F-C841-8CCE5A85F538}"/>
              </a:ext>
            </a:extLst>
          </p:cNvPr>
          <p:cNvSpPr txBox="1"/>
          <p:nvPr/>
        </p:nvSpPr>
        <p:spPr>
          <a:xfrm>
            <a:off x="171888" y="487595"/>
            <a:ext cx="2563266" cy="400110"/>
          </a:xfrm>
          <a:prstGeom prst="rect">
            <a:avLst/>
          </a:prstGeom>
          <a:noFill/>
        </p:spPr>
        <p:txBody>
          <a:bodyPr wrap="none" rtlCol="0">
            <a:spAutoFit/>
          </a:bodyPr>
          <a:lstStyle/>
          <a:p>
            <a:r>
              <a:rPr lang="es-ES" sz="2000" b="1" dirty="0">
                <a:solidFill>
                  <a:schemeClr val="accent1">
                    <a:lumMod val="50000"/>
                  </a:schemeClr>
                </a:solidFill>
              </a:rPr>
              <a:t>Árboles de </a:t>
            </a:r>
            <a:r>
              <a:rPr lang="es-ES" sz="2000" b="1" u="sng" dirty="0">
                <a:solidFill>
                  <a:schemeClr val="accent1">
                    <a:lumMod val="50000"/>
                  </a:schemeClr>
                </a:solidFill>
              </a:rPr>
              <a:t>Regresión</a:t>
            </a:r>
            <a:r>
              <a:rPr lang="es-ES" sz="2000" b="1" dirty="0">
                <a:solidFill>
                  <a:schemeClr val="accent1">
                    <a:lumMod val="50000"/>
                  </a:schemeClr>
                </a:solidFill>
              </a:rPr>
              <a:t>. </a:t>
            </a:r>
          </a:p>
        </p:txBody>
      </p:sp>
      <p:sp>
        <p:nvSpPr>
          <p:cNvPr id="6" name="Redondear rectángulo de esquina sencilla 5"/>
          <p:cNvSpPr/>
          <p:nvPr/>
        </p:nvSpPr>
        <p:spPr>
          <a:xfrm>
            <a:off x="5838825" y="4676775"/>
            <a:ext cx="6107688" cy="2133613"/>
          </a:xfrm>
          <a:prstGeom prst="round1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81627775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43CFEE2E-09B4-5F0C-967A-3B34615548F6}"/>
              </a:ext>
            </a:extLst>
          </p:cNvPr>
          <p:cNvPicPr>
            <a:picLocks noChangeAspect="1"/>
          </p:cNvPicPr>
          <p:nvPr/>
        </p:nvPicPr>
        <p:blipFill>
          <a:blip r:embed="rId2"/>
          <a:stretch>
            <a:fillRect/>
          </a:stretch>
        </p:blipFill>
        <p:spPr>
          <a:xfrm>
            <a:off x="81811" y="873656"/>
            <a:ext cx="6630009" cy="4995337"/>
          </a:xfrm>
          <a:prstGeom prst="rect">
            <a:avLst/>
          </a:prstGeom>
        </p:spPr>
      </p:pic>
      <p:cxnSp>
        <p:nvCxnSpPr>
          <p:cNvPr id="12" name="Conector recto 11">
            <a:extLst>
              <a:ext uri="{FF2B5EF4-FFF2-40B4-BE49-F238E27FC236}">
                <a16:creationId xmlns:a16="http://schemas.microsoft.com/office/drawing/2014/main" id="{30CDD1F3-C0AA-D4C5-6467-82BDC2507739}"/>
              </a:ext>
            </a:extLst>
          </p:cNvPr>
          <p:cNvCxnSpPr/>
          <p:nvPr/>
        </p:nvCxnSpPr>
        <p:spPr>
          <a:xfrm>
            <a:off x="3582957" y="1181878"/>
            <a:ext cx="0" cy="4211216"/>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423D2140-0352-F45E-0D2D-8623C6690ED6}"/>
              </a:ext>
            </a:extLst>
          </p:cNvPr>
          <p:cNvCxnSpPr/>
          <p:nvPr/>
        </p:nvCxnSpPr>
        <p:spPr>
          <a:xfrm>
            <a:off x="1496007" y="1181878"/>
            <a:ext cx="0" cy="4211216"/>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2B4ABBC4-24B5-A57A-B5D5-D1049E6DAB07}"/>
              </a:ext>
            </a:extLst>
          </p:cNvPr>
          <p:cNvCxnSpPr/>
          <p:nvPr/>
        </p:nvCxnSpPr>
        <p:spPr>
          <a:xfrm>
            <a:off x="3834877" y="1172552"/>
            <a:ext cx="0" cy="4211216"/>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15" name="Entrada de lápiz 14">
                <a:extLst>
                  <a:ext uri="{FF2B5EF4-FFF2-40B4-BE49-F238E27FC236}">
                    <a16:creationId xmlns:a16="http://schemas.microsoft.com/office/drawing/2014/main" id="{29F4128B-9981-7FF6-E146-4809ADAC30E7}"/>
                  </a:ext>
                </a:extLst>
              </p14:cNvPr>
              <p14:cNvContentPartPr/>
              <p14:nvPr/>
            </p14:nvContentPartPr>
            <p14:xfrm>
              <a:off x="3283736" y="5527202"/>
              <a:ext cx="198720" cy="329400"/>
            </p14:xfrm>
          </p:contentPart>
        </mc:Choice>
        <mc:Fallback xmlns="">
          <p:pic>
            <p:nvPicPr>
              <p:cNvPr id="15" name="Entrada de lápiz 14">
                <a:extLst>
                  <a:ext uri="{FF2B5EF4-FFF2-40B4-BE49-F238E27FC236}">
                    <a16:creationId xmlns:a16="http://schemas.microsoft.com/office/drawing/2014/main" id="{29F4128B-9981-7FF6-E146-4809ADAC30E7}"/>
                  </a:ext>
                </a:extLst>
              </p:cNvPr>
              <p:cNvPicPr/>
              <p:nvPr/>
            </p:nvPicPr>
            <p:blipFill>
              <a:blip r:embed="rId4"/>
              <a:stretch>
                <a:fillRect/>
              </a:stretch>
            </p:blipFill>
            <p:spPr>
              <a:xfrm>
                <a:off x="3275096" y="5518562"/>
                <a:ext cx="21636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6" name="Entrada de lápiz 15">
                <a:extLst>
                  <a:ext uri="{FF2B5EF4-FFF2-40B4-BE49-F238E27FC236}">
                    <a16:creationId xmlns:a16="http://schemas.microsoft.com/office/drawing/2014/main" id="{312AAC3A-282F-D05C-AFF4-18A59C3A7AF0}"/>
                  </a:ext>
                </a:extLst>
              </p14:cNvPr>
              <p14:cNvContentPartPr/>
              <p14:nvPr/>
            </p14:nvContentPartPr>
            <p14:xfrm>
              <a:off x="3433496" y="5475002"/>
              <a:ext cx="102240" cy="102960"/>
            </p14:xfrm>
          </p:contentPart>
        </mc:Choice>
        <mc:Fallback xmlns="">
          <p:pic>
            <p:nvPicPr>
              <p:cNvPr id="16" name="Entrada de lápiz 15">
                <a:extLst>
                  <a:ext uri="{FF2B5EF4-FFF2-40B4-BE49-F238E27FC236}">
                    <a16:creationId xmlns:a16="http://schemas.microsoft.com/office/drawing/2014/main" id="{312AAC3A-282F-D05C-AFF4-18A59C3A7AF0}"/>
                  </a:ext>
                </a:extLst>
              </p:cNvPr>
              <p:cNvPicPr/>
              <p:nvPr/>
            </p:nvPicPr>
            <p:blipFill>
              <a:blip r:embed="rId6"/>
              <a:stretch>
                <a:fillRect/>
              </a:stretch>
            </p:blipFill>
            <p:spPr>
              <a:xfrm>
                <a:off x="3424496" y="5466002"/>
                <a:ext cx="119880" cy="120600"/>
              </a:xfrm>
              <a:prstGeom prst="rect">
                <a:avLst/>
              </a:prstGeom>
            </p:spPr>
          </p:pic>
        </mc:Fallback>
      </mc:AlternateContent>
      <p:grpSp>
        <p:nvGrpSpPr>
          <p:cNvPr id="27" name="Grupo 26">
            <a:extLst>
              <a:ext uri="{FF2B5EF4-FFF2-40B4-BE49-F238E27FC236}">
                <a16:creationId xmlns:a16="http://schemas.microsoft.com/office/drawing/2014/main" id="{6ECC02C3-B32C-BE2A-1614-BA354A27813B}"/>
              </a:ext>
            </a:extLst>
          </p:cNvPr>
          <p:cNvGrpSpPr/>
          <p:nvPr/>
        </p:nvGrpSpPr>
        <p:grpSpPr>
          <a:xfrm>
            <a:off x="2966576" y="5964962"/>
            <a:ext cx="545400" cy="177480"/>
            <a:chOff x="2966576" y="5964962"/>
            <a:chExt cx="545400" cy="177480"/>
          </a:xfrm>
        </p:grpSpPr>
        <mc:AlternateContent xmlns:mc="http://schemas.openxmlformats.org/markup-compatibility/2006" xmlns:p14="http://schemas.microsoft.com/office/powerpoint/2010/main">
          <mc:Choice Requires="p14">
            <p:contentPart p14:bwMode="auto" r:id="rId7">
              <p14:nvContentPartPr>
                <p14:cNvPr id="18" name="Entrada de lápiz 17">
                  <a:extLst>
                    <a:ext uri="{FF2B5EF4-FFF2-40B4-BE49-F238E27FC236}">
                      <a16:creationId xmlns:a16="http://schemas.microsoft.com/office/drawing/2014/main" id="{170AAFD9-E7E1-CAB6-F8C6-87F9F0DB372F}"/>
                    </a:ext>
                  </a:extLst>
                </p14:cNvPr>
                <p14:cNvContentPartPr/>
                <p14:nvPr/>
              </p14:nvContentPartPr>
              <p14:xfrm>
                <a:off x="2966576" y="5981162"/>
                <a:ext cx="147600" cy="157680"/>
              </p14:xfrm>
            </p:contentPart>
          </mc:Choice>
          <mc:Fallback xmlns="">
            <p:pic>
              <p:nvPicPr>
                <p:cNvPr id="18" name="Entrada de lápiz 17">
                  <a:extLst>
                    <a:ext uri="{FF2B5EF4-FFF2-40B4-BE49-F238E27FC236}">
                      <a16:creationId xmlns:a16="http://schemas.microsoft.com/office/drawing/2014/main" id="{170AAFD9-E7E1-CAB6-F8C6-87F9F0DB372F}"/>
                    </a:ext>
                  </a:extLst>
                </p:cNvPr>
                <p:cNvPicPr/>
                <p:nvPr/>
              </p:nvPicPr>
              <p:blipFill>
                <a:blip r:embed="rId8"/>
                <a:stretch>
                  <a:fillRect/>
                </a:stretch>
              </p:blipFill>
              <p:spPr>
                <a:xfrm>
                  <a:off x="2957936" y="5972522"/>
                  <a:ext cx="16524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0" name="Entrada de lápiz 19">
                  <a:extLst>
                    <a:ext uri="{FF2B5EF4-FFF2-40B4-BE49-F238E27FC236}">
                      <a16:creationId xmlns:a16="http://schemas.microsoft.com/office/drawing/2014/main" id="{D457FDC0-337A-1BC9-EFB0-DF2E749D1F27}"/>
                    </a:ext>
                  </a:extLst>
                </p14:cNvPr>
                <p14:cNvContentPartPr/>
                <p14:nvPr/>
              </p14:nvContentPartPr>
              <p14:xfrm>
                <a:off x="3145496" y="6125522"/>
                <a:ext cx="23040" cy="16920"/>
              </p14:xfrm>
            </p:contentPart>
          </mc:Choice>
          <mc:Fallback xmlns="">
            <p:pic>
              <p:nvPicPr>
                <p:cNvPr id="20" name="Entrada de lápiz 19">
                  <a:extLst>
                    <a:ext uri="{FF2B5EF4-FFF2-40B4-BE49-F238E27FC236}">
                      <a16:creationId xmlns:a16="http://schemas.microsoft.com/office/drawing/2014/main" id="{D457FDC0-337A-1BC9-EFB0-DF2E749D1F27}"/>
                    </a:ext>
                  </a:extLst>
                </p:cNvPr>
                <p:cNvPicPr/>
                <p:nvPr/>
              </p:nvPicPr>
              <p:blipFill>
                <a:blip r:embed="rId10"/>
                <a:stretch>
                  <a:fillRect/>
                </a:stretch>
              </p:blipFill>
              <p:spPr>
                <a:xfrm>
                  <a:off x="3136496" y="6116522"/>
                  <a:ext cx="4068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1" name="Entrada de lápiz 20">
                  <a:extLst>
                    <a:ext uri="{FF2B5EF4-FFF2-40B4-BE49-F238E27FC236}">
                      <a16:creationId xmlns:a16="http://schemas.microsoft.com/office/drawing/2014/main" id="{CD9A7FDA-94AE-624C-6DA0-E13B8421048B}"/>
                    </a:ext>
                  </a:extLst>
                </p14:cNvPr>
                <p14:cNvContentPartPr/>
                <p14:nvPr/>
              </p14:nvContentPartPr>
              <p14:xfrm>
                <a:off x="3210656" y="5966402"/>
                <a:ext cx="48240" cy="53640"/>
              </p14:xfrm>
            </p:contentPart>
          </mc:Choice>
          <mc:Fallback xmlns="">
            <p:pic>
              <p:nvPicPr>
                <p:cNvPr id="21" name="Entrada de lápiz 20">
                  <a:extLst>
                    <a:ext uri="{FF2B5EF4-FFF2-40B4-BE49-F238E27FC236}">
                      <a16:creationId xmlns:a16="http://schemas.microsoft.com/office/drawing/2014/main" id="{CD9A7FDA-94AE-624C-6DA0-E13B8421048B}"/>
                    </a:ext>
                  </a:extLst>
                </p:cNvPr>
                <p:cNvPicPr/>
                <p:nvPr/>
              </p:nvPicPr>
              <p:blipFill>
                <a:blip r:embed="rId12"/>
                <a:stretch>
                  <a:fillRect/>
                </a:stretch>
              </p:blipFill>
              <p:spPr>
                <a:xfrm>
                  <a:off x="3201656" y="5957402"/>
                  <a:ext cx="6588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2" name="Entrada de lápiz 21">
                  <a:extLst>
                    <a:ext uri="{FF2B5EF4-FFF2-40B4-BE49-F238E27FC236}">
                      <a16:creationId xmlns:a16="http://schemas.microsoft.com/office/drawing/2014/main" id="{31842231-FF3A-B698-0933-81992BF1C72E}"/>
                    </a:ext>
                  </a:extLst>
                </p14:cNvPr>
                <p14:cNvContentPartPr/>
                <p14:nvPr/>
              </p14:nvContentPartPr>
              <p14:xfrm>
                <a:off x="3272216" y="5964962"/>
                <a:ext cx="8280" cy="122040"/>
              </p14:xfrm>
            </p:contentPart>
          </mc:Choice>
          <mc:Fallback xmlns="">
            <p:pic>
              <p:nvPicPr>
                <p:cNvPr id="22" name="Entrada de lápiz 21">
                  <a:extLst>
                    <a:ext uri="{FF2B5EF4-FFF2-40B4-BE49-F238E27FC236}">
                      <a16:creationId xmlns:a16="http://schemas.microsoft.com/office/drawing/2014/main" id="{31842231-FF3A-B698-0933-81992BF1C72E}"/>
                    </a:ext>
                  </a:extLst>
                </p:cNvPr>
                <p:cNvPicPr/>
                <p:nvPr/>
              </p:nvPicPr>
              <p:blipFill>
                <a:blip r:embed="rId14"/>
                <a:stretch>
                  <a:fillRect/>
                </a:stretch>
              </p:blipFill>
              <p:spPr>
                <a:xfrm>
                  <a:off x="3263216" y="5955962"/>
                  <a:ext cx="2592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3" name="Entrada de lápiz 22">
                  <a:extLst>
                    <a:ext uri="{FF2B5EF4-FFF2-40B4-BE49-F238E27FC236}">
                      <a16:creationId xmlns:a16="http://schemas.microsoft.com/office/drawing/2014/main" id="{BEE22CCF-763B-9301-7A87-3A3DD23C1DCE}"/>
                    </a:ext>
                  </a:extLst>
                </p14:cNvPr>
                <p14:cNvContentPartPr/>
                <p14:nvPr/>
              </p14:nvContentPartPr>
              <p14:xfrm>
                <a:off x="3308576" y="5973962"/>
                <a:ext cx="83880" cy="66960"/>
              </p14:xfrm>
            </p:contentPart>
          </mc:Choice>
          <mc:Fallback xmlns="">
            <p:pic>
              <p:nvPicPr>
                <p:cNvPr id="23" name="Entrada de lápiz 22">
                  <a:extLst>
                    <a:ext uri="{FF2B5EF4-FFF2-40B4-BE49-F238E27FC236}">
                      <a16:creationId xmlns:a16="http://schemas.microsoft.com/office/drawing/2014/main" id="{BEE22CCF-763B-9301-7A87-3A3DD23C1DCE}"/>
                    </a:ext>
                  </a:extLst>
                </p:cNvPr>
                <p:cNvPicPr/>
                <p:nvPr/>
              </p:nvPicPr>
              <p:blipFill>
                <a:blip r:embed="rId16"/>
                <a:stretch>
                  <a:fillRect/>
                </a:stretch>
              </p:blipFill>
              <p:spPr>
                <a:xfrm>
                  <a:off x="3299576" y="5965322"/>
                  <a:ext cx="10152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4" name="Entrada de lápiz 23">
                  <a:extLst>
                    <a:ext uri="{FF2B5EF4-FFF2-40B4-BE49-F238E27FC236}">
                      <a16:creationId xmlns:a16="http://schemas.microsoft.com/office/drawing/2014/main" id="{E92B75DE-F7C8-8F2F-BF90-6C1A58E2BBBE}"/>
                    </a:ext>
                  </a:extLst>
                </p14:cNvPr>
                <p14:cNvContentPartPr/>
                <p14:nvPr/>
              </p14:nvContentPartPr>
              <p14:xfrm>
                <a:off x="3385976" y="5973602"/>
                <a:ext cx="20520" cy="131400"/>
              </p14:xfrm>
            </p:contentPart>
          </mc:Choice>
          <mc:Fallback xmlns="">
            <p:pic>
              <p:nvPicPr>
                <p:cNvPr id="24" name="Entrada de lápiz 23">
                  <a:extLst>
                    <a:ext uri="{FF2B5EF4-FFF2-40B4-BE49-F238E27FC236}">
                      <a16:creationId xmlns:a16="http://schemas.microsoft.com/office/drawing/2014/main" id="{E92B75DE-F7C8-8F2F-BF90-6C1A58E2BBBE}"/>
                    </a:ext>
                  </a:extLst>
                </p:cNvPr>
                <p:cNvPicPr/>
                <p:nvPr/>
              </p:nvPicPr>
              <p:blipFill>
                <a:blip r:embed="rId18"/>
                <a:stretch>
                  <a:fillRect/>
                </a:stretch>
              </p:blipFill>
              <p:spPr>
                <a:xfrm>
                  <a:off x="3377336" y="5964602"/>
                  <a:ext cx="3816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5" name="Entrada de lápiz 24">
                  <a:extLst>
                    <a:ext uri="{FF2B5EF4-FFF2-40B4-BE49-F238E27FC236}">
                      <a16:creationId xmlns:a16="http://schemas.microsoft.com/office/drawing/2014/main" id="{1DCE62C9-18A3-704C-4448-C22C394775E8}"/>
                    </a:ext>
                  </a:extLst>
                </p14:cNvPr>
                <p14:cNvContentPartPr/>
                <p14:nvPr/>
              </p14:nvContentPartPr>
              <p14:xfrm>
                <a:off x="3421256" y="5977922"/>
                <a:ext cx="69120" cy="61560"/>
              </p14:xfrm>
            </p:contentPart>
          </mc:Choice>
          <mc:Fallback xmlns="">
            <p:pic>
              <p:nvPicPr>
                <p:cNvPr id="25" name="Entrada de lápiz 24">
                  <a:extLst>
                    <a:ext uri="{FF2B5EF4-FFF2-40B4-BE49-F238E27FC236}">
                      <a16:creationId xmlns:a16="http://schemas.microsoft.com/office/drawing/2014/main" id="{1DCE62C9-18A3-704C-4448-C22C394775E8}"/>
                    </a:ext>
                  </a:extLst>
                </p:cNvPr>
                <p:cNvPicPr/>
                <p:nvPr/>
              </p:nvPicPr>
              <p:blipFill>
                <a:blip r:embed="rId20"/>
                <a:stretch>
                  <a:fillRect/>
                </a:stretch>
              </p:blipFill>
              <p:spPr>
                <a:xfrm>
                  <a:off x="3412616" y="5968922"/>
                  <a:ext cx="8676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6" name="Entrada de lápiz 25">
                  <a:extLst>
                    <a:ext uri="{FF2B5EF4-FFF2-40B4-BE49-F238E27FC236}">
                      <a16:creationId xmlns:a16="http://schemas.microsoft.com/office/drawing/2014/main" id="{47A26534-9349-06E5-DA3D-4D3620B0BC6F}"/>
                    </a:ext>
                  </a:extLst>
                </p14:cNvPr>
                <p14:cNvContentPartPr/>
                <p14:nvPr/>
              </p14:nvContentPartPr>
              <p14:xfrm>
                <a:off x="3499736" y="5973602"/>
                <a:ext cx="12240" cy="144000"/>
              </p14:xfrm>
            </p:contentPart>
          </mc:Choice>
          <mc:Fallback xmlns="">
            <p:pic>
              <p:nvPicPr>
                <p:cNvPr id="26" name="Entrada de lápiz 25">
                  <a:extLst>
                    <a:ext uri="{FF2B5EF4-FFF2-40B4-BE49-F238E27FC236}">
                      <a16:creationId xmlns:a16="http://schemas.microsoft.com/office/drawing/2014/main" id="{47A26534-9349-06E5-DA3D-4D3620B0BC6F}"/>
                    </a:ext>
                  </a:extLst>
                </p:cNvPr>
                <p:cNvPicPr/>
                <p:nvPr/>
              </p:nvPicPr>
              <p:blipFill>
                <a:blip r:embed="rId22"/>
                <a:stretch>
                  <a:fillRect/>
                </a:stretch>
              </p:blipFill>
              <p:spPr>
                <a:xfrm>
                  <a:off x="3491096" y="5964602"/>
                  <a:ext cx="29880" cy="161640"/>
                </a:xfrm>
                <a:prstGeom prst="rect">
                  <a:avLst/>
                </a:prstGeom>
              </p:spPr>
            </p:pic>
          </mc:Fallback>
        </mc:AlternateContent>
      </p:grpSp>
      <p:grpSp>
        <p:nvGrpSpPr>
          <p:cNvPr id="30" name="Grupo 29">
            <a:extLst>
              <a:ext uri="{FF2B5EF4-FFF2-40B4-BE49-F238E27FC236}">
                <a16:creationId xmlns:a16="http://schemas.microsoft.com/office/drawing/2014/main" id="{8BE46F1F-4385-E6F1-BC4C-0A3FF8DBA1BC}"/>
              </a:ext>
            </a:extLst>
          </p:cNvPr>
          <p:cNvGrpSpPr/>
          <p:nvPr/>
        </p:nvGrpSpPr>
        <p:grpSpPr>
          <a:xfrm>
            <a:off x="3783056" y="5461682"/>
            <a:ext cx="279720" cy="427320"/>
            <a:chOff x="3783056" y="5461682"/>
            <a:chExt cx="279720" cy="427320"/>
          </a:xfrm>
        </p:grpSpPr>
        <mc:AlternateContent xmlns:mc="http://schemas.openxmlformats.org/markup-compatibility/2006" xmlns:p14="http://schemas.microsoft.com/office/powerpoint/2010/main">
          <mc:Choice Requires="p14">
            <p:contentPart p14:bwMode="auto" r:id="rId23">
              <p14:nvContentPartPr>
                <p14:cNvPr id="28" name="Entrada de lápiz 27">
                  <a:extLst>
                    <a:ext uri="{FF2B5EF4-FFF2-40B4-BE49-F238E27FC236}">
                      <a16:creationId xmlns:a16="http://schemas.microsoft.com/office/drawing/2014/main" id="{779824C0-2990-1AB0-7039-CBB50C817D0C}"/>
                    </a:ext>
                  </a:extLst>
                </p14:cNvPr>
                <p14:cNvContentPartPr/>
                <p14:nvPr/>
              </p14:nvContentPartPr>
              <p14:xfrm>
                <a:off x="3843176" y="5503802"/>
                <a:ext cx="219600" cy="385200"/>
              </p14:xfrm>
            </p:contentPart>
          </mc:Choice>
          <mc:Fallback xmlns="">
            <p:pic>
              <p:nvPicPr>
                <p:cNvPr id="28" name="Entrada de lápiz 27">
                  <a:extLst>
                    <a:ext uri="{FF2B5EF4-FFF2-40B4-BE49-F238E27FC236}">
                      <a16:creationId xmlns:a16="http://schemas.microsoft.com/office/drawing/2014/main" id="{779824C0-2990-1AB0-7039-CBB50C817D0C}"/>
                    </a:ext>
                  </a:extLst>
                </p:cNvPr>
                <p:cNvPicPr/>
                <p:nvPr/>
              </p:nvPicPr>
              <p:blipFill>
                <a:blip r:embed="rId24"/>
                <a:stretch>
                  <a:fillRect/>
                </a:stretch>
              </p:blipFill>
              <p:spPr>
                <a:xfrm>
                  <a:off x="3834536" y="5494802"/>
                  <a:ext cx="237240" cy="4028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9" name="Entrada de lápiz 28">
                  <a:extLst>
                    <a:ext uri="{FF2B5EF4-FFF2-40B4-BE49-F238E27FC236}">
                      <a16:creationId xmlns:a16="http://schemas.microsoft.com/office/drawing/2014/main" id="{CD6F3919-346D-23BC-B9ED-78DDACFCC59C}"/>
                    </a:ext>
                  </a:extLst>
                </p14:cNvPr>
                <p14:cNvContentPartPr/>
                <p14:nvPr/>
              </p14:nvContentPartPr>
              <p14:xfrm>
                <a:off x="3783056" y="5461682"/>
                <a:ext cx="114840" cy="74520"/>
              </p14:xfrm>
            </p:contentPart>
          </mc:Choice>
          <mc:Fallback xmlns="">
            <p:pic>
              <p:nvPicPr>
                <p:cNvPr id="29" name="Entrada de lápiz 28">
                  <a:extLst>
                    <a:ext uri="{FF2B5EF4-FFF2-40B4-BE49-F238E27FC236}">
                      <a16:creationId xmlns:a16="http://schemas.microsoft.com/office/drawing/2014/main" id="{CD6F3919-346D-23BC-B9ED-78DDACFCC59C}"/>
                    </a:ext>
                  </a:extLst>
                </p:cNvPr>
                <p:cNvPicPr/>
                <p:nvPr/>
              </p:nvPicPr>
              <p:blipFill>
                <a:blip r:embed="rId26"/>
                <a:stretch>
                  <a:fillRect/>
                </a:stretch>
              </p:blipFill>
              <p:spPr>
                <a:xfrm>
                  <a:off x="3774416" y="5453042"/>
                  <a:ext cx="132480" cy="92160"/>
                </a:xfrm>
                <a:prstGeom prst="rect">
                  <a:avLst/>
                </a:prstGeom>
              </p:spPr>
            </p:pic>
          </mc:Fallback>
        </mc:AlternateContent>
      </p:grpSp>
      <p:grpSp>
        <p:nvGrpSpPr>
          <p:cNvPr id="41" name="Grupo 40">
            <a:extLst>
              <a:ext uri="{FF2B5EF4-FFF2-40B4-BE49-F238E27FC236}">
                <a16:creationId xmlns:a16="http://schemas.microsoft.com/office/drawing/2014/main" id="{ABFB5AE6-D62D-13AB-05BF-5B325BFDC45B}"/>
              </a:ext>
            </a:extLst>
          </p:cNvPr>
          <p:cNvGrpSpPr/>
          <p:nvPr/>
        </p:nvGrpSpPr>
        <p:grpSpPr>
          <a:xfrm>
            <a:off x="4098416" y="5903402"/>
            <a:ext cx="586800" cy="176400"/>
            <a:chOff x="4098416" y="5903402"/>
            <a:chExt cx="586800" cy="176400"/>
          </a:xfrm>
        </p:grpSpPr>
        <mc:AlternateContent xmlns:mc="http://schemas.openxmlformats.org/markup-compatibility/2006" xmlns:p14="http://schemas.microsoft.com/office/powerpoint/2010/main">
          <mc:Choice Requires="p14">
            <p:contentPart p14:bwMode="auto" r:id="rId27">
              <p14:nvContentPartPr>
                <p14:cNvPr id="31" name="Entrada de lápiz 30">
                  <a:extLst>
                    <a:ext uri="{FF2B5EF4-FFF2-40B4-BE49-F238E27FC236}">
                      <a16:creationId xmlns:a16="http://schemas.microsoft.com/office/drawing/2014/main" id="{BEF10CCC-B9B9-326F-4401-50BA7C569FE2}"/>
                    </a:ext>
                  </a:extLst>
                </p14:cNvPr>
                <p14:cNvContentPartPr/>
                <p14:nvPr/>
              </p14:nvContentPartPr>
              <p14:xfrm>
                <a:off x="4098416" y="5937602"/>
                <a:ext cx="140040" cy="140400"/>
              </p14:xfrm>
            </p:contentPart>
          </mc:Choice>
          <mc:Fallback xmlns="">
            <p:pic>
              <p:nvPicPr>
                <p:cNvPr id="31" name="Entrada de lápiz 30">
                  <a:extLst>
                    <a:ext uri="{FF2B5EF4-FFF2-40B4-BE49-F238E27FC236}">
                      <a16:creationId xmlns:a16="http://schemas.microsoft.com/office/drawing/2014/main" id="{BEF10CCC-B9B9-326F-4401-50BA7C569FE2}"/>
                    </a:ext>
                  </a:extLst>
                </p:cNvPr>
                <p:cNvPicPr/>
                <p:nvPr/>
              </p:nvPicPr>
              <p:blipFill>
                <a:blip r:embed="rId28"/>
                <a:stretch>
                  <a:fillRect/>
                </a:stretch>
              </p:blipFill>
              <p:spPr>
                <a:xfrm>
                  <a:off x="4089776" y="5928602"/>
                  <a:ext cx="15768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2" name="Entrada de lápiz 31">
                  <a:extLst>
                    <a:ext uri="{FF2B5EF4-FFF2-40B4-BE49-F238E27FC236}">
                      <a16:creationId xmlns:a16="http://schemas.microsoft.com/office/drawing/2014/main" id="{3BA5FBE8-BA2C-98FA-02FC-01E8F10A6E0A}"/>
                    </a:ext>
                  </a:extLst>
                </p14:cNvPr>
                <p14:cNvContentPartPr/>
                <p14:nvPr/>
              </p14:nvContentPartPr>
              <p14:xfrm>
                <a:off x="4271936" y="6054602"/>
                <a:ext cx="18720" cy="15840"/>
              </p14:xfrm>
            </p:contentPart>
          </mc:Choice>
          <mc:Fallback xmlns="">
            <p:pic>
              <p:nvPicPr>
                <p:cNvPr id="32" name="Entrada de lápiz 31">
                  <a:extLst>
                    <a:ext uri="{FF2B5EF4-FFF2-40B4-BE49-F238E27FC236}">
                      <a16:creationId xmlns:a16="http://schemas.microsoft.com/office/drawing/2014/main" id="{3BA5FBE8-BA2C-98FA-02FC-01E8F10A6E0A}"/>
                    </a:ext>
                  </a:extLst>
                </p:cNvPr>
                <p:cNvPicPr/>
                <p:nvPr/>
              </p:nvPicPr>
              <p:blipFill>
                <a:blip r:embed="rId30"/>
                <a:stretch>
                  <a:fillRect/>
                </a:stretch>
              </p:blipFill>
              <p:spPr>
                <a:xfrm>
                  <a:off x="4262936" y="6045962"/>
                  <a:ext cx="3636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4" name="Entrada de lápiz 33">
                  <a:extLst>
                    <a:ext uri="{FF2B5EF4-FFF2-40B4-BE49-F238E27FC236}">
                      <a16:creationId xmlns:a16="http://schemas.microsoft.com/office/drawing/2014/main" id="{AB876737-2C97-189B-FE42-230BBD43AA47}"/>
                    </a:ext>
                  </a:extLst>
                </p14:cNvPr>
                <p14:cNvContentPartPr/>
                <p14:nvPr/>
              </p14:nvContentPartPr>
              <p14:xfrm>
                <a:off x="4333136" y="5930042"/>
                <a:ext cx="68040" cy="15480"/>
              </p14:xfrm>
            </p:contentPart>
          </mc:Choice>
          <mc:Fallback xmlns="">
            <p:pic>
              <p:nvPicPr>
                <p:cNvPr id="34" name="Entrada de lápiz 33">
                  <a:extLst>
                    <a:ext uri="{FF2B5EF4-FFF2-40B4-BE49-F238E27FC236}">
                      <a16:creationId xmlns:a16="http://schemas.microsoft.com/office/drawing/2014/main" id="{AB876737-2C97-189B-FE42-230BBD43AA47}"/>
                    </a:ext>
                  </a:extLst>
                </p:cNvPr>
                <p:cNvPicPr/>
                <p:nvPr/>
              </p:nvPicPr>
              <p:blipFill>
                <a:blip r:embed="rId32"/>
                <a:stretch>
                  <a:fillRect/>
                </a:stretch>
              </p:blipFill>
              <p:spPr>
                <a:xfrm>
                  <a:off x="4324496" y="5921402"/>
                  <a:ext cx="8568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5" name="Entrada de lápiz 34">
                  <a:extLst>
                    <a:ext uri="{FF2B5EF4-FFF2-40B4-BE49-F238E27FC236}">
                      <a16:creationId xmlns:a16="http://schemas.microsoft.com/office/drawing/2014/main" id="{9F254335-0C2B-2BAF-6F59-0E8B90B1F0D9}"/>
                    </a:ext>
                  </a:extLst>
                </p14:cNvPr>
                <p14:cNvContentPartPr/>
                <p14:nvPr/>
              </p14:nvContentPartPr>
              <p14:xfrm>
                <a:off x="4334216" y="5940122"/>
                <a:ext cx="82800" cy="130320"/>
              </p14:xfrm>
            </p:contentPart>
          </mc:Choice>
          <mc:Fallback xmlns="">
            <p:pic>
              <p:nvPicPr>
                <p:cNvPr id="35" name="Entrada de lápiz 34">
                  <a:extLst>
                    <a:ext uri="{FF2B5EF4-FFF2-40B4-BE49-F238E27FC236}">
                      <a16:creationId xmlns:a16="http://schemas.microsoft.com/office/drawing/2014/main" id="{9F254335-0C2B-2BAF-6F59-0E8B90B1F0D9}"/>
                    </a:ext>
                  </a:extLst>
                </p:cNvPr>
                <p:cNvPicPr/>
                <p:nvPr/>
              </p:nvPicPr>
              <p:blipFill>
                <a:blip r:embed="rId34"/>
                <a:stretch>
                  <a:fillRect/>
                </a:stretch>
              </p:blipFill>
              <p:spPr>
                <a:xfrm>
                  <a:off x="4325216" y="5931122"/>
                  <a:ext cx="10044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7" name="Entrada de lápiz 36">
                  <a:extLst>
                    <a:ext uri="{FF2B5EF4-FFF2-40B4-BE49-F238E27FC236}">
                      <a16:creationId xmlns:a16="http://schemas.microsoft.com/office/drawing/2014/main" id="{BBBF93D8-E0BC-7760-8996-A1B63E3ED4ED}"/>
                    </a:ext>
                  </a:extLst>
                </p14:cNvPr>
                <p14:cNvContentPartPr/>
                <p14:nvPr/>
              </p14:nvContentPartPr>
              <p14:xfrm>
                <a:off x="4478936" y="5937962"/>
                <a:ext cx="53280" cy="64440"/>
              </p14:xfrm>
            </p:contentPart>
          </mc:Choice>
          <mc:Fallback xmlns="">
            <p:pic>
              <p:nvPicPr>
                <p:cNvPr id="37" name="Entrada de lápiz 36">
                  <a:extLst>
                    <a:ext uri="{FF2B5EF4-FFF2-40B4-BE49-F238E27FC236}">
                      <a16:creationId xmlns:a16="http://schemas.microsoft.com/office/drawing/2014/main" id="{BBBF93D8-E0BC-7760-8996-A1B63E3ED4ED}"/>
                    </a:ext>
                  </a:extLst>
                </p:cNvPr>
                <p:cNvPicPr/>
                <p:nvPr/>
              </p:nvPicPr>
              <p:blipFill>
                <a:blip r:embed="rId36"/>
                <a:stretch>
                  <a:fillRect/>
                </a:stretch>
              </p:blipFill>
              <p:spPr>
                <a:xfrm>
                  <a:off x="4469936" y="5929322"/>
                  <a:ext cx="7092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8" name="Entrada de lápiz 37">
                  <a:extLst>
                    <a:ext uri="{FF2B5EF4-FFF2-40B4-BE49-F238E27FC236}">
                      <a16:creationId xmlns:a16="http://schemas.microsoft.com/office/drawing/2014/main" id="{1FD21452-149B-8AA6-4720-92B9CBCD4A2D}"/>
                    </a:ext>
                  </a:extLst>
                </p14:cNvPr>
                <p14:cNvContentPartPr/>
                <p14:nvPr/>
              </p14:nvContentPartPr>
              <p14:xfrm>
                <a:off x="4534376" y="5929322"/>
                <a:ext cx="23040" cy="150480"/>
              </p14:xfrm>
            </p:contentPart>
          </mc:Choice>
          <mc:Fallback xmlns="">
            <p:pic>
              <p:nvPicPr>
                <p:cNvPr id="38" name="Entrada de lápiz 37">
                  <a:extLst>
                    <a:ext uri="{FF2B5EF4-FFF2-40B4-BE49-F238E27FC236}">
                      <a16:creationId xmlns:a16="http://schemas.microsoft.com/office/drawing/2014/main" id="{1FD21452-149B-8AA6-4720-92B9CBCD4A2D}"/>
                    </a:ext>
                  </a:extLst>
                </p:cNvPr>
                <p:cNvPicPr/>
                <p:nvPr/>
              </p:nvPicPr>
              <p:blipFill>
                <a:blip r:embed="rId38"/>
                <a:stretch>
                  <a:fillRect/>
                </a:stretch>
              </p:blipFill>
              <p:spPr>
                <a:xfrm>
                  <a:off x="4525736" y="5920682"/>
                  <a:ext cx="4068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0" name="Entrada de lápiz 39">
                  <a:extLst>
                    <a:ext uri="{FF2B5EF4-FFF2-40B4-BE49-F238E27FC236}">
                      <a16:creationId xmlns:a16="http://schemas.microsoft.com/office/drawing/2014/main" id="{BAC189BE-5C93-E246-8D52-3D47B75B8E7C}"/>
                    </a:ext>
                  </a:extLst>
                </p14:cNvPr>
                <p14:cNvContentPartPr/>
                <p14:nvPr/>
              </p14:nvContentPartPr>
              <p14:xfrm>
                <a:off x="4580096" y="5903402"/>
                <a:ext cx="105120" cy="161280"/>
              </p14:xfrm>
            </p:contentPart>
          </mc:Choice>
          <mc:Fallback xmlns="">
            <p:pic>
              <p:nvPicPr>
                <p:cNvPr id="40" name="Entrada de lápiz 39">
                  <a:extLst>
                    <a:ext uri="{FF2B5EF4-FFF2-40B4-BE49-F238E27FC236}">
                      <a16:creationId xmlns:a16="http://schemas.microsoft.com/office/drawing/2014/main" id="{BAC189BE-5C93-E246-8D52-3D47B75B8E7C}"/>
                    </a:ext>
                  </a:extLst>
                </p:cNvPr>
                <p:cNvPicPr/>
                <p:nvPr/>
              </p:nvPicPr>
              <p:blipFill>
                <a:blip r:embed="rId40"/>
                <a:stretch>
                  <a:fillRect/>
                </a:stretch>
              </p:blipFill>
              <p:spPr>
                <a:xfrm>
                  <a:off x="4571096" y="5894762"/>
                  <a:ext cx="122760" cy="178920"/>
                </a:xfrm>
                <a:prstGeom prst="rect">
                  <a:avLst/>
                </a:prstGeom>
              </p:spPr>
            </p:pic>
          </mc:Fallback>
        </mc:AlternateContent>
      </p:grpSp>
      <p:grpSp>
        <p:nvGrpSpPr>
          <p:cNvPr id="44" name="Grupo 43">
            <a:extLst>
              <a:ext uri="{FF2B5EF4-FFF2-40B4-BE49-F238E27FC236}">
                <a16:creationId xmlns:a16="http://schemas.microsoft.com/office/drawing/2014/main" id="{D73CC3A8-8333-79E7-9AE5-C2EC0F95B0BE}"/>
              </a:ext>
            </a:extLst>
          </p:cNvPr>
          <p:cNvGrpSpPr/>
          <p:nvPr/>
        </p:nvGrpSpPr>
        <p:grpSpPr>
          <a:xfrm>
            <a:off x="1382936" y="5487962"/>
            <a:ext cx="148680" cy="298440"/>
            <a:chOff x="1382936" y="5487962"/>
            <a:chExt cx="148680" cy="298440"/>
          </a:xfrm>
        </p:grpSpPr>
        <mc:AlternateContent xmlns:mc="http://schemas.openxmlformats.org/markup-compatibility/2006" xmlns:p14="http://schemas.microsoft.com/office/powerpoint/2010/main">
          <mc:Choice Requires="p14">
            <p:contentPart p14:bwMode="auto" r:id="rId41">
              <p14:nvContentPartPr>
                <p14:cNvPr id="42" name="Entrada de lápiz 41">
                  <a:extLst>
                    <a:ext uri="{FF2B5EF4-FFF2-40B4-BE49-F238E27FC236}">
                      <a16:creationId xmlns:a16="http://schemas.microsoft.com/office/drawing/2014/main" id="{CFD2379A-3C3D-F7CC-45EC-5B7F1541D6A3}"/>
                    </a:ext>
                  </a:extLst>
                </p14:cNvPr>
                <p14:cNvContentPartPr/>
                <p14:nvPr/>
              </p14:nvContentPartPr>
              <p14:xfrm>
                <a:off x="1382936" y="5511002"/>
                <a:ext cx="106920" cy="275400"/>
              </p14:xfrm>
            </p:contentPart>
          </mc:Choice>
          <mc:Fallback xmlns="">
            <p:pic>
              <p:nvPicPr>
                <p:cNvPr id="42" name="Entrada de lápiz 41">
                  <a:extLst>
                    <a:ext uri="{FF2B5EF4-FFF2-40B4-BE49-F238E27FC236}">
                      <a16:creationId xmlns:a16="http://schemas.microsoft.com/office/drawing/2014/main" id="{CFD2379A-3C3D-F7CC-45EC-5B7F1541D6A3}"/>
                    </a:ext>
                  </a:extLst>
                </p:cNvPr>
                <p:cNvPicPr/>
                <p:nvPr/>
              </p:nvPicPr>
              <p:blipFill>
                <a:blip r:embed="rId42"/>
                <a:stretch>
                  <a:fillRect/>
                </a:stretch>
              </p:blipFill>
              <p:spPr>
                <a:xfrm>
                  <a:off x="1374296" y="5502362"/>
                  <a:ext cx="124560" cy="2930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43" name="Entrada de lápiz 42">
                  <a:extLst>
                    <a:ext uri="{FF2B5EF4-FFF2-40B4-BE49-F238E27FC236}">
                      <a16:creationId xmlns:a16="http://schemas.microsoft.com/office/drawing/2014/main" id="{23E2847B-B21A-4ACF-E8CA-CE9997259E96}"/>
                    </a:ext>
                  </a:extLst>
                </p14:cNvPr>
                <p14:cNvContentPartPr/>
                <p14:nvPr/>
              </p14:nvContentPartPr>
              <p14:xfrm>
                <a:off x="1406336" y="5487962"/>
                <a:ext cx="125280" cy="63720"/>
              </p14:xfrm>
            </p:contentPart>
          </mc:Choice>
          <mc:Fallback xmlns="">
            <p:pic>
              <p:nvPicPr>
                <p:cNvPr id="43" name="Entrada de lápiz 42">
                  <a:extLst>
                    <a:ext uri="{FF2B5EF4-FFF2-40B4-BE49-F238E27FC236}">
                      <a16:creationId xmlns:a16="http://schemas.microsoft.com/office/drawing/2014/main" id="{23E2847B-B21A-4ACF-E8CA-CE9997259E96}"/>
                    </a:ext>
                  </a:extLst>
                </p:cNvPr>
                <p:cNvPicPr/>
                <p:nvPr/>
              </p:nvPicPr>
              <p:blipFill>
                <a:blip r:embed="rId44"/>
                <a:stretch>
                  <a:fillRect/>
                </a:stretch>
              </p:blipFill>
              <p:spPr>
                <a:xfrm>
                  <a:off x="1397336" y="5479322"/>
                  <a:ext cx="142920" cy="81360"/>
                </a:xfrm>
                <a:prstGeom prst="rect">
                  <a:avLst/>
                </a:prstGeom>
              </p:spPr>
            </p:pic>
          </mc:Fallback>
        </mc:AlternateContent>
      </p:grpSp>
      <p:grpSp>
        <p:nvGrpSpPr>
          <p:cNvPr id="52" name="Grupo 51">
            <a:extLst>
              <a:ext uri="{FF2B5EF4-FFF2-40B4-BE49-F238E27FC236}">
                <a16:creationId xmlns:a16="http://schemas.microsoft.com/office/drawing/2014/main" id="{356CDFE3-DCB3-2412-9AF8-3588489C9AA9}"/>
              </a:ext>
            </a:extLst>
          </p:cNvPr>
          <p:cNvGrpSpPr/>
          <p:nvPr/>
        </p:nvGrpSpPr>
        <p:grpSpPr>
          <a:xfrm>
            <a:off x="1084496" y="5864522"/>
            <a:ext cx="628920" cy="158400"/>
            <a:chOff x="1084496" y="5864522"/>
            <a:chExt cx="628920" cy="158400"/>
          </a:xfrm>
        </p:grpSpPr>
        <mc:AlternateContent xmlns:mc="http://schemas.openxmlformats.org/markup-compatibility/2006" xmlns:p14="http://schemas.microsoft.com/office/powerpoint/2010/main">
          <mc:Choice Requires="p14">
            <p:contentPart p14:bwMode="auto" r:id="rId45">
              <p14:nvContentPartPr>
                <p14:cNvPr id="45" name="Entrada de lápiz 44">
                  <a:extLst>
                    <a:ext uri="{FF2B5EF4-FFF2-40B4-BE49-F238E27FC236}">
                      <a16:creationId xmlns:a16="http://schemas.microsoft.com/office/drawing/2014/main" id="{FE618920-E2F7-8B8F-71A0-07F100B721F7}"/>
                    </a:ext>
                  </a:extLst>
                </p14:cNvPr>
                <p14:cNvContentPartPr/>
                <p14:nvPr/>
              </p14:nvContentPartPr>
              <p14:xfrm>
                <a:off x="1084496" y="5872442"/>
                <a:ext cx="139680" cy="148680"/>
              </p14:xfrm>
            </p:contentPart>
          </mc:Choice>
          <mc:Fallback xmlns="">
            <p:pic>
              <p:nvPicPr>
                <p:cNvPr id="45" name="Entrada de lápiz 44">
                  <a:extLst>
                    <a:ext uri="{FF2B5EF4-FFF2-40B4-BE49-F238E27FC236}">
                      <a16:creationId xmlns:a16="http://schemas.microsoft.com/office/drawing/2014/main" id="{FE618920-E2F7-8B8F-71A0-07F100B721F7}"/>
                    </a:ext>
                  </a:extLst>
                </p:cNvPr>
                <p:cNvPicPr/>
                <p:nvPr/>
              </p:nvPicPr>
              <p:blipFill>
                <a:blip r:embed="rId46"/>
                <a:stretch>
                  <a:fillRect/>
                </a:stretch>
              </p:blipFill>
              <p:spPr>
                <a:xfrm>
                  <a:off x="1075496" y="5863802"/>
                  <a:ext cx="15732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46" name="Entrada de lápiz 45">
                  <a:extLst>
                    <a:ext uri="{FF2B5EF4-FFF2-40B4-BE49-F238E27FC236}">
                      <a16:creationId xmlns:a16="http://schemas.microsoft.com/office/drawing/2014/main" id="{0B18D37F-80E2-02CB-8AE9-AB437753B0A9}"/>
                    </a:ext>
                  </a:extLst>
                </p14:cNvPr>
                <p14:cNvContentPartPr/>
                <p14:nvPr/>
              </p14:nvContentPartPr>
              <p14:xfrm>
                <a:off x="1255496" y="5994122"/>
                <a:ext cx="27360" cy="10440"/>
              </p14:xfrm>
            </p:contentPart>
          </mc:Choice>
          <mc:Fallback xmlns="">
            <p:pic>
              <p:nvPicPr>
                <p:cNvPr id="46" name="Entrada de lápiz 45">
                  <a:extLst>
                    <a:ext uri="{FF2B5EF4-FFF2-40B4-BE49-F238E27FC236}">
                      <a16:creationId xmlns:a16="http://schemas.microsoft.com/office/drawing/2014/main" id="{0B18D37F-80E2-02CB-8AE9-AB437753B0A9}"/>
                    </a:ext>
                  </a:extLst>
                </p:cNvPr>
                <p:cNvPicPr/>
                <p:nvPr/>
              </p:nvPicPr>
              <p:blipFill>
                <a:blip r:embed="rId48"/>
                <a:stretch>
                  <a:fillRect/>
                </a:stretch>
              </p:blipFill>
              <p:spPr>
                <a:xfrm>
                  <a:off x="1246856" y="5985122"/>
                  <a:ext cx="450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47" name="Entrada de lápiz 46">
                  <a:extLst>
                    <a:ext uri="{FF2B5EF4-FFF2-40B4-BE49-F238E27FC236}">
                      <a16:creationId xmlns:a16="http://schemas.microsoft.com/office/drawing/2014/main" id="{0F64442D-5200-1117-D01D-5358E9D846BA}"/>
                    </a:ext>
                  </a:extLst>
                </p14:cNvPr>
                <p14:cNvContentPartPr/>
                <p14:nvPr/>
              </p14:nvContentPartPr>
              <p14:xfrm>
                <a:off x="1297976" y="5883602"/>
                <a:ext cx="117360" cy="126720"/>
              </p14:xfrm>
            </p:contentPart>
          </mc:Choice>
          <mc:Fallback xmlns="">
            <p:pic>
              <p:nvPicPr>
                <p:cNvPr id="47" name="Entrada de lápiz 46">
                  <a:extLst>
                    <a:ext uri="{FF2B5EF4-FFF2-40B4-BE49-F238E27FC236}">
                      <a16:creationId xmlns:a16="http://schemas.microsoft.com/office/drawing/2014/main" id="{0F64442D-5200-1117-D01D-5358E9D846BA}"/>
                    </a:ext>
                  </a:extLst>
                </p:cNvPr>
                <p:cNvPicPr/>
                <p:nvPr/>
              </p:nvPicPr>
              <p:blipFill>
                <a:blip r:embed="rId50"/>
                <a:stretch>
                  <a:fillRect/>
                </a:stretch>
              </p:blipFill>
              <p:spPr>
                <a:xfrm>
                  <a:off x="1288976" y="5874602"/>
                  <a:ext cx="13500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49" name="Entrada de lápiz 48">
                  <a:extLst>
                    <a:ext uri="{FF2B5EF4-FFF2-40B4-BE49-F238E27FC236}">
                      <a16:creationId xmlns:a16="http://schemas.microsoft.com/office/drawing/2014/main" id="{224F9C57-7091-7366-4720-B7EE2C248976}"/>
                    </a:ext>
                  </a:extLst>
                </p14:cNvPr>
                <p14:cNvContentPartPr/>
                <p14:nvPr/>
              </p14:nvContentPartPr>
              <p14:xfrm>
                <a:off x="1439456" y="5864522"/>
                <a:ext cx="86760" cy="86400"/>
              </p14:xfrm>
            </p:contentPart>
          </mc:Choice>
          <mc:Fallback xmlns="">
            <p:pic>
              <p:nvPicPr>
                <p:cNvPr id="49" name="Entrada de lápiz 48">
                  <a:extLst>
                    <a:ext uri="{FF2B5EF4-FFF2-40B4-BE49-F238E27FC236}">
                      <a16:creationId xmlns:a16="http://schemas.microsoft.com/office/drawing/2014/main" id="{224F9C57-7091-7366-4720-B7EE2C248976}"/>
                    </a:ext>
                  </a:extLst>
                </p:cNvPr>
                <p:cNvPicPr/>
                <p:nvPr/>
              </p:nvPicPr>
              <p:blipFill>
                <a:blip r:embed="rId52"/>
                <a:stretch>
                  <a:fillRect/>
                </a:stretch>
              </p:blipFill>
              <p:spPr>
                <a:xfrm>
                  <a:off x="1430456" y="5855882"/>
                  <a:ext cx="10440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0" name="Entrada de lápiz 49">
                  <a:extLst>
                    <a:ext uri="{FF2B5EF4-FFF2-40B4-BE49-F238E27FC236}">
                      <a16:creationId xmlns:a16="http://schemas.microsoft.com/office/drawing/2014/main" id="{248BBD10-C8BB-E676-71E0-DDACCFAD2B46}"/>
                    </a:ext>
                  </a:extLst>
                </p14:cNvPr>
                <p14:cNvContentPartPr/>
                <p14:nvPr/>
              </p14:nvContentPartPr>
              <p14:xfrm>
                <a:off x="1525856" y="5872082"/>
                <a:ext cx="14400" cy="136440"/>
              </p14:xfrm>
            </p:contentPart>
          </mc:Choice>
          <mc:Fallback xmlns="">
            <p:pic>
              <p:nvPicPr>
                <p:cNvPr id="50" name="Entrada de lápiz 49">
                  <a:extLst>
                    <a:ext uri="{FF2B5EF4-FFF2-40B4-BE49-F238E27FC236}">
                      <a16:creationId xmlns:a16="http://schemas.microsoft.com/office/drawing/2014/main" id="{248BBD10-C8BB-E676-71E0-DDACCFAD2B46}"/>
                    </a:ext>
                  </a:extLst>
                </p:cNvPr>
                <p:cNvPicPr/>
                <p:nvPr/>
              </p:nvPicPr>
              <p:blipFill>
                <a:blip r:embed="rId54"/>
                <a:stretch>
                  <a:fillRect/>
                </a:stretch>
              </p:blipFill>
              <p:spPr>
                <a:xfrm>
                  <a:off x="1517216" y="5863082"/>
                  <a:ext cx="3204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1" name="Entrada de lápiz 50">
                  <a:extLst>
                    <a:ext uri="{FF2B5EF4-FFF2-40B4-BE49-F238E27FC236}">
                      <a16:creationId xmlns:a16="http://schemas.microsoft.com/office/drawing/2014/main" id="{13D499A3-5488-00FA-1389-1EF407F709F1}"/>
                    </a:ext>
                  </a:extLst>
                </p14:cNvPr>
                <p14:cNvContentPartPr/>
                <p14:nvPr/>
              </p14:nvContentPartPr>
              <p14:xfrm>
                <a:off x="1584176" y="5867762"/>
                <a:ext cx="129240" cy="155160"/>
              </p14:xfrm>
            </p:contentPart>
          </mc:Choice>
          <mc:Fallback xmlns="">
            <p:pic>
              <p:nvPicPr>
                <p:cNvPr id="51" name="Entrada de lápiz 50">
                  <a:extLst>
                    <a:ext uri="{FF2B5EF4-FFF2-40B4-BE49-F238E27FC236}">
                      <a16:creationId xmlns:a16="http://schemas.microsoft.com/office/drawing/2014/main" id="{13D499A3-5488-00FA-1389-1EF407F709F1}"/>
                    </a:ext>
                  </a:extLst>
                </p:cNvPr>
                <p:cNvPicPr/>
                <p:nvPr/>
              </p:nvPicPr>
              <p:blipFill>
                <a:blip r:embed="rId56"/>
                <a:stretch>
                  <a:fillRect/>
                </a:stretch>
              </p:blipFill>
              <p:spPr>
                <a:xfrm>
                  <a:off x="1575176" y="5859122"/>
                  <a:ext cx="146880" cy="172800"/>
                </a:xfrm>
                <a:prstGeom prst="rect">
                  <a:avLst/>
                </a:prstGeom>
              </p:spPr>
            </p:pic>
          </mc:Fallback>
        </mc:AlternateContent>
      </p:grpSp>
      <p:pic>
        <p:nvPicPr>
          <p:cNvPr id="4" name="Imagen 3">
            <a:extLst>
              <a:ext uri="{FF2B5EF4-FFF2-40B4-BE49-F238E27FC236}">
                <a16:creationId xmlns:a16="http://schemas.microsoft.com/office/drawing/2014/main" id="{9A9A503F-F7FB-0A96-8257-AA63142A486F}"/>
              </a:ext>
            </a:extLst>
          </p:cNvPr>
          <p:cNvPicPr>
            <a:picLocks noChangeAspect="1"/>
          </p:cNvPicPr>
          <p:nvPr/>
        </p:nvPicPr>
        <p:blipFill>
          <a:blip r:embed="rId57">
            <a:clrChange>
              <a:clrFrom>
                <a:srgbClr val="FFFFFF"/>
              </a:clrFrom>
              <a:clrTo>
                <a:srgbClr val="FFFFFF">
                  <a:alpha val="0"/>
                </a:srgbClr>
              </a:clrTo>
            </a:clrChange>
          </a:blip>
          <a:stretch>
            <a:fillRect/>
          </a:stretch>
        </p:blipFill>
        <p:spPr>
          <a:xfrm>
            <a:off x="5745365" y="2813953"/>
            <a:ext cx="6563800" cy="4044047"/>
          </a:xfrm>
          <a:prstGeom prst="rect">
            <a:avLst/>
          </a:prstGeom>
        </p:spPr>
      </p:pic>
      <p:grpSp>
        <p:nvGrpSpPr>
          <p:cNvPr id="55" name="Grupo 54">
            <a:extLst>
              <a:ext uri="{FF2B5EF4-FFF2-40B4-BE49-F238E27FC236}">
                <a16:creationId xmlns:a16="http://schemas.microsoft.com/office/drawing/2014/main" id="{92BACBD0-649A-838C-DAC8-1FAF4E21236A}"/>
              </a:ext>
            </a:extLst>
          </p:cNvPr>
          <p:cNvGrpSpPr/>
          <p:nvPr/>
        </p:nvGrpSpPr>
        <p:grpSpPr>
          <a:xfrm>
            <a:off x="9707099" y="2687256"/>
            <a:ext cx="480240" cy="440280"/>
            <a:chOff x="9707099" y="2687256"/>
            <a:chExt cx="480240" cy="440280"/>
          </a:xfrm>
        </p:grpSpPr>
        <mc:AlternateContent xmlns:mc="http://schemas.openxmlformats.org/markup-compatibility/2006" xmlns:p14="http://schemas.microsoft.com/office/powerpoint/2010/main">
          <mc:Choice Requires="p14">
            <p:contentPart p14:bwMode="auto" r:id="rId58">
              <p14:nvContentPartPr>
                <p14:cNvPr id="53" name="Entrada de lápiz 52">
                  <a:extLst>
                    <a:ext uri="{FF2B5EF4-FFF2-40B4-BE49-F238E27FC236}">
                      <a16:creationId xmlns:a16="http://schemas.microsoft.com/office/drawing/2014/main" id="{C0E8EA2F-2DDD-C2F5-CDA6-50074C23DE13}"/>
                    </a:ext>
                  </a:extLst>
                </p14:cNvPr>
                <p14:cNvContentPartPr/>
                <p14:nvPr/>
              </p14:nvContentPartPr>
              <p14:xfrm>
                <a:off x="9763979" y="2687256"/>
                <a:ext cx="423360" cy="388080"/>
              </p14:xfrm>
            </p:contentPart>
          </mc:Choice>
          <mc:Fallback xmlns="">
            <p:pic>
              <p:nvPicPr>
                <p:cNvPr id="53" name="Entrada de lápiz 52">
                  <a:extLst>
                    <a:ext uri="{FF2B5EF4-FFF2-40B4-BE49-F238E27FC236}">
                      <a16:creationId xmlns:a16="http://schemas.microsoft.com/office/drawing/2014/main" id="{C0E8EA2F-2DDD-C2F5-CDA6-50074C23DE13}"/>
                    </a:ext>
                  </a:extLst>
                </p:cNvPr>
                <p:cNvPicPr/>
                <p:nvPr/>
              </p:nvPicPr>
              <p:blipFill>
                <a:blip r:embed="rId59"/>
                <a:stretch>
                  <a:fillRect/>
                </a:stretch>
              </p:blipFill>
              <p:spPr>
                <a:xfrm>
                  <a:off x="9754979" y="2678616"/>
                  <a:ext cx="441000" cy="4057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54" name="Entrada de lápiz 53">
                  <a:extLst>
                    <a:ext uri="{FF2B5EF4-FFF2-40B4-BE49-F238E27FC236}">
                      <a16:creationId xmlns:a16="http://schemas.microsoft.com/office/drawing/2014/main" id="{FD22F32F-9629-D79F-BBFE-198F4E0C6AE1}"/>
                    </a:ext>
                  </a:extLst>
                </p14:cNvPr>
                <p14:cNvContentPartPr/>
                <p14:nvPr/>
              </p14:nvContentPartPr>
              <p14:xfrm>
                <a:off x="9707099" y="2999016"/>
                <a:ext cx="95040" cy="128520"/>
              </p14:xfrm>
            </p:contentPart>
          </mc:Choice>
          <mc:Fallback xmlns="">
            <p:pic>
              <p:nvPicPr>
                <p:cNvPr id="54" name="Entrada de lápiz 53">
                  <a:extLst>
                    <a:ext uri="{FF2B5EF4-FFF2-40B4-BE49-F238E27FC236}">
                      <a16:creationId xmlns:a16="http://schemas.microsoft.com/office/drawing/2014/main" id="{FD22F32F-9629-D79F-BBFE-198F4E0C6AE1}"/>
                    </a:ext>
                  </a:extLst>
                </p:cNvPr>
                <p:cNvPicPr/>
                <p:nvPr/>
              </p:nvPicPr>
              <p:blipFill>
                <a:blip r:embed="rId61"/>
                <a:stretch>
                  <a:fillRect/>
                </a:stretch>
              </p:blipFill>
              <p:spPr>
                <a:xfrm>
                  <a:off x="9698099" y="2990016"/>
                  <a:ext cx="112680" cy="146160"/>
                </a:xfrm>
                <a:prstGeom prst="rect">
                  <a:avLst/>
                </a:prstGeom>
              </p:spPr>
            </p:pic>
          </mc:Fallback>
        </mc:AlternateContent>
      </p:grpSp>
      <p:grpSp>
        <p:nvGrpSpPr>
          <p:cNvPr id="59" name="Grupo 58">
            <a:extLst>
              <a:ext uri="{FF2B5EF4-FFF2-40B4-BE49-F238E27FC236}">
                <a16:creationId xmlns:a16="http://schemas.microsoft.com/office/drawing/2014/main" id="{55F75DD5-4351-3CE0-E231-D01A50743B46}"/>
              </a:ext>
            </a:extLst>
          </p:cNvPr>
          <p:cNvGrpSpPr/>
          <p:nvPr/>
        </p:nvGrpSpPr>
        <p:grpSpPr>
          <a:xfrm>
            <a:off x="11270219" y="4287096"/>
            <a:ext cx="412200" cy="461520"/>
            <a:chOff x="11270219" y="4287096"/>
            <a:chExt cx="412200" cy="461520"/>
          </a:xfrm>
        </p:grpSpPr>
        <mc:AlternateContent xmlns:mc="http://schemas.openxmlformats.org/markup-compatibility/2006" xmlns:p14="http://schemas.microsoft.com/office/powerpoint/2010/main">
          <mc:Choice Requires="p14">
            <p:contentPart p14:bwMode="auto" r:id="rId62">
              <p14:nvContentPartPr>
                <p14:cNvPr id="56" name="Entrada de lápiz 55">
                  <a:extLst>
                    <a:ext uri="{FF2B5EF4-FFF2-40B4-BE49-F238E27FC236}">
                      <a16:creationId xmlns:a16="http://schemas.microsoft.com/office/drawing/2014/main" id="{1D293ED9-BB6C-DCE4-8A78-CE27FE6B3DD4}"/>
                    </a:ext>
                  </a:extLst>
                </p14:cNvPr>
                <p14:cNvContentPartPr/>
                <p14:nvPr/>
              </p14:nvContentPartPr>
              <p14:xfrm>
                <a:off x="11336819" y="4287096"/>
                <a:ext cx="345600" cy="407520"/>
              </p14:xfrm>
            </p:contentPart>
          </mc:Choice>
          <mc:Fallback xmlns="">
            <p:pic>
              <p:nvPicPr>
                <p:cNvPr id="56" name="Entrada de lápiz 55">
                  <a:extLst>
                    <a:ext uri="{FF2B5EF4-FFF2-40B4-BE49-F238E27FC236}">
                      <a16:creationId xmlns:a16="http://schemas.microsoft.com/office/drawing/2014/main" id="{1D293ED9-BB6C-DCE4-8A78-CE27FE6B3DD4}"/>
                    </a:ext>
                  </a:extLst>
                </p:cNvPr>
                <p:cNvPicPr/>
                <p:nvPr/>
              </p:nvPicPr>
              <p:blipFill>
                <a:blip r:embed="rId63"/>
                <a:stretch>
                  <a:fillRect/>
                </a:stretch>
              </p:blipFill>
              <p:spPr>
                <a:xfrm>
                  <a:off x="11328179" y="4278096"/>
                  <a:ext cx="363240" cy="4251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7" name="Entrada de lápiz 56">
                  <a:extLst>
                    <a:ext uri="{FF2B5EF4-FFF2-40B4-BE49-F238E27FC236}">
                      <a16:creationId xmlns:a16="http://schemas.microsoft.com/office/drawing/2014/main" id="{C69B17C7-2B40-48E9-7623-4D67ADEC6FE9}"/>
                    </a:ext>
                  </a:extLst>
                </p14:cNvPr>
                <p14:cNvContentPartPr/>
                <p14:nvPr/>
              </p14:nvContentPartPr>
              <p14:xfrm>
                <a:off x="11333579" y="4603896"/>
                <a:ext cx="16560" cy="120960"/>
              </p14:xfrm>
            </p:contentPart>
          </mc:Choice>
          <mc:Fallback xmlns="">
            <p:pic>
              <p:nvPicPr>
                <p:cNvPr id="57" name="Entrada de lápiz 56">
                  <a:extLst>
                    <a:ext uri="{FF2B5EF4-FFF2-40B4-BE49-F238E27FC236}">
                      <a16:creationId xmlns:a16="http://schemas.microsoft.com/office/drawing/2014/main" id="{C69B17C7-2B40-48E9-7623-4D67ADEC6FE9}"/>
                    </a:ext>
                  </a:extLst>
                </p:cNvPr>
                <p:cNvPicPr/>
                <p:nvPr/>
              </p:nvPicPr>
              <p:blipFill>
                <a:blip r:embed="rId65"/>
                <a:stretch>
                  <a:fillRect/>
                </a:stretch>
              </p:blipFill>
              <p:spPr>
                <a:xfrm>
                  <a:off x="11324939" y="4595256"/>
                  <a:ext cx="3420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8" name="Entrada de lápiz 57">
                  <a:extLst>
                    <a:ext uri="{FF2B5EF4-FFF2-40B4-BE49-F238E27FC236}">
                      <a16:creationId xmlns:a16="http://schemas.microsoft.com/office/drawing/2014/main" id="{55E6F29D-32FA-6079-DCCC-D722887CFB6A}"/>
                    </a:ext>
                  </a:extLst>
                </p14:cNvPr>
                <p14:cNvContentPartPr/>
                <p14:nvPr/>
              </p14:nvContentPartPr>
              <p14:xfrm>
                <a:off x="11270219" y="4588416"/>
                <a:ext cx="76320" cy="160200"/>
              </p14:xfrm>
            </p:contentPart>
          </mc:Choice>
          <mc:Fallback xmlns="">
            <p:pic>
              <p:nvPicPr>
                <p:cNvPr id="58" name="Entrada de lápiz 57">
                  <a:extLst>
                    <a:ext uri="{FF2B5EF4-FFF2-40B4-BE49-F238E27FC236}">
                      <a16:creationId xmlns:a16="http://schemas.microsoft.com/office/drawing/2014/main" id="{55E6F29D-32FA-6079-DCCC-D722887CFB6A}"/>
                    </a:ext>
                  </a:extLst>
                </p:cNvPr>
                <p:cNvPicPr/>
                <p:nvPr/>
              </p:nvPicPr>
              <p:blipFill>
                <a:blip r:embed="rId67"/>
                <a:stretch>
                  <a:fillRect/>
                </a:stretch>
              </p:blipFill>
              <p:spPr>
                <a:xfrm>
                  <a:off x="11261219" y="4579416"/>
                  <a:ext cx="93960" cy="177840"/>
                </a:xfrm>
                <a:prstGeom prst="rect">
                  <a:avLst/>
                </a:prstGeom>
              </p:spPr>
            </p:pic>
          </mc:Fallback>
        </mc:AlternateContent>
      </p:grpSp>
      <p:grpSp>
        <p:nvGrpSpPr>
          <p:cNvPr id="63" name="Grupo 62">
            <a:extLst>
              <a:ext uri="{FF2B5EF4-FFF2-40B4-BE49-F238E27FC236}">
                <a16:creationId xmlns:a16="http://schemas.microsoft.com/office/drawing/2014/main" id="{A0C05464-465F-8D92-603D-FB29BA9D798C}"/>
              </a:ext>
            </a:extLst>
          </p:cNvPr>
          <p:cNvGrpSpPr/>
          <p:nvPr/>
        </p:nvGrpSpPr>
        <p:grpSpPr>
          <a:xfrm>
            <a:off x="8069819" y="4410576"/>
            <a:ext cx="325440" cy="339840"/>
            <a:chOff x="8069819" y="4410576"/>
            <a:chExt cx="325440" cy="339840"/>
          </a:xfrm>
        </p:grpSpPr>
        <mc:AlternateContent xmlns:mc="http://schemas.openxmlformats.org/markup-compatibility/2006" xmlns:p14="http://schemas.microsoft.com/office/powerpoint/2010/main">
          <mc:Choice Requires="p14">
            <p:contentPart p14:bwMode="auto" r:id="rId68">
              <p14:nvContentPartPr>
                <p14:cNvPr id="60" name="Entrada de lápiz 59">
                  <a:extLst>
                    <a:ext uri="{FF2B5EF4-FFF2-40B4-BE49-F238E27FC236}">
                      <a16:creationId xmlns:a16="http://schemas.microsoft.com/office/drawing/2014/main" id="{E3ADB4F4-A5B3-9E15-901F-FC15498155F8}"/>
                    </a:ext>
                  </a:extLst>
                </p14:cNvPr>
                <p14:cNvContentPartPr/>
                <p14:nvPr/>
              </p14:nvContentPartPr>
              <p14:xfrm>
                <a:off x="8183219" y="4410576"/>
                <a:ext cx="212040" cy="272880"/>
              </p14:xfrm>
            </p:contentPart>
          </mc:Choice>
          <mc:Fallback xmlns="">
            <p:pic>
              <p:nvPicPr>
                <p:cNvPr id="60" name="Entrada de lápiz 59">
                  <a:extLst>
                    <a:ext uri="{FF2B5EF4-FFF2-40B4-BE49-F238E27FC236}">
                      <a16:creationId xmlns:a16="http://schemas.microsoft.com/office/drawing/2014/main" id="{E3ADB4F4-A5B3-9E15-901F-FC15498155F8}"/>
                    </a:ext>
                  </a:extLst>
                </p:cNvPr>
                <p:cNvPicPr/>
                <p:nvPr/>
              </p:nvPicPr>
              <p:blipFill>
                <a:blip r:embed="rId69"/>
                <a:stretch>
                  <a:fillRect/>
                </a:stretch>
              </p:blipFill>
              <p:spPr>
                <a:xfrm>
                  <a:off x="8174219" y="4401576"/>
                  <a:ext cx="22968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61" name="Entrada de lápiz 60">
                  <a:extLst>
                    <a:ext uri="{FF2B5EF4-FFF2-40B4-BE49-F238E27FC236}">
                      <a16:creationId xmlns:a16="http://schemas.microsoft.com/office/drawing/2014/main" id="{D47E2AF5-4040-5DDA-66F8-AD68D97CD9AE}"/>
                    </a:ext>
                  </a:extLst>
                </p14:cNvPr>
                <p14:cNvContentPartPr/>
                <p14:nvPr/>
              </p14:nvContentPartPr>
              <p14:xfrm>
                <a:off x="8099339" y="4655736"/>
                <a:ext cx="135360" cy="19440"/>
              </p14:xfrm>
            </p:contentPart>
          </mc:Choice>
          <mc:Fallback xmlns="">
            <p:pic>
              <p:nvPicPr>
                <p:cNvPr id="61" name="Entrada de lápiz 60">
                  <a:extLst>
                    <a:ext uri="{FF2B5EF4-FFF2-40B4-BE49-F238E27FC236}">
                      <a16:creationId xmlns:a16="http://schemas.microsoft.com/office/drawing/2014/main" id="{D47E2AF5-4040-5DDA-66F8-AD68D97CD9AE}"/>
                    </a:ext>
                  </a:extLst>
                </p:cNvPr>
                <p:cNvPicPr/>
                <p:nvPr/>
              </p:nvPicPr>
              <p:blipFill>
                <a:blip r:embed="rId71"/>
                <a:stretch>
                  <a:fillRect/>
                </a:stretch>
              </p:blipFill>
              <p:spPr>
                <a:xfrm>
                  <a:off x="8090339" y="4646736"/>
                  <a:ext cx="15300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62" name="Entrada de lápiz 61">
                  <a:extLst>
                    <a:ext uri="{FF2B5EF4-FFF2-40B4-BE49-F238E27FC236}">
                      <a16:creationId xmlns:a16="http://schemas.microsoft.com/office/drawing/2014/main" id="{4CA32ED6-F667-4EBA-976B-F9BCD67F5C97}"/>
                    </a:ext>
                  </a:extLst>
                </p14:cNvPr>
                <p14:cNvContentPartPr/>
                <p14:nvPr/>
              </p14:nvContentPartPr>
              <p14:xfrm>
                <a:off x="8069819" y="4576536"/>
                <a:ext cx="77400" cy="173880"/>
              </p14:xfrm>
            </p:contentPart>
          </mc:Choice>
          <mc:Fallback xmlns="">
            <p:pic>
              <p:nvPicPr>
                <p:cNvPr id="62" name="Entrada de lápiz 61">
                  <a:extLst>
                    <a:ext uri="{FF2B5EF4-FFF2-40B4-BE49-F238E27FC236}">
                      <a16:creationId xmlns:a16="http://schemas.microsoft.com/office/drawing/2014/main" id="{4CA32ED6-F667-4EBA-976B-F9BCD67F5C97}"/>
                    </a:ext>
                  </a:extLst>
                </p:cNvPr>
                <p:cNvPicPr/>
                <p:nvPr/>
              </p:nvPicPr>
              <p:blipFill>
                <a:blip r:embed="rId73"/>
                <a:stretch>
                  <a:fillRect/>
                </a:stretch>
              </p:blipFill>
              <p:spPr>
                <a:xfrm>
                  <a:off x="8060819" y="4567536"/>
                  <a:ext cx="95040" cy="191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4">
            <p14:nvContentPartPr>
              <p14:cNvPr id="64" name="Entrada de lápiz 63">
                <a:extLst>
                  <a:ext uri="{FF2B5EF4-FFF2-40B4-BE49-F238E27FC236}">
                    <a16:creationId xmlns:a16="http://schemas.microsoft.com/office/drawing/2014/main" id="{E271680F-677C-1C0F-95C2-47CC8792B02A}"/>
                  </a:ext>
                </a:extLst>
              </p14:cNvPr>
              <p14:cNvContentPartPr/>
              <p14:nvPr/>
            </p14:nvContentPartPr>
            <p14:xfrm>
              <a:off x="858659" y="2681136"/>
              <a:ext cx="723240" cy="406080"/>
            </p14:xfrm>
          </p:contentPart>
        </mc:Choice>
        <mc:Fallback xmlns="">
          <p:pic>
            <p:nvPicPr>
              <p:cNvPr id="64" name="Entrada de lápiz 63">
                <a:extLst>
                  <a:ext uri="{FF2B5EF4-FFF2-40B4-BE49-F238E27FC236}">
                    <a16:creationId xmlns:a16="http://schemas.microsoft.com/office/drawing/2014/main" id="{E271680F-677C-1C0F-95C2-47CC8792B02A}"/>
                  </a:ext>
                </a:extLst>
              </p:cNvPr>
              <p:cNvPicPr/>
              <p:nvPr/>
            </p:nvPicPr>
            <p:blipFill>
              <a:blip r:embed="rId75"/>
              <a:stretch>
                <a:fillRect/>
              </a:stretch>
            </p:blipFill>
            <p:spPr>
              <a:xfrm>
                <a:off x="841019" y="2663136"/>
                <a:ext cx="758880" cy="4417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65" name="Entrada de lápiz 64">
                <a:extLst>
                  <a:ext uri="{FF2B5EF4-FFF2-40B4-BE49-F238E27FC236}">
                    <a16:creationId xmlns:a16="http://schemas.microsoft.com/office/drawing/2014/main" id="{4CDE02D6-15EE-A09B-F972-8C7B5D5778D2}"/>
                  </a:ext>
                </a:extLst>
              </p14:cNvPr>
              <p14:cNvContentPartPr/>
              <p14:nvPr/>
            </p14:nvContentPartPr>
            <p14:xfrm>
              <a:off x="6697499" y="6523056"/>
              <a:ext cx="448920" cy="325080"/>
            </p14:xfrm>
          </p:contentPart>
        </mc:Choice>
        <mc:Fallback xmlns="">
          <p:pic>
            <p:nvPicPr>
              <p:cNvPr id="65" name="Entrada de lápiz 64">
                <a:extLst>
                  <a:ext uri="{FF2B5EF4-FFF2-40B4-BE49-F238E27FC236}">
                    <a16:creationId xmlns:a16="http://schemas.microsoft.com/office/drawing/2014/main" id="{4CDE02D6-15EE-A09B-F972-8C7B5D5778D2}"/>
                  </a:ext>
                </a:extLst>
              </p:cNvPr>
              <p:cNvPicPr/>
              <p:nvPr/>
            </p:nvPicPr>
            <p:blipFill>
              <a:blip r:embed="rId77"/>
              <a:stretch>
                <a:fillRect/>
              </a:stretch>
            </p:blipFill>
            <p:spPr>
              <a:xfrm>
                <a:off x="6679499" y="6505056"/>
                <a:ext cx="484560" cy="3607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66" name="Entrada de lápiz 65">
                <a:extLst>
                  <a:ext uri="{FF2B5EF4-FFF2-40B4-BE49-F238E27FC236}">
                    <a16:creationId xmlns:a16="http://schemas.microsoft.com/office/drawing/2014/main" id="{E5CDB29C-9B5D-9969-7E95-E44DFA81D657}"/>
                  </a:ext>
                </a:extLst>
              </p14:cNvPr>
              <p14:cNvContentPartPr/>
              <p14:nvPr/>
            </p14:nvContentPartPr>
            <p14:xfrm>
              <a:off x="1369859" y="1589256"/>
              <a:ext cx="2337120" cy="796680"/>
            </p14:xfrm>
          </p:contentPart>
        </mc:Choice>
        <mc:Fallback xmlns="">
          <p:pic>
            <p:nvPicPr>
              <p:cNvPr id="66" name="Entrada de lápiz 65">
                <a:extLst>
                  <a:ext uri="{FF2B5EF4-FFF2-40B4-BE49-F238E27FC236}">
                    <a16:creationId xmlns:a16="http://schemas.microsoft.com/office/drawing/2014/main" id="{E5CDB29C-9B5D-9969-7E95-E44DFA81D657}"/>
                  </a:ext>
                </a:extLst>
              </p:cNvPr>
              <p:cNvPicPr/>
              <p:nvPr/>
            </p:nvPicPr>
            <p:blipFill>
              <a:blip r:embed="rId79"/>
              <a:stretch>
                <a:fillRect/>
              </a:stretch>
            </p:blipFill>
            <p:spPr>
              <a:xfrm>
                <a:off x="1352219" y="1571256"/>
                <a:ext cx="2372760" cy="8323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67" name="Entrada de lápiz 66">
                <a:extLst>
                  <a:ext uri="{FF2B5EF4-FFF2-40B4-BE49-F238E27FC236}">
                    <a16:creationId xmlns:a16="http://schemas.microsoft.com/office/drawing/2014/main" id="{DC8D9DBF-4340-3BD3-4894-A0EAB43756E1}"/>
                  </a:ext>
                </a:extLst>
              </p14:cNvPr>
              <p14:cNvContentPartPr/>
              <p14:nvPr/>
            </p14:nvContentPartPr>
            <p14:xfrm>
              <a:off x="8218139" y="6449976"/>
              <a:ext cx="668160" cy="425520"/>
            </p14:xfrm>
          </p:contentPart>
        </mc:Choice>
        <mc:Fallback xmlns="">
          <p:pic>
            <p:nvPicPr>
              <p:cNvPr id="67" name="Entrada de lápiz 66">
                <a:extLst>
                  <a:ext uri="{FF2B5EF4-FFF2-40B4-BE49-F238E27FC236}">
                    <a16:creationId xmlns:a16="http://schemas.microsoft.com/office/drawing/2014/main" id="{DC8D9DBF-4340-3BD3-4894-A0EAB43756E1}"/>
                  </a:ext>
                </a:extLst>
              </p:cNvPr>
              <p:cNvPicPr/>
              <p:nvPr/>
            </p:nvPicPr>
            <p:blipFill>
              <a:blip r:embed="rId81"/>
              <a:stretch>
                <a:fillRect/>
              </a:stretch>
            </p:blipFill>
            <p:spPr>
              <a:xfrm>
                <a:off x="8200499" y="6431976"/>
                <a:ext cx="703800" cy="4611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68" name="Entrada de lápiz 67">
                <a:extLst>
                  <a:ext uri="{FF2B5EF4-FFF2-40B4-BE49-F238E27FC236}">
                    <a16:creationId xmlns:a16="http://schemas.microsoft.com/office/drawing/2014/main" id="{58096546-611E-2F5F-BD36-735828A43487}"/>
                  </a:ext>
                </a:extLst>
              </p14:cNvPr>
              <p14:cNvContentPartPr/>
              <p14:nvPr/>
            </p14:nvContentPartPr>
            <p14:xfrm>
              <a:off x="3428699" y="3245616"/>
              <a:ext cx="570960" cy="387360"/>
            </p14:xfrm>
          </p:contentPart>
        </mc:Choice>
        <mc:Fallback xmlns="">
          <p:pic>
            <p:nvPicPr>
              <p:cNvPr id="68" name="Entrada de lápiz 67">
                <a:extLst>
                  <a:ext uri="{FF2B5EF4-FFF2-40B4-BE49-F238E27FC236}">
                    <a16:creationId xmlns:a16="http://schemas.microsoft.com/office/drawing/2014/main" id="{58096546-611E-2F5F-BD36-735828A43487}"/>
                  </a:ext>
                </a:extLst>
              </p:cNvPr>
              <p:cNvPicPr/>
              <p:nvPr/>
            </p:nvPicPr>
            <p:blipFill>
              <a:blip r:embed="rId83"/>
              <a:stretch>
                <a:fillRect/>
              </a:stretch>
            </p:blipFill>
            <p:spPr>
              <a:xfrm>
                <a:off x="3411059" y="3227616"/>
                <a:ext cx="606600" cy="4230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9" name="Entrada de lápiz 68">
                <a:extLst>
                  <a:ext uri="{FF2B5EF4-FFF2-40B4-BE49-F238E27FC236}">
                    <a16:creationId xmlns:a16="http://schemas.microsoft.com/office/drawing/2014/main" id="{90C8BDA3-BE5A-A795-2F6E-8737CDB29C48}"/>
                  </a:ext>
                </a:extLst>
              </p14:cNvPr>
              <p14:cNvContentPartPr/>
              <p14:nvPr/>
            </p14:nvContentPartPr>
            <p14:xfrm>
              <a:off x="9847139" y="6503976"/>
              <a:ext cx="631800" cy="375120"/>
            </p14:xfrm>
          </p:contentPart>
        </mc:Choice>
        <mc:Fallback xmlns="">
          <p:pic>
            <p:nvPicPr>
              <p:cNvPr id="69" name="Entrada de lápiz 68">
                <a:extLst>
                  <a:ext uri="{FF2B5EF4-FFF2-40B4-BE49-F238E27FC236}">
                    <a16:creationId xmlns:a16="http://schemas.microsoft.com/office/drawing/2014/main" id="{90C8BDA3-BE5A-A795-2F6E-8737CDB29C48}"/>
                  </a:ext>
                </a:extLst>
              </p:cNvPr>
              <p:cNvPicPr/>
              <p:nvPr/>
            </p:nvPicPr>
            <p:blipFill>
              <a:blip r:embed="rId85"/>
              <a:stretch>
                <a:fillRect/>
              </a:stretch>
            </p:blipFill>
            <p:spPr>
              <a:xfrm>
                <a:off x="9829139" y="6486336"/>
                <a:ext cx="667440" cy="4107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70" name="Entrada de lápiz 69">
                <a:extLst>
                  <a:ext uri="{FF2B5EF4-FFF2-40B4-BE49-F238E27FC236}">
                    <a16:creationId xmlns:a16="http://schemas.microsoft.com/office/drawing/2014/main" id="{14BD8D41-051B-06E4-6929-6FBC76617A6B}"/>
                  </a:ext>
                </a:extLst>
              </p14:cNvPr>
              <p14:cNvContentPartPr/>
              <p14:nvPr/>
            </p14:nvContentPartPr>
            <p14:xfrm>
              <a:off x="3617699" y="4077576"/>
              <a:ext cx="2722680" cy="549720"/>
            </p14:xfrm>
          </p:contentPart>
        </mc:Choice>
        <mc:Fallback xmlns="">
          <p:pic>
            <p:nvPicPr>
              <p:cNvPr id="70" name="Entrada de lápiz 69">
                <a:extLst>
                  <a:ext uri="{FF2B5EF4-FFF2-40B4-BE49-F238E27FC236}">
                    <a16:creationId xmlns:a16="http://schemas.microsoft.com/office/drawing/2014/main" id="{14BD8D41-051B-06E4-6929-6FBC76617A6B}"/>
                  </a:ext>
                </a:extLst>
              </p:cNvPr>
              <p:cNvPicPr/>
              <p:nvPr/>
            </p:nvPicPr>
            <p:blipFill>
              <a:blip r:embed="rId87"/>
              <a:stretch>
                <a:fillRect/>
              </a:stretch>
            </p:blipFill>
            <p:spPr>
              <a:xfrm>
                <a:off x="3599699" y="4059576"/>
                <a:ext cx="2758320" cy="5853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71" name="Entrada de lápiz 70">
                <a:extLst>
                  <a:ext uri="{FF2B5EF4-FFF2-40B4-BE49-F238E27FC236}">
                    <a16:creationId xmlns:a16="http://schemas.microsoft.com/office/drawing/2014/main" id="{07875AA0-CE64-9131-ADD4-1A04FE0BE567}"/>
                  </a:ext>
                </a:extLst>
              </p14:cNvPr>
              <p14:cNvContentPartPr/>
              <p14:nvPr/>
            </p14:nvContentPartPr>
            <p14:xfrm>
              <a:off x="11445179" y="6482736"/>
              <a:ext cx="641520" cy="363240"/>
            </p14:xfrm>
          </p:contentPart>
        </mc:Choice>
        <mc:Fallback xmlns="">
          <p:pic>
            <p:nvPicPr>
              <p:cNvPr id="71" name="Entrada de lápiz 70">
                <a:extLst>
                  <a:ext uri="{FF2B5EF4-FFF2-40B4-BE49-F238E27FC236}">
                    <a16:creationId xmlns:a16="http://schemas.microsoft.com/office/drawing/2014/main" id="{07875AA0-CE64-9131-ADD4-1A04FE0BE567}"/>
                  </a:ext>
                </a:extLst>
              </p:cNvPr>
              <p:cNvPicPr/>
              <p:nvPr/>
            </p:nvPicPr>
            <p:blipFill>
              <a:blip r:embed="rId89"/>
              <a:stretch>
                <a:fillRect/>
              </a:stretch>
            </p:blipFill>
            <p:spPr>
              <a:xfrm>
                <a:off x="11427179" y="6464736"/>
                <a:ext cx="677160" cy="398880"/>
              </a:xfrm>
              <a:prstGeom prst="rect">
                <a:avLst/>
              </a:prstGeom>
            </p:spPr>
          </p:pic>
        </mc:Fallback>
      </mc:AlternateContent>
      <p:grpSp>
        <p:nvGrpSpPr>
          <p:cNvPr id="90" name="Grupo 89">
            <a:extLst>
              <a:ext uri="{FF2B5EF4-FFF2-40B4-BE49-F238E27FC236}">
                <a16:creationId xmlns:a16="http://schemas.microsoft.com/office/drawing/2014/main" id="{F483EB4F-A7C7-4995-E2A5-D09DBD30373E}"/>
              </a:ext>
            </a:extLst>
          </p:cNvPr>
          <p:cNvGrpSpPr/>
          <p:nvPr/>
        </p:nvGrpSpPr>
        <p:grpSpPr>
          <a:xfrm>
            <a:off x="9781619" y="1967616"/>
            <a:ext cx="823680" cy="496440"/>
            <a:chOff x="9781619" y="1967616"/>
            <a:chExt cx="823680" cy="496440"/>
          </a:xfrm>
        </p:grpSpPr>
        <mc:AlternateContent xmlns:mc="http://schemas.openxmlformats.org/markup-compatibility/2006" xmlns:p14="http://schemas.microsoft.com/office/powerpoint/2010/main">
          <mc:Choice Requires="p14">
            <p:contentPart p14:bwMode="auto" r:id="rId90">
              <p14:nvContentPartPr>
                <p14:cNvPr id="72" name="Entrada de lápiz 71">
                  <a:extLst>
                    <a:ext uri="{FF2B5EF4-FFF2-40B4-BE49-F238E27FC236}">
                      <a16:creationId xmlns:a16="http://schemas.microsoft.com/office/drawing/2014/main" id="{BAD06D92-1452-6E9F-FA75-75F98574DD30}"/>
                    </a:ext>
                  </a:extLst>
                </p14:cNvPr>
                <p14:cNvContentPartPr/>
                <p14:nvPr/>
              </p14:nvContentPartPr>
              <p14:xfrm>
                <a:off x="9781619" y="2252736"/>
                <a:ext cx="151920" cy="211320"/>
              </p14:xfrm>
            </p:contentPart>
          </mc:Choice>
          <mc:Fallback xmlns="">
            <p:pic>
              <p:nvPicPr>
                <p:cNvPr id="72" name="Entrada de lápiz 71">
                  <a:extLst>
                    <a:ext uri="{FF2B5EF4-FFF2-40B4-BE49-F238E27FC236}">
                      <a16:creationId xmlns:a16="http://schemas.microsoft.com/office/drawing/2014/main" id="{BAD06D92-1452-6E9F-FA75-75F98574DD30}"/>
                    </a:ext>
                  </a:extLst>
                </p:cNvPr>
                <p:cNvPicPr/>
                <p:nvPr/>
              </p:nvPicPr>
              <p:blipFill>
                <a:blip r:embed="rId91"/>
                <a:stretch>
                  <a:fillRect/>
                </a:stretch>
              </p:blipFill>
              <p:spPr>
                <a:xfrm>
                  <a:off x="9772619" y="2244096"/>
                  <a:ext cx="16956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73" name="Entrada de lápiz 72">
                  <a:extLst>
                    <a:ext uri="{FF2B5EF4-FFF2-40B4-BE49-F238E27FC236}">
                      <a16:creationId xmlns:a16="http://schemas.microsoft.com/office/drawing/2014/main" id="{3CBADC7C-0DEE-C10D-83B0-2C6BBA685B1E}"/>
                    </a:ext>
                  </a:extLst>
                </p14:cNvPr>
                <p14:cNvContentPartPr/>
                <p14:nvPr/>
              </p14:nvContentPartPr>
              <p14:xfrm>
                <a:off x="9965219" y="2281896"/>
                <a:ext cx="187560" cy="149400"/>
              </p14:xfrm>
            </p:contentPart>
          </mc:Choice>
          <mc:Fallback xmlns="">
            <p:pic>
              <p:nvPicPr>
                <p:cNvPr id="73" name="Entrada de lápiz 72">
                  <a:extLst>
                    <a:ext uri="{FF2B5EF4-FFF2-40B4-BE49-F238E27FC236}">
                      <a16:creationId xmlns:a16="http://schemas.microsoft.com/office/drawing/2014/main" id="{3CBADC7C-0DEE-C10D-83B0-2C6BBA685B1E}"/>
                    </a:ext>
                  </a:extLst>
                </p:cNvPr>
                <p:cNvPicPr/>
                <p:nvPr/>
              </p:nvPicPr>
              <p:blipFill>
                <a:blip r:embed="rId93"/>
                <a:stretch>
                  <a:fillRect/>
                </a:stretch>
              </p:blipFill>
              <p:spPr>
                <a:xfrm>
                  <a:off x="9956219" y="2273256"/>
                  <a:ext cx="20520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74" name="Entrada de lápiz 73">
                  <a:extLst>
                    <a:ext uri="{FF2B5EF4-FFF2-40B4-BE49-F238E27FC236}">
                      <a16:creationId xmlns:a16="http://schemas.microsoft.com/office/drawing/2014/main" id="{76B44610-1DE8-93DC-5C74-72E307A7E569}"/>
                    </a:ext>
                  </a:extLst>
                </p14:cNvPr>
                <p14:cNvContentPartPr/>
                <p14:nvPr/>
              </p14:nvContentPartPr>
              <p14:xfrm>
                <a:off x="10131539" y="2145816"/>
                <a:ext cx="148680" cy="212040"/>
              </p14:xfrm>
            </p:contentPart>
          </mc:Choice>
          <mc:Fallback xmlns="">
            <p:pic>
              <p:nvPicPr>
                <p:cNvPr id="74" name="Entrada de lápiz 73">
                  <a:extLst>
                    <a:ext uri="{FF2B5EF4-FFF2-40B4-BE49-F238E27FC236}">
                      <a16:creationId xmlns:a16="http://schemas.microsoft.com/office/drawing/2014/main" id="{76B44610-1DE8-93DC-5C74-72E307A7E569}"/>
                    </a:ext>
                  </a:extLst>
                </p:cNvPr>
                <p:cNvPicPr/>
                <p:nvPr/>
              </p:nvPicPr>
              <p:blipFill>
                <a:blip r:embed="rId95"/>
                <a:stretch>
                  <a:fillRect/>
                </a:stretch>
              </p:blipFill>
              <p:spPr>
                <a:xfrm>
                  <a:off x="10122539" y="2137176"/>
                  <a:ext cx="16632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75" name="Entrada de lápiz 74">
                  <a:extLst>
                    <a:ext uri="{FF2B5EF4-FFF2-40B4-BE49-F238E27FC236}">
                      <a16:creationId xmlns:a16="http://schemas.microsoft.com/office/drawing/2014/main" id="{22938AB9-F60B-9CE2-A49A-1DBD9F07EF5B}"/>
                    </a:ext>
                  </a:extLst>
                </p14:cNvPr>
                <p14:cNvContentPartPr/>
                <p14:nvPr/>
              </p14:nvContentPartPr>
              <p14:xfrm>
                <a:off x="10288139" y="2188656"/>
                <a:ext cx="137160" cy="133200"/>
              </p14:xfrm>
            </p:contentPart>
          </mc:Choice>
          <mc:Fallback xmlns="">
            <p:pic>
              <p:nvPicPr>
                <p:cNvPr id="75" name="Entrada de lápiz 74">
                  <a:extLst>
                    <a:ext uri="{FF2B5EF4-FFF2-40B4-BE49-F238E27FC236}">
                      <a16:creationId xmlns:a16="http://schemas.microsoft.com/office/drawing/2014/main" id="{22938AB9-F60B-9CE2-A49A-1DBD9F07EF5B}"/>
                    </a:ext>
                  </a:extLst>
                </p:cNvPr>
                <p:cNvPicPr/>
                <p:nvPr/>
              </p:nvPicPr>
              <p:blipFill>
                <a:blip r:embed="rId97"/>
                <a:stretch>
                  <a:fillRect/>
                </a:stretch>
              </p:blipFill>
              <p:spPr>
                <a:xfrm>
                  <a:off x="10279139" y="2179656"/>
                  <a:ext cx="15480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6" name="Entrada de lápiz 75">
                  <a:extLst>
                    <a:ext uri="{FF2B5EF4-FFF2-40B4-BE49-F238E27FC236}">
                      <a16:creationId xmlns:a16="http://schemas.microsoft.com/office/drawing/2014/main" id="{E5C4E8C5-321D-251C-F820-9A7B3567141D}"/>
                    </a:ext>
                  </a:extLst>
                </p14:cNvPr>
                <p14:cNvContentPartPr/>
                <p14:nvPr/>
              </p14:nvContentPartPr>
              <p14:xfrm>
                <a:off x="10410539" y="2168496"/>
                <a:ext cx="132480" cy="92520"/>
              </p14:xfrm>
            </p:contentPart>
          </mc:Choice>
          <mc:Fallback xmlns="">
            <p:pic>
              <p:nvPicPr>
                <p:cNvPr id="76" name="Entrada de lápiz 75">
                  <a:extLst>
                    <a:ext uri="{FF2B5EF4-FFF2-40B4-BE49-F238E27FC236}">
                      <a16:creationId xmlns:a16="http://schemas.microsoft.com/office/drawing/2014/main" id="{E5C4E8C5-321D-251C-F820-9A7B3567141D}"/>
                    </a:ext>
                  </a:extLst>
                </p:cNvPr>
                <p:cNvPicPr/>
                <p:nvPr/>
              </p:nvPicPr>
              <p:blipFill>
                <a:blip r:embed="rId99"/>
                <a:stretch>
                  <a:fillRect/>
                </a:stretch>
              </p:blipFill>
              <p:spPr>
                <a:xfrm>
                  <a:off x="10401899" y="2159856"/>
                  <a:ext cx="15012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7" name="Entrada de lápiz 76">
                  <a:extLst>
                    <a:ext uri="{FF2B5EF4-FFF2-40B4-BE49-F238E27FC236}">
                      <a16:creationId xmlns:a16="http://schemas.microsoft.com/office/drawing/2014/main" id="{8CAFB802-898E-78FF-4220-1CE5E1E23EC1}"/>
                    </a:ext>
                  </a:extLst>
                </p14:cNvPr>
                <p14:cNvContentPartPr/>
                <p14:nvPr/>
              </p14:nvContentPartPr>
              <p14:xfrm>
                <a:off x="10460219" y="1967616"/>
                <a:ext cx="145080" cy="263520"/>
              </p14:xfrm>
            </p:contentPart>
          </mc:Choice>
          <mc:Fallback xmlns="">
            <p:pic>
              <p:nvPicPr>
                <p:cNvPr id="77" name="Entrada de lápiz 76">
                  <a:extLst>
                    <a:ext uri="{FF2B5EF4-FFF2-40B4-BE49-F238E27FC236}">
                      <a16:creationId xmlns:a16="http://schemas.microsoft.com/office/drawing/2014/main" id="{8CAFB802-898E-78FF-4220-1CE5E1E23EC1}"/>
                    </a:ext>
                  </a:extLst>
                </p:cNvPr>
                <p:cNvPicPr/>
                <p:nvPr/>
              </p:nvPicPr>
              <p:blipFill>
                <a:blip r:embed="rId101"/>
                <a:stretch>
                  <a:fillRect/>
                </a:stretch>
              </p:blipFill>
              <p:spPr>
                <a:xfrm>
                  <a:off x="10451579" y="1958976"/>
                  <a:ext cx="162720" cy="281160"/>
                </a:xfrm>
                <a:prstGeom prst="rect">
                  <a:avLst/>
                </a:prstGeom>
              </p:spPr>
            </p:pic>
          </mc:Fallback>
        </mc:AlternateContent>
      </p:grpSp>
      <p:grpSp>
        <p:nvGrpSpPr>
          <p:cNvPr id="89" name="Grupo 88">
            <a:extLst>
              <a:ext uri="{FF2B5EF4-FFF2-40B4-BE49-F238E27FC236}">
                <a16:creationId xmlns:a16="http://schemas.microsoft.com/office/drawing/2014/main" id="{DF8E8955-2FC8-E576-DFD2-3341339E6638}"/>
              </a:ext>
            </a:extLst>
          </p:cNvPr>
          <p:cNvGrpSpPr/>
          <p:nvPr/>
        </p:nvGrpSpPr>
        <p:grpSpPr>
          <a:xfrm>
            <a:off x="10782779" y="1440216"/>
            <a:ext cx="1215360" cy="713160"/>
            <a:chOff x="10782779" y="1440216"/>
            <a:chExt cx="1215360" cy="713160"/>
          </a:xfrm>
        </p:grpSpPr>
        <mc:AlternateContent xmlns:mc="http://schemas.openxmlformats.org/markup-compatibility/2006" xmlns:p14="http://schemas.microsoft.com/office/powerpoint/2010/main">
          <mc:Choice Requires="p14">
            <p:contentPart p14:bwMode="auto" r:id="rId102">
              <p14:nvContentPartPr>
                <p14:cNvPr id="78" name="Entrada de lápiz 77">
                  <a:extLst>
                    <a:ext uri="{FF2B5EF4-FFF2-40B4-BE49-F238E27FC236}">
                      <a16:creationId xmlns:a16="http://schemas.microsoft.com/office/drawing/2014/main" id="{DBA75D35-0A4C-1EF4-9E56-1459D89BA4F6}"/>
                    </a:ext>
                  </a:extLst>
                </p14:cNvPr>
                <p14:cNvContentPartPr/>
                <p14:nvPr/>
              </p14:nvContentPartPr>
              <p14:xfrm>
                <a:off x="10782779" y="2002896"/>
                <a:ext cx="188280" cy="150480"/>
              </p14:xfrm>
            </p:contentPart>
          </mc:Choice>
          <mc:Fallback xmlns="">
            <p:pic>
              <p:nvPicPr>
                <p:cNvPr id="78" name="Entrada de lápiz 77">
                  <a:extLst>
                    <a:ext uri="{FF2B5EF4-FFF2-40B4-BE49-F238E27FC236}">
                      <a16:creationId xmlns:a16="http://schemas.microsoft.com/office/drawing/2014/main" id="{DBA75D35-0A4C-1EF4-9E56-1459D89BA4F6}"/>
                    </a:ext>
                  </a:extLst>
                </p:cNvPr>
                <p:cNvPicPr/>
                <p:nvPr/>
              </p:nvPicPr>
              <p:blipFill>
                <a:blip r:embed="rId103"/>
                <a:stretch>
                  <a:fillRect/>
                </a:stretch>
              </p:blipFill>
              <p:spPr>
                <a:xfrm>
                  <a:off x="10773779" y="1994256"/>
                  <a:ext cx="20592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9" name="Entrada de lápiz 78">
                  <a:extLst>
                    <a:ext uri="{FF2B5EF4-FFF2-40B4-BE49-F238E27FC236}">
                      <a16:creationId xmlns:a16="http://schemas.microsoft.com/office/drawing/2014/main" id="{15D57E4F-342F-AA32-A329-1FC8AC21ADD3}"/>
                    </a:ext>
                  </a:extLst>
                </p14:cNvPr>
                <p14:cNvContentPartPr/>
                <p14:nvPr/>
              </p14:nvContentPartPr>
              <p14:xfrm>
                <a:off x="10941179" y="1980216"/>
                <a:ext cx="131760" cy="112680"/>
              </p14:xfrm>
            </p:contentPart>
          </mc:Choice>
          <mc:Fallback xmlns="">
            <p:pic>
              <p:nvPicPr>
                <p:cNvPr id="79" name="Entrada de lápiz 78">
                  <a:extLst>
                    <a:ext uri="{FF2B5EF4-FFF2-40B4-BE49-F238E27FC236}">
                      <a16:creationId xmlns:a16="http://schemas.microsoft.com/office/drawing/2014/main" id="{15D57E4F-342F-AA32-A329-1FC8AC21ADD3}"/>
                    </a:ext>
                  </a:extLst>
                </p:cNvPr>
                <p:cNvPicPr/>
                <p:nvPr/>
              </p:nvPicPr>
              <p:blipFill>
                <a:blip r:embed="rId105"/>
                <a:stretch>
                  <a:fillRect/>
                </a:stretch>
              </p:blipFill>
              <p:spPr>
                <a:xfrm>
                  <a:off x="10932179" y="1971576"/>
                  <a:ext cx="14940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80" name="Entrada de lápiz 79">
                  <a:extLst>
                    <a:ext uri="{FF2B5EF4-FFF2-40B4-BE49-F238E27FC236}">
                      <a16:creationId xmlns:a16="http://schemas.microsoft.com/office/drawing/2014/main" id="{75FAC065-46F4-C3C7-4E8B-0BB38697A16A}"/>
                    </a:ext>
                  </a:extLst>
                </p14:cNvPr>
                <p14:cNvContentPartPr/>
                <p14:nvPr/>
              </p14:nvContentPartPr>
              <p14:xfrm>
                <a:off x="11084459" y="1924056"/>
                <a:ext cx="135360" cy="113760"/>
              </p14:xfrm>
            </p:contentPart>
          </mc:Choice>
          <mc:Fallback xmlns="">
            <p:pic>
              <p:nvPicPr>
                <p:cNvPr id="80" name="Entrada de lápiz 79">
                  <a:extLst>
                    <a:ext uri="{FF2B5EF4-FFF2-40B4-BE49-F238E27FC236}">
                      <a16:creationId xmlns:a16="http://schemas.microsoft.com/office/drawing/2014/main" id="{75FAC065-46F4-C3C7-4E8B-0BB38697A16A}"/>
                    </a:ext>
                  </a:extLst>
                </p:cNvPr>
                <p:cNvPicPr/>
                <p:nvPr/>
              </p:nvPicPr>
              <p:blipFill>
                <a:blip r:embed="rId107"/>
                <a:stretch>
                  <a:fillRect/>
                </a:stretch>
              </p:blipFill>
              <p:spPr>
                <a:xfrm>
                  <a:off x="11075819" y="1915056"/>
                  <a:ext cx="15300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81" name="Entrada de lápiz 80">
                  <a:extLst>
                    <a:ext uri="{FF2B5EF4-FFF2-40B4-BE49-F238E27FC236}">
                      <a16:creationId xmlns:a16="http://schemas.microsoft.com/office/drawing/2014/main" id="{432AA2CC-68A3-693B-032A-54DFE27A5DEA}"/>
                    </a:ext>
                  </a:extLst>
                </p14:cNvPr>
                <p14:cNvContentPartPr/>
                <p14:nvPr/>
              </p14:nvContentPartPr>
              <p14:xfrm>
                <a:off x="11117219" y="1789056"/>
                <a:ext cx="145440" cy="223200"/>
              </p14:xfrm>
            </p:contentPart>
          </mc:Choice>
          <mc:Fallback xmlns="">
            <p:pic>
              <p:nvPicPr>
                <p:cNvPr id="81" name="Entrada de lápiz 80">
                  <a:extLst>
                    <a:ext uri="{FF2B5EF4-FFF2-40B4-BE49-F238E27FC236}">
                      <a16:creationId xmlns:a16="http://schemas.microsoft.com/office/drawing/2014/main" id="{432AA2CC-68A3-693B-032A-54DFE27A5DEA}"/>
                    </a:ext>
                  </a:extLst>
                </p:cNvPr>
                <p:cNvPicPr/>
                <p:nvPr/>
              </p:nvPicPr>
              <p:blipFill>
                <a:blip r:embed="rId109"/>
                <a:stretch>
                  <a:fillRect/>
                </a:stretch>
              </p:blipFill>
              <p:spPr>
                <a:xfrm>
                  <a:off x="11108579" y="1780056"/>
                  <a:ext cx="16308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82" name="Entrada de lápiz 81">
                  <a:extLst>
                    <a:ext uri="{FF2B5EF4-FFF2-40B4-BE49-F238E27FC236}">
                      <a16:creationId xmlns:a16="http://schemas.microsoft.com/office/drawing/2014/main" id="{9C99D107-F610-428A-0999-CADDEF2E175B}"/>
                    </a:ext>
                  </a:extLst>
                </p14:cNvPr>
                <p14:cNvContentPartPr/>
                <p14:nvPr/>
              </p14:nvContentPartPr>
              <p14:xfrm>
                <a:off x="11228819" y="1847736"/>
                <a:ext cx="145800" cy="133200"/>
              </p14:xfrm>
            </p:contentPart>
          </mc:Choice>
          <mc:Fallback xmlns="">
            <p:pic>
              <p:nvPicPr>
                <p:cNvPr id="82" name="Entrada de lápiz 81">
                  <a:extLst>
                    <a:ext uri="{FF2B5EF4-FFF2-40B4-BE49-F238E27FC236}">
                      <a16:creationId xmlns:a16="http://schemas.microsoft.com/office/drawing/2014/main" id="{9C99D107-F610-428A-0999-CADDEF2E175B}"/>
                    </a:ext>
                  </a:extLst>
                </p:cNvPr>
                <p:cNvPicPr/>
                <p:nvPr/>
              </p:nvPicPr>
              <p:blipFill>
                <a:blip r:embed="rId111"/>
                <a:stretch>
                  <a:fillRect/>
                </a:stretch>
              </p:blipFill>
              <p:spPr>
                <a:xfrm>
                  <a:off x="11220179" y="1839096"/>
                  <a:ext cx="16344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83" name="Entrada de lápiz 82">
                  <a:extLst>
                    <a:ext uri="{FF2B5EF4-FFF2-40B4-BE49-F238E27FC236}">
                      <a16:creationId xmlns:a16="http://schemas.microsoft.com/office/drawing/2014/main" id="{8F26B570-5677-A46D-E037-29067775A783}"/>
                    </a:ext>
                  </a:extLst>
                </p14:cNvPr>
                <p14:cNvContentPartPr/>
                <p14:nvPr/>
              </p14:nvContentPartPr>
              <p14:xfrm>
                <a:off x="11471819" y="1694016"/>
                <a:ext cx="120240" cy="189000"/>
              </p14:xfrm>
            </p:contentPart>
          </mc:Choice>
          <mc:Fallback xmlns="">
            <p:pic>
              <p:nvPicPr>
                <p:cNvPr id="83" name="Entrada de lápiz 82">
                  <a:extLst>
                    <a:ext uri="{FF2B5EF4-FFF2-40B4-BE49-F238E27FC236}">
                      <a16:creationId xmlns:a16="http://schemas.microsoft.com/office/drawing/2014/main" id="{8F26B570-5677-A46D-E037-29067775A783}"/>
                    </a:ext>
                  </a:extLst>
                </p:cNvPr>
                <p:cNvPicPr/>
                <p:nvPr/>
              </p:nvPicPr>
              <p:blipFill>
                <a:blip r:embed="rId113"/>
                <a:stretch>
                  <a:fillRect/>
                </a:stretch>
              </p:blipFill>
              <p:spPr>
                <a:xfrm>
                  <a:off x="11463179" y="1685016"/>
                  <a:ext cx="13788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84" name="Entrada de lápiz 83">
                  <a:extLst>
                    <a:ext uri="{FF2B5EF4-FFF2-40B4-BE49-F238E27FC236}">
                      <a16:creationId xmlns:a16="http://schemas.microsoft.com/office/drawing/2014/main" id="{5F645E37-62F1-FCB1-A5CF-A8EA47C23B69}"/>
                    </a:ext>
                  </a:extLst>
                </p14:cNvPr>
                <p14:cNvContentPartPr/>
                <p14:nvPr/>
              </p14:nvContentPartPr>
              <p14:xfrm>
                <a:off x="11572619" y="1686816"/>
                <a:ext cx="168120" cy="120240"/>
              </p14:xfrm>
            </p:contentPart>
          </mc:Choice>
          <mc:Fallback xmlns="">
            <p:pic>
              <p:nvPicPr>
                <p:cNvPr id="84" name="Entrada de lápiz 83">
                  <a:extLst>
                    <a:ext uri="{FF2B5EF4-FFF2-40B4-BE49-F238E27FC236}">
                      <a16:creationId xmlns:a16="http://schemas.microsoft.com/office/drawing/2014/main" id="{5F645E37-62F1-FCB1-A5CF-A8EA47C23B69}"/>
                    </a:ext>
                  </a:extLst>
                </p:cNvPr>
                <p:cNvPicPr/>
                <p:nvPr/>
              </p:nvPicPr>
              <p:blipFill>
                <a:blip r:embed="rId115"/>
                <a:stretch>
                  <a:fillRect/>
                </a:stretch>
              </p:blipFill>
              <p:spPr>
                <a:xfrm>
                  <a:off x="11563979" y="1678176"/>
                  <a:ext cx="18576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85" name="Entrada de lápiz 84">
                  <a:extLst>
                    <a:ext uri="{FF2B5EF4-FFF2-40B4-BE49-F238E27FC236}">
                      <a16:creationId xmlns:a16="http://schemas.microsoft.com/office/drawing/2014/main" id="{70BC68AD-7696-FFFC-69FB-26B6BFDA420D}"/>
                    </a:ext>
                  </a:extLst>
                </p14:cNvPr>
                <p14:cNvContentPartPr/>
                <p14:nvPr/>
              </p14:nvContentPartPr>
              <p14:xfrm>
                <a:off x="11653259" y="1575216"/>
                <a:ext cx="158760" cy="186120"/>
              </p14:xfrm>
            </p:contentPart>
          </mc:Choice>
          <mc:Fallback xmlns="">
            <p:pic>
              <p:nvPicPr>
                <p:cNvPr id="85" name="Entrada de lápiz 84">
                  <a:extLst>
                    <a:ext uri="{FF2B5EF4-FFF2-40B4-BE49-F238E27FC236}">
                      <a16:creationId xmlns:a16="http://schemas.microsoft.com/office/drawing/2014/main" id="{70BC68AD-7696-FFFC-69FB-26B6BFDA420D}"/>
                    </a:ext>
                  </a:extLst>
                </p:cNvPr>
                <p:cNvPicPr/>
                <p:nvPr/>
              </p:nvPicPr>
              <p:blipFill>
                <a:blip r:embed="rId117"/>
                <a:stretch>
                  <a:fillRect/>
                </a:stretch>
              </p:blipFill>
              <p:spPr>
                <a:xfrm>
                  <a:off x="11644619" y="1566576"/>
                  <a:ext cx="17640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86" name="Entrada de lápiz 85">
                  <a:extLst>
                    <a:ext uri="{FF2B5EF4-FFF2-40B4-BE49-F238E27FC236}">
                      <a16:creationId xmlns:a16="http://schemas.microsoft.com/office/drawing/2014/main" id="{55BEC7D5-AD9B-1CDF-D151-CEC62EE5D308}"/>
                    </a:ext>
                  </a:extLst>
                </p14:cNvPr>
                <p14:cNvContentPartPr/>
                <p14:nvPr/>
              </p14:nvContentPartPr>
              <p14:xfrm>
                <a:off x="11706899" y="1440216"/>
                <a:ext cx="39960" cy="131760"/>
              </p14:xfrm>
            </p:contentPart>
          </mc:Choice>
          <mc:Fallback xmlns="">
            <p:pic>
              <p:nvPicPr>
                <p:cNvPr id="86" name="Entrada de lápiz 85">
                  <a:extLst>
                    <a:ext uri="{FF2B5EF4-FFF2-40B4-BE49-F238E27FC236}">
                      <a16:creationId xmlns:a16="http://schemas.microsoft.com/office/drawing/2014/main" id="{55BEC7D5-AD9B-1CDF-D151-CEC62EE5D308}"/>
                    </a:ext>
                  </a:extLst>
                </p:cNvPr>
                <p:cNvPicPr/>
                <p:nvPr/>
              </p:nvPicPr>
              <p:blipFill>
                <a:blip r:embed="rId119"/>
                <a:stretch>
                  <a:fillRect/>
                </a:stretch>
              </p:blipFill>
              <p:spPr>
                <a:xfrm>
                  <a:off x="11697899" y="1431216"/>
                  <a:ext cx="5760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7" name="Entrada de lápiz 86">
                  <a:extLst>
                    <a:ext uri="{FF2B5EF4-FFF2-40B4-BE49-F238E27FC236}">
                      <a16:creationId xmlns:a16="http://schemas.microsoft.com/office/drawing/2014/main" id="{5E003336-8825-58AF-4F23-46E498B75BD7}"/>
                    </a:ext>
                  </a:extLst>
                </p14:cNvPr>
                <p14:cNvContentPartPr/>
                <p14:nvPr/>
              </p14:nvContentPartPr>
              <p14:xfrm>
                <a:off x="11817059" y="1524096"/>
                <a:ext cx="181080" cy="189000"/>
              </p14:xfrm>
            </p:contentPart>
          </mc:Choice>
          <mc:Fallback xmlns="">
            <p:pic>
              <p:nvPicPr>
                <p:cNvPr id="87" name="Entrada de lápiz 86">
                  <a:extLst>
                    <a:ext uri="{FF2B5EF4-FFF2-40B4-BE49-F238E27FC236}">
                      <a16:creationId xmlns:a16="http://schemas.microsoft.com/office/drawing/2014/main" id="{5E003336-8825-58AF-4F23-46E498B75BD7}"/>
                    </a:ext>
                  </a:extLst>
                </p:cNvPr>
                <p:cNvPicPr/>
                <p:nvPr/>
              </p:nvPicPr>
              <p:blipFill>
                <a:blip r:embed="rId121"/>
                <a:stretch>
                  <a:fillRect/>
                </a:stretch>
              </p:blipFill>
              <p:spPr>
                <a:xfrm>
                  <a:off x="11808419" y="1515456"/>
                  <a:ext cx="19872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8" name="Entrada de lápiz 87">
                  <a:extLst>
                    <a:ext uri="{FF2B5EF4-FFF2-40B4-BE49-F238E27FC236}">
                      <a16:creationId xmlns:a16="http://schemas.microsoft.com/office/drawing/2014/main" id="{3B927999-AB9C-43DF-A0D1-AB8680BF9113}"/>
                    </a:ext>
                  </a:extLst>
                </p14:cNvPr>
                <p14:cNvContentPartPr/>
                <p14:nvPr/>
              </p14:nvContentPartPr>
              <p14:xfrm>
                <a:off x="11848739" y="1625256"/>
                <a:ext cx="115560" cy="47520"/>
              </p14:xfrm>
            </p:contentPart>
          </mc:Choice>
          <mc:Fallback xmlns="">
            <p:pic>
              <p:nvPicPr>
                <p:cNvPr id="88" name="Entrada de lápiz 87">
                  <a:extLst>
                    <a:ext uri="{FF2B5EF4-FFF2-40B4-BE49-F238E27FC236}">
                      <a16:creationId xmlns:a16="http://schemas.microsoft.com/office/drawing/2014/main" id="{3B927999-AB9C-43DF-A0D1-AB8680BF9113}"/>
                    </a:ext>
                  </a:extLst>
                </p:cNvPr>
                <p:cNvPicPr/>
                <p:nvPr/>
              </p:nvPicPr>
              <p:blipFill>
                <a:blip r:embed="rId123"/>
                <a:stretch>
                  <a:fillRect/>
                </a:stretch>
              </p:blipFill>
              <p:spPr>
                <a:xfrm>
                  <a:off x="11839739" y="1616256"/>
                  <a:ext cx="133200" cy="65160"/>
                </a:xfrm>
                <a:prstGeom prst="rect">
                  <a:avLst/>
                </a:prstGeom>
              </p:spPr>
            </p:pic>
          </mc:Fallback>
        </mc:AlternateContent>
      </p:grpSp>
      <p:grpSp>
        <p:nvGrpSpPr>
          <p:cNvPr id="108" name="Grupo 107">
            <a:extLst>
              <a:ext uri="{FF2B5EF4-FFF2-40B4-BE49-F238E27FC236}">
                <a16:creationId xmlns:a16="http://schemas.microsoft.com/office/drawing/2014/main" id="{A1A0F79A-3773-96BB-FB70-D38C382EC6D3}"/>
              </a:ext>
            </a:extLst>
          </p:cNvPr>
          <p:cNvGrpSpPr/>
          <p:nvPr/>
        </p:nvGrpSpPr>
        <p:grpSpPr>
          <a:xfrm>
            <a:off x="10865939" y="3490776"/>
            <a:ext cx="996840" cy="678960"/>
            <a:chOff x="10865939" y="3490776"/>
            <a:chExt cx="996840" cy="678960"/>
          </a:xfrm>
        </p:grpSpPr>
        <mc:AlternateContent xmlns:mc="http://schemas.openxmlformats.org/markup-compatibility/2006" xmlns:p14="http://schemas.microsoft.com/office/powerpoint/2010/main">
          <mc:Choice Requires="p14">
            <p:contentPart p14:bwMode="auto" r:id="rId124">
              <p14:nvContentPartPr>
                <p14:cNvPr id="91" name="Entrada de lápiz 90">
                  <a:extLst>
                    <a:ext uri="{FF2B5EF4-FFF2-40B4-BE49-F238E27FC236}">
                      <a16:creationId xmlns:a16="http://schemas.microsoft.com/office/drawing/2014/main" id="{790D6814-5DB1-C2E8-196D-F3D10D8F6CD3}"/>
                    </a:ext>
                  </a:extLst>
                </p14:cNvPr>
                <p14:cNvContentPartPr/>
                <p14:nvPr/>
              </p14:nvContentPartPr>
              <p14:xfrm>
                <a:off x="10865939" y="3906936"/>
                <a:ext cx="132120" cy="181440"/>
              </p14:xfrm>
            </p:contentPart>
          </mc:Choice>
          <mc:Fallback xmlns="">
            <p:pic>
              <p:nvPicPr>
                <p:cNvPr id="91" name="Entrada de lápiz 90">
                  <a:extLst>
                    <a:ext uri="{FF2B5EF4-FFF2-40B4-BE49-F238E27FC236}">
                      <a16:creationId xmlns:a16="http://schemas.microsoft.com/office/drawing/2014/main" id="{790D6814-5DB1-C2E8-196D-F3D10D8F6CD3}"/>
                    </a:ext>
                  </a:extLst>
                </p:cNvPr>
                <p:cNvPicPr/>
                <p:nvPr/>
              </p:nvPicPr>
              <p:blipFill>
                <a:blip r:embed="rId125"/>
                <a:stretch>
                  <a:fillRect/>
                </a:stretch>
              </p:blipFill>
              <p:spPr>
                <a:xfrm>
                  <a:off x="10856939" y="3897936"/>
                  <a:ext cx="14976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92" name="Entrada de lápiz 91">
                  <a:extLst>
                    <a:ext uri="{FF2B5EF4-FFF2-40B4-BE49-F238E27FC236}">
                      <a16:creationId xmlns:a16="http://schemas.microsoft.com/office/drawing/2014/main" id="{09AD952D-B29D-ED7A-F5B5-34D1B7A98FDE}"/>
                    </a:ext>
                  </a:extLst>
                </p14:cNvPr>
                <p14:cNvContentPartPr/>
                <p14:nvPr/>
              </p14:nvContentPartPr>
              <p14:xfrm>
                <a:off x="11020019" y="3880656"/>
                <a:ext cx="137160" cy="149760"/>
              </p14:xfrm>
            </p:contentPart>
          </mc:Choice>
          <mc:Fallback xmlns="">
            <p:pic>
              <p:nvPicPr>
                <p:cNvPr id="92" name="Entrada de lápiz 91">
                  <a:extLst>
                    <a:ext uri="{FF2B5EF4-FFF2-40B4-BE49-F238E27FC236}">
                      <a16:creationId xmlns:a16="http://schemas.microsoft.com/office/drawing/2014/main" id="{09AD952D-B29D-ED7A-F5B5-34D1B7A98FDE}"/>
                    </a:ext>
                  </a:extLst>
                </p:cNvPr>
                <p:cNvPicPr/>
                <p:nvPr/>
              </p:nvPicPr>
              <p:blipFill>
                <a:blip r:embed="rId127"/>
                <a:stretch>
                  <a:fillRect/>
                </a:stretch>
              </p:blipFill>
              <p:spPr>
                <a:xfrm>
                  <a:off x="11011019" y="3872016"/>
                  <a:ext cx="15480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93" name="Entrada de lápiz 92">
                  <a:extLst>
                    <a:ext uri="{FF2B5EF4-FFF2-40B4-BE49-F238E27FC236}">
                      <a16:creationId xmlns:a16="http://schemas.microsoft.com/office/drawing/2014/main" id="{0978F27F-4086-6DBF-2FA6-5B8479CBD41A}"/>
                    </a:ext>
                  </a:extLst>
                </p14:cNvPr>
                <p14:cNvContentPartPr/>
                <p14:nvPr/>
              </p14:nvContentPartPr>
              <p14:xfrm>
                <a:off x="11134859" y="3744936"/>
                <a:ext cx="137160" cy="173880"/>
              </p14:xfrm>
            </p:contentPart>
          </mc:Choice>
          <mc:Fallback xmlns="">
            <p:pic>
              <p:nvPicPr>
                <p:cNvPr id="93" name="Entrada de lápiz 92">
                  <a:extLst>
                    <a:ext uri="{FF2B5EF4-FFF2-40B4-BE49-F238E27FC236}">
                      <a16:creationId xmlns:a16="http://schemas.microsoft.com/office/drawing/2014/main" id="{0978F27F-4086-6DBF-2FA6-5B8479CBD41A}"/>
                    </a:ext>
                  </a:extLst>
                </p:cNvPr>
                <p:cNvPicPr/>
                <p:nvPr/>
              </p:nvPicPr>
              <p:blipFill>
                <a:blip r:embed="rId129"/>
                <a:stretch>
                  <a:fillRect/>
                </a:stretch>
              </p:blipFill>
              <p:spPr>
                <a:xfrm>
                  <a:off x="11126219" y="3736296"/>
                  <a:ext cx="15480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94" name="Entrada de lápiz 93">
                  <a:extLst>
                    <a:ext uri="{FF2B5EF4-FFF2-40B4-BE49-F238E27FC236}">
                      <a16:creationId xmlns:a16="http://schemas.microsoft.com/office/drawing/2014/main" id="{474DA008-EA79-95BF-64F5-7996A947DEE4}"/>
                    </a:ext>
                  </a:extLst>
                </p14:cNvPr>
                <p14:cNvContentPartPr/>
                <p14:nvPr/>
              </p14:nvContentPartPr>
              <p14:xfrm>
                <a:off x="11245739" y="3731616"/>
                <a:ext cx="97920" cy="102960"/>
              </p14:xfrm>
            </p:contentPart>
          </mc:Choice>
          <mc:Fallback xmlns="">
            <p:pic>
              <p:nvPicPr>
                <p:cNvPr id="94" name="Entrada de lápiz 93">
                  <a:extLst>
                    <a:ext uri="{FF2B5EF4-FFF2-40B4-BE49-F238E27FC236}">
                      <a16:creationId xmlns:a16="http://schemas.microsoft.com/office/drawing/2014/main" id="{474DA008-EA79-95BF-64F5-7996A947DEE4}"/>
                    </a:ext>
                  </a:extLst>
                </p:cNvPr>
                <p:cNvPicPr/>
                <p:nvPr/>
              </p:nvPicPr>
              <p:blipFill>
                <a:blip r:embed="rId131"/>
                <a:stretch>
                  <a:fillRect/>
                </a:stretch>
              </p:blipFill>
              <p:spPr>
                <a:xfrm>
                  <a:off x="11237099" y="3722616"/>
                  <a:ext cx="1155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5" name="Entrada de lápiz 94">
                  <a:extLst>
                    <a:ext uri="{FF2B5EF4-FFF2-40B4-BE49-F238E27FC236}">
                      <a16:creationId xmlns:a16="http://schemas.microsoft.com/office/drawing/2014/main" id="{2E669B6E-06E0-7B7A-3E3E-A8F5032CE880}"/>
                    </a:ext>
                  </a:extLst>
                </p14:cNvPr>
                <p14:cNvContentPartPr/>
                <p14:nvPr/>
              </p14:nvContentPartPr>
              <p14:xfrm>
                <a:off x="11335739" y="3729456"/>
                <a:ext cx="145080" cy="73800"/>
              </p14:xfrm>
            </p:contentPart>
          </mc:Choice>
          <mc:Fallback xmlns="">
            <p:pic>
              <p:nvPicPr>
                <p:cNvPr id="95" name="Entrada de lápiz 94">
                  <a:extLst>
                    <a:ext uri="{FF2B5EF4-FFF2-40B4-BE49-F238E27FC236}">
                      <a16:creationId xmlns:a16="http://schemas.microsoft.com/office/drawing/2014/main" id="{2E669B6E-06E0-7B7A-3E3E-A8F5032CE880}"/>
                    </a:ext>
                  </a:extLst>
                </p:cNvPr>
                <p:cNvPicPr/>
                <p:nvPr/>
              </p:nvPicPr>
              <p:blipFill>
                <a:blip r:embed="rId133"/>
                <a:stretch>
                  <a:fillRect/>
                </a:stretch>
              </p:blipFill>
              <p:spPr>
                <a:xfrm>
                  <a:off x="11326739" y="3720456"/>
                  <a:ext cx="16272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6" name="Entrada de lápiz 95">
                  <a:extLst>
                    <a:ext uri="{FF2B5EF4-FFF2-40B4-BE49-F238E27FC236}">
                      <a16:creationId xmlns:a16="http://schemas.microsoft.com/office/drawing/2014/main" id="{5163887E-D0A6-BCAA-A947-7510B98760DD}"/>
                    </a:ext>
                  </a:extLst>
                </p14:cNvPr>
                <p14:cNvContentPartPr/>
                <p14:nvPr/>
              </p14:nvContentPartPr>
              <p14:xfrm>
                <a:off x="11402339" y="3490776"/>
                <a:ext cx="126720" cy="271080"/>
              </p14:xfrm>
            </p:contentPart>
          </mc:Choice>
          <mc:Fallback xmlns="">
            <p:pic>
              <p:nvPicPr>
                <p:cNvPr id="96" name="Entrada de lápiz 95">
                  <a:extLst>
                    <a:ext uri="{FF2B5EF4-FFF2-40B4-BE49-F238E27FC236}">
                      <a16:creationId xmlns:a16="http://schemas.microsoft.com/office/drawing/2014/main" id="{5163887E-D0A6-BCAA-A947-7510B98760DD}"/>
                    </a:ext>
                  </a:extLst>
                </p:cNvPr>
                <p:cNvPicPr/>
                <p:nvPr/>
              </p:nvPicPr>
              <p:blipFill>
                <a:blip r:embed="rId135"/>
                <a:stretch>
                  <a:fillRect/>
                </a:stretch>
              </p:blipFill>
              <p:spPr>
                <a:xfrm>
                  <a:off x="11393699" y="3482136"/>
                  <a:ext cx="144360" cy="2887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8" name="Entrada de lápiz 97">
                  <a:extLst>
                    <a:ext uri="{FF2B5EF4-FFF2-40B4-BE49-F238E27FC236}">
                      <a16:creationId xmlns:a16="http://schemas.microsoft.com/office/drawing/2014/main" id="{09944E7F-35A5-9FD5-1A48-86698D824A93}"/>
                    </a:ext>
                  </a:extLst>
                </p14:cNvPr>
                <p14:cNvContentPartPr/>
                <p14:nvPr/>
              </p14:nvContentPartPr>
              <p14:xfrm>
                <a:off x="11103539" y="3648816"/>
                <a:ext cx="53280" cy="127440"/>
              </p14:xfrm>
            </p:contentPart>
          </mc:Choice>
          <mc:Fallback xmlns="">
            <p:pic>
              <p:nvPicPr>
                <p:cNvPr id="98" name="Entrada de lápiz 97">
                  <a:extLst>
                    <a:ext uri="{FF2B5EF4-FFF2-40B4-BE49-F238E27FC236}">
                      <a16:creationId xmlns:a16="http://schemas.microsoft.com/office/drawing/2014/main" id="{09944E7F-35A5-9FD5-1A48-86698D824A93}"/>
                    </a:ext>
                  </a:extLst>
                </p:cNvPr>
                <p:cNvPicPr/>
                <p:nvPr/>
              </p:nvPicPr>
              <p:blipFill>
                <a:blip r:embed="rId137"/>
                <a:stretch>
                  <a:fillRect/>
                </a:stretch>
              </p:blipFill>
              <p:spPr>
                <a:xfrm>
                  <a:off x="11094899" y="3639816"/>
                  <a:ext cx="7092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00" name="Entrada de lápiz 99">
                  <a:extLst>
                    <a:ext uri="{FF2B5EF4-FFF2-40B4-BE49-F238E27FC236}">
                      <a16:creationId xmlns:a16="http://schemas.microsoft.com/office/drawing/2014/main" id="{9D281013-531C-209D-84DD-BC65AFF86517}"/>
                    </a:ext>
                  </a:extLst>
                </p14:cNvPr>
                <p14:cNvContentPartPr/>
                <p14:nvPr/>
              </p14:nvContentPartPr>
              <p14:xfrm>
                <a:off x="11236019" y="4059216"/>
                <a:ext cx="92160" cy="110520"/>
              </p14:xfrm>
            </p:contentPart>
          </mc:Choice>
          <mc:Fallback xmlns="">
            <p:pic>
              <p:nvPicPr>
                <p:cNvPr id="100" name="Entrada de lápiz 99">
                  <a:extLst>
                    <a:ext uri="{FF2B5EF4-FFF2-40B4-BE49-F238E27FC236}">
                      <a16:creationId xmlns:a16="http://schemas.microsoft.com/office/drawing/2014/main" id="{9D281013-531C-209D-84DD-BC65AFF86517}"/>
                    </a:ext>
                  </a:extLst>
                </p:cNvPr>
                <p:cNvPicPr/>
                <p:nvPr/>
              </p:nvPicPr>
              <p:blipFill>
                <a:blip r:embed="rId139"/>
                <a:stretch>
                  <a:fillRect/>
                </a:stretch>
              </p:blipFill>
              <p:spPr>
                <a:xfrm>
                  <a:off x="11227379" y="4050216"/>
                  <a:ext cx="10980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01" name="Entrada de lápiz 100">
                  <a:extLst>
                    <a:ext uri="{FF2B5EF4-FFF2-40B4-BE49-F238E27FC236}">
                      <a16:creationId xmlns:a16="http://schemas.microsoft.com/office/drawing/2014/main" id="{4DCBBA02-01B8-F898-94B5-198D5D5AEC4B}"/>
                    </a:ext>
                  </a:extLst>
                </p14:cNvPr>
                <p14:cNvContentPartPr/>
                <p14:nvPr/>
              </p14:nvContentPartPr>
              <p14:xfrm>
                <a:off x="11327459" y="4049856"/>
                <a:ext cx="89640" cy="71280"/>
              </p14:xfrm>
            </p:contentPart>
          </mc:Choice>
          <mc:Fallback xmlns="">
            <p:pic>
              <p:nvPicPr>
                <p:cNvPr id="101" name="Entrada de lápiz 100">
                  <a:extLst>
                    <a:ext uri="{FF2B5EF4-FFF2-40B4-BE49-F238E27FC236}">
                      <a16:creationId xmlns:a16="http://schemas.microsoft.com/office/drawing/2014/main" id="{4DCBBA02-01B8-F898-94B5-198D5D5AEC4B}"/>
                    </a:ext>
                  </a:extLst>
                </p:cNvPr>
                <p:cNvPicPr/>
                <p:nvPr/>
              </p:nvPicPr>
              <p:blipFill>
                <a:blip r:embed="rId141"/>
                <a:stretch>
                  <a:fillRect/>
                </a:stretch>
              </p:blipFill>
              <p:spPr>
                <a:xfrm>
                  <a:off x="11318459" y="4040856"/>
                  <a:ext cx="10728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02" name="Entrada de lápiz 101">
                  <a:extLst>
                    <a:ext uri="{FF2B5EF4-FFF2-40B4-BE49-F238E27FC236}">
                      <a16:creationId xmlns:a16="http://schemas.microsoft.com/office/drawing/2014/main" id="{600C75B9-D3CF-21B7-A2EF-748603642DA2}"/>
                    </a:ext>
                  </a:extLst>
                </p14:cNvPr>
                <p14:cNvContentPartPr/>
                <p14:nvPr/>
              </p14:nvContentPartPr>
              <p14:xfrm>
                <a:off x="11414579" y="4002696"/>
                <a:ext cx="82440" cy="101520"/>
              </p14:xfrm>
            </p:contentPart>
          </mc:Choice>
          <mc:Fallback xmlns="">
            <p:pic>
              <p:nvPicPr>
                <p:cNvPr id="102" name="Entrada de lápiz 101">
                  <a:extLst>
                    <a:ext uri="{FF2B5EF4-FFF2-40B4-BE49-F238E27FC236}">
                      <a16:creationId xmlns:a16="http://schemas.microsoft.com/office/drawing/2014/main" id="{600C75B9-D3CF-21B7-A2EF-748603642DA2}"/>
                    </a:ext>
                  </a:extLst>
                </p:cNvPr>
                <p:cNvPicPr/>
                <p:nvPr/>
              </p:nvPicPr>
              <p:blipFill>
                <a:blip r:embed="rId143"/>
                <a:stretch>
                  <a:fillRect/>
                </a:stretch>
              </p:blipFill>
              <p:spPr>
                <a:xfrm>
                  <a:off x="11405939" y="3993696"/>
                  <a:ext cx="10008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03" name="Entrada de lápiz 102">
                  <a:extLst>
                    <a:ext uri="{FF2B5EF4-FFF2-40B4-BE49-F238E27FC236}">
                      <a16:creationId xmlns:a16="http://schemas.microsoft.com/office/drawing/2014/main" id="{09BA2978-D2B4-2BAD-227B-F64AAEFB0B1C}"/>
                    </a:ext>
                  </a:extLst>
                </p14:cNvPr>
                <p14:cNvContentPartPr/>
                <p14:nvPr/>
              </p14:nvContentPartPr>
              <p14:xfrm>
                <a:off x="11431139" y="3890016"/>
                <a:ext cx="93240" cy="180360"/>
              </p14:xfrm>
            </p:contentPart>
          </mc:Choice>
          <mc:Fallback xmlns="">
            <p:pic>
              <p:nvPicPr>
                <p:cNvPr id="103" name="Entrada de lápiz 102">
                  <a:extLst>
                    <a:ext uri="{FF2B5EF4-FFF2-40B4-BE49-F238E27FC236}">
                      <a16:creationId xmlns:a16="http://schemas.microsoft.com/office/drawing/2014/main" id="{09BA2978-D2B4-2BAD-227B-F64AAEFB0B1C}"/>
                    </a:ext>
                  </a:extLst>
                </p:cNvPr>
                <p:cNvPicPr/>
                <p:nvPr/>
              </p:nvPicPr>
              <p:blipFill>
                <a:blip r:embed="rId145"/>
                <a:stretch>
                  <a:fillRect/>
                </a:stretch>
              </p:blipFill>
              <p:spPr>
                <a:xfrm>
                  <a:off x="11422499" y="3881016"/>
                  <a:ext cx="11088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04" name="Entrada de lápiz 103">
                  <a:extLst>
                    <a:ext uri="{FF2B5EF4-FFF2-40B4-BE49-F238E27FC236}">
                      <a16:creationId xmlns:a16="http://schemas.microsoft.com/office/drawing/2014/main" id="{26538C58-A2EB-84C0-7FD1-FE06E10F0FF8}"/>
                    </a:ext>
                  </a:extLst>
                </p14:cNvPr>
                <p14:cNvContentPartPr/>
                <p14:nvPr/>
              </p14:nvContentPartPr>
              <p14:xfrm>
                <a:off x="11523299" y="3922056"/>
                <a:ext cx="83880" cy="128520"/>
              </p14:xfrm>
            </p:contentPart>
          </mc:Choice>
          <mc:Fallback xmlns="">
            <p:pic>
              <p:nvPicPr>
                <p:cNvPr id="104" name="Entrada de lápiz 103">
                  <a:extLst>
                    <a:ext uri="{FF2B5EF4-FFF2-40B4-BE49-F238E27FC236}">
                      <a16:creationId xmlns:a16="http://schemas.microsoft.com/office/drawing/2014/main" id="{26538C58-A2EB-84C0-7FD1-FE06E10F0FF8}"/>
                    </a:ext>
                  </a:extLst>
                </p:cNvPr>
                <p:cNvPicPr/>
                <p:nvPr/>
              </p:nvPicPr>
              <p:blipFill>
                <a:blip r:embed="rId147"/>
                <a:stretch>
                  <a:fillRect/>
                </a:stretch>
              </p:blipFill>
              <p:spPr>
                <a:xfrm>
                  <a:off x="11514299" y="3913416"/>
                  <a:ext cx="10152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06" name="Entrada de lápiz 105">
                  <a:extLst>
                    <a:ext uri="{FF2B5EF4-FFF2-40B4-BE49-F238E27FC236}">
                      <a16:creationId xmlns:a16="http://schemas.microsoft.com/office/drawing/2014/main" id="{4408C6D6-8B86-267D-EC39-6C0B99B5FE1C}"/>
                    </a:ext>
                  </a:extLst>
                </p14:cNvPr>
                <p14:cNvContentPartPr/>
                <p14:nvPr/>
              </p14:nvContentPartPr>
              <p14:xfrm>
                <a:off x="11678099" y="3833856"/>
                <a:ext cx="69840" cy="149400"/>
              </p14:xfrm>
            </p:contentPart>
          </mc:Choice>
          <mc:Fallback xmlns="">
            <p:pic>
              <p:nvPicPr>
                <p:cNvPr id="106" name="Entrada de lápiz 105">
                  <a:extLst>
                    <a:ext uri="{FF2B5EF4-FFF2-40B4-BE49-F238E27FC236}">
                      <a16:creationId xmlns:a16="http://schemas.microsoft.com/office/drawing/2014/main" id="{4408C6D6-8B86-267D-EC39-6C0B99B5FE1C}"/>
                    </a:ext>
                  </a:extLst>
                </p:cNvPr>
                <p:cNvPicPr/>
                <p:nvPr/>
              </p:nvPicPr>
              <p:blipFill>
                <a:blip r:embed="rId149"/>
                <a:stretch>
                  <a:fillRect/>
                </a:stretch>
              </p:blipFill>
              <p:spPr>
                <a:xfrm>
                  <a:off x="11669459" y="3824856"/>
                  <a:ext cx="8748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07" name="Entrada de lápiz 106">
                  <a:extLst>
                    <a:ext uri="{FF2B5EF4-FFF2-40B4-BE49-F238E27FC236}">
                      <a16:creationId xmlns:a16="http://schemas.microsoft.com/office/drawing/2014/main" id="{B5962018-87CD-2995-1830-F912003F857E}"/>
                    </a:ext>
                  </a:extLst>
                </p14:cNvPr>
                <p14:cNvContentPartPr/>
                <p14:nvPr/>
              </p14:nvContentPartPr>
              <p14:xfrm>
                <a:off x="11660819" y="3762936"/>
                <a:ext cx="201960" cy="200160"/>
              </p14:xfrm>
            </p:contentPart>
          </mc:Choice>
          <mc:Fallback xmlns="">
            <p:pic>
              <p:nvPicPr>
                <p:cNvPr id="107" name="Entrada de lápiz 106">
                  <a:extLst>
                    <a:ext uri="{FF2B5EF4-FFF2-40B4-BE49-F238E27FC236}">
                      <a16:creationId xmlns:a16="http://schemas.microsoft.com/office/drawing/2014/main" id="{B5962018-87CD-2995-1830-F912003F857E}"/>
                    </a:ext>
                  </a:extLst>
                </p:cNvPr>
                <p:cNvPicPr/>
                <p:nvPr/>
              </p:nvPicPr>
              <p:blipFill>
                <a:blip r:embed="rId151"/>
                <a:stretch>
                  <a:fillRect/>
                </a:stretch>
              </p:blipFill>
              <p:spPr>
                <a:xfrm>
                  <a:off x="11651819" y="3753936"/>
                  <a:ext cx="219600" cy="217800"/>
                </a:xfrm>
                <a:prstGeom prst="rect">
                  <a:avLst/>
                </a:prstGeom>
              </p:spPr>
            </p:pic>
          </mc:Fallback>
        </mc:AlternateContent>
      </p:grpSp>
      <p:grpSp>
        <p:nvGrpSpPr>
          <p:cNvPr id="121" name="Grupo 120">
            <a:extLst>
              <a:ext uri="{FF2B5EF4-FFF2-40B4-BE49-F238E27FC236}">
                <a16:creationId xmlns:a16="http://schemas.microsoft.com/office/drawing/2014/main" id="{1CD82CAE-85D6-E642-DB08-674ED15265F4}"/>
              </a:ext>
            </a:extLst>
          </p:cNvPr>
          <p:cNvGrpSpPr/>
          <p:nvPr/>
        </p:nvGrpSpPr>
        <p:grpSpPr>
          <a:xfrm>
            <a:off x="8312459" y="3901536"/>
            <a:ext cx="976320" cy="567720"/>
            <a:chOff x="8312459" y="3901536"/>
            <a:chExt cx="976320" cy="567720"/>
          </a:xfrm>
        </p:grpSpPr>
        <mc:AlternateContent xmlns:mc="http://schemas.openxmlformats.org/markup-compatibility/2006" xmlns:p14="http://schemas.microsoft.com/office/powerpoint/2010/main">
          <mc:Choice Requires="p14">
            <p:contentPart p14:bwMode="auto" r:id="rId152">
              <p14:nvContentPartPr>
                <p14:cNvPr id="109" name="Entrada de lápiz 108">
                  <a:extLst>
                    <a:ext uri="{FF2B5EF4-FFF2-40B4-BE49-F238E27FC236}">
                      <a16:creationId xmlns:a16="http://schemas.microsoft.com/office/drawing/2014/main" id="{9ED4F608-1B75-AC00-ACB6-57AE8CFE8934}"/>
                    </a:ext>
                  </a:extLst>
                </p14:cNvPr>
                <p14:cNvContentPartPr/>
                <p14:nvPr/>
              </p14:nvContentPartPr>
              <p14:xfrm>
                <a:off x="8312459" y="4159296"/>
                <a:ext cx="115200" cy="149400"/>
              </p14:xfrm>
            </p:contentPart>
          </mc:Choice>
          <mc:Fallback xmlns="">
            <p:pic>
              <p:nvPicPr>
                <p:cNvPr id="109" name="Entrada de lápiz 108">
                  <a:extLst>
                    <a:ext uri="{FF2B5EF4-FFF2-40B4-BE49-F238E27FC236}">
                      <a16:creationId xmlns:a16="http://schemas.microsoft.com/office/drawing/2014/main" id="{9ED4F608-1B75-AC00-ACB6-57AE8CFE8934}"/>
                    </a:ext>
                  </a:extLst>
                </p:cNvPr>
                <p:cNvPicPr/>
                <p:nvPr/>
              </p:nvPicPr>
              <p:blipFill>
                <a:blip r:embed="rId153"/>
                <a:stretch>
                  <a:fillRect/>
                </a:stretch>
              </p:blipFill>
              <p:spPr>
                <a:xfrm>
                  <a:off x="8303819" y="4150296"/>
                  <a:ext cx="13284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10" name="Entrada de lápiz 109">
                  <a:extLst>
                    <a:ext uri="{FF2B5EF4-FFF2-40B4-BE49-F238E27FC236}">
                      <a16:creationId xmlns:a16="http://schemas.microsoft.com/office/drawing/2014/main" id="{E3FCA22D-0416-02CC-4B1D-95618B6BBDE1}"/>
                    </a:ext>
                  </a:extLst>
                </p14:cNvPr>
                <p14:cNvContentPartPr/>
                <p14:nvPr/>
              </p14:nvContentPartPr>
              <p14:xfrm>
                <a:off x="8452859" y="4163256"/>
                <a:ext cx="115920" cy="108720"/>
              </p14:xfrm>
            </p:contentPart>
          </mc:Choice>
          <mc:Fallback xmlns="">
            <p:pic>
              <p:nvPicPr>
                <p:cNvPr id="110" name="Entrada de lápiz 109">
                  <a:extLst>
                    <a:ext uri="{FF2B5EF4-FFF2-40B4-BE49-F238E27FC236}">
                      <a16:creationId xmlns:a16="http://schemas.microsoft.com/office/drawing/2014/main" id="{E3FCA22D-0416-02CC-4B1D-95618B6BBDE1}"/>
                    </a:ext>
                  </a:extLst>
                </p:cNvPr>
                <p:cNvPicPr/>
                <p:nvPr/>
              </p:nvPicPr>
              <p:blipFill>
                <a:blip r:embed="rId155"/>
                <a:stretch>
                  <a:fillRect/>
                </a:stretch>
              </p:blipFill>
              <p:spPr>
                <a:xfrm>
                  <a:off x="8443859" y="4154616"/>
                  <a:ext cx="13356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11" name="Entrada de lápiz 110">
                  <a:extLst>
                    <a:ext uri="{FF2B5EF4-FFF2-40B4-BE49-F238E27FC236}">
                      <a16:creationId xmlns:a16="http://schemas.microsoft.com/office/drawing/2014/main" id="{C4F93853-765A-C3F1-272F-5DA248E59B11}"/>
                    </a:ext>
                  </a:extLst>
                </p14:cNvPr>
                <p14:cNvContentPartPr/>
                <p14:nvPr/>
              </p14:nvContentPartPr>
              <p14:xfrm>
                <a:off x="8553659" y="4040856"/>
                <a:ext cx="128520" cy="168480"/>
              </p14:xfrm>
            </p:contentPart>
          </mc:Choice>
          <mc:Fallback xmlns="">
            <p:pic>
              <p:nvPicPr>
                <p:cNvPr id="111" name="Entrada de lápiz 110">
                  <a:extLst>
                    <a:ext uri="{FF2B5EF4-FFF2-40B4-BE49-F238E27FC236}">
                      <a16:creationId xmlns:a16="http://schemas.microsoft.com/office/drawing/2014/main" id="{C4F93853-765A-C3F1-272F-5DA248E59B11}"/>
                    </a:ext>
                  </a:extLst>
                </p:cNvPr>
                <p:cNvPicPr/>
                <p:nvPr/>
              </p:nvPicPr>
              <p:blipFill>
                <a:blip r:embed="rId157"/>
                <a:stretch>
                  <a:fillRect/>
                </a:stretch>
              </p:blipFill>
              <p:spPr>
                <a:xfrm>
                  <a:off x="8544659" y="4031856"/>
                  <a:ext cx="14616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12" name="Entrada de lápiz 111">
                  <a:extLst>
                    <a:ext uri="{FF2B5EF4-FFF2-40B4-BE49-F238E27FC236}">
                      <a16:creationId xmlns:a16="http://schemas.microsoft.com/office/drawing/2014/main" id="{D41DAB35-9BB8-A096-CE2F-F23C89F11534}"/>
                    </a:ext>
                  </a:extLst>
                </p14:cNvPr>
                <p14:cNvContentPartPr/>
                <p14:nvPr/>
              </p14:nvContentPartPr>
              <p14:xfrm>
                <a:off x="8665979" y="4079736"/>
                <a:ext cx="105120" cy="80280"/>
              </p14:xfrm>
            </p:contentPart>
          </mc:Choice>
          <mc:Fallback xmlns="">
            <p:pic>
              <p:nvPicPr>
                <p:cNvPr id="112" name="Entrada de lápiz 111">
                  <a:extLst>
                    <a:ext uri="{FF2B5EF4-FFF2-40B4-BE49-F238E27FC236}">
                      <a16:creationId xmlns:a16="http://schemas.microsoft.com/office/drawing/2014/main" id="{D41DAB35-9BB8-A096-CE2F-F23C89F11534}"/>
                    </a:ext>
                  </a:extLst>
                </p:cNvPr>
                <p:cNvPicPr/>
                <p:nvPr/>
              </p:nvPicPr>
              <p:blipFill>
                <a:blip r:embed="rId159"/>
                <a:stretch>
                  <a:fillRect/>
                </a:stretch>
              </p:blipFill>
              <p:spPr>
                <a:xfrm>
                  <a:off x="8656979" y="4070736"/>
                  <a:ext cx="12276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13" name="Entrada de lápiz 112">
                  <a:extLst>
                    <a:ext uri="{FF2B5EF4-FFF2-40B4-BE49-F238E27FC236}">
                      <a16:creationId xmlns:a16="http://schemas.microsoft.com/office/drawing/2014/main" id="{5B64F441-835E-4B34-18C3-82C4C190536F}"/>
                    </a:ext>
                  </a:extLst>
                </p14:cNvPr>
                <p14:cNvContentPartPr/>
                <p14:nvPr/>
              </p14:nvContentPartPr>
              <p14:xfrm>
                <a:off x="8732939" y="4066056"/>
                <a:ext cx="114120" cy="83880"/>
              </p14:xfrm>
            </p:contentPart>
          </mc:Choice>
          <mc:Fallback xmlns="">
            <p:pic>
              <p:nvPicPr>
                <p:cNvPr id="113" name="Entrada de lápiz 112">
                  <a:extLst>
                    <a:ext uri="{FF2B5EF4-FFF2-40B4-BE49-F238E27FC236}">
                      <a16:creationId xmlns:a16="http://schemas.microsoft.com/office/drawing/2014/main" id="{5B64F441-835E-4B34-18C3-82C4C190536F}"/>
                    </a:ext>
                  </a:extLst>
                </p:cNvPr>
                <p:cNvPicPr/>
                <p:nvPr/>
              </p:nvPicPr>
              <p:blipFill>
                <a:blip r:embed="rId161"/>
                <a:stretch>
                  <a:fillRect/>
                </a:stretch>
              </p:blipFill>
              <p:spPr>
                <a:xfrm>
                  <a:off x="8723939" y="4057056"/>
                  <a:ext cx="13176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14" name="Entrada de lápiz 113">
                  <a:extLst>
                    <a:ext uri="{FF2B5EF4-FFF2-40B4-BE49-F238E27FC236}">
                      <a16:creationId xmlns:a16="http://schemas.microsoft.com/office/drawing/2014/main" id="{EAA88BA8-C9D6-1A83-DC13-B834B22AB313}"/>
                    </a:ext>
                  </a:extLst>
                </p14:cNvPr>
                <p14:cNvContentPartPr/>
                <p14:nvPr/>
              </p14:nvContentPartPr>
              <p14:xfrm>
                <a:off x="8805299" y="3901536"/>
                <a:ext cx="90720" cy="215280"/>
              </p14:xfrm>
            </p:contentPart>
          </mc:Choice>
          <mc:Fallback xmlns="">
            <p:pic>
              <p:nvPicPr>
                <p:cNvPr id="114" name="Entrada de lápiz 113">
                  <a:extLst>
                    <a:ext uri="{FF2B5EF4-FFF2-40B4-BE49-F238E27FC236}">
                      <a16:creationId xmlns:a16="http://schemas.microsoft.com/office/drawing/2014/main" id="{EAA88BA8-C9D6-1A83-DC13-B834B22AB313}"/>
                    </a:ext>
                  </a:extLst>
                </p:cNvPr>
                <p:cNvPicPr/>
                <p:nvPr/>
              </p:nvPicPr>
              <p:blipFill>
                <a:blip r:embed="rId163"/>
                <a:stretch>
                  <a:fillRect/>
                </a:stretch>
              </p:blipFill>
              <p:spPr>
                <a:xfrm>
                  <a:off x="8796659" y="3892896"/>
                  <a:ext cx="10836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15" name="Entrada de lápiz 114">
                  <a:extLst>
                    <a:ext uri="{FF2B5EF4-FFF2-40B4-BE49-F238E27FC236}">
                      <a16:creationId xmlns:a16="http://schemas.microsoft.com/office/drawing/2014/main" id="{BD22F060-E091-6359-2D2E-DD631962FEF6}"/>
                    </a:ext>
                  </a:extLst>
                </p14:cNvPr>
                <p14:cNvContentPartPr/>
                <p14:nvPr/>
              </p14:nvContentPartPr>
              <p14:xfrm>
                <a:off x="8619899" y="4356216"/>
                <a:ext cx="128160" cy="113040"/>
              </p14:xfrm>
            </p:contentPart>
          </mc:Choice>
          <mc:Fallback xmlns="">
            <p:pic>
              <p:nvPicPr>
                <p:cNvPr id="115" name="Entrada de lápiz 114">
                  <a:extLst>
                    <a:ext uri="{FF2B5EF4-FFF2-40B4-BE49-F238E27FC236}">
                      <a16:creationId xmlns:a16="http://schemas.microsoft.com/office/drawing/2014/main" id="{BD22F060-E091-6359-2D2E-DD631962FEF6}"/>
                    </a:ext>
                  </a:extLst>
                </p:cNvPr>
                <p:cNvPicPr/>
                <p:nvPr/>
              </p:nvPicPr>
              <p:blipFill>
                <a:blip r:embed="rId165"/>
                <a:stretch>
                  <a:fillRect/>
                </a:stretch>
              </p:blipFill>
              <p:spPr>
                <a:xfrm>
                  <a:off x="8611259" y="4347576"/>
                  <a:ext cx="14580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16" name="Entrada de lápiz 115">
                  <a:extLst>
                    <a:ext uri="{FF2B5EF4-FFF2-40B4-BE49-F238E27FC236}">
                      <a16:creationId xmlns:a16="http://schemas.microsoft.com/office/drawing/2014/main" id="{26878646-FAAC-A574-B5DC-C548DF0CD96E}"/>
                    </a:ext>
                  </a:extLst>
                </p14:cNvPr>
                <p14:cNvContentPartPr/>
                <p14:nvPr/>
              </p14:nvContentPartPr>
              <p14:xfrm>
                <a:off x="8735819" y="4326696"/>
                <a:ext cx="111960" cy="99720"/>
              </p14:xfrm>
            </p:contentPart>
          </mc:Choice>
          <mc:Fallback xmlns="">
            <p:pic>
              <p:nvPicPr>
                <p:cNvPr id="116" name="Entrada de lápiz 115">
                  <a:extLst>
                    <a:ext uri="{FF2B5EF4-FFF2-40B4-BE49-F238E27FC236}">
                      <a16:creationId xmlns:a16="http://schemas.microsoft.com/office/drawing/2014/main" id="{26878646-FAAC-A574-B5DC-C548DF0CD96E}"/>
                    </a:ext>
                  </a:extLst>
                </p:cNvPr>
                <p:cNvPicPr/>
                <p:nvPr/>
              </p:nvPicPr>
              <p:blipFill>
                <a:blip r:embed="rId167"/>
                <a:stretch>
                  <a:fillRect/>
                </a:stretch>
              </p:blipFill>
              <p:spPr>
                <a:xfrm>
                  <a:off x="8727179" y="4318056"/>
                  <a:ext cx="12960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17" name="Entrada de lápiz 116">
                  <a:extLst>
                    <a:ext uri="{FF2B5EF4-FFF2-40B4-BE49-F238E27FC236}">
                      <a16:creationId xmlns:a16="http://schemas.microsoft.com/office/drawing/2014/main" id="{FE244071-4A6F-8420-A729-9F556B07A11D}"/>
                    </a:ext>
                  </a:extLst>
                </p14:cNvPr>
                <p14:cNvContentPartPr/>
                <p14:nvPr/>
              </p14:nvContentPartPr>
              <p14:xfrm>
                <a:off x="8818259" y="4283136"/>
                <a:ext cx="85680" cy="106200"/>
              </p14:xfrm>
            </p:contentPart>
          </mc:Choice>
          <mc:Fallback xmlns="">
            <p:pic>
              <p:nvPicPr>
                <p:cNvPr id="117" name="Entrada de lápiz 116">
                  <a:extLst>
                    <a:ext uri="{FF2B5EF4-FFF2-40B4-BE49-F238E27FC236}">
                      <a16:creationId xmlns:a16="http://schemas.microsoft.com/office/drawing/2014/main" id="{FE244071-4A6F-8420-A729-9F556B07A11D}"/>
                    </a:ext>
                  </a:extLst>
                </p:cNvPr>
                <p:cNvPicPr/>
                <p:nvPr/>
              </p:nvPicPr>
              <p:blipFill>
                <a:blip r:embed="rId169"/>
                <a:stretch>
                  <a:fillRect/>
                </a:stretch>
              </p:blipFill>
              <p:spPr>
                <a:xfrm>
                  <a:off x="8809619" y="4274496"/>
                  <a:ext cx="10332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18" name="Entrada de lápiz 117">
                  <a:extLst>
                    <a:ext uri="{FF2B5EF4-FFF2-40B4-BE49-F238E27FC236}">
                      <a16:creationId xmlns:a16="http://schemas.microsoft.com/office/drawing/2014/main" id="{D29B5A8F-4644-8823-7B6F-40DDB4566A6B}"/>
                    </a:ext>
                  </a:extLst>
                </p14:cNvPr>
                <p14:cNvContentPartPr/>
                <p14:nvPr/>
              </p14:nvContentPartPr>
              <p14:xfrm>
                <a:off x="8852819" y="4213656"/>
                <a:ext cx="72720" cy="138240"/>
              </p14:xfrm>
            </p:contentPart>
          </mc:Choice>
          <mc:Fallback xmlns="">
            <p:pic>
              <p:nvPicPr>
                <p:cNvPr id="118" name="Entrada de lápiz 117">
                  <a:extLst>
                    <a:ext uri="{FF2B5EF4-FFF2-40B4-BE49-F238E27FC236}">
                      <a16:creationId xmlns:a16="http://schemas.microsoft.com/office/drawing/2014/main" id="{D29B5A8F-4644-8823-7B6F-40DDB4566A6B}"/>
                    </a:ext>
                  </a:extLst>
                </p:cNvPr>
                <p:cNvPicPr/>
                <p:nvPr/>
              </p:nvPicPr>
              <p:blipFill>
                <a:blip r:embed="rId171"/>
                <a:stretch>
                  <a:fillRect/>
                </a:stretch>
              </p:blipFill>
              <p:spPr>
                <a:xfrm>
                  <a:off x="8843819" y="4204656"/>
                  <a:ext cx="9036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19" name="Entrada de lápiz 118">
                  <a:extLst>
                    <a:ext uri="{FF2B5EF4-FFF2-40B4-BE49-F238E27FC236}">
                      <a16:creationId xmlns:a16="http://schemas.microsoft.com/office/drawing/2014/main" id="{9B2D400C-63FE-D625-2BCA-9E0E22407C79}"/>
                    </a:ext>
                  </a:extLst>
                </p14:cNvPr>
                <p14:cNvContentPartPr/>
                <p14:nvPr/>
              </p14:nvContentPartPr>
              <p14:xfrm>
                <a:off x="8940659" y="4225536"/>
                <a:ext cx="101880" cy="115200"/>
              </p14:xfrm>
            </p:contentPart>
          </mc:Choice>
          <mc:Fallback xmlns="">
            <p:pic>
              <p:nvPicPr>
                <p:cNvPr id="119" name="Entrada de lápiz 118">
                  <a:extLst>
                    <a:ext uri="{FF2B5EF4-FFF2-40B4-BE49-F238E27FC236}">
                      <a16:creationId xmlns:a16="http://schemas.microsoft.com/office/drawing/2014/main" id="{9B2D400C-63FE-D625-2BCA-9E0E22407C79}"/>
                    </a:ext>
                  </a:extLst>
                </p:cNvPr>
                <p:cNvPicPr/>
                <p:nvPr/>
              </p:nvPicPr>
              <p:blipFill>
                <a:blip r:embed="rId173"/>
                <a:stretch>
                  <a:fillRect/>
                </a:stretch>
              </p:blipFill>
              <p:spPr>
                <a:xfrm>
                  <a:off x="8932019" y="4216896"/>
                  <a:ext cx="11952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20" name="Entrada de lápiz 119">
                  <a:extLst>
                    <a:ext uri="{FF2B5EF4-FFF2-40B4-BE49-F238E27FC236}">
                      <a16:creationId xmlns:a16="http://schemas.microsoft.com/office/drawing/2014/main" id="{9CD6BBE3-E1CC-E607-E91B-31942DA68A37}"/>
                    </a:ext>
                  </a:extLst>
                </p14:cNvPr>
                <p14:cNvContentPartPr/>
                <p14:nvPr/>
              </p14:nvContentPartPr>
              <p14:xfrm>
                <a:off x="9072419" y="4100976"/>
                <a:ext cx="216360" cy="204480"/>
              </p14:xfrm>
            </p:contentPart>
          </mc:Choice>
          <mc:Fallback xmlns="">
            <p:pic>
              <p:nvPicPr>
                <p:cNvPr id="120" name="Entrada de lápiz 119">
                  <a:extLst>
                    <a:ext uri="{FF2B5EF4-FFF2-40B4-BE49-F238E27FC236}">
                      <a16:creationId xmlns:a16="http://schemas.microsoft.com/office/drawing/2014/main" id="{9CD6BBE3-E1CC-E607-E91B-31942DA68A37}"/>
                    </a:ext>
                  </a:extLst>
                </p:cNvPr>
                <p:cNvPicPr/>
                <p:nvPr/>
              </p:nvPicPr>
              <p:blipFill>
                <a:blip r:embed="rId175"/>
                <a:stretch>
                  <a:fillRect/>
                </a:stretch>
              </p:blipFill>
              <p:spPr>
                <a:xfrm>
                  <a:off x="9063779" y="4091976"/>
                  <a:ext cx="234000" cy="222120"/>
                </a:xfrm>
                <a:prstGeom prst="rect">
                  <a:avLst/>
                </a:prstGeom>
              </p:spPr>
            </p:pic>
          </mc:Fallback>
        </mc:AlternateContent>
      </p:grpSp>
      <p:sp>
        <p:nvSpPr>
          <p:cNvPr id="2" name="CuadroTexto 1">
            <a:extLst>
              <a:ext uri="{FF2B5EF4-FFF2-40B4-BE49-F238E27FC236}">
                <a16:creationId xmlns:a16="http://schemas.microsoft.com/office/drawing/2014/main" id="{DA490815-7E31-63DE-35ED-091BBCC4B748}"/>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3" name="CuadroTexto 2">
            <a:extLst>
              <a:ext uri="{FF2B5EF4-FFF2-40B4-BE49-F238E27FC236}">
                <a16:creationId xmlns:a16="http://schemas.microsoft.com/office/drawing/2014/main" id="{52E7FE78-8758-3FD9-8B0E-98DE6921961A}"/>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5" name="CuadroTexto 4">
            <a:extLst>
              <a:ext uri="{FF2B5EF4-FFF2-40B4-BE49-F238E27FC236}">
                <a16:creationId xmlns:a16="http://schemas.microsoft.com/office/drawing/2014/main" id="{F6A88FFE-729B-25A4-236B-29CD53A0F0F2}"/>
              </a:ext>
            </a:extLst>
          </p:cNvPr>
          <p:cNvSpPr txBox="1"/>
          <p:nvPr/>
        </p:nvSpPr>
        <p:spPr>
          <a:xfrm>
            <a:off x="171888" y="487595"/>
            <a:ext cx="2563266" cy="400110"/>
          </a:xfrm>
          <a:prstGeom prst="rect">
            <a:avLst/>
          </a:prstGeom>
          <a:noFill/>
        </p:spPr>
        <p:txBody>
          <a:bodyPr wrap="none" rtlCol="0">
            <a:spAutoFit/>
          </a:bodyPr>
          <a:lstStyle/>
          <a:p>
            <a:r>
              <a:rPr lang="es-ES" sz="2000" b="1" dirty="0">
                <a:solidFill>
                  <a:schemeClr val="accent1">
                    <a:lumMod val="50000"/>
                  </a:schemeClr>
                </a:solidFill>
              </a:rPr>
              <a:t>Árboles de </a:t>
            </a:r>
            <a:r>
              <a:rPr lang="es-ES" sz="2000" b="1" u="sng" dirty="0">
                <a:solidFill>
                  <a:schemeClr val="accent1">
                    <a:lumMod val="50000"/>
                  </a:schemeClr>
                </a:solidFill>
              </a:rPr>
              <a:t>Regresión</a:t>
            </a:r>
            <a:r>
              <a:rPr lang="es-ES" sz="2000" b="1" dirty="0">
                <a:solidFill>
                  <a:schemeClr val="accent1">
                    <a:lumMod val="50000"/>
                  </a:schemeClr>
                </a:solidFill>
              </a:rPr>
              <a:t>. </a:t>
            </a:r>
          </a:p>
        </p:txBody>
      </p:sp>
    </p:spTree>
    <p:extLst>
      <p:ext uri="{BB962C8B-B14F-4D97-AF65-F5344CB8AC3E}">
        <p14:creationId xmlns:p14="http://schemas.microsoft.com/office/powerpoint/2010/main" val="247257463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C24ADF0-4DA1-3470-F973-96FF76367593}"/>
              </a:ext>
            </a:extLst>
          </p:cNvPr>
          <p:cNvPicPr>
            <a:picLocks noChangeAspect="1"/>
          </p:cNvPicPr>
          <p:nvPr/>
        </p:nvPicPr>
        <p:blipFill>
          <a:blip r:embed="rId2"/>
          <a:srcRect t="4509"/>
          <a:stretch/>
        </p:blipFill>
        <p:spPr>
          <a:xfrm>
            <a:off x="610545" y="976108"/>
            <a:ext cx="3822451" cy="2750124"/>
          </a:xfrm>
          <a:prstGeom prst="rect">
            <a:avLst/>
          </a:prstGeom>
        </p:spPr>
      </p:pic>
      <p:pic>
        <p:nvPicPr>
          <p:cNvPr id="6" name="Imagen 5">
            <a:extLst>
              <a:ext uri="{FF2B5EF4-FFF2-40B4-BE49-F238E27FC236}">
                <a16:creationId xmlns:a16="http://schemas.microsoft.com/office/drawing/2014/main" id="{C3F54AD9-7A60-7C82-4370-32F9CB474127}"/>
              </a:ext>
            </a:extLst>
          </p:cNvPr>
          <p:cNvPicPr>
            <a:picLocks noChangeAspect="1"/>
          </p:cNvPicPr>
          <p:nvPr/>
        </p:nvPicPr>
        <p:blipFill>
          <a:blip r:embed="rId3"/>
          <a:srcRect t="3198"/>
          <a:stretch/>
        </p:blipFill>
        <p:spPr>
          <a:xfrm>
            <a:off x="7036715" y="976107"/>
            <a:ext cx="3766975" cy="2787889"/>
          </a:xfrm>
          <a:prstGeom prst="rect">
            <a:avLst/>
          </a:prstGeom>
        </p:spPr>
      </p:pic>
      <p:pic>
        <p:nvPicPr>
          <p:cNvPr id="8" name="Imagen 7">
            <a:extLst>
              <a:ext uri="{FF2B5EF4-FFF2-40B4-BE49-F238E27FC236}">
                <a16:creationId xmlns:a16="http://schemas.microsoft.com/office/drawing/2014/main" id="{49E600BD-AC5F-2E11-6110-8908A01902C8}"/>
              </a:ext>
            </a:extLst>
          </p:cNvPr>
          <p:cNvPicPr>
            <a:picLocks noChangeAspect="1"/>
          </p:cNvPicPr>
          <p:nvPr/>
        </p:nvPicPr>
        <p:blipFill>
          <a:blip r:embed="rId4"/>
          <a:stretch>
            <a:fillRect/>
          </a:stretch>
        </p:blipFill>
        <p:spPr>
          <a:xfrm>
            <a:off x="610545" y="3955680"/>
            <a:ext cx="3729231" cy="2880000"/>
          </a:xfrm>
          <a:prstGeom prst="rect">
            <a:avLst/>
          </a:prstGeom>
        </p:spPr>
      </p:pic>
      <p:pic>
        <p:nvPicPr>
          <p:cNvPr id="12" name="Imagen 11">
            <a:extLst>
              <a:ext uri="{FF2B5EF4-FFF2-40B4-BE49-F238E27FC236}">
                <a16:creationId xmlns:a16="http://schemas.microsoft.com/office/drawing/2014/main" id="{3BD75F43-B4E3-F0D2-ED44-1FE83A62FFC7}"/>
              </a:ext>
            </a:extLst>
          </p:cNvPr>
          <p:cNvPicPr>
            <a:picLocks noChangeAspect="1"/>
          </p:cNvPicPr>
          <p:nvPr/>
        </p:nvPicPr>
        <p:blipFill>
          <a:blip r:embed="rId5"/>
          <a:stretch>
            <a:fillRect/>
          </a:stretch>
        </p:blipFill>
        <p:spPr>
          <a:xfrm>
            <a:off x="7066202" y="3922632"/>
            <a:ext cx="3708000" cy="2913048"/>
          </a:xfrm>
          <a:prstGeom prst="rect">
            <a:avLst/>
          </a:prstGeom>
        </p:spPr>
      </p:pic>
      <p:sp>
        <p:nvSpPr>
          <p:cNvPr id="16" name="CuadroTexto 15">
            <a:extLst>
              <a:ext uri="{FF2B5EF4-FFF2-40B4-BE49-F238E27FC236}">
                <a16:creationId xmlns:a16="http://schemas.microsoft.com/office/drawing/2014/main" id="{CC30ED1F-470F-3C57-8F92-22A91A673878}"/>
              </a:ext>
            </a:extLst>
          </p:cNvPr>
          <p:cNvSpPr txBox="1"/>
          <p:nvPr/>
        </p:nvSpPr>
        <p:spPr>
          <a:xfrm>
            <a:off x="4339776" y="1282798"/>
            <a:ext cx="2107286" cy="369332"/>
          </a:xfrm>
          <a:prstGeom prst="rect">
            <a:avLst/>
          </a:prstGeom>
          <a:noFill/>
        </p:spPr>
        <p:txBody>
          <a:bodyPr wrap="square">
            <a:spAutoFit/>
          </a:bodyPr>
          <a:lstStyle/>
          <a:p>
            <a:r>
              <a:rPr lang="es-ES" sz="1800" b="1" dirty="0" err="1">
                <a:latin typeface="Courier New" panose="02070309020205020404" pitchFamily="49" charset="0"/>
                <a:cs typeface="Courier New" panose="02070309020205020404" pitchFamily="49" charset="0"/>
              </a:rPr>
              <a:t>max_depth</a:t>
            </a:r>
            <a:r>
              <a:rPr lang="es-ES" sz="1800" b="1" dirty="0">
                <a:latin typeface="Courier New" panose="02070309020205020404" pitchFamily="49" charset="0"/>
                <a:cs typeface="Courier New" panose="02070309020205020404" pitchFamily="49" charset="0"/>
              </a:rPr>
              <a:t> = 2</a:t>
            </a:r>
            <a:endParaRPr lang="es-ES" dirty="0"/>
          </a:p>
        </p:txBody>
      </p:sp>
      <p:sp>
        <p:nvSpPr>
          <p:cNvPr id="17" name="CuadroTexto 16">
            <a:extLst>
              <a:ext uri="{FF2B5EF4-FFF2-40B4-BE49-F238E27FC236}">
                <a16:creationId xmlns:a16="http://schemas.microsoft.com/office/drawing/2014/main" id="{7DC3A12D-6178-B486-AF6C-48EEBBB1517B}"/>
              </a:ext>
            </a:extLst>
          </p:cNvPr>
          <p:cNvSpPr txBox="1"/>
          <p:nvPr/>
        </p:nvSpPr>
        <p:spPr>
          <a:xfrm>
            <a:off x="5393419" y="2816129"/>
            <a:ext cx="2107286" cy="369332"/>
          </a:xfrm>
          <a:prstGeom prst="rect">
            <a:avLst/>
          </a:prstGeom>
          <a:noFill/>
        </p:spPr>
        <p:txBody>
          <a:bodyPr wrap="square">
            <a:spAutoFit/>
          </a:bodyPr>
          <a:lstStyle/>
          <a:p>
            <a:r>
              <a:rPr lang="es-ES" sz="1800" b="1" dirty="0" err="1">
                <a:latin typeface="Courier New" panose="02070309020205020404" pitchFamily="49" charset="0"/>
                <a:cs typeface="Courier New" panose="02070309020205020404" pitchFamily="49" charset="0"/>
              </a:rPr>
              <a:t>max_depth</a:t>
            </a:r>
            <a:r>
              <a:rPr lang="es-ES" sz="1800" b="1" dirty="0">
                <a:latin typeface="Courier New" panose="02070309020205020404" pitchFamily="49" charset="0"/>
                <a:cs typeface="Courier New" panose="02070309020205020404" pitchFamily="49" charset="0"/>
              </a:rPr>
              <a:t> = 4</a:t>
            </a:r>
            <a:endParaRPr lang="es-ES" dirty="0"/>
          </a:p>
        </p:txBody>
      </p:sp>
      <p:sp>
        <p:nvSpPr>
          <p:cNvPr id="18" name="CuadroTexto 17">
            <a:extLst>
              <a:ext uri="{FF2B5EF4-FFF2-40B4-BE49-F238E27FC236}">
                <a16:creationId xmlns:a16="http://schemas.microsoft.com/office/drawing/2014/main" id="{D557E7C9-2B6C-E1B0-CC93-BC881572FAC4}"/>
              </a:ext>
            </a:extLst>
          </p:cNvPr>
          <p:cNvSpPr txBox="1"/>
          <p:nvPr/>
        </p:nvSpPr>
        <p:spPr>
          <a:xfrm>
            <a:off x="4432996" y="4284147"/>
            <a:ext cx="2107286" cy="369332"/>
          </a:xfrm>
          <a:prstGeom prst="rect">
            <a:avLst/>
          </a:prstGeom>
          <a:noFill/>
        </p:spPr>
        <p:txBody>
          <a:bodyPr wrap="square">
            <a:spAutoFit/>
          </a:bodyPr>
          <a:lstStyle/>
          <a:p>
            <a:r>
              <a:rPr lang="es-ES" sz="1800" b="1" dirty="0" err="1">
                <a:latin typeface="Courier New" panose="02070309020205020404" pitchFamily="49" charset="0"/>
                <a:cs typeface="Courier New" panose="02070309020205020404" pitchFamily="49" charset="0"/>
              </a:rPr>
              <a:t>max_depth</a:t>
            </a:r>
            <a:r>
              <a:rPr lang="es-ES" sz="1800" b="1" dirty="0">
                <a:latin typeface="Courier New" panose="02070309020205020404" pitchFamily="49" charset="0"/>
                <a:cs typeface="Courier New" panose="02070309020205020404" pitchFamily="49" charset="0"/>
              </a:rPr>
              <a:t> = 8</a:t>
            </a:r>
            <a:endParaRPr lang="es-ES" dirty="0"/>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79E3E92F-1EC1-E2FA-7087-8263DD951D79}"/>
                  </a:ext>
                </a:extLst>
              </p:cNvPr>
              <p:cNvSpPr txBox="1"/>
              <p:nvPr/>
            </p:nvSpPr>
            <p:spPr>
              <a:xfrm>
                <a:off x="5393419" y="5837637"/>
                <a:ext cx="2107286" cy="400110"/>
              </a:xfrm>
              <a:prstGeom prst="rect">
                <a:avLst/>
              </a:prstGeom>
              <a:noFill/>
            </p:spPr>
            <p:txBody>
              <a:bodyPr wrap="square">
                <a:spAutoFit/>
              </a:bodyPr>
              <a:lstStyle/>
              <a:p>
                <a:r>
                  <a:rPr lang="es-ES" sz="1800" b="1" dirty="0">
                    <a:latin typeface="Courier New" panose="02070309020205020404" pitchFamily="49" charset="0"/>
                    <a:cs typeface="Courier New" panose="02070309020205020404" pitchFamily="49" charset="0"/>
                  </a:rPr>
                  <a:t>max_</a:t>
                </a:r>
                <a:r>
                  <a:rPr lang="es-ES" sz="1800" b="1" dirty="0" err="1">
                    <a:latin typeface="Courier New" panose="02070309020205020404" pitchFamily="49" charset="0"/>
                    <a:cs typeface="Courier New" panose="02070309020205020404" pitchFamily="49" charset="0"/>
                  </a:rPr>
                  <a:t>depth</a:t>
                </a:r>
                <a:r>
                  <a:rPr lang="es-ES" sz="1800" b="1" dirty="0">
                    <a:latin typeface="Courier New" panose="02070309020205020404" pitchFamily="49" charset="0"/>
                    <a:cs typeface="Courier New" panose="02070309020205020404" pitchFamily="49" charset="0"/>
                  </a:rPr>
                  <a:t> </a:t>
                </a:r>
                <a14:m>
                  <m:oMath xmlns:m="http://schemas.openxmlformats.org/officeDocument/2006/math">
                    <m:r>
                      <a:rPr lang="es-ES" sz="1800" b="1" i="1" smtClean="0">
                        <a:latin typeface="Cambria Math" panose="02040503050406030204" pitchFamily="18" charset="0"/>
                        <a:cs typeface="Courier New" panose="02070309020205020404" pitchFamily="49" charset="0"/>
                      </a:rPr>
                      <m:t>=</m:t>
                    </m:r>
                    <m:r>
                      <a:rPr lang="es-ES" sz="1800" b="1" i="1" smtClean="0">
                        <a:latin typeface="Cambria Math" panose="02040503050406030204" pitchFamily="18" charset="0"/>
                        <a:ea typeface="Cambria Math" panose="02040503050406030204" pitchFamily="18" charset="0"/>
                        <a:cs typeface="Courier New" panose="02070309020205020404" pitchFamily="49" charset="0"/>
                      </a:rPr>
                      <m:t>∞</m:t>
                    </m:r>
                  </m:oMath>
                </a14:m>
                <a:r>
                  <a:rPr lang="es-ES" sz="1800" b="1" dirty="0">
                    <a:latin typeface="Courier New" panose="02070309020205020404" pitchFamily="49" charset="0"/>
                    <a:cs typeface="Courier New" panose="02070309020205020404" pitchFamily="49" charset="0"/>
                  </a:rPr>
                  <a:t> </a:t>
                </a:r>
                <a:r>
                  <a:rPr lang="es-ES" sz="200" b="1" dirty="0">
                    <a:latin typeface="Courier New" panose="02070309020205020404" pitchFamily="49" charset="0"/>
                    <a:cs typeface="Courier New" panose="02070309020205020404" pitchFamily="49" charset="0"/>
                  </a:rPr>
                  <a:t>∞</a:t>
                </a:r>
                <a:endParaRPr lang="es-ES" sz="200" dirty="0"/>
              </a:p>
            </p:txBody>
          </p:sp>
        </mc:Choice>
        <mc:Fallback xmlns="">
          <p:sp>
            <p:nvSpPr>
              <p:cNvPr id="19" name="CuadroTexto 18">
                <a:extLst>
                  <a:ext uri="{FF2B5EF4-FFF2-40B4-BE49-F238E27FC236}">
                    <a16:creationId xmlns:a16="http://schemas.microsoft.com/office/drawing/2014/main" id="{79E3E92F-1EC1-E2FA-7087-8263DD951D79}"/>
                  </a:ext>
                </a:extLst>
              </p:cNvPr>
              <p:cNvSpPr txBox="1">
                <a:spLocks noRot="1" noChangeAspect="1" noMove="1" noResize="1" noEditPoints="1" noAdjustHandles="1" noChangeArrowheads="1" noChangeShapeType="1" noTextEdit="1"/>
              </p:cNvSpPr>
              <p:nvPr/>
            </p:nvSpPr>
            <p:spPr>
              <a:xfrm>
                <a:off x="5393419" y="5837637"/>
                <a:ext cx="2107286" cy="400110"/>
              </a:xfrm>
              <a:prstGeom prst="rect">
                <a:avLst/>
              </a:prstGeom>
              <a:blipFill>
                <a:blip r:embed="rId6"/>
                <a:stretch>
                  <a:fillRect l="-2609" t="-7692" b="-1846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58921501-AE47-0810-8D7E-543437ED5FBB}"/>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3" name="CuadroTexto 2">
            <a:extLst>
              <a:ext uri="{FF2B5EF4-FFF2-40B4-BE49-F238E27FC236}">
                <a16:creationId xmlns:a16="http://schemas.microsoft.com/office/drawing/2014/main" id="{B523AB19-1BD6-15D0-BCB9-D9FF4E77B9D4}"/>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5" name="CuadroTexto 4">
            <a:extLst>
              <a:ext uri="{FF2B5EF4-FFF2-40B4-BE49-F238E27FC236}">
                <a16:creationId xmlns:a16="http://schemas.microsoft.com/office/drawing/2014/main" id="{9E2EF72D-E1FF-65F4-1C2A-AC01E3369855}"/>
              </a:ext>
            </a:extLst>
          </p:cNvPr>
          <p:cNvSpPr txBox="1"/>
          <p:nvPr/>
        </p:nvSpPr>
        <p:spPr>
          <a:xfrm>
            <a:off x="171888" y="487595"/>
            <a:ext cx="8442504" cy="707886"/>
          </a:xfrm>
          <a:prstGeom prst="rect">
            <a:avLst/>
          </a:prstGeom>
          <a:noFill/>
        </p:spPr>
        <p:txBody>
          <a:bodyPr wrap="none" rtlCol="0">
            <a:spAutoFit/>
          </a:bodyPr>
          <a:lstStyle/>
          <a:p>
            <a:r>
              <a:rPr lang="es-ES" sz="2000" b="1" dirty="0">
                <a:solidFill>
                  <a:schemeClr val="accent1">
                    <a:lumMod val="50000"/>
                  </a:schemeClr>
                </a:solidFill>
              </a:rPr>
              <a:t>Árboles de </a:t>
            </a:r>
            <a:r>
              <a:rPr lang="es-ES" sz="2000" b="1" u="sng" dirty="0">
                <a:solidFill>
                  <a:schemeClr val="accent1">
                    <a:lumMod val="50000"/>
                  </a:schemeClr>
                </a:solidFill>
              </a:rPr>
              <a:t>Regresión</a:t>
            </a:r>
            <a:r>
              <a:rPr lang="es-ES" sz="2000" b="1" dirty="0">
                <a:solidFill>
                  <a:schemeClr val="accent1">
                    <a:lumMod val="50000"/>
                  </a:schemeClr>
                </a:solidFill>
              </a:rPr>
              <a:t>. (efecto aumentar el nivel de profundidad  -</a:t>
            </a:r>
            <a:r>
              <a:rPr lang="es-ES" sz="2000" b="1" dirty="0" err="1">
                <a:solidFill>
                  <a:schemeClr val="accent1">
                    <a:lumMod val="50000"/>
                  </a:schemeClr>
                </a:solidFill>
              </a:rPr>
              <a:t>Overfitting</a:t>
            </a:r>
            <a:r>
              <a:rPr lang="es-ES" sz="2000" b="1" dirty="0">
                <a:solidFill>
                  <a:schemeClr val="accent1">
                    <a:lumMod val="50000"/>
                  </a:schemeClr>
                </a:solidFill>
              </a:rPr>
              <a:t>-)</a:t>
            </a:r>
          </a:p>
          <a:p>
            <a:r>
              <a:rPr lang="es-ES" sz="2000" b="1" dirty="0">
                <a:solidFill>
                  <a:schemeClr val="accent1">
                    <a:lumMod val="50000"/>
                  </a:schemeClr>
                </a:solidFill>
              </a:rPr>
              <a:t> </a:t>
            </a:r>
          </a:p>
        </p:txBody>
      </p:sp>
    </p:spTree>
    <p:extLst>
      <p:ext uri="{BB962C8B-B14F-4D97-AF65-F5344CB8AC3E}">
        <p14:creationId xmlns:p14="http://schemas.microsoft.com/office/powerpoint/2010/main" val="362724183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43</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9108141" y="136523"/>
            <a:ext cx="2988431" cy="461665"/>
          </a:xfrm>
          <a:prstGeom prst="rect">
            <a:avLst/>
          </a:prstGeom>
          <a:noFill/>
        </p:spPr>
        <p:txBody>
          <a:bodyPr wrap="square" rtlCol="0">
            <a:spAutoFit/>
          </a:bodyPr>
          <a:lstStyle/>
          <a:p>
            <a:r>
              <a:rPr lang="es-ES" sz="2400" b="1" dirty="0">
                <a:solidFill>
                  <a:schemeClr val="accent1">
                    <a:lumMod val="50000"/>
                  </a:schemeClr>
                </a:solidFill>
              </a:rPr>
              <a:t>Árboles de Decisión</a:t>
            </a:r>
          </a:p>
        </p:txBody>
      </p:sp>
      <p:sp>
        <p:nvSpPr>
          <p:cNvPr id="11" name="CuadroTexto 10">
            <a:extLst>
              <a:ext uri="{FF2B5EF4-FFF2-40B4-BE49-F238E27FC236}">
                <a16:creationId xmlns:a16="http://schemas.microsoft.com/office/drawing/2014/main" id="{BE7A0595-F997-C90C-2B48-DD52AEEF89B2}"/>
              </a:ext>
            </a:extLst>
          </p:cNvPr>
          <p:cNvSpPr txBox="1"/>
          <p:nvPr/>
        </p:nvSpPr>
        <p:spPr>
          <a:xfrm>
            <a:off x="774154" y="558392"/>
            <a:ext cx="11051338" cy="5934830"/>
          </a:xfrm>
          <a:prstGeom prst="rect">
            <a:avLst/>
          </a:prstGeom>
          <a:noFill/>
        </p:spPr>
        <p:txBody>
          <a:bodyPr wrap="square">
            <a:spAutoFit/>
          </a:bodyPr>
          <a:lstStyle/>
          <a:p>
            <a:r>
              <a:rPr lang="es-ES" sz="2800" b="1" dirty="0">
                <a:solidFill>
                  <a:schemeClr val="accent1">
                    <a:lumMod val="50000"/>
                  </a:schemeClr>
                </a:solidFill>
              </a:rPr>
              <a:t>Árboles de decisión:</a:t>
            </a:r>
          </a:p>
          <a:p>
            <a:endParaRPr lang="es-ES" sz="2800" b="1" dirty="0">
              <a:solidFill>
                <a:schemeClr val="accent1">
                  <a:lumMod val="50000"/>
                </a:schemeClr>
              </a:solidFill>
            </a:endParaRP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Construcción de Árboles de Decisión. </a:t>
            </a: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Criterios de Parada.</a:t>
            </a: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Árboles de Regresión. </a:t>
            </a:r>
          </a:p>
          <a:p>
            <a:pPr marL="457200" indent="-457200">
              <a:lnSpc>
                <a:spcPct val="150000"/>
              </a:lnSpc>
              <a:buFont typeface="Arial" panose="020B0604020202020204" pitchFamily="34" charset="0"/>
              <a:buChar char="•"/>
            </a:pPr>
            <a:r>
              <a:rPr lang="es-ES" sz="2400" b="1" dirty="0">
                <a:solidFill>
                  <a:schemeClr val="accent1">
                    <a:lumMod val="50000"/>
                  </a:schemeClr>
                </a:solidFill>
              </a:rPr>
              <a:t>Árboles de Decisión: Ventajas e inconvenientes. </a:t>
            </a:r>
          </a:p>
          <a:p>
            <a:pPr marL="457200" indent="-457200">
              <a:buFont typeface="Arial" panose="020B0604020202020204" pitchFamily="34" charset="0"/>
              <a:buChar char="•"/>
            </a:pPr>
            <a:endParaRPr lang="es-ES" sz="2800" b="1" dirty="0">
              <a:solidFill>
                <a:schemeClr val="accent1">
                  <a:lumMod val="50000"/>
                </a:schemeClr>
              </a:solidFill>
            </a:endParaRPr>
          </a:p>
          <a:p>
            <a:pPr>
              <a:lnSpc>
                <a:spcPct val="150000"/>
              </a:lnSpc>
            </a:pPr>
            <a:r>
              <a:rPr lang="es-ES" sz="2800" b="1" dirty="0">
                <a:solidFill>
                  <a:schemeClr val="accent5">
                    <a:lumMod val="20000"/>
                    <a:lumOff val="80000"/>
                  </a:schemeClr>
                </a:solidFill>
              </a:rPr>
              <a:t>Bosques de Decisión y  Aprendizaje Conjunto (Ensemble </a:t>
            </a:r>
            <a:r>
              <a:rPr lang="es-ES" sz="2800" b="1" dirty="0" err="1">
                <a:solidFill>
                  <a:schemeClr val="accent5">
                    <a:lumMod val="20000"/>
                    <a:lumOff val="80000"/>
                  </a:schemeClr>
                </a:solidFill>
              </a:rPr>
              <a:t>Methods</a:t>
            </a:r>
            <a:r>
              <a:rPr lang="es-ES" sz="2800" b="1" dirty="0">
                <a:solidFill>
                  <a:schemeClr val="accent5">
                    <a:lumMod val="20000"/>
                    <a:lumOff val="80000"/>
                  </a:schemeClr>
                </a:solidFill>
              </a:rPr>
              <a:t>)</a:t>
            </a: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Clasificación.</a:t>
            </a:r>
          </a:p>
          <a:p>
            <a:pPr marL="457200" indent="-457200">
              <a:lnSpc>
                <a:spcPct val="150000"/>
              </a:lnSpc>
              <a:buFont typeface="Arial" panose="020B0604020202020204" pitchFamily="34" charset="0"/>
              <a:buChar char="•"/>
            </a:pPr>
            <a:r>
              <a:rPr lang="es-ES" sz="2400" b="1" dirty="0" err="1">
                <a:solidFill>
                  <a:schemeClr val="accent5">
                    <a:lumMod val="20000"/>
                    <a:lumOff val="80000"/>
                  </a:schemeClr>
                </a:solidFill>
              </a:rPr>
              <a:t>Random</a:t>
            </a:r>
            <a:r>
              <a:rPr lang="es-ES" sz="2400" b="1" dirty="0">
                <a:solidFill>
                  <a:schemeClr val="accent5">
                    <a:lumMod val="20000"/>
                    <a:lumOff val="80000"/>
                  </a:schemeClr>
                </a:solidFill>
              </a:rPr>
              <a:t> Forest.</a:t>
            </a:r>
          </a:p>
          <a:p>
            <a:pPr marL="457200" indent="-457200">
              <a:lnSpc>
                <a:spcPct val="150000"/>
              </a:lnSpc>
              <a:buFont typeface="Arial" panose="020B0604020202020204" pitchFamily="34" charset="0"/>
              <a:buChar char="•"/>
            </a:pPr>
            <a:r>
              <a:rPr lang="es-ES" sz="2400" b="1" dirty="0" err="1">
                <a:solidFill>
                  <a:schemeClr val="accent5">
                    <a:lumMod val="20000"/>
                    <a:lumOff val="80000"/>
                  </a:schemeClr>
                </a:solidFill>
              </a:rPr>
              <a:t>Boosting</a:t>
            </a:r>
            <a:r>
              <a:rPr lang="es-ES" sz="2400" b="1" dirty="0">
                <a:solidFill>
                  <a:schemeClr val="accent5">
                    <a:lumMod val="20000"/>
                    <a:lumOff val="80000"/>
                  </a:schemeClr>
                </a:solidFill>
              </a:rPr>
              <a:t>. </a:t>
            </a:r>
          </a:p>
        </p:txBody>
      </p:sp>
    </p:spTree>
    <p:extLst>
      <p:ext uri="{BB962C8B-B14F-4D97-AF65-F5344CB8AC3E}">
        <p14:creationId xmlns:p14="http://schemas.microsoft.com/office/powerpoint/2010/main" val="289239275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399BA7BC-17EC-C28E-9219-3B3B8063889C}"/>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44</a:t>
            </a:fld>
            <a:endParaRPr lang="es-ES">
              <a:solidFill>
                <a:prstClr val="black">
                  <a:tint val="75000"/>
                </a:prstClr>
              </a:solidFill>
            </a:endParaRPr>
          </a:p>
        </p:txBody>
      </p:sp>
      <p:sp>
        <p:nvSpPr>
          <p:cNvPr id="5" name="CuadroTexto 4">
            <a:extLst>
              <a:ext uri="{FF2B5EF4-FFF2-40B4-BE49-F238E27FC236}">
                <a16:creationId xmlns:a16="http://schemas.microsoft.com/office/drawing/2014/main" id="{41459341-E806-2CCC-4925-1E8798EFEB0D}"/>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6" name="CuadroTexto 5">
            <a:extLst>
              <a:ext uri="{FF2B5EF4-FFF2-40B4-BE49-F238E27FC236}">
                <a16:creationId xmlns:a16="http://schemas.microsoft.com/office/drawing/2014/main" id="{CE907B21-88A0-4307-0E98-94E5A880DC7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7" name="CuadroTexto 6">
            <a:extLst>
              <a:ext uri="{FF2B5EF4-FFF2-40B4-BE49-F238E27FC236}">
                <a16:creationId xmlns:a16="http://schemas.microsoft.com/office/drawing/2014/main" id="{7E6C5780-C41F-C8AB-594C-8D09022359F7}"/>
              </a:ext>
            </a:extLst>
          </p:cNvPr>
          <p:cNvSpPr txBox="1"/>
          <p:nvPr/>
        </p:nvSpPr>
        <p:spPr>
          <a:xfrm>
            <a:off x="164744" y="619671"/>
            <a:ext cx="5413277" cy="400110"/>
          </a:xfrm>
          <a:prstGeom prst="rect">
            <a:avLst/>
          </a:prstGeom>
          <a:noFill/>
        </p:spPr>
        <p:txBody>
          <a:bodyPr wrap="none" rtlCol="0">
            <a:spAutoFit/>
          </a:bodyPr>
          <a:lstStyle/>
          <a:p>
            <a:r>
              <a:rPr lang="es-ES" sz="2000" b="1" dirty="0">
                <a:solidFill>
                  <a:schemeClr val="accent1">
                    <a:lumMod val="50000"/>
                  </a:schemeClr>
                </a:solidFill>
              </a:rPr>
              <a:t>Árboles de Decisión: Ventajas e inconvenientes. </a:t>
            </a:r>
          </a:p>
        </p:txBody>
      </p:sp>
      <p:sp>
        <p:nvSpPr>
          <p:cNvPr id="9" name="CuadroTexto 8">
            <a:extLst>
              <a:ext uri="{FF2B5EF4-FFF2-40B4-BE49-F238E27FC236}">
                <a16:creationId xmlns:a16="http://schemas.microsoft.com/office/drawing/2014/main" id="{2D71DBE4-A252-AAA7-5D57-0D3313404783}"/>
              </a:ext>
            </a:extLst>
          </p:cNvPr>
          <p:cNvSpPr txBox="1"/>
          <p:nvPr/>
        </p:nvSpPr>
        <p:spPr>
          <a:xfrm>
            <a:off x="359963" y="1389795"/>
            <a:ext cx="11472074" cy="5078313"/>
          </a:xfrm>
          <a:prstGeom prst="rect">
            <a:avLst/>
          </a:prstGeom>
          <a:noFill/>
        </p:spPr>
        <p:txBody>
          <a:bodyPr wrap="square">
            <a:spAutoFit/>
          </a:bodyPr>
          <a:lstStyle/>
          <a:p>
            <a:pPr marL="285750" indent="-285750">
              <a:buFont typeface="Arial" panose="020B0604020202020204" pitchFamily="34" charset="0"/>
              <a:buChar char="•"/>
            </a:pPr>
            <a:r>
              <a:rPr lang="es-ES" b="1" dirty="0">
                <a:solidFill>
                  <a:schemeClr val="accent1">
                    <a:lumMod val="50000"/>
                  </a:schemeClr>
                </a:solidFill>
              </a:rPr>
              <a:t>Fácil de interpretar y visualizar</a:t>
            </a:r>
            <a:r>
              <a:rPr lang="es-ES" dirty="0">
                <a:solidFill>
                  <a:schemeClr val="accent1">
                    <a:lumMod val="50000"/>
                  </a:schemeClr>
                </a:solidFill>
              </a:rPr>
              <a:t>:</a:t>
            </a:r>
          </a:p>
          <a:p>
            <a:pPr lvl="1"/>
            <a:r>
              <a:rPr lang="es-ES" dirty="0">
                <a:solidFill>
                  <a:schemeClr val="accent1">
                    <a:lumMod val="50000"/>
                  </a:schemeClr>
                </a:solidFill>
              </a:rPr>
              <a:t>Los árboles de decisión son intuitivos y fáciles de entender. Se pueden representar gráficamente, lo que facilita la interpretación de las reglas de decisión.</a:t>
            </a:r>
          </a:p>
          <a:p>
            <a:pPr marL="285750" indent="-285750">
              <a:buFont typeface="Arial" panose="020B0604020202020204" pitchFamily="34" charset="0"/>
              <a:buChar char="•"/>
            </a:pPr>
            <a:r>
              <a:rPr lang="es-ES" b="1" dirty="0">
                <a:solidFill>
                  <a:schemeClr val="accent1">
                    <a:lumMod val="50000"/>
                  </a:schemeClr>
                </a:solidFill>
              </a:rPr>
              <a:t>Manejo de datos numéricos y categóricos</a:t>
            </a:r>
            <a:r>
              <a:rPr lang="es-ES" dirty="0">
                <a:solidFill>
                  <a:schemeClr val="accent1">
                    <a:lumMod val="50000"/>
                  </a:schemeClr>
                </a:solidFill>
              </a:rPr>
              <a:t>:</a:t>
            </a:r>
          </a:p>
          <a:p>
            <a:pPr marL="742950" lvl="1" indent="-285750">
              <a:buFont typeface="Arial" panose="020B0604020202020204" pitchFamily="34" charset="0"/>
              <a:buChar char="•"/>
            </a:pPr>
            <a:r>
              <a:rPr lang="es-ES" dirty="0">
                <a:solidFill>
                  <a:schemeClr val="accent1">
                    <a:lumMod val="50000"/>
                  </a:schemeClr>
                </a:solidFill>
              </a:rPr>
              <a:t>Los árboles de decisión pueden manejar variables </a:t>
            </a:r>
            <a:r>
              <a:rPr lang="es-ES" b="1" dirty="0">
                <a:solidFill>
                  <a:schemeClr val="accent1">
                    <a:lumMod val="50000"/>
                  </a:schemeClr>
                </a:solidFill>
              </a:rPr>
              <a:t>numéricas</a:t>
            </a:r>
            <a:r>
              <a:rPr lang="es-ES" dirty="0">
                <a:solidFill>
                  <a:schemeClr val="accent1">
                    <a:lumMod val="50000"/>
                  </a:schemeClr>
                </a:solidFill>
              </a:rPr>
              <a:t> y </a:t>
            </a:r>
            <a:r>
              <a:rPr lang="es-ES" b="1" dirty="0">
                <a:solidFill>
                  <a:schemeClr val="accent1">
                    <a:lumMod val="50000"/>
                  </a:schemeClr>
                </a:solidFill>
              </a:rPr>
              <a:t>categóricas</a:t>
            </a:r>
            <a:r>
              <a:rPr lang="es-ES" dirty="0">
                <a:solidFill>
                  <a:schemeClr val="accent1">
                    <a:lumMod val="50000"/>
                  </a:schemeClr>
                </a:solidFill>
              </a:rPr>
              <a:t> sin necesidad de preprocesar los datos o realizar conversiones complejas (a diferencia de otros modelos como SVM o regresión logística).</a:t>
            </a:r>
          </a:p>
          <a:p>
            <a:pPr marL="742950" lvl="1" indent="-285750">
              <a:buFont typeface="Arial" panose="020B0604020202020204" pitchFamily="34" charset="0"/>
              <a:buChar char="•"/>
            </a:pPr>
            <a:r>
              <a:rPr lang="es-ES" dirty="0">
                <a:solidFill>
                  <a:schemeClr val="accent1">
                    <a:lumMod val="50000"/>
                  </a:schemeClr>
                </a:solidFill>
              </a:rPr>
              <a:t>Para las </a:t>
            </a:r>
            <a:r>
              <a:rPr lang="es-ES" b="1" dirty="0">
                <a:solidFill>
                  <a:schemeClr val="accent1">
                    <a:lumMod val="50000"/>
                  </a:schemeClr>
                </a:solidFill>
              </a:rPr>
              <a:t>variables categóricas</a:t>
            </a:r>
            <a:r>
              <a:rPr lang="es-ES" dirty="0">
                <a:solidFill>
                  <a:schemeClr val="accent1">
                    <a:lumMod val="50000"/>
                  </a:schemeClr>
                </a:solidFill>
              </a:rPr>
              <a:t>, dividen los nodos en función de las posibles categorías. No es necesario que se haga una división estrictamente por una categoría; el algoritmo puede elegir subconjuntos de categorías si esto lleva a una mejor partición del espacio de datos.</a:t>
            </a:r>
          </a:p>
          <a:p>
            <a:pPr marL="285750" indent="-285750">
              <a:buFont typeface="Arial" panose="020B0604020202020204" pitchFamily="34" charset="0"/>
              <a:buChar char="•"/>
            </a:pPr>
            <a:r>
              <a:rPr lang="es-ES" b="1" dirty="0">
                <a:solidFill>
                  <a:schemeClr val="accent1">
                    <a:lumMod val="50000"/>
                  </a:schemeClr>
                </a:solidFill>
              </a:rPr>
              <a:t>No requiere normalización o escalado de los datos</a:t>
            </a:r>
            <a:r>
              <a:rPr lang="es-ES" dirty="0">
                <a:solidFill>
                  <a:schemeClr val="accent1">
                    <a:lumMod val="50000"/>
                  </a:schemeClr>
                </a:solidFill>
              </a:rPr>
              <a:t>:</a:t>
            </a:r>
          </a:p>
          <a:p>
            <a:pPr marL="742950" lvl="1" indent="-285750">
              <a:buFont typeface="Arial" panose="020B0604020202020204" pitchFamily="34" charset="0"/>
              <a:buChar char="•"/>
            </a:pPr>
            <a:r>
              <a:rPr lang="es-ES" dirty="0">
                <a:solidFill>
                  <a:schemeClr val="accent1">
                    <a:lumMod val="50000"/>
                  </a:schemeClr>
                </a:solidFill>
              </a:rPr>
              <a:t>Los árboles de decisión no se ven afectados por el rango de las variables. No es necesario escalar o normalizar las características como en otros algoritmos (</a:t>
            </a:r>
            <a:r>
              <a:rPr lang="es-ES" dirty="0" err="1">
                <a:solidFill>
                  <a:schemeClr val="accent1">
                    <a:lumMod val="50000"/>
                  </a:schemeClr>
                </a:solidFill>
              </a:rPr>
              <a:t>e.g</a:t>
            </a:r>
            <a:r>
              <a:rPr lang="es-ES" dirty="0">
                <a:solidFill>
                  <a:schemeClr val="accent1">
                    <a:lumMod val="50000"/>
                  </a:schemeClr>
                </a:solidFill>
              </a:rPr>
              <a:t>., SVM, KNN), lo que simplifica el preprocesamiento.</a:t>
            </a:r>
          </a:p>
          <a:p>
            <a:pPr marL="285750" indent="-285750">
              <a:buFont typeface="Arial" panose="020B0604020202020204" pitchFamily="34" charset="0"/>
              <a:buChar char="•"/>
            </a:pPr>
            <a:r>
              <a:rPr lang="es-ES" b="1" dirty="0">
                <a:solidFill>
                  <a:schemeClr val="accent1">
                    <a:lumMod val="50000"/>
                  </a:schemeClr>
                </a:solidFill>
              </a:rPr>
              <a:t>Capacidad de manejar características irrelevantes</a:t>
            </a:r>
            <a:r>
              <a:rPr lang="es-ES" dirty="0">
                <a:solidFill>
                  <a:schemeClr val="accent1">
                    <a:lumMod val="50000"/>
                  </a:schemeClr>
                </a:solidFill>
              </a:rPr>
              <a:t>:</a:t>
            </a:r>
          </a:p>
          <a:p>
            <a:pPr marL="742950" lvl="1" indent="-285750">
              <a:buFont typeface="Arial" panose="020B0604020202020204" pitchFamily="34" charset="0"/>
              <a:buChar char="•"/>
            </a:pPr>
            <a:r>
              <a:rPr lang="es-ES" dirty="0">
                <a:solidFill>
                  <a:schemeClr val="accent1">
                    <a:lumMod val="50000"/>
                  </a:schemeClr>
                </a:solidFill>
              </a:rPr>
              <a:t>Los árboles de decisión pueden ignorar características irrelevantes, ya que seleccionan los atributos más importantes para dividir en cada nodo, y las características que no aportan información no serán elegidas.</a:t>
            </a:r>
          </a:p>
          <a:p>
            <a:pPr marL="285750" indent="-285750">
              <a:buFont typeface="Arial" panose="020B0604020202020204" pitchFamily="34" charset="0"/>
              <a:buChar char="•"/>
            </a:pPr>
            <a:r>
              <a:rPr lang="es-ES" b="1" dirty="0">
                <a:solidFill>
                  <a:schemeClr val="accent1">
                    <a:lumMod val="50000"/>
                  </a:schemeClr>
                </a:solidFill>
              </a:rPr>
              <a:t>No paramétrico</a:t>
            </a:r>
            <a:r>
              <a:rPr lang="es-ES" dirty="0">
                <a:solidFill>
                  <a:schemeClr val="accent1">
                    <a:lumMod val="50000"/>
                  </a:schemeClr>
                </a:solidFill>
              </a:rPr>
              <a:t>:</a:t>
            </a:r>
          </a:p>
          <a:p>
            <a:pPr marL="742950" lvl="1" indent="-285750">
              <a:buFont typeface="Arial" panose="020B0604020202020204" pitchFamily="34" charset="0"/>
              <a:buChar char="•"/>
            </a:pPr>
            <a:r>
              <a:rPr lang="es-ES" dirty="0">
                <a:solidFill>
                  <a:schemeClr val="accent1">
                    <a:lumMod val="50000"/>
                  </a:schemeClr>
                </a:solidFill>
              </a:rPr>
              <a:t>No asume relaciones lineales entre las variables, lo que los hace adecuados para capturar relaciones no lineales en los datos.</a:t>
            </a:r>
          </a:p>
        </p:txBody>
      </p:sp>
      <p:pic>
        <p:nvPicPr>
          <p:cNvPr id="10" name="Imagen 9" descr="Imagen que contiene flor&#10;&#10;Descripción generada automáticamente">
            <a:extLst>
              <a:ext uri="{FF2B5EF4-FFF2-40B4-BE49-F238E27FC236}">
                <a16:creationId xmlns:a16="http://schemas.microsoft.com/office/drawing/2014/main" id="{88E26445-9C7B-8C4B-D4EE-54E4B0F179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5866" y="1329526"/>
            <a:ext cx="328194" cy="375615"/>
          </a:xfrm>
          <a:prstGeom prst="rect">
            <a:avLst/>
          </a:prstGeom>
        </p:spPr>
      </p:pic>
      <p:pic>
        <p:nvPicPr>
          <p:cNvPr id="11" name="Imagen 10" descr="Imagen que contiene flor&#10;&#10;Descripción generada automáticamente">
            <a:extLst>
              <a:ext uri="{FF2B5EF4-FFF2-40B4-BE49-F238E27FC236}">
                <a16:creationId xmlns:a16="http://schemas.microsoft.com/office/drawing/2014/main" id="{E861D8FF-1213-F2B4-E543-EACF71551C2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4744" y="2093083"/>
            <a:ext cx="328194" cy="375615"/>
          </a:xfrm>
          <a:prstGeom prst="rect">
            <a:avLst/>
          </a:prstGeom>
        </p:spPr>
      </p:pic>
      <p:pic>
        <p:nvPicPr>
          <p:cNvPr id="12" name="Imagen 11" descr="Imagen que contiene flor&#10;&#10;Descripción generada automáticamente">
            <a:extLst>
              <a:ext uri="{FF2B5EF4-FFF2-40B4-BE49-F238E27FC236}">
                <a16:creationId xmlns:a16="http://schemas.microsoft.com/office/drawing/2014/main" id="{3D14B669-997B-FAE8-4C11-98C1CA5B8E9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4744" y="3775952"/>
            <a:ext cx="328194" cy="375615"/>
          </a:xfrm>
          <a:prstGeom prst="rect">
            <a:avLst/>
          </a:prstGeom>
        </p:spPr>
      </p:pic>
      <p:pic>
        <p:nvPicPr>
          <p:cNvPr id="13" name="Imagen 12" descr="Imagen que contiene flor&#10;&#10;Descripción generada automáticamente">
            <a:extLst>
              <a:ext uri="{FF2B5EF4-FFF2-40B4-BE49-F238E27FC236}">
                <a16:creationId xmlns:a16="http://schemas.microsoft.com/office/drawing/2014/main" id="{D5309220-7CB6-631F-35F4-981D88CE529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4744" y="4618360"/>
            <a:ext cx="328194" cy="375615"/>
          </a:xfrm>
          <a:prstGeom prst="rect">
            <a:avLst/>
          </a:prstGeom>
        </p:spPr>
      </p:pic>
      <p:pic>
        <p:nvPicPr>
          <p:cNvPr id="14" name="Imagen 13" descr="Imagen que contiene flor&#10;&#10;Descripción generada automáticamente">
            <a:extLst>
              <a:ext uri="{FF2B5EF4-FFF2-40B4-BE49-F238E27FC236}">
                <a16:creationId xmlns:a16="http://schemas.microsoft.com/office/drawing/2014/main" id="{8185F488-24A5-512D-F3B1-5EB7B952A0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4744" y="5460768"/>
            <a:ext cx="328194" cy="375615"/>
          </a:xfrm>
          <a:prstGeom prst="rect">
            <a:avLst/>
          </a:prstGeom>
        </p:spPr>
      </p:pic>
    </p:spTree>
    <p:extLst>
      <p:ext uri="{BB962C8B-B14F-4D97-AF65-F5344CB8AC3E}">
        <p14:creationId xmlns:p14="http://schemas.microsoft.com/office/powerpoint/2010/main" val="19176642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399BA7BC-17EC-C28E-9219-3B3B8063889C}"/>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45</a:t>
            </a:fld>
            <a:endParaRPr lang="es-ES">
              <a:solidFill>
                <a:prstClr val="black">
                  <a:tint val="75000"/>
                </a:prstClr>
              </a:solidFill>
            </a:endParaRPr>
          </a:p>
        </p:txBody>
      </p:sp>
      <p:sp>
        <p:nvSpPr>
          <p:cNvPr id="5" name="CuadroTexto 4">
            <a:extLst>
              <a:ext uri="{FF2B5EF4-FFF2-40B4-BE49-F238E27FC236}">
                <a16:creationId xmlns:a16="http://schemas.microsoft.com/office/drawing/2014/main" id="{41459341-E806-2CCC-4925-1E8798EFEB0D}"/>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6" name="CuadroTexto 5">
            <a:extLst>
              <a:ext uri="{FF2B5EF4-FFF2-40B4-BE49-F238E27FC236}">
                <a16:creationId xmlns:a16="http://schemas.microsoft.com/office/drawing/2014/main" id="{CE907B21-88A0-4307-0E98-94E5A880DC7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7" name="CuadroTexto 6">
            <a:extLst>
              <a:ext uri="{FF2B5EF4-FFF2-40B4-BE49-F238E27FC236}">
                <a16:creationId xmlns:a16="http://schemas.microsoft.com/office/drawing/2014/main" id="{7E6C5780-C41F-C8AB-594C-8D09022359F7}"/>
              </a:ext>
            </a:extLst>
          </p:cNvPr>
          <p:cNvSpPr txBox="1"/>
          <p:nvPr/>
        </p:nvSpPr>
        <p:spPr>
          <a:xfrm>
            <a:off x="164744" y="619671"/>
            <a:ext cx="5413277" cy="400110"/>
          </a:xfrm>
          <a:prstGeom prst="rect">
            <a:avLst/>
          </a:prstGeom>
          <a:noFill/>
        </p:spPr>
        <p:txBody>
          <a:bodyPr wrap="none" rtlCol="0">
            <a:spAutoFit/>
          </a:bodyPr>
          <a:lstStyle/>
          <a:p>
            <a:r>
              <a:rPr lang="es-ES" sz="2000" b="1" dirty="0">
                <a:solidFill>
                  <a:schemeClr val="accent1">
                    <a:lumMod val="50000"/>
                  </a:schemeClr>
                </a:solidFill>
              </a:rPr>
              <a:t>Árboles de Decisión: Ventajas e inconvenientes. </a:t>
            </a:r>
          </a:p>
        </p:txBody>
      </p:sp>
      <p:sp>
        <p:nvSpPr>
          <p:cNvPr id="9" name="CuadroTexto 8">
            <a:extLst>
              <a:ext uri="{FF2B5EF4-FFF2-40B4-BE49-F238E27FC236}">
                <a16:creationId xmlns:a16="http://schemas.microsoft.com/office/drawing/2014/main" id="{2D71DBE4-A252-AAA7-5D57-0D3313404783}"/>
              </a:ext>
            </a:extLst>
          </p:cNvPr>
          <p:cNvSpPr txBox="1"/>
          <p:nvPr/>
        </p:nvSpPr>
        <p:spPr>
          <a:xfrm>
            <a:off x="359963" y="1389795"/>
            <a:ext cx="11472074" cy="4524315"/>
          </a:xfrm>
          <a:prstGeom prst="rect">
            <a:avLst/>
          </a:prstGeom>
          <a:noFill/>
        </p:spPr>
        <p:txBody>
          <a:bodyPr wrap="square">
            <a:spAutoFit/>
          </a:bodyPr>
          <a:lstStyle/>
          <a:p>
            <a:pPr marL="285750" indent="-285750">
              <a:buFont typeface="Arial" panose="020B0604020202020204" pitchFamily="34" charset="0"/>
              <a:buChar char="•"/>
            </a:pPr>
            <a:r>
              <a:rPr lang="es-ES" b="1" dirty="0">
                <a:solidFill>
                  <a:schemeClr val="accent1">
                    <a:lumMod val="50000"/>
                  </a:schemeClr>
                </a:solidFill>
              </a:rPr>
              <a:t>Cálculo costoso de los umbrales:</a:t>
            </a:r>
          </a:p>
          <a:p>
            <a:pPr lvl="1"/>
            <a:r>
              <a:rPr lang="es-ES" dirty="0">
                <a:solidFill>
                  <a:schemeClr val="accent1">
                    <a:lumMod val="50000"/>
                  </a:schemeClr>
                </a:solidFill>
              </a:rPr>
              <a:t>En cada nodo, el algoritmo debe evaluar todos los posibles puntos de división (umbrales) para cada variable numérica. Esto puede ser computacionalmente costoso, especialmente en conjuntos de datos con muchas características y valores continuos. </a:t>
            </a:r>
            <a:r>
              <a:rPr lang="es-ES" dirty="0">
                <a:solidFill>
                  <a:schemeClr val="accent6">
                    <a:lumMod val="50000"/>
                  </a:schemeClr>
                </a:solidFill>
              </a:rPr>
              <a:t>(El algoritmo que usa </a:t>
            </a:r>
            <a:r>
              <a:rPr lang="es-ES" dirty="0" err="1">
                <a:solidFill>
                  <a:schemeClr val="accent6">
                    <a:lumMod val="50000"/>
                  </a:schemeClr>
                </a:solidFill>
              </a:rPr>
              <a:t>Scikit-Learn</a:t>
            </a:r>
            <a:r>
              <a:rPr lang="es-ES" dirty="0">
                <a:solidFill>
                  <a:schemeClr val="accent6">
                    <a:lumMod val="50000"/>
                  </a:schemeClr>
                </a:solidFill>
              </a:rPr>
              <a:t> es estocástico: no mira todas las </a:t>
            </a:r>
            <a:r>
              <a:rPr lang="es-ES" i="1" dirty="0" err="1">
                <a:solidFill>
                  <a:schemeClr val="accent6">
                    <a:lumMod val="50000"/>
                  </a:schemeClr>
                </a:solidFill>
              </a:rPr>
              <a:t>features</a:t>
            </a:r>
            <a:r>
              <a:rPr lang="es-ES" dirty="0">
                <a:solidFill>
                  <a:schemeClr val="accent6">
                    <a:lumMod val="50000"/>
                  </a:schemeClr>
                </a:solidFill>
              </a:rPr>
              <a:t>, solo algunas en cada nodo)</a:t>
            </a:r>
          </a:p>
          <a:p>
            <a:pPr lvl="1"/>
            <a:endParaRPr lang="es-ES" dirty="0">
              <a:solidFill>
                <a:schemeClr val="accent1">
                  <a:lumMod val="50000"/>
                </a:schemeClr>
              </a:solidFill>
            </a:endParaRPr>
          </a:p>
          <a:p>
            <a:pPr marL="285750" indent="-285750">
              <a:buFont typeface="Arial" panose="020B0604020202020204" pitchFamily="34" charset="0"/>
              <a:buChar char="•"/>
            </a:pPr>
            <a:r>
              <a:rPr lang="es-ES" b="1" dirty="0">
                <a:solidFill>
                  <a:schemeClr val="accent1">
                    <a:lumMod val="50000"/>
                  </a:schemeClr>
                </a:solidFill>
              </a:rPr>
              <a:t>Crecimiento no controlado y sobreajuste (</a:t>
            </a:r>
            <a:r>
              <a:rPr lang="es-ES" b="1" dirty="0" err="1">
                <a:solidFill>
                  <a:schemeClr val="accent1">
                    <a:lumMod val="50000"/>
                  </a:schemeClr>
                </a:solidFill>
              </a:rPr>
              <a:t>overfitting</a:t>
            </a:r>
            <a:r>
              <a:rPr lang="es-ES" b="1" dirty="0">
                <a:solidFill>
                  <a:schemeClr val="accent1">
                    <a:lumMod val="50000"/>
                  </a:schemeClr>
                </a:solidFill>
              </a:rPr>
              <a:t>):</a:t>
            </a:r>
          </a:p>
          <a:p>
            <a:pPr lvl="1"/>
            <a:r>
              <a:rPr lang="es-ES" dirty="0">
                <a:solidFill>
                  <a:schemeClr val="accent1">
                    <a:lumMod val="50000"/>
                  </a:schemeClr>
                </a:solidFill>
              </a:rPr>
              <a:t>Los árboles de decisión tienden a </a:t>
            </a:r>
            <a:r>
              <a:rPr lang="es-ES" dirty="0" err="1">
                <a:solidFill>
                  <a:schemeClr val="accent1">
                    <a:lumMod val="50000"/>
                  </a:schemeClr>
                </a:solidFill>
              </a:rPr>
              <a:t>sobreajustarse</a:t>
            </a:r>
            <a:r>
              <a:rPr lang="es-ES" dirty="0">
                <a:solidFill>
                  <a:schemeClr val="accent1">
                    <a:lumMod val="50000"/>
                  </a:schemeClr>
                </a:solidFill>
              </a:rPr>
              <a:t> si no se aplican mecanismos de poda o se controlan los parámetros como la profundidad máxima o el número mínimo de muestras por nodo.</a:t>
            </a:r>
          </a:p>
          <a:p>
            <a:pPr lvl="1"/>
            <a:r>
              <a:rPr lang="es-ES" dirty="0">
                <a:solidFill>
                  <a:schemeClr val="accent1">
                    <a:lumMod val="50000"/>
                  </a:schemeClr>
                </a:solidFill>
              </a:rPr>
              <a:t>Un árbol sin control puede volverse extremadamente complejo, ajustándose perfectamente a los datos de entrenamiento pero generalizando mal en datos no vistos.</a:t>
            </a:r>
          </a:p>
          <a:p>
            <a:pPr lvl="1"/>
            <a:endParaRPr lang="es-ES" dirty="0">
              <a:solidFill>
                <a:schemeClr val="accent1">
                  <a:lumMod val="50000"/>
                </a:schemeClr>
              </a:solidFill>
            </a:endParaRPr>
          </a:p>
          <a:p>
            <a:pPr marL="285750" indent="-285750">
              <a:buFont typeface="Arial" panose="020B0604020202020204" pitchFamily="34" charset="0"/>
              <a:buChar char="•"/>
            </a:pPr>
            <a:r>
              <a:rPr lang="es-ES" b="1" dirty="0">
                <a:solidFill>
                  <a:schemeClr val="accent1">
                    <a:lumMod val="50000"/>
                  </a:schemeClr>
                </a:solidFill>
              </a:rPr>
              <a:t>Sensibilidad a los </a:t>
            </a:r>
            <a:r>
              <a:rPr lang="es-ES" b="1" dirty="0" err="1">
                <a:solidFill>
                  <a:schemeClr val="accent1">
                    <a:lumMod val="50000"/>
                  </a:schemeClr>
                </a:solidFill>
              </a:rPr>
              <a:t>outliers</a:t>
            </a:r>
            <a:r>
              <a:rPr lang="es-ES" b="1" dirty="0">
                <a:solidFill>
                  <a:schemeClr val="accent1">
                    <a:lumMod val="50000"/>
                  </a:schemeClr>
                </a:solidFill>
              </a:rPr>
              <a:t>:</a:t>
            </a:r>
          </a:p>
          <a:p>
            <a:pPr lvl="1"/>
            <a:r>
              <a:rPr lang="es-ES" dirty="0">
                <a:solidFill>
                  <a:schemeClr val="accent1">
                    <a:lumMod val="50000"/>
                  </a:schemeClr>
                </a:solidFill>
              </a:rPr>
              <a:t>Los árboles de decisión son altamente sensibles a los </a:t>
            </a:r>
            <a:r>
              <a:rPr lang="es-ES" dirty="0" err="1">
                <a:solidFill>
                  <a:schemeClr val="accent1">
                    <a:lumMod val="50000"/>
                  </a:schemeClr>
                </a:solidFill>
              </a:rPr>
              <a:t>outliers</a:t>
            </a:r>
            <a:r>
              <a:rPr lang="es-ES" dirty="0">
                <a:solidFill>
                  <a:schemeClr val="accent1">
                    <a:lumMod val="50000"/>
                  </a:schemeClr>
                </a:solidFill>
              </a:rPr>
              <a:t>. Dado que dividen los datos basándose en el valor exacto de las características, un solo valor extremo puede cambiar significativamente la estructura del árbol. Esto puede llevar a divisiones poco representativas y a la creación de ramas poco útiles.</a:t>
            </a:r>
          </a:p>
        </p:txBody>
      </p:sp>
      <p:sp>
        <p:nvSpPr>
          <p:cNvPr id="2" name="Cruz 1">
            <a:extLst>
              <a:ext uri="{FF2B5EF4-FFF2-40B4-BE49-F238E27FC236}">
                <a16:creationId xmlns:a16="http://schemas.microsoft.com/office/drawing/2014/main" id="{1F92164F-5FB1-D579-036F-EA8377E77CBE}"/>
              </a:ext>
            </a:extLst>
          </p:cNvPr>
          <p:cNvSpPr/>
          <p:nvPr/>
        </p:nvSpPr>
        <p:spPr>
          <a:xfrm rot="18906580">
            <a:off x="74558" y="1382635"/>
            <a:ext cx="360000" cy="360000"/>
          </a:xfrm>
          <a:prstGeom prst="plus">
            <a:avLst>
              <a:gd name="adj" fmla="val 40556"/>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ruz 2">
            <a:extLst>
              <a:ext uri="{FF2B5EF4-FFF2-40B4-BE49-F238E27FC236}">
                <a16:creationId xmlns:a16="http://schemas.microsoft.com/office/drawing/2014/main" id="{D6293792-1CBE-6C0D-D895-B27502700FFF}"/>
              </a:ext>
            </a:extLst>
          </p:cNvPr>
          <p:cNvSpPr/>
          <p:nvPr/>
        </p:nvSpPr>
        <p:spPr>
          <a:xfrm rot="18906580">
            <a:off x="74558" y="3023019"/>
            <a:ext cx="360000" cy="360000"/>
          </a:xfrm>
          <a:prstGeom prst="plus">
            <a:avLst>
              <a:gd name="adj" fmla="val 40556"/>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Cruz 7">
            <a:extLst>
              <a:ext uri="{FF2B5EF4-FFF2-40B4-BE49-F238E27FC236}">
                <a16:creationId xmlns:a16="http://schemas.microsoft.com/office/drawing/2014/main" id="{7E08F7D9-EED4-29E3-A7D4-B6E1DB522DF3}"/>
              </a:ext>
            </a:extLst>
          </p:cNvPr>
          <p:cNvSpPr/>
          <p:nvPr/>
        </p:nvSpPr>
        <p:spPr>
          <a:xfrm rot="18906580">
            <a:off x="113385" y="4663403"/>
            <a:ext cx="360000" cy="360000"/>
          </a:xfrm>
          <a:prstGeom prst="plus">
            <a:avLst>
              <a:gd name="adj" fmla="val 40556"/>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76078377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36D80BB7-6176-90DA-EB95-A582CBB87889}"/>
              </a:ext>
            </a:extLst>
          </p:cNvPr>
          <p:cNvPicPr>
            <a:picLocks noChangeAspect="1"/>
          </p:cNvPicPr>
          <p:nvPr/>
        </p:nvPicPr>
        <p:blipFill>
          <a:blip r:embed="rId2"/>
          <a:stretch>
            <a:fillRect/>
          </a:stretch>
        </p:blipFill>
        <p:spPr>
          <a:xfrm>
            <a:off x="7929401" y="4529137"/>
            <a:ext cx="4241273" cy="2232000"/>
          </a:xfrm>
          <a:prstGeom prst="rect">
            <a:avLst/>
          </a:prstGeom>
        </p:spPr>
      </p:pic>
      <p:sp>
        <p:nvSpPr>
          <p:cNvPr id="4" name="Marcador de número de diapositiva 3">
            <a:extLst>
              <a:ext uri="{FF2B5EF4-FFF2-40B4-BE49-F238E27FC236}">
                <a16:creationId xmlns:a16="http://schemas.microsoft.com/office/drawing/2014/main" id="{399BA7BC-17EC-C28E-9219-3B3B8063889C}"/>
              </a:ext>
            </a:extLst>
          </p:cNvPr>
          <p:cNvSpPr>
            <a:spLocks noGrp="1"/>
          </p:cNvSpPr>
          <p:nvPr>
            <p:ph type="sldNum" sz="quarter" idx="12"/>
          </p:nvPr>
        </p:nvSpPr>
        <p:spPr>
          <a:xfrm>
            <a:off x="9353372" y="6538914"/>
            <a:ext cx="2743200" cy="365125"/>
          </a:xfrm>
        </p:spPr>
        <p:txBody>
          <a:bodyPr/>
          <a:lstStyle/>
          <a:p>
            <a:fld id="{5104FCC0-1602-4E53-A4A9-B84AD752D31B}" type="slidenum">
              <a:rPr lang="es-ES" smtClean="0">
                <a:solidFill>
                  <a:prstClr val="black">
                    <a:tint val="75000"/>
                  </a:prstClr>
                </a:solidFill>
              </a:rPr>
              <a:pPr/>
              <a:t>46</a:t>
            </a:fld>
            <a:endParaRPr lang="es-ES" dirty="0">
              <a:solidFill>
                <a:prstClr val="black">
                  <a:tint val="75000"/>
                </a:prstClr>
              </a:solidFill>
            </a:endParaRPr>
          </a:p>
        </p:txBody>
      </p:sp>
      <p:sp>
        <p:nvSpPr>
          <p:cNvPr id="5" name="CuadroTexto 4">
            <a:extLst>
              <a:ext uri="{FF2B5EF4-FFF2-40B4-BE49-F238E27FC236}">
                <a16:creationId xmlns:a16="http://schemas.microsoft.com/office/drawing/2014/main" id="{41459341-E806-2CCC-4925-1E8798EFEB0D}"/>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6" name="CuadroTexto 5">
            <a:extLst>
              <a:ext uri="{FF2B5EF4-FFF2-40B4-BE49-F238E27FC236}">
                <a16:creationId xmlns:a16="http://schemas.microsoft.com/office/drawing/2014/main" id="{CE907B21-88A0-4307-0E98-94E5A880DC78}"/>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7" name="CuadroTexto 6">
            <a:extLst>
              <a:ext uri="{FF2B5EF4-FFF2-40B4-BE49-F238E27FC236}">
                <a16:creationId xmlns:a16="http://schemas.microsoft.com/office/drawing/2014/main" id="{7E6C5780-C41F-C8AB-594C-8D09022359F7}"/>
              </a:ext>
            </a:extLst>
          </p:cNvPr>
          <p:cNvSpPr txBox="1"/>
          <p:nvPr/>
        </p:nvSpPr>
        <p:spPr>
          <a:xfrm>
            <a:off x="164744" y="619671"/>
            <a:ext cx="5413277" cy="400110"/>
          </a:xfrm>
          <a:prstGeom prst="rect">
            <a:avLst/>
          </a:prstGeom>
          <a:noFill/>
        </p:spPr>
        <p:txBody>
          <a:bodyPr wrap="none" rtlCol="0">
            <a:spAutoFit/>
          </a:bodyPr>
          <a:lstStyle/>
          <a:p>
            <a:r>
              <a:rPr lang="es-ES" sz="2000" b="1" dirty="0">
                <a:solidFill>
                  <a:schemeClr val="accent1">
                    <a:lumMod val="50000"/>
                  </a:schemeClr>
                </a:solidFill>
              </a:rPr>
              <a:t>Árboles de Decisión: Ventajas e inconvenientes. </a:t>
            </a:r>
          </a:p>
        </p:txBody>
      </p:sp>
      <p:sp>
        <p:nvSpPr>
          <p:cNvPr id="9" name="CuadroTexto 8">
            <a:extLst>
              <a:ext uri="{FF2B5EF4-FFF2-40B4-BE49-F238E27FC236}">
                <a16:creationId xmlns:a16="http://schemas.microsoft.com/office/drawing/2014/main" id="{2D71DBE4-A252-AAA7-5D57-0D3313404783}"/>
              </a:ext>
            </a:extLst>
          </p:cNvPr>
          <p:cNvSpPr txBox="1"/>
          <p:nvPr/>
        </p:nvSpPr>
        <p:spPr>
          <a:xfrm>
            <a:off x="359963" y="1089751"/>
            <a:ext cx="11472074" cy="2585323"/>
          </a:xfrm>
          <a:prstGeom prst="rect">
            <a:avLst/>
          </a:prstGeom>
          <a:noFill/>
        </p:spPr>
        <p:txBody>
          <a:bodyPr wrap="square">
            <a:spAutoFit/>
          </a:bodyPr>
          <a:lstStyle/>
          <a:p>
            <a:pPr marL="285750" indent="-285750">
              <a:buFont typeface="Arial" panose="020B0604020202020204" pitchFamily="34" charset="0"/>
              <a:buChar char="•"/>
            </a:pPr>
            <a:r>
              <a:rPr lang="es-ES" b="1" dirty="0">
                <a:solidFill>
                  <a:schemeClr val="accent1">
                    <a:lumMod val="50000"/>
                  </a:schemeClr>
                </a:solidFill>
              </a:rPr>
              <a:t>Fronteras de decisión ortogonales:</a:t>
            </a:r>
          </a:p>
          <a:p>
            <a:pPr lvl="1"/>
            <a:r>
              <a:rPr lang="es-ES" dirty="0">
                <a:solidFill>
                  <a:schemeClr val="accent1">
                    <a:lumMod val="50000"/>
                  </a:schemeClr>
                </a:solidFill>
              </a:rPr>
              <a:t>Las fronteras de decisión son ortogonales (corresponden a variable = umbral) y por tanto son muy sensibles a rotaciones en el conjunto de datos. Si las variables están rotadas, el árbol buscará dividir los datos en líneas paralelas a los ejes, lo que puede no capturar la verdadera estructura subyacente</a:t>
            </a:r>
            <a:r>
              <a:rPr lang="es-ES" dirty="0">
                <a:solidFill>
                  <a:schemeClr val="accent6">
                    <a:lumMod val="50000"/>
                  </a:schemeClr>
                </a:solidFill>
              </a:rPr>
              <a:t>. (PCA)</a:t>
            </a:r>
          </a:p>
          <a:p>
            <a:pPr lvl="1"/>
            <a:endParaRPr lang="es-ES" dirty="0">
              <a:solidFill>
                <a:schemeClr val="accent6">
                  <a:lumMod val="50000"/>
                </a:schemeClr>
              </a:solidFill>
            </a:endParaRPr>
          </a:p>
          <a:p>
            <a:pPr marL="285750" indent="-285750">
              <a:buFont typeface="Arial" panose="020B0604020202020204" pitchFamily="34" charset="0"/>
              <a:buChar char="•"/>
            </a:pPr>
            <a:r>
              <a:rPr lang="es-ES" b="1" dirty="0">
                <a:solidFill>
                  <a:schemeClr val="accent1">
                    <a:lumMod val="50000"/>
                  </a:schemeClr>
                </a:solidFill>
              </a:rPr>
              <a:t>Sensibilidad a la elección de los datos iniciales:</a:t>
            </a:r>
          </a:p>
          <a:p>
            <a:pPr lvl="1"/>
            <a:r>
              <a:rPr lang="es-ES" dirty="0">
                <a:solidFill>
                  <a:schemeClr val="accent1">
                    <a:lumMod val="50000"/>
                  </a:schemeClr>
                </a:solidFill>
              </a:rPr>
              <a:t>Los árboles de decisión son muy sensibles a pequeñas variaciones en los datos de entrenamiento. Un ligero cambio en los datos puede resultar en una estructura de árbol completamente diferente.</a:t>
            </a:r>
          </a:p>
          <a:p>
            <a:pPr lvl="1"/>
            <a:endParaRPr lang="es-ES" dirty="0">
              <a:solidFill>
                <a:schemeClr val="accent1">
                  <a:lumMod val="50000"/>
                </a:schemeClr>
              </a:solidFill>
            </a:endParaRPr>
          </a:p>
        </p:txBody>
      </p:sp>
      <p:sp>
        <p:nvSpPr>
          <p:cNvPr id="2" name="Cruz 1">
            <a:extLst>
              <a:ext uri="{FF2B5EF4-FFF2-40B4-BE49-F238E27FC236}">
                <a16:creationId xmlns:a16="http://schemas.microsoft.com/office/drawing/2014/main" id="{1F92164F-5FB1-D579-036F-EA8377E77CBE}"/>
              </a:ext>
            </a:extLst>
          </p:cNvPr>
          <p:cNvSpPr/>
          <p:nvPr/>
        </p:nvSpPr>
        <p:spPr>
          <a:xfrm rot="18906580">
            <a:off x="74558" y="1082591"/>
            <a:ext cx="360000" cy="360000"/>
          </a:xfrm>
          <a:prstGeom prst="plus">
            <a:avLst>
              <a:gd name="adj" fmla="val 40556"/>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ruz 2">
            <a:extLst>
              <a:ext uri="{FF2B5EF4-FFF2-40B4-BE49-F238E27FC236}">
                <a16:creationId xmlns:a16="http://schemas.microsoft.com/office/drawing/2014/main" id="{D6293792-1CBE-6C0D-D895-B27502700FFF}"/>
              </a:ext>
            </a:extLst>
          </p:cNvPr>
          <p:cNvSpPr/>
          <p:nvPr/>
        </p:nvSpPr>
        <p:spPr>
          <a:xfrm rot="18906580">
            <a:off x="74558" y="2722975"/>
            <a:ext cx="360000" cy="360000"/>
          </a:xfrm>
          <a:prstGeom prst="plus">
            <a:avLst>
              <a:gd name="adj" fmla="val 40556"/>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5" name="Imagen 14">
            <a:extLst>
              <a:ext uri="{FF2B5EF4-FFF2-40B4-BE49-F238E27FC236}">
                <a16:creationId xmlns:a16="http://schemas.microsoft.com/office/drawing/2014/main" id="{03040B78-3A4A-82C9-9B67-7EDC86C94E62}"/>
              </a:ext>
            </a:extLst>
          </p:cNvPr>
          <p:cNvPicPr>
            <a:picLocks noChangeAspect="1"/>
          </p:cNvPicPr>
          <p:nvPr/>
        </p:nvPicPr>
        <p:blipFill>
          <a:blip r:embed="rId3"/>
          <a:stretch>
            <a:fillRect/>
          </a:stretch>
        </p:blipFill>
        <p:spPr>
          <a:xfrm>
            <a:off x="1889919" y="4529137"/>
            <a:ext cx="4257157" cy="2232000"/>
          </a:xfrm>
          <a:prstGeom prst="rect">
            <a:avLst/>
          </a:prstGeom>
        </p:spPr>
      </p:pic>
      <p:pic>
        <p:nvPicPr>
          <p:cNvPr id="16" name="Imagen 15">
            <a:extLst>
              <a:ext uri="{FF2B5EF4-FFF2-40B4-BE49-F238E27FC236}">
                <a16:creationId xmlns:a16="http://schemas.microsoft.com/office/drawing/2014/main" id="{441AE864-1376-EA04-B9B7-70D850C500D9}"/>
              </a:ext>
            </a:extLst>
          </p:cNvPr>
          <p:cNvPicPr>
            <a:picLocks noChangeAspect="1"/>
          </p:cNvPicPr>
          <p:nvPr/>
        </p:nvPicPr>
        <p:blipFill>
          <a:blip r:embed="rId4"/>
          <a:stretch>
            <a:fillRect/>
          </a:stretch>
        </p:blipFill>
        <p:spPr>
          <a:xfrm>
            <a:off x="6147076" y="3429000"/>
            <a:ext cx="2019270" cy="1440000"/>
          </a:xfrm>
          <a:prstGeom prst="rect">
            <a:avLst/>
          </a:prstGeom>
        </p:spPr>
      </p:pic>
      <p:pic>
        <p:nvPicPr>
          <p:cNvPr id="14" name="Imagen 13">
            <a:extLst>
              <a:ext uri="{FF2B5EF4-FFF2-40B4-BE49-F238E27FC236}">
                <a16:creationId xmlns:a16="http://schemas.microsoft.com/office/drawing/2014/main" id="{3248C288-DE01-1AAF-686B-D906BBBC184E}"/>
              </a:ext>
            </a:extLst>
          </p:cNvPr>
          <p:cNvPicPr>
            <a:picLocks noChangeAspect="1"/>
          </p:cNvPicPr>
          <p:nvPr/>
        </p:nvPicPr>
        <p:blipFill>
          <a:blip r:embed="rId5"/>
          <a:stretch>
            <a:fillRect/>
          </a:stretch>
        </p:blipFill>
        <p:spPr>
          <a:xfrm>
            <a:off x="107594" y="3429000"/>
            <a:ext cx="2012764" cy="1440000"/>
          </a:xfrm>
          <a:prstGeom prst="rect">
            <a:avLst/>
          </a:prstGeom>
        </p:spPr>
      </p:pic>
    </p:spTree>
    <p:extLst>
      <p:ext uri="{BB962C8B-B14F-4D97-AF65-F5344CB8AC3E}">
        <p14:creationId xmlns:p14="http://schemas.microsoft.com/office/powerpoint/2010/main" val="38245335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47</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9108141" y="136523"/>
            <a:ext cx="2988431" cy="461665"/>
          </a:xfrm>
          <a:prstGeom prst="rect">
            <a:avLst/>
          </a:prstGeom>
          <a:noFill/>
        </p:spPr>
        <p:txBody>
          <a:bodyPr wrap="square" rtlCol="0">
            <a:spAutoFit/>
          </a:bodyPr>
          <a:lstStyle/>
          <a:p>
            <a:r>
              <a:rPr lang="es-ES" sz="2400" b="1" dirty="0">
                <a:solidFill>
                  <a:schemeClr val="accent1">
                    <a:lumMod val="50000"/>
                  </a:schemeClr>
                </a:solidFill>
              </a:rPr>
              <a:t>Árboles de Decisión</a:t>
            </a:r>
          </a:p>
        </p:txBody>
      </p:sp>
      <p:sp>
        <p:nvSpPr>
          <p:cNvPr id="11" name="CuadroTexto 10">
            <a:extLst>
              <a:ext uri="{FF2B5EF4-FFF2-40B4-BE49-F238E27FC236}">
                <a16:creationId xmlns:a16="http://schemas.microsoft.com/office/drawing/2014/main" id="{BE7A0595-F997-C90C-2B48-DD52AEEF89B2}"/>
              </a:ext>
            </a:extLst>
          </p:cNvPr>
          <p:cNvSpPr txBox="1"/>
          <p:nvPr/>
        </p:nvSpPr>
        <p:spPr>
          <a:xfrm>
            <a:off x="774154" y="558392"/>
            <a:ext cx="11051338" cy="6001643"/>
          </a:xfrm>
          <a:prstGeom prst="rect">
            <a:avLst/>
          </a:prstGeom>
          <a:noFill/>
        </p:spPr>
        <p:txBody>
          <a:bodyPr wrap="square">
            <a:spAutoFit/>
          </a:bodyPr>
          <a:lstStyle/>
          <a:p>
            <a:r>
              <a:rPr lang="es-ES" sz="2800" b="1" dirty="0">
                <a:solidFill>
                  <a:schemeClr val="accent5">
                    <a:lumMod val="20000"/>
                    <a:lumOff val="80000"/>
                  </a:schemeClr>
                </a:solidFill>
              </a:rPr>
              <a:t>Árboles de decisión:</a:t>
            </a:r>
          </a:p>
          <a:p>
            <a:endParaRPr lang="es-ES" sz="2800" b="1" dirty="0">
              <a:solidFill>
                <a:schemeClr val="accent1">
                  <a:lumMod val="50000"/>
                </a:schemeClr>
              </a:solidFill>
            </a:endParaRP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Construcción de Árboles de Decisión. </a:t>
            </a: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Criterios de Parada.</a:t>
            </a: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Árboles de Regresión. </a:t>
            </a: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Árboles de Decisión: Ventajas e inconvenientes. </a:t>
            </a:r>
          </a:p>
          <a:p>
            <a:pPr marL="457200" indent="-457200">
              <a:buFont typeface="Arial" panose="020B0604020202020204" pitchFamily="34" charset="0"/>
              <a:buChar char="•"/>
            </a:pPr>
            <a:endParaRPr lang="es-ES" sz="2800" b="1" dirty="0">
              <a:solidFill>
                <a:schemeClr val="accent1">
                  <a:lumMod val="50000"/>
                </a:schemeClr>
              </a:solidFill>
            </a:endParaRPr>
          </a:p>
          <a:p>
            <a:pPr>
              <a:lnSpc>
                <a:spcPct val="150000"/>
              </a:lnSpc>
            </a:pPr>
            <a:r>
              <a:rPr lang="es-ES" sz="2800" b="1" dirty="0">
                <a:solidFill>
                  <a:schemeClr val="accent1">
                    <a:lumMod val="50000"/>
                  </a:schemeClr>
                </a:solidFill>
              </a:rPr>
              <a:t>Bosques de Decisión y  Aprendizaje Conjunto (Ensemble </a:t>
            </a:r>
            <a:r>
              <a:rPr lang="es-ES" sz="2800" b="1" dirty="0" err="1">
                <a:solidFill>
                  <a:schemeClr val="accent1">
                    <a:lumMod val="50000"/>
                  </a:schemeClr>
                </a:solidFill>
              </a:rPr>
              <a:t>Methods</a:t>
            </a:r>
            <a:r>
              <a:rPr lang="es-ES" sz="2800" b="1" dirty="0">
                <a:solidFill>
                  <a:schemeClr val="accent1">
                    <a:lumMod val="50000"/>
                  </a:schemeClr>
                </a:solidFill>
              </a:rPr>
              <a:t>)</a:t>
            </a:r>
          </a:p>
          <a:p>
            <a:pPr marL="457200" indent="-457200">
              <a:lnSpc>
                <a:spcPct val="150000"/>
              </a:lnSpc>
              <a:buFont typeface="Arial" panose="020B0604020202020204" pitchFamily="34" charset="0"/>
              <a:buChar char="•"/>
            </a:pPr>
            <a:r>
              <a:rPr lang="es-ES" sz="2400" b="1" dirty="0">
                <a:solidFill>
                  <a:schemeClr val="accent1">
                    <a:lumMod val="50000"/>
                  </a:schemeClr>
                </a:solidFill>
              </a:rPr>
              <a:t>Clasificación de los métodos de “</a:t>
            </a:r>
            <a:r>
              <a:rPr lang="es-ES" sz="2400" b="1" dirty="0" err="1">
                <a:solidFill>
                  <a:schemeClr val="accent1">
                    <a:lumMod val="50000"/>
                  </a:schemeClr>
                </a:solidFill>
              </a:rPr>
              <a:t>Ensemble</a:t>
            </a:r>
            <a:r>
              <a:rPr lang="es-ES" sz="2400" b="1" dirty="0" smtClean="0">
                <a:solidFill>
                  <a:schemeClr val="accent1">
                    <a:lumMod val="50000"/>
                  </a:schemeClr>
                </a:solidFill>
              </a:rPr>
              <a:t>”.</a:t>
            </a:r>
            <a:endParaRPr lang="es-ES" sz="2400" b="1" dirty="0">
              <a:solidFill>
                <a:schemeClr val="accent1">
                  <a:lumMod val="50000"/>
                </a:schemeClr>
              </a:solidFill>
            </a:endParaRPr>
          </a:p>
          <a:p>
            <a:pPr marL="457200" indent="-457200">
              <a:lnSpc>
                <a:spcPct val="150000"/>
              </a:lnSpc>
              <a:buFont typeface="Arial" panose="020B0604020202020204" pitchFamily="34" charset="0"/>
              <a:buChar char="•"/>
            </a:pPr>
            <a:r>
              <a:rPr lang="es-ES" sz="2400" b="1" dirty="0" err="1">
                <a:solidFill>
                  <a:schemeClr val="accent1">
                    <a:lumMod val="50000"/>
                  </a:schemeClr>
                </a:solidFill>
              </a:rPr>
              <a:t>Random</a:t>
            </a:r>
            <a:r>
              <a:rPr lang="es-ES" sz="2400" b="1" dirty="0">
                <a:solidFill>
                  <a:schemeClr val="accent1">
                    <a:lumMod val="50000"/>
                  </a:schemeClr>
                </a:solidFill>
              </a:rPr>
              <a:t> Forest.</a:t>
            </a:r>
          </a:p>
          <a:p>
            <a:pPr marL="457200" indent="-457200">
              <a:lnSpc>
                <a:spcPct val="150000"/>
              </a:lnSpc>
              <a:buFont typeface="Arial" panose="020B0604020202020204" pitchFamily="34" charset="0"/>
              <a:buChar char="•"/>
            </a:pPr>
            <a:r>
              <a:rPr lang="es-ES" sz="2400" b="1" dirty="0" err="1">
                <a:solidFill>
                  <a:schemeClr val="accent1">
                    <a:lumMod val="50000"/>
                  </a:schemeClr>
                </a:solidFill>
              </a:rPr>
              <a:t>Boosting</a:t>
            </a:r>
            <a:r>
              <a:rPr lang="es-ES" sz="2400" b="1" dirty="0">
                <a:solidFill>
                  <a:schemeClr val="accent1">
                    <a:lumMod val="50000"/>
                  </a:schemeClr>
                </a:solidFill>
              </a:rPr>
              <a:t>.</a:t>
            </a:r>
            <a:r>
              <a:rPr lang="es-ES" sz="2800" b="1" dirty="0">
                <a:solidFill>
                  <a:schemeClr val="accent1">
                    <a:lumMod val="50000"/>
                  </a:schemeClr>
                </a:solidFill>
              </a:rPr>
              <a:t> </a:t>
            </a:r>
          </a:p>
        </p:txBody>
      </p:sp>
    </p:spTree>
    <p:extLst>
      <p:ext uri="{BB962C8B-B14F-4D97-AF65-F5344CB8AC3E}">
        <p14:creationId xmlns:p14="http://schemas.microsoft.com/office/powerpoint/2010/main" val="95050263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ED19232B-5F11-D560-AB3F-C47CE52ABB7D}"/>
              </a:ext>
            </a:extLst>
          </p:cNvPr>
          <p:cNvPicPr>
            <a:picLocks noChangeAspect="1"/>
          </p:cNvPicPr>
          <p:nvPr/>
        </p:nvPicPr>
        <p:blipFill rotWithShape="1">
          <a:blip r:embed="rId2">
            <a:clrChange>
              <a:clrFrom>
                <a:srgbClr val="FFFFFF"/>
              </a:clrFrom>
              <a:clrTo>
                <a:srgbClr val="FFFFFF">
                  <a:alpha val="0"/>
                </a:srgbClr>
              </a:clrTo>
            </a:clrChange>
          </a:blip>
          <a:srcRect t="12210" r="53238"/>
          <a:stretch/>
        </p:blipFill>
        <p:spPr>
          <a:xfrm>
            <a:off x="6114037" y="3842949"/>
            <a:ext cx="1515560" cy="2126239"/>
          </a:xfrm>
          <a:prstGeom prst="rect">
            <a:avLst/>
          </a:prstGeom>
        </p:spPr>
      </p:pic>
      <p:pic>
        <p:nvPicPr>
          <p:cNvPr id="4" name="Imagen 3">
            <a:extLst>
              <a:ext uri="{FF2B5EF4-FFF2-40B4-BE49-F238E27FC236}">
                <a16:creationId xmlns:a16="http://schemas.microsoft.com/office/drawing/2014/main" id="{FC44E70E-F0DF-60EC-8E82-D1D47C0187B4}"/>
              </a:ext>
            </a:extLst>
          </p:cNvPr>
          <p:cNvPicPr>
            <a:picLocks noChangeAspect="1"/>
          </p:cNvPicPr>
          <p:nvPr/>
        </p:nvPicPr>
        <p:blipFill rotWithShape="1">
          <a:blip r:embed="rId2">
            <a:clrChange>
              <a:clrFrom>
                <a:srgbClr val="FFFFFF"/>
              </a:clrFrom>
              <a:clrTo>
                <a:srgbClr val="FFFFFF">
                  <a:alpha val="0"/>
                </a:srgbClr>
              </a:clrTo>
            </a:clrChange>
          </a:blip>
          <a:srcRect t="12210" r="53238"/>
          <a:stretch/>
        </p:blipFill>
        <p:spPr>
          <a:xfrm>
            <a:off x="1551642" y="3842949"/>
            <a:ext cx="1515560" cy="2126239"/>
          </a:xfrm>
          <a:prstGeom prst="rect">
            <a:avLst/>
          </a:prstGeom>
        </p:spPr>
      </p:pic>
      <p:pic>
        <p:nvPicPr>
          <p:cNvPr id="6" name="Imagen 5">
            <a:extLst>
              <a:ext uri="{FF2B5EF4-FFF2-40B4-BE49-F238E27FC236}">
                <a16:creationId xmlns:a16="http://schemas.microsoft.com/office/drawing/2014/main" id="{8C3EE8EF-F39D-6A9B-46CA-A111DE9DE8DF}"/>
              </a:ext>
            </a:extLst>
          </p:cNvPr>
          <p:cNvPicPr>
            <a:picLocks noChangeAspect="1"/>
          </p:cNvPicPr>
          <p:nvPr/>
        </p:nvPicPr>
        <p:blipFill rotWithShape="1">
          <a:blip r:embed="rId2">
            <a:clrChange>
              <a:clrFrom>
                <a:srgbClr val="FFFFFF"/>
              </a:clrFrom>
              <a:clrTo>
                <a:srgbClr val="FFFFFF">
                  <a:alpha val="0"/>
                </a:srgbClr>
              </a:clrTo>
            </a:clrChange>
          </a:blip>
          <a:srcRect t="12210" r="53238"/>
          <a:stretch/>
        </p:blipFill>
        <p:spPr>
          <a:xfrm>
            <a:off x="3074896" y="3842949"/>
            <a:ext cx="1515560" cy="2126239"/>
          </a:xfrm>
          <a:prstGeom prst="rect">
            <a:avLst/>
          </a:prstGeom>
        </p:spPr>
      </p:pic>
      <p:pic>
        <p:nvPicPr>
          <p:cNvPr id="7" name="Imagen 6">
            <a:extLst>
              <a:ext uri="{FF2B5EF4-FFF2-40B4-BE49-F238E27FC236}">
                <a16:creationId xmlns:a16="http://schemas.microsoft.com/office/drawing/2014/main" id="{333CA3EB-89D3-EE88-FE2E-F551CF530813}"/>
              </a:ext>
            </a:extLst>
          </p:cNvPr>
          <p:cNvPicPr>
            <a:picLocks noChangeAspect="1"/>
          </p:cNvPicPr>
          <p:nvPr/>
        </p:nvPicPr>
        <p:blipFill rotWithShape="1">
          <a:blip r:embed="rId2">
            <a:clrChange>
              <a:clrFrom>
                <a:srgbClr val="FFFFFF"/>
              </a:clrFrom>
              <a:clrTo>
                <a:srgbClr val="FFFFFF">
                  <a:alpha val="0"/>
                </a:srgbClr>
              </a:clrTo>
            </a:clrChange>
          </a:blip>
          <a:srcRect t="12210" r="53238"/>
          <a:stretch/>
        </p:blipFill>
        <p:spPr>
          <a:xfrm>
            <a:off x="4577045" y="3842948"/>
            <a:ext cx="1515560" cy="2126239"/>
          </a:xfrm>
          <a:prstGeom prst="rect">
            <a:avLst/>
          </a:prstGeom>
        </p:spPr>
      </p:pic>
      <p:pic>
        <p:nvPicPr>
          <p:cNvPr id="11" name="Imagen 10">
            <a:extLst>
              <a:ext uri="{FF2B5EF4-FFF2-40B4-BE49-F238E27FC236}">
                <a16:creationId xmlns:a16="http://schemas.microsoft.com/office/drawing/2014/main" id="{AC79C604-D9C1-2719-E86D-A44C58B45FF2}"/>
              </a:ext>
            </a:extLst>
          </p:cNvPr>
          <p:cNvPicPr>
            <a:picLocks noChangeAspect="1"/>
          </p:cNvPicPr>
          <p:nvPr/>
        </p:nvPicPr>
        <p:blipFill rotWithShape="1">
          <a:blip r:embed="rId2">
            <a:clrChange>
              <a:clrFrom>
                <a:srgbClr val="FFFFFF"/>
              </a:clrFrom>
              <a:clrTo>
                <a:srgbClr val="FFFFFF">
                  <a:alpha val="0"/>
                </a:srgbClr>
              </a:clrTo>
            </a:clrChange>
          </a:blip>
          <a:srcRect t="12210" r="53238"/>
          <a:stretch/>
        </p:blipFill>
        <p:spPr>
          <a:xfrm>
            <a:off x="7609161" y="3842949"/>
            <a:ext cx="1515560" cy="2126239"/>
          </a:xfrm>
          <a:prstGeom prst="rect">
            <a:avLst/>
          </a:prstGeom>
        </p:spPr>
      </p:pic>
      <p:pic>
        <p:nvPicPr>
          <p:cNvPr id="12" name="Imagen 11">
            <a:extLst>
              <a:ext uri="{FF2B5EF4-FFF2-40B4-BE49-F238E27FC236}">
                <a16:creationId xmlns:a16="http://schemas.microsoft.com/office/drawing/2014/main" id="{49F90987-50EC-9132-E384-E37AD6320CFE}"/>
              </a:ext>
            </a:extLst>
          </p:cNvPr>
          <p:cNvPicPr>
            <a:picLocks noChangeAspect="1"/>
          </p:cNvPicPr>
          <p:nvPr/>
        </p:nvPicPr>
        <p:blipFill rotWithShape="1">
          <a:blip r:embed="rId2">
            <a:clrChange>
              <a:clrFrom>
                <a:srgbClr val="FFFFFF"/>
              </a:clrFrom>
              <a:clrTo>
                <a:srgbClr val="FFFFFF">
                  <a:alpha val="0"/>
                </a:srgbClr>
              </a:clrTo>
            </a:clrChange>
          </a:blip>
          <a:srcRect t="12210" r="53238"/>
          <a:stretch/>
        </p:blipFill>
        <p:spPr>
          <a:xfrm>
            <a:off x="9132411" y="3842948"/>
            <a:ext cx="1515560" cy="2126239"/>
          </a:xfrm>
          <a:prstGeom prst="rect">
            <a:avLst/>
          </a:prstGeom>
        </p:spPr>
      </p:pic>
      <p:pic>
        <p:nvPicPr>
          <p:cNvPr id="14" name="Picture 2" descr="https://sciencemagician.wordpress.com/wp-content/uploads/2014/10/guesswho2.jpg">
            <a:extLst>
              <a:ext uri="{FF2B5EF4-FFF2-40B4-BE49-F238E27FC236}">
                <a16:creationId xmlns:a16="http://schemas.microsoft.com/office/drawing/2014/main" id="{061ADE4E-D5C2-9FB5-E850-CEDE55F165D0}"/>
              </a:ext>
            </a:extLst>
          </p:cNvPr>
          <p:cNvPicPr>
            <a:picLocks noChangeArrowheads="1"/>
          </p:cNvPicPr>
          <p:nvPr/>
        </p:nvPicPr>
        <p:blipFill rotWithShape="1">
          <a:blip r:embed="rId3" cstate="print">
            <a:extLst>
              <a:ext uri="{28A0092B-C50C-407E-A947-70E740481C1C}">
                <a14:useLocalDpi xmlns:a14="http://schemas.microsoft.com/office/drawing/2010/main" val="0"/>
              </a:ext>
            </a:extLst>
          </a:blip>
          <a:srcRect l="74649" t="1149" r="13338" b="66739"/>
          <a:stretch/>
        </p:blipFill>
        <p:spPr bwMode="auto">
          <a:xfrm>
            <a:off x="3518266" y="2926736"/>
            <a:ext cx="396000" cy="68400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https://sciencemagician.wordpress.com/wp-content/uploads/2014/10/guesswho2.jpg">
            <a:extLst>
              <a:ext uri="{FF2B5EF4-FFF2-40B4-BE49-F238E27FC236}">
                <a16:creationId xmlns:a16="http://schemas.microsoft.com/office/drawing/2014/main" id="{F1EF2DA7-ED72-993A-52F2-C05511242E08}"/>
              </a:ext>
            </a:extLst>
          </p:cNvPr>
          <p:cNvPicPr>
            <a:picLocks noChangeArrowheads="1"/>
          </p:cNvPicPr>
          <p:nvPr/>
        </p:nvPicPr>
        <p:blipFill rotWithShape="1">
          <a:blip r:embed="rId3" cstate="print">
            <a:extLst>
              <a:ext uri="{28A0092B-C50C-407E-A947-70E740481C1C}">
                <a14:useLocalDpi xmlns:a14="http://schemas.microsoft.com/office/drawing/2010/main" val="0"/>
              </a:ext>
            </a:extLst>
          </a:blip>
          <a:srcRect l="25177" t="1441" r="62045" b="66446"/>
          <a:stretch/>
        </p:blipFill>
        <p:spPr bwMode="auto">
          <a:xfrm>
            <a:off x="6603327" y="2926736"/>
            <a:ext cx="396000" cy="68400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https://sciencemagician.wordpress.com/wp-content/uploads/2014/10/guesswho2.jpg">
            <a:extLst>
              <a:ext uri="{FF2B5EF4-FFF2-40B4-BE49-F238E27FC236}">
                <a16:creationId xmlns:a16="http://schemas.microsoft.com/office/drawing/2014/main" id="{39279FDC-0FC6-763C-2598-47AAEB3D77E9}"/>
              </a:ext>
            </a:extLst>
          </p:cNvPr>
          <p:cNvPicPr>
            <a:picLocks noChangeArrowheads="1"/>
          </p:cNvPicPr>
          <p:nvPr/>
        </p:nvPicPr>
        <p:blipFill rotWithShape="1">
          <a:blip r:embed="rId3" cstate="print">
            <a:extLst>
              <a:ext uri="{28A0092B-C50C-407E-A947-70E740481C1C}">
                <a14:useLocalDpi xmlns:a14="http://schemas.microsoft.com/office/drawing/2010/main" val="0"/>
              </a:ext>
            </a:extLst>
          </a:blip>
          <a:srcRect l="62017" t="33733" r="25433" b="33641"/>
          <a:stretch/>
        </p:blipFill>
        <p:spPr bwMode="auto">
          <a:xfrm>
            <a:off x="8131802" y="2926736"/>
            <a:ext cx="396000" cy="68400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https://sciencemagician.wordpress.com/wp-content/uploads/2014/10/guesswho2.jpg">
            <a:extLst>
              <a:ext uri="{FF2B5EF4-FFF2-40B4-BE49-F238E27FC236}">
                <a16:creationId xmlns:a16="http://schemas.microsoft.com/office/drawing/2014/main" id="{3FF93FC9-F1F9-D401-CCE0-589D26D5E0DF}"/>
              </a:ext>
            </a:extLst>
          </p:cNvPr>
          <p:cNvPicPr>
            <a:picLocks noChangeArrowheads="1"/>
          </p:cNvPicPr>
          <p:nvPr/>
        </p:nvPicPr>
        <p:blipFill rotWithShape="1">
          <a:blip r:embed="rId3" cstate="print">
            <a:extLst>
              <a:ext uri="{28A0092B-C50C-407E-A947-70E740481C1C}">
                <a14:useLocalDpi xmlns:a14="http://schemas.microsoft.com/office/drawing/2010/main" val="0"/>
              </a:ext>
            </a:extLst>
          </a:blip>
          <a:srcRect l="25177" t="1441" r="62045" b="66446"/>
          <a:stretch/>
        </p:blipFill>
        <p:spPr bwMode="auto">
          <a:xfrm>
            <a:off x="5053766" y="2939229"/>
            <a:ext cx="396000" cy="68400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https://sciencemagician.wordpress.com/wp-content/uploads/2014/10/guesswho2.jpg">
            <a:extLst>
              <a:ext uri="{FF2B5EF4-FFF2-40B4-BE49-F238E27FC236}">
                <a16:creationId xmlns:a16="http://schemas.microsoft.com/office/drawing/2014/main" id="{E3F5B972-1691-FC2C-3E0F-18F976CF3395}"/>
              </a:ext>
            </a:extLst>
          </p:cNvPr>
          <p:cNvPicPr>
            <a:picLocks noChangeArrowheads="1"/>
          </p:cNvPicPr>
          <p:nvPr/>
        </p:nvPicPr>
        <p:blipFill rotWithShape="1">
          <a:blip r:embed="rId3" cstate="print">
            <a:extLst>
              <a:ext uri="{28A0092B-C50C-407E-A947-70E740481C1C}">
                <a14:useLocalDpi xmlns:a14="http://schemas.microsoft.com/office/drawing/2010/main" val="0"/>
              </a:ext>
            </a:extLst>
          </a:blip>
          <a:srcRect l="25177" t="1441" r="62045" b="66446"/>
          <a:stretch/>
        </p:blipFill>
        <p:spPr bwMode="auto">
          <a:xfrm>
            <a:off x="2100873" y="2939229"/>
            <a:ext cx="396000" cy="684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https://sciencemagician.wordpress.com/wp-content/uploads/2014/10/guesswho2.jpg">
            <a:extLst>
              <a:ext uri="{FF2B5EF4-FFF2-40B4-BE49-F238E27FC236}">
                <a16:creationId xmlns:a16="http://schemas.microsoft.com/office/drawing/2014/main" id="{4A8C8F4A-120C-4D7A-86E0-FFA8E637594B}"/>
              </a:ext>
            </a:extLst>
          </p:cNvPr>
          <p:cNvPicPr>
            <a:picLocks noChangeArrowheads="1"/>
          </p:cNvPicPr>
          <p:nvPr/>
        </p:nvPicPr>
        <p:blipFill rotWithShape="1">
          <a:blip r:embed="rId3" cstate="print">
            <a:extLst>
              <a:ext uri="{28A0092B-C50C-407E-A947-70E740481C1C}">
                <a14:useLocalDpi xmlns:a14="http://schemas.microsoft.com/office/drawing/2010/main" val="0"/>
              </a:ext>
            </a:extLst>
          </a:blip>
          <a:srcRect l="74649" t="1149" r="13338" b="66739"/>
          <a:stretch/>
        </p:blipFill>
        <p:spPr bwMode="auto">
          <a:xfrm>
            <a:off x="9639910" y="2939229"/>
            <a:ext cx="396000" cy="6840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https://sciencemagician.wordpress.com/wp-content/uploads/2014/10/guesswho2.jpg">
            <a:extLst>
              <a:ext uri="{FF2B5EF4-FFF2-40B4-BE49-F238E27FC236}">
                <a16:creationId xmlns:a16="http://schemas.microsoft.com/office/drawing/2014/main" id="{0B9F4413-D4B1-5685-D36B-88A72770EC3C}"/>
              </a:ext>
            </a:extLst>
          </p:cNvPr>
          <p:cNvPicPr>
            <a:picLocks noChangeArrowheads="1"/>
          </p:cNvPicPr>
          <p:nvPr/>
        </p:nvPicPr>
        <p:blipFill rotWithShape="1">
          <a:blip r:embed="rId3">
            <a:extLst>
              <a:ext uri="{28A0092B-C50C-407E-A947-70E740481C1C}">
                <a14:useLocalDpi xmlns:a14="http://schemas.microsoft.com/office/drawing/2010/main" val="0"/>
              </a:ext>
            </a:extLst>
          </a:blip>
          <a:srcRect l="25177" t="1441" r="62045" b="66446"/>
          <a:stretch/>
        </p:blipFill>
        <p:spPr bwMode="auto">
          <a:xfrm>
            <a:off x="5751719" y="1231691"/>
            <a:ext cx="761120" cy="1131530"/>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esquinas redondeadas 24">
            <a:extLst>
              <a:ext uri="{FF2B5EF4-FFF2-40B4-BE49-F238E27FC236}">
                <a16:creationId xmlns:a16="http://schemas.microsoft.com/office/drawing/2014/main" id="{0C655BC5-7655-A423-CA77-65C97C9FCE51}"/>
              </a:ext>
            </a:extLst>
          </p:cNvPr>
          <p:cNvSpPr/>
          <p:nvPr/>
        </p:nvSpPr>
        <p:spPr>
          <a:xfrm>
            <a:off x="1657642" y="5969187"/>
            <a:ext cx="1134795" cy="443374"/>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2"/>
                </a:solidFill>
              </a:rPr>
              <a:t>Árbol 1</a:t>
            </a:r>
          </a:p>
        </p:txBody>
      </p:sp>
      <p:sp>
        <p:nvSpPr>
          <p:cNvPr id="27" name="Rectángulo: esquinas redondeadas 26">
            <a:extLst>
              <a:ext uri="{FF2B5EF4-FFF2-40B4-BE49-F238E27FC236}">
                <a16:creationId xmlns:a16="http://schemas.microsoft.com/office/drawing/2014/main" id="{A216F02C-AC26-62F5-6B81-061786977A47}"/>
              </a:ext>
            </a:extLst>
          </p:cNvPr>
          <p:cNvSpPr/>
          <p:nvPr/>
        </p:nvSpPr>
        <p:spPr>
          <a:xfrm>
            <a:off x="3181223" y="5969187"/>
            <a:ext cx="1134795" cy="443374"/>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2"/>
                </a:solidFill>
              </a:rPr>
              <a:t>Árbol 2</a:t>
            </a:r>
          </a:p>
        </p:txBody>
      </p:sp>
      <p:sp>
        <p:nvSpPr>
          <p:cNvPr id="28" name="Rectángulo: esquinas redondeadas 27">
            <a:extLst>
              <a:ext uri="{FF2B5EF4-FFF2-40B4-BE49-F238E27FC236}">
                <a16:creationId xmlns:a16="http://schemas.microsoft.com/office/drawing/2014/main" id="{718681FD-AF1A-148E-CE2D-39B064BF91BC}"/>
              </a:ext>
            </a:extLst>
          </p:cNvPr>
          <p:cNvSpPr/>
          <p:nvPr/>
        </p:nvSpPr>
        <p:spPr>
          <a:xfrm>
            <a:off x="4813915" y="5969187"/>
            <a:ext cx="1134795" cy="443374"/>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2"/>
                </a:solidFill>
              </a:rPr>
              <a:t>Árbol 3</a:t>
            </a:r>
          </a:p>
        </p:txBody>
      </p:sp>
      <p:sp>
        <p:nvSpPr>
          <p:cNvPr id="29" name="Rectángulo: esquinas redondeadas 28">
            <a:extLst>
              <a:ext uri="{FF2B5EF4-FFF2-40B4-BE49-F238E27FC236}">
                <a16:creationId xmlns:a16="http://schemas.microsoft.com/office/drawing/2014/main" id="{C0CBADE4-FD1B-A7C7-C78F-B01791D96F9A}"/>
              </a:ext>
            </a:extLst>
          </p:cNvPr>
          <p:cNvSpPr/>
          <p:nvPr/>
        </p:nvSpPr>
        <p:spPr>
          <a:xfrm>
            <a:off x="6337496" y="5969187"/>
            <a:ext cx="1134795" cy="443374"/>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2"/>
                </a:solidFill>
              </a:rPr>
              <a:t>Árbol 4</a:t>
            </a:r>
          </a:p>
        </p:txBody>
      </p:sp>
      <p:sp>
        <p:nvSpPr>
          <p:cNvPr id="30" name="Rectángulo: esquinas redondeadas 29">
            <a:extLst>
              <a:ext uri="{FF2B5EF4-FFF2-40B4-BE49-F238E27FC236}">
                <a16:creationId xmlns:a16="http://schemas.microsoft.com/office/drawing/2014/main" id="{910C5BA7-DDAC-8759-A538-21021164D8C8}"/>
              </a:ext>
            </a:extLst>
          </p:cNvPr>
          <p:cNvSpPr/>
          <p:nvPr/>
        </p:nvSpPr>
        <p:spPr>
          <a:xfrm>
            <a:off x="7794924" y="5969187"/>
            <a:ext cx="1134795" cy="443374"/>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2"/>
                </a:solidFill>
              </a:rPr>
              <a:t>Árbol 5</a:t>
            </a:r>
          </a:p>
        </p:txBody>
      </p:sp>
      <p:sp>
        <p:nvSpPr>
          <p:cNvPr id="31" name="Rectángulo: esquinas redondeadas 30">
            <a:extLst>
              <a:ext uri="{FF2B5EF4-FFF2-40B4-BE49-F238E27FC236}">
                <a16:creationId xmlns:a16="http://schemas.microsoft.com/office/drawing/2014/main" id="{EC72B2D6-7D7B-28DD-6F06-15869DDD6E42}"/>
              </a:ext>
            </a:extLst>
          </p:cNvPr>
          <p:cNvSpPr/>
          <p:nvPr/>
        </p:nvSpPr>
        <p:spPr>
          <a:xfrm>
            <a:off x="9318505" y="5969187"/>
            <a:ext cx="1134795" cy="443374"/>
          </a:xfrm>
          <a:prstGeom prst="roundRect">
            <a:avLst/>
          </a:prstGeom>
          <a:solidFill>
            <a:schemeClr val="accent1">
              <a:lumMod val="40000"/>
              <a:lumOff val="60000"/>
              <a:alpha val="5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solidFill>
                  <a:schemeClr val="tx2"/>
                </a:solidFill>
              </a:rPr>
              <a:t>Árbol 6</a:t>
            </a:r>
          </a:p>
        </p:txBody>
      </p:sp>
      <p:sp>
        <p:nvSpPr>
          <p:cNvPr id="32" name="Flecha: hacia abajo 31">
            <a:extLst>
              <a:ext uri="{FF2B5EF4-FFF2-40B4-BE49-F238E27FC236}">
                <a16:creationId xmlns:a16="http://schemas.microsoft.com/office/drawing/2014/main" id="{2008F470-65F1-B14D-88B9-20F5A7453878}"/>
              </a:ext>
            </a:extLst>
          </p:cNvPr>
          <p:cNvSpPr/>
          <p:nvPr/>
        </p:nvSpPr>
        <p:spPr>
          <a:xfrm rot="10800000">
            <a:off x="3642410" y="3620548"/>
            <a:ext cx="147711" cy="2250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3" name="Flecha: hacia abajo 32">
            <a:extLst>
              <a:ext uri="{FF2B5EF4-FFF2-40B4-BE49-F238E27FC236}">
                <a16:creationId xmlns:a16="http://schemas.microsoft.com/office/drawing/2014/main" id="{1A8C0697-0526-4B23-B100-1A39A823FE3F}"/>
              </a:ext>
            </a:extLst>
          </p:cNvPr>
          <p:cNvSpPr/>
          <p:nvPr/>
        </p:nvSpPr>
        <p:spPr>
          <a:xfrm rot="10800000">
            <a:off x="2218310" y="3620548"/>
            <a:ext cx="147711" cy="2250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Flecha: hacia abajo 33">
            <a:extLst>
              <a:ext uri="{FF2B5EF4-FFF2-40B4-BE49-F238E27FC236}">
                <a16:creationId xmlns:a16="http://schemas.microsoft.com/office/drawing/2014/main" id="{FFFA4C18-070F-87A0-5A6F-E4AE27C70A72}"/>
              </a:ext>
            </a:extLst>
          </p:cNvPr>
          <p:cNvSpPr/>
          <p:nvPr/>
        </p:nvSpPr>
        <p:spPr>
          <a:xfrm rot="10800000">
            <a:off x="5177910" y="3620547"/>
            <a:ext cx="147711" cy="2250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Flecha: hacia abajo 34">
            <a:extLst>
              <a:ext uri="{FF2B5EF4-FFF2-40B4-BE49-F238E27FC236}">
                <a16:creationId xmlns:a16="http://schemas.microsoft.com/office/drawing/2014/main" id="{F3E93D8D-F3C7-1B47-2175-633A25CBD82A}"/>
              </a:ext>
            </a:extLst>
          </p:cNvPr>
          <p:cNvSpPr/>
          <p:nvPr/>
        </p:nvSpPr>
        <p:spPr>
          <a:xfrm rot="10800000">
            <a:off x="6731818" y="3617865"/>
            <a:ext cx="147711" cy="2250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Flecha: hacia abajo 35">
            <a:extLst>
              <a:ext uri="{FF2B5EF4-FFF2-40B4-BE49-F238E27FC236}">
                <a16:creationId xmlns:a16="http://schemas.microsoft.com/office/drawing/2014/main" id="{1288B655-E066-E416-580E-B52BC844BAB3}"/>
              </a:ext>
            </a:extLst>
          </p:cNvPr>
          <p:cNvSpPr/>
          <p:nvPr/>
        </p:nvSpPr>
        <p:spPr>
          <a:xfrm rot="10800000">
            <a:off x="8268809" y="3624404"/>
            <a:ext cx="147711" cy="2250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Flecha: hacia abajo 36">
            <a:extLst>
              <a:ext uri="{FF2B5EF4-FFF2-40B4-BE49-F238E27FC236}">
                <a16:creationId xmlns:a16="http://schemas.microsoft.com/office/drawing/2014/main" id="{D0151E4B-53F3-B6CF-30FF-A81BB769E6FA}"/>
              </a:ext>
            </a:extLst>
          </p:cNvPr>
          <p:cNvSpPr/>
          <p:nvPr/>
        </p:nvSpPr>
        <p:spPr>
          <a:xfrm rot="10800000">
            <a:off x="9764054" y="3636029"/>
            <a:ext cx="147711" cy="2250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1" name="Rectángulo: esquinas redondeadas 40">
            <a:extLst>
              <a:ext uri="{FF2B5EF4-FFF2-40B4-BE49-F238E27FC236}">
                <a16:creationId xmlns:a16="http://schemas.microsoft.com/office/drawing/2014/main" id="{852A6AA0-A505-9A08-9DD3-DA61D323AFF7}"/>
              </a:ext>
            </a:extLst>
          </p:cNvPr>
          <p:cNvSpPr/>
          <p:nvPr/>
        </p:nvSpPr>
        <p:spPr>
          <a:xfrm>
            <a:off x="1408393" y="2834681"/>
            <a:ext cx="9453489" cy="3619578"/>
          </a:xfrm>
          <a:prstGeom prst="roundRect">
            <a:avLst>
              <a:gd name="adj" fmla="val 10300"/>
            </a:avLst>
          </a:prstGeom>
          <a:noFill/>
          <a:ln w="412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2" name="Flecha: hacia abajo 41">
            <a:extLst>
              <a:ext uri="{FF2B5EF4-FFF2-40B4-BE49-F238E27FC236}">
                <a16:creationId xmlns:a16="http://schemas.microsoft.com/office/drawing/2014/main" id="{D11C5AA9-7B65-60DD-CF49-9CFA9D8B371B}"/>
              </a:ext>
            </a:extLst>
          </p:cNvPr>
          <p:cNvSpPr/>
          <p:nvPr/>
        </p:nvSpPr>
        <p:spPr>
          <a:xfrm rot="10800000">
            <a:off x="5967467" y="2385062"/>
            <a:ext cx="335343" cy="43481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CuadroTexto 1">
            <a:extLst>
              <a:ext uri="{FF2B5EF4-FFF2-40B4-BE49-F238E27FC236}">
                <a16:creationId xmlns:a16="http://schemas.microsoft.com/office/drawing/2014/main" id="{05578E93-D853-5997-A5B7-8D31DB9F85D2}"/>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3" name="CuadroTexto 2">
            <a:extLst>
              <a:ext uri="{FF2B5EF4-FFF2-40B4-BE49-F238E27FC236}">
                <a16:creationId xmlns:a16="http://schemas.microsoft.com/office/drawing/2014/main" id="{7786FCDC-7BDF-134B-AD0D-56313F075E47}"/>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5" name="CuadroTexto 4">
            <a:extLst>
              <a:ext uri="{FF2B5EF4-FFF2-40B4-BE49-F238E27FC236}">
                <a16:creationId xmlns:a16="http://schemas.microsoft.com/office/drawing/2014/main" id="{BC19B1F9-7D0E-4546-A9D2-530E2002AD09}"/>
              </a:ext>
            </a:extLst>
          </p:cNvPr>
          <p:cNvSpPr txBox="1"/>
          <p:nvPr/>
        </p:nvSpPr>
        <p:spPr>
          <a:xfrm>
            <a:off x="164744" y="619671"/>
            <a:ext cx="7388626" cy="400110"/>
          </a:xfrm>
          <a:prstGeom prst="rect">
            <a:avLst/>
          </a:prstGeom>
          <a:noFill/>
        </p:spPr>
        <p:txBody>
          <a:bodyPr wrap="none" rtlCol="0">
            <a:spAutoFit/>
          </a:bodyPr>
          <a:lstStyle/>
          <a:p>
            <a:r>
              <a:rPr lang="es-ES" sz="2000" b="1" dirty="0">
                <a:solidFill>
                  <a:schemeClr val="accent1">
                    <a:lumMod val="50000"/>
                  </a:schemeClr>
                </a:solidFill>
              </a:rPr>
              <a:t>Bosques de Decisión y  Aprendizaje Conjunto (Ensemble </a:t>
            </a:r>
            <a:r>
              <a:rPr lang="es-ES" sz="2000" b="1" dirty="0" err="1">
                <a:solidFill>
                  <a:schemeClr val="accent1">
                    <a:lumMod val="50000"/>
                  </a:schemeClr>
                </a:solidFill>
              </a:rPr>
              <a:t>Methods</a:t>
            </a:r>
            <a:r>
              <a:rPr lang="es-ES" sz="2000" b="1" dirty="0">
                <a:solidFill>
                  <a:schemeClr val="accent1">
                    <a:lumMod val="50000"/>
                  </a:schemeClr>
                </a:solidFill>
              </a:rPr>
              <a:t>) </a:t>
            </a:r>
          </a:p>
        </p:txBody>
      </p:sp>
    </p:spTree>
    <p:extLst>
      <p:ext uri="{BB962C8B-B14F-4D97-AF65-F5344CB8AC3E}">
        <p14:creationId xmlns:p14="http://schemas.microsoft.com/office/powerpoint/2010/main" val="273251823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6662BA2-A1DE-EF8C-FFEA-62382183C8A6}"/>
              </a:ext>
            </a:extLst>
          </p:cNvPr>
          <p:cNvSpPr txBox="1"/>
          <p:nvPr/>
        </p:nvSpPr>
        <p:spPr>
          <a:xfrm>
            <a:off x="237032" y="1084524"/>
            <a:ext cx="11717936" cy="5355312"/>
          </a:xfrm>
          <a:prstGeom prst="rect">
            <a:avLst/>
          </a:prstGeom>
          <a:noFill/>
        </p:spPr>
        <p:txBody>
          <a:bodyPr wrap="square" rtlCol="0">
            <a:spAutoFit/>
          </a:bodyPr>
          <a:lstStyle/>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solidFill>
                  <a:schemeClr val="accent1">
                    <a:lumMod val="50000"/>
                  </a:schemeClr>
                </a:solidFill>
              </a:rPr>
              <a:t>Los métodos de aprendizaje conjunto (ensemble) son técnicas que buscan mejorar la precisión de los resultados en los modelos al combinar varios modelos en lugar de utilizar uno solo. </a:t>
            </a:r>
            <a:r>
              <a:rPr lang="es-ES" dirty="0">
                <a:solidFill>
                  <a:schemeClr val="accent1">
                    <a:lumMod val="50000"/>
                  </a:schemeClr>
                </a:solidFill>
                <a:effectLst/>
              </a:rPr>
              <a:t>Los modelos ensemble a menudo producen </a:t>
            </a:r>
            <a:r>
              <a:rPr lang="es-ES" b="1" dirty="0">
                <a:solidFill>
                  <a:schemeClr val="accent1">
                    <a:lumMod val="50000"/>
                  </a:schemeClr>
                </a:solidFill>
                <a:effectLst/>
              </a:rPr>
              <a:t>mejores resultados </a:t>
            </a:r>
            <a:r>
              <a:rPr lang="es-ES" dirty="0">
                <a:solidFill>
                  <a:schemeClr val="accent1">
                    <a:lumMod val="50000"/>
                  </a:schemeClr>
                </a:solidFill>
                <a:effectLst/>
              </a:rPr>
              <a:t>que los modelos individuales porque diferentes modelos </a:t>
            </a:r>
            <a:r>
              <a:rPr lang="es-ES" b="1" dirty="0">
                <a:solidFill>
                  <a:schemeClr val="accent1">
                    <a:lumMod val="50000"/>
                  </a:schemeClr>
                </a:solidFill>
                <a:effectLst/>
              </a:rPr>
              <a:t>pueden detectar patrones distintos </a:t>
            </a:r>
            <a:r>
              <a:rPr lang="es-ES" dirty="0">
                <a:solidFill>
                  <a:schemeClr val="accent1">
                    <a:lumMod val="50000"/>
                  </a:schemeClr>
                </a:solidFill>
                <a:effectLst/>
              </a:rPr>
              <a:t>en los datos, y la combinación de modelos tiende a atenuar la tendencia que tienen los modelos individuales complejos de </a:t>
            </a:r>
            <a:r>
              <a:rPr lang="es-ES" dirty="0" err="1">
                <a:solidFill>
                  <a:schemeClr val="accent1">
                    <a:lumMod val="50000"/>
                  </a:schemeClr>
                </a:solidFill>
                <a:effectLst/>
              </a:rPr>
              <a:t>sobreajustarse</a:t>
            </a:r>
            <a:r>
              <a:rPr lang="es-ES" dirty="0">
                <a:solidFill>
                  <a:schemeClr val="accent1">
                    <a:lumMod val="50000"/>
                  </a:schemeClr>
                </a:solidFill>
                <a:effectLst/>
              </a:rPr>
              <a:t> a los datos.</a:t>
            </a:r>
          </a:p>
          <a:p>
            <a:endParaRPr lang="es-ES" dirty="0">
              <a:solidFill>
                <a:schemeClr val="accent1">
                  <a:lumMod val="50000"/>
                </a:schemeClr>
              </a:solidFill>
            </a:endParaRPr>
          </a:p>
          <a:p>
            <a:pPr marL="285750" indent="-285750">
              <a:buFont typeface="Arial" panose="020B0604020202020204" pitchFamily="34" charset="0"/>
              <a:buChar char="•"/>
            </a:pPr>
            <a:endParaRPr lang="es-ES" dirty="0">
              <a:solidFill>
                <a:schemeClr val="accent1">
                  <a:lumMod val="50000"/>
                </a:schemeClr>
              </a:solidFill>
            </a:endParaRPr>
          </a:p>
          <a:p>
            <a:pPr marL="285750" indent="-285750">
              <a:buFont typeface="Arial" panose="020B0604020202020204" pitchFamily="34" charset="0"/>
              <a:buChar char="•"/>
            </a:pPr>
            <a:r>
              <a:rPr lang="es-ES" dirty="0">
                <a:solidFill>
                  <a:schemeClr val="accent1">
                    <a:lumMod val="50000"/>
                  </a:schemeClr>
                </a:solidFill>
              </a:rPr>
              <a:t>Estos métodos pueden usarse en </a:t>
            </a:r>
            <a:r>
              <a:rPr lang="es-ES" b="1" dirty="0">
                <a:solidFill>
                  <a:schemeClr val="accent1">
                    <a:lumMod val="50000"/>
                  </a:schemeClr>
                </a:solidFill>
              </a:rPr>
              <a:t>problemas de clasificación</a:t>
            </a:r>
            <a:r>
              <a:rPr lang="es-ES" dirty="0">
                <a:solidFill>
                  <a:schemeClr val="accent1">
                    <a:lumMod val="50000"/>
                  </a:schemeClr>
                </a:solidFill>
              </a:rPr>
              <a:t>, donde la clase resultante se decide en función de la clase que ha predicho cada clasificador, y en </a:t>
            </a:r>
            <a:r>
              <a:rPr lang="es-ES" b="1" dirty="0">
                <a:solidFill>
                  <a:schemeClr val="accent1">
                    <a:lumMod val="50000"/>
                  </a:schemeClr>
                </a:solidFill>
              </a:rPr>
              <a:t>problemas de regresión </a:t>
            </a:r>
            <a:r>
              <a:rPr lang="es-ES" dirty="0">
                <a:solidFill>
                  <a:schemeClr val="accent1">
                    <a:lumMod val="50000"/>
                  </a:schemeClr>
                </a:solidFill>
              </a:rPr>
              <a:t>donde, </a:t>
            </a:r>
            <a:r>
              <a:rPr lang="es-ES" dirty="0" err="1">
                <a:solidFill>
                  <a:schemeClr val="accent1">
                    <a:lumMod val="50000"/>
                  </a:schemeClr>
                </a:solidFill>
              </a:rPr>
              <a:t>tipicamente</a:t>
            </a:r>
            <a:r>
              <a:rPr lang="es-ES" dirty="0">
                <a:solidFill>
                  <a:schemeClr val="accent1">
                    <a:lumMod val="50000"/>
                  </a:schemeClr>
                </a:solidFill>
              </a:rPr>
              <a:t>, el valor resultante es la media de los valores que devuelven los diferentes clasificadores (también se puede usar la mediana).</a:t>
            </a:r>
          </a:p>
          <a:p>
            <a:pPr marL="285750" indent="-285750">
              <a:buFont typeface="Arial" panose="020B0604020202020204" pitchFamily="34" charset="0"/>
              <a:buChar char="•"/>
            </a:pPr>
            <a:endParaRPr lang="es-ES" dirty="0">
              <a:solidFill>
                <a:schemeClr val="accent1">
                  <a:lumMod val="50000"/>
                </a:schemeClr>
              </a:solidFill>
            </a:endParaRPr>
          </a:p>
          <a:p>
            <a:pPr marL="285750" indent="-285750">
              <a:buFont typeface="Arial" panose="020B0604020202020204" pitchFamily="34" charset="0"/>
              <a:buChar char="•"/>
            </a:pPr>
            <a:endParaRPr lang="es-ES" dirty="0">
              <a:solidFill>
                <a:schemeClr val="accent1">
                  <a:lumMod val="50000"/>
                </a:schemeClr>
              </a:solidFill>
            </a:endParaRPr>
          </a:p>
          <a:p>
            <a:pPr marL="285750" indent="-285750">
              <a:buFont typeface="Arial" panose="020B0604020202020204" pitchFamily="34" charset="0"/>
              <a:buChar char="•"/>
            </a:pPr>
            <a:r>
              <a:rPr lang="es-ES" dirty="0">
                <a:solidFill>
                  <a:schemeClr val="accent1">
                    <a:lumMod val="50000"/>
                  </a:schemeClr>
                </a:solidFill>
              </a:rPr>
              <a:t>Los clasificadores/regresores que forman el conjunto no tienen porqué ser del mismo tipo. De hecho estos métodos </a:t>
            </a:r>
            <a:r>
              <a:rPr lang="es-ES" b="1" dirty="0">
                <a:solidFill>
                  <a:schemeClr val="accent1">
                    <a:lumMod val="50000"/>
                  </a:schemeClr>
                </a:solidFill>
              </a:rPr>
              <a:t>funcionan mejor cuanto más independientes son los estimadores </a:t>
            </a:r>
            <a:r>
              <a:rPr lang="es-ES" dirty="0">
                <a:solidFill>
                  <a:schemeClr val="accent1">
                    <a:lumMod val="50000"/>
                  </a:schemeClr>
                </a:solidFill>
              </a:rPr>
              <a:t>utilizados. Esta independencia se puede conseguir usando diferentes algoritmos (árbol de decisión, SVM, Regresor lineal o logístico,…) o a través de los datos de entrenamiento para cada estimador.</a:t>
            </a:r>
            <a:endParaRPr lang="es-ES" dirty="0"/>
          </a:p>
          <a:p>
            <a:pPr marL="285750" indent="-285750">
              <a:buFont typeface="Arial" panose="020B0604020202020204" pitchFamily="34" charset="0"/>
              <a:buChar char="•"/>
            </a:pPr>
            <a:endParaRPr lang="es-ES" dirty="0"/>
          </a:p>
          <a:p>
            <a:endParaRPr lang="es-ES" dirty="0"/>
          </a:p>
        </p:txBody>
      </p:sp>
      <p:sp>
        <p:nvSpPr>
          <p:cNvPr id="3" name="CuadroTexto 2">
            <a:extLst>
              <a:ext uri="{FF2B5EF4-FFF2-40B4-BE49-F238E27FC236}">
                <a16:creationId xmlns:a16="http://schemas.microsoft.com/office/drawing/2014/main" id="{A30C4D28-745B-D9A5-5AEB-C83F4B71F31C}"/>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4" name="CuadroTexto 3">
            <a:extLst>
              <a:ext uri="{FF2B5EF4-FFF2-40B4-BE49-F238E27FC236}">
                <a16:creationId xmlns:a16="http://schemas.microsoft.com/office/drawing/2014/main" id="{C0AFE1F3-243B-BB69-C525-9A8B3E2CB9F6}"/>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5" name="CuadroTexto 4">
            <a:extLst>
              <a:ext uri="{FF2B5EF4-FFF2-40B4-BE49-F238E27FC236}">
                <a16:creationId xmlns:a16="http://schemas.microsoft.com/office/drawing/2014/main" id="{ABF53603-8D7D-84B7-35BE-B211800FDA34}"/>
              </a:ext>
            </a:extLst>
          </p:cNvPr>
          <p:cNvSpPr txBox="1"/>
          <p:nvPr/>
        </p:nvSpPr>
        <p:spPr>
          <a:xfrm>
            <a:off x="164744" y="619671"/>
            <a:ext cx="7446334" cy="400110"/>
          </a:xfrm>
          <a:prstGeom prst="rect">
            <a:avLst/>
          </a:prstGeom>
          <a:noFill/>
        </p:spPr>
        <p:txBody>
          <a:bodyPr wrap="none" rtlCol="0">
            <a:spAutoFit/>
          </a:bodyPr>
          <a:lstStyle/>
          <a:p>
            <a:r>
              <a:rPr lang="es-ES" sz="2000" b="1" dirty="0">
                <a:solidFill>
                  <a:schemeClr val="accent1">
                    <a:lumMod val="50000"/>
                  </a:schemeClr>
                </a:solidFill>
              </a:rPr>
              <a:t>Bosques de Decisión y  Aprendizaje Conjunto (Ensemble </a:t>
            </a:r>
            <a:r>
              <a:rPr lang="es-ES" sz="2000" b="1" dirty="0" err="1">
                <a:solidFill>
                  <a:schemeClr val="accent1">
                    <a:lumMod val="50000"/>
                  </a:schemeClr>
                </a:solidFill>
              </a:rPr>
              <a:t>Methods</a:t>
            </a:r>
            <a:r>
              <a:rPr lang="es-ES" sz="2000" b="1" dirty="0">
                <a:solidFill>
                  <a:schemeClr val="accent1">
                    <a:lumMod val="50000"/>
                  </a:schemeClr>
                </a:solidFill>
              </a:rPr>
              <a:t>) </a:t>
            </a:r>
          </a:p>
        </p:txBody>
      </p:sp>
    </p:spTree>
    <p:extLst>
      <p:ext uri="{BB962C8B-B14F-4D97-AF65-F5344CB8AC3E}">
        <p14:creationId xmlns:p14="http://schemas.microsoft.com/office/powerpoint/2010/main" val="36260786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50</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9108141" y="136523"/>
            <a:ext cx="2988431" cy="461665"/>
          </a:xfrm>
          <a:prstGeom prst="rect">
            <a:avLst/>
          </a:prstGeom>
          <a:noFill/>
        </p:spPr>
        <p:txBody>
          <a:bodyPr wrap="square" rtlCol="0">
            <a:spAutoFit/>
          </a:bodyPr>
          <a:lstStyle/>
          <a:p>
            <a:r>
              <a:rPr lang="es-ES" sz="2400" b="1" dirty="0">
                <a:solidFill>
                  <a:schemeClr val="accent1">
                    <a:lumMod val="50000"/>
                  </a:schemeClr>
                </a:solidFill>
              </a:rPr>
              <a:t>Árboles de Decisión</a:t>
            </a:r>
          </a:p>
        </p:txBody>
      </p:sp>
      <p:sp>
        <p:nvSpPr>
          <p:cNvPr id="11" name="CuadroTexto 10">
            <a:extLst>
              <a:ext uri="{FF2B5EF4-FFF2-40B4-BE49-F238E27FC236}">
                <a16:creationId xmlns:a16="http://schemas.microsoft.com/office/drawing/2014/main" id="{BE7A0595-F997-C90C-2B48-DD52AEEF89B2}"/>
              </a:ext>
            </a:extLst>
          </p:cNvPr>
          <p:cNvSpPr txBox="1"/>
          <p:nvPr/>
        </p:nvSpPr>
        <p:spPr>
          <a:xfrm>
            <a:off x="774154" y="558392"/>
            <a:ext cx="11051338" cy="5934830"/>
          </a:xfrm>
          <a:prstGeom prst="rect">
            <a:avLst/>
          </a:prstGeom>
          <a:noFill/>
        </p:spPr>
        <p:txBody>
          <a:bodyPr wrap="square">
            <a:spAutoFit/>
          </a:bodyPr>
          <a:lstStyle/>
          <a:p>
            <a:r>
              <a:rPr lang="es-ES" sz="2800" b="1" dirty="0">
                <a:solidFill>
                  <a:schemeClr val="accent5">
                    <a:lumMod val="20000"/>
                    <a:lumOff val="80000"/>
                  </a:schemeClr>
                </a:solidFill>
              </a:rPr>
              <a:t>Árboles de decisión:</a:t>
            </a:r>
          </a:p>
          <a:p>
            <a:endParaRPr lang="es-ES" sz="2800" b="1" dirty="0">
              <a:solidFill>
                <a:schemeClr val="accent1">
                  <a:lumMod val="50000"/>
                </a:schemeClr>
              </a:solidFill>
            </a:endParaRP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Construcción de Árboles de Decisión. </a:t>
            </a: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Criterios de Parada.</a:t>
            </a: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Árboles de Regresión. </a:t>
            </a: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Árboles de Decisión: Ventajas e inconvenientes. </a:t>
            </a:r>
          </a:p>
          <a:p>
            <a:pPr marL="457200" indent="-457200">
              <a:buFont typeface="Arial" panose="020B0604020202020204" pitchFamily="34" charset="0"/>
              <a:buChar char="•"/>
            </a:pPr>
            <a:endParaRPr lang="es-ES" sz="2800" b="1" dirty="0">
              <a:solidFill>
                <a:schemeClr val="accent1">
                  <a:lumMod val="50000"/>
                </a:schemeClr>
              </a:solidFill>
            </a:endParaRPr>
          </a:p>
          <a:p>
            <a:pPr>
              <a:lnSpc>
                <a:spcPct val="150000"/>
              </a:lnSpc>
            </a:pPr>
            <a:r>
              <a:rPr lang="es-ES" sz="2800" b="1" dirty="0">
                <a:solidFill>
                  <a:schemeClr val="accent1">
                    <a:lumMod val="50000"/>
                  </a:schemeClr>
                </a:solidFill>
              </a:rPr>
              <a:t>Bosques de Decisión y  Aprendizaje Conjunto (Ensemble </a:t>
            </a:r>
            <a:r>
              <a:rPr lang="es-ES" sz="2800" b="1" dirty="0" err="1">
                <a:solidFill>
                  <a:schemeClr val="accent1">
                    <a:lumMod val="50000"/>
                  </a:schemeClr>
                </a:solidFill>
              </a:rPr>
              <a:t>Methods</a:t>
            </a:r>
            <a:r>
              <a:rPr lang="es-ES" sz="2800" b="1" dirty="0">
                <a:solidFill>
                  <a:schemeClr val="accent1">
                    <a:lumMod val="50000"/>
                  </a:schemeClr>
                </a:solidFill>
              </a:rPr>
              <a:t>)</a:t>
            </a:r>
          </a:p>
          <a:p>
            <a:pPr marL="457200" indent="-457200">
              <a:lnSpc>
                <a:spcPct val="150000"/>
              </a:lnSpc>
              <a:buFont typeface="Arial" panose="020B0604020202020204" pitchFamily="34" charset="0"/>
              <a:buChar char="•"/>
            </a:pPr>
            <a:r>
              <a:rPr lang="es-ES" sz="2400" b="1" dirty="0" smtClean="0">
                <a:solidFill>
                  <a:schemeClr val="accent1">
                    <a:lumMod val="50000"/>
                  </a:schemeClr>
                </a:solidFill>
              </a:rPr>
              <a:t>Clasificación de los métodos de “</a:t>
            </a:r>
            <a:r>
              <a:rPr lang="es-ES" sz="2400" b="1" dirty="0" err="1" smtClean="0">
                <a:solidFill>
                  <a:schemeClr val="accent1">
                    <a:lumMod val="50000"/>
                  </a:schemeClr>
                </a:solidFill>
              </a:rPr>
              <a:t>Ensemble</a:t>
            </a:r>
            <a:r>
              <a:rPr lang="es-ES" sz="2400" b="1" dirty="0" smtClean="0">
                <a:solidFill>
                  <a:schemeClr val="accent1">
                    <a:lumMod val="50000"/>
                  </a:schemeClr>
                </a:solidFill>
              </a:rPr>
              <a:t>”.</a:t>
            </a:r>
            <a:endParaRPr lang="es-ES" sz="2400" b="1" dirty="0">
              <a:solidFill>
                <a:schemeClr val="accent1">
                  <a:lumMod val="50000"/>
                </a:schemeClr>
              </a:solidFill>
            </a:endParaRPr>
          </a:p>
          <a:p>
            <a:pPr marL="457200" indent="-457200">
              <a:lnSpc>
                <a:spcPct val="150000"/>
              </a:lnSpc>
              <a:buFont typeface="Arial" panose="020B0604020202020204" pitchFamily="34" charset="0"/>
              <a:buChar char="•"/>
            </a:pPr>
            <a:r>
              <a:rPr lang="es-ES" sz="2400" b="1" dirty="0" err="1">
                <a:solidFill>
                  <a:schemeClr val="accent5">
                    <a:lumMod val="20000"/>
                    <a:lumOff val="80000"/>
                  </a:schemeClr>
                </a:solidFill>
              </a:rPr>
              <a:t>Random</a:t>
            </a:r>
            <a:r>
              <a:rPr lang="es-ES" sz="2400" b="1" dirty="0">
                <a:solidFill>
                  <a:schemeClr val="accent5">
                    <a:lumMod val="20000"/>
                    <a:lumOff val="80000"/>
                  </a:schemeClr>
                </a:solidFill>
              </a:rPr>
              <a:t> Forest.</a:t>
            </a:r>
          </a:p>
          <a:p>
            <a:pPr marL="457200" indent="-457200">
              <a:lnSpc>
                <a:spcPct val="150000"/>
              </a:lnSpc>
              <a:buFont typeface="Arial" panose="020B0604020202020204" pitchFamily="34" charset="0"/>
              <a:buChar char="•"/>
            </a:pPr>
            <a:r>
              <a:rPr lang="es-ES" sz="2400" b="1" dirty="0" err="1">
                <a:solidFill>
                  <a:schemeClr val="accent5">
                    <a:lumMod val="20000"/>
                    <a:lumOff val="80000"/>
                  </a:schemeClr>
                </a:solidFill>
              </a:rPr>
              <a:t>Boosting</a:t>
            </a:r>
            <a:r>
              <a:rPr lang="es-ES" sz="2400" b="1" dirty="0">
                <a:solidFill>
                  <a:schemeClr val="accent5">
                    <a:lumMod val="20000"/>
                    <a:lumOff val="80000"/>
                  </a:schemeClr>
                </a:solidFill>
              </a:rPr>
              <a:t>. </a:t>
            </a:r>
          </a:p>
        </p:txBody>
      </p:sp>
    </p:spTree>
    <p:extLst>
      <p:ext uri="{BB962C8B-B14F-4D97-AF65-F5344CB8AC3E}">
        <p14:creationId xmlns:p14="http://schemas.microsoft.com/office/powerpoint/2010/main" val="29494940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6662BA2-A1DE-EF8C-FFEA-62382183C8A6}"/>
              </a:ext>
            </a:extLst>
          </p:cNvPr>
          <p:cNvSpPr txBox="1"/>
          <p:nvPr/>
        </p:nvSpPr>
        <p:spPr>
          <a:xfrm>
            <a:off x="237032" y="1084524"/>
            <a:ext cx="11717936" cy="4247317"/>
          </a:xfrm>
          <a:prstGeom prst="rect">
            <a:avLst/>
          </a:prstGeom>
          <a:noFill/>
        </p:spPr>
        <p:txBody>
          <a:bodyPr wrap="square" rtlCol="0">
            <a:spAutoFit/>
          </a:bodyPr>
          <a:lstStyle/>
          <a:p>
            <a:pPr marL="285750" indent="-285750">
              <a:buFont typeface="Arial" panose="020B0604020202020204" pitchFamily="34" charset="0"/>
              <a:buChar char="•"/>
            </a:pPr>
            <a:endParaRPr lang="es-ES" dirty="0"/>
          </a:p>
          <a:p>
            <a:r>
              <a:rPr lang="es-ES" sz="2000" b="1" dirty="0">
                <a:solidFill>
                  <a:schemeClr val="accent1">
                    <a:lumMod val="50000"/>
                  </a:schemeClr>
                </a:solidFill>
              </a:rPr>
              <a:t>Clasificación</a:t>
            </a:r>
            <a:r>
              <a:rPr lang="es-ES" sz="2000" dirty="0">
                <a:solidFill>
                  <a:schemeClr val="accent1">
                    <a:lumMod val="50000"/>
                  </a:schemeClr>
                </a:solidFill>
              </a:rPr>
              <a:t> de los métodos de </a:t>
            </a:r>
            <a:r>
              <a:rPr lang="es-ES" sz="2000" b="1" dirty="0">
                <a:solidFill>
                  <a:schemeClr val="accent1">
                    <a:lumMod val="50000"/>
                  </a:schemeClr>
                </a:solidFill>
              </a:rPr>
              <a:t>Aprendizaje Conjunto:</a:t>
            </a:r>
          </a:p>
          <a:p>
            <a:pPr marL="285750" indent="-285750">
              <a:buFont typeface="Arial" panose="020B0604020202020204" pitchFamily="34" charset="0"/>
              <a:buChar char="•"/>
            </a:pPr>
            <a:endParaRPr lang="es-ES" b="1" dirty="0">
              <a:solidFill>
                <a:schemeClr val="accent1">
                  <a:lumMod val="50000"/>
                </a:schemeClr>
              </a:solidFill>
            </a:endParaRPr>
          </a:p>
          <a:p>
            <a:pPr marL="742950" lvl="1" indent="-285750">
              <a:buFont typeface="Arial" panose="020B0604020202020204" pitchFamily="34" charset="0"/>
              <a:buChar char="•"/>
            </a:pPr>
            <a:r>
              <a:rPr lang="es-ES" dirty="0">
                <a:solidFill>
                  <a:schemeClr val="accent1">
                    <a:lumMod val="50000"/>
                  </a:schemeClr>
                </a:solidFill>
              </a:rPr>
              <a:t> Secuencial – Paralelo: Según si los estimadores hacen sus predicciones a la vez o uno usa las predicciones de los anteriores.</a:t>
            </a:r>
          </a:p>
          <a:p>
            <a:pPr lvl="1"/>
            <a:endParaRPr lang="es-ES" dirty="0">
              <a:solidFill>
                <a:schemeClr val="accent1">
                  <a:lumMod val="50000"/>
                </a:schemeClr>
              </a:solidFill>
            </a:endParaRPr>
          </a:p>
          <a:p>
            <a:pPr marL="742950" lvl="1" indent="-285750">
              <a:buFont typeface="Arial" panose="020B0604020202020204" pitchFamily="34" charset="0"/>
              <a:buChar char="•"/>
            </a:pPr>
            <a:endParaRPr lang="es-ES" dirty="0">
              <a:solidFill>
                <a:schemeClr val="accent1">
                  <a:lumMod val="50000"/>
                </a:schemeClr>
              </a:solidFill>
            </a:endParaRPr>
          </a:p>
          <a:p>
            <a:pPr marL="742950" lvl="1" indent="-285750">
              <a:buFont typeface="Arial" panose="020B0604020202020204" pitchFamily="34" charset="0"/>
              <a:buChar char="•"/>
            </a:pPr>
            <a:r>
              <a:rPr lang="es-ES" dirty="0">
                <a:solidFill>
                  <a:schemeClr val="accent1">
                    <a:lumMod val="50000"/>
                  </a:schemeClr>
                </a:solidFill>
              </a:rPr>
              <a:t>Votación por mayoría – Votación Ponderada: Según la forma de elegir la clase (valor en regresión) en función de las predicciones de cada modelo.</a:t>
            </a:r>
          </a:p>
          <a:p>
            <a:pPr marL="742950" lvl="1" indent="-285750">
              <a:buFont typeface="Arial" panose="020B0604020202020204" pitchFamily="34" charset="0"/>
              <a:buChar char="•"/>
            </a:pPr>
            <a:endParaRPr lang="es-ES" dirty="0">
              <a:solidFill>
                <a:schemeClr val="accent1">
                  <a:lumMod val="50000"/>
                </a:schemeClr>
              </a:solidFill>
            </a:endParaRPr>
          </a:p>
          <a:p>
            <a:pPr lvl="1"/>
            <a:endParaRPr lang="es-ES" dirty="0">
              <a:solidFill>
                <a:schemeClr val="accent1">
                  <a:lumMod val="50000"/>
                </a:schemeClr>
              </a:solidFill>
            </a:endParaRPr>
          </a:p>
          <a:p>
            <a:pPr marL="742950" lvl="1" indent="-285750">
              <a:buFont typeface="Arial" panose="020B0604020202020204" pitchFamily="34" charset="0"/>
              <a:buChar char="•"/>
            </a:pPr>
            <a:r>
              <a:rPr lang="es-ES" i="1" dirty="0" err="1">
                <a:solidFill>
                  <a:schemeClr val="accent1">
                    <a:lumMod val="50000"/>
                  </a:schemeClr>
                </a:solidFill>
              </a:rPr>
              <a:t>Pasting</a:t>
            </a:r>
            <a:r>
              <a:rPr lang="es-ES" i="1" dirty="0">
                <a:solidFill>
                  <a:schemeClr val="accent1">
                    <a:lumMod val="50000"/>
                  </a:schemeClr>
                </a:solidFill>
              </a:rPr>
              <a:t> – </a:t>
            </a:r>
            <a:r>
              <a:rPr lang="es-ES" i="1" dirty="0" err="1">
                <a:solidFill>
                  <a:schemeClr val="accent1">
                    <a:lumMod val="50000"/>
                  </a:schemeClr>
                </a:solidFill>
              </a:rPr>
              <a:t>Bagging</a:t>
            </a:r>
            <a:r>
              <a:rPr lang="es-ES" i="1" dirty="0">
                <a:solidFill>
                  <a:schemeClr val="accent1">
                    <a:lumMod val="50000"/>
                  </a:schemeClr>
                </a:solidFill>
              </a:rPr>
              <a:t>: </a:t>
            </a:r>
            <a:r>
              <a:rPr lang="es-ES" dirty="0">
                <a:solidFill>
                  <a:schemeClr val="accent1">
                    <a:lumMod val="50000"/>
                  </a:schemeClr>
                </a:solidFill>
              </a:rPr>
              <a:t>Según el uso de los datos de entrenamiento. Si todos los predictores ven el mismo conjunto de datos o no.</a:t>
            </a:r>
            <a:endParaRPr lang="es-ES" i="1" dirty="0"/>
          </a:p>
          <a:p>
            <a:pPr marL="285750" indent="-285750">
              <a:buFont typeface="Arial" panose="020B0604020202020204" pitchFamily="34" charset="0"/>
              <a:buChar char="•"/>
            </a:pPr>
            <a:endParaRPr lang="es-ES" dirty="0"/>
          </a:p>
          <a:p>
            <a:endParaRPr lang="es-ES" dirty="0"/>
          </a:p>
        </p:txBody>
      </p:sp>
      <p:sp>
        <p:nvSpPr>
          <p:cNvPr id="3" name="CuadroTexto 2">
            <a:extLst>
              <a:ext uri="{FF2B5EF4-FFF2-40B4-BE49-F238E27FC236}">
                <a16:creationId xmlns:a16="http://schemas.microsoft.com/office/drawing/2014/main" id="{A30C4D28-745B-D9A5-5AEB-C83F4B71F31C}"/>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4" name="CuadroTexto 3">
            <a:extLst>
              <a:ext uri="{FF2B5EF4-FFF2-40B4-BE49-F238E27FC236}">
                <a16:creationId xmlns:a16="http://schemas.microsoft.com/office/drawing/2014/main" id="{C0AFE1F3-243B-BB69-C525-9A8B3E2CB9F6}"/>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5" name="CuadroTexto 4">
            <a:extLst>
              <a:ext uri="{FF2B5EF4-FFF2-40B4-BE49-F238E27FC236}">
                <a16:creationId xmlns:a16="http://schemas.microsoft.com/office/drawing/2014/main" id="{ABF53603-8D7D-84B7-35BE-B211800FDA34}"/>
              </a:ext>
            </a:extLst>
          </p:cNvPr>
          <p:cNvSpPr txBox="1"/>
          <p:nvPr/>
        </p:nvSpPr>
        <p:spPr>
          <a:xfrm>
            <a:off x="164744" y="619671"/>
            <a:ext cx="7388626" cy="400110"/>
          </a:xfrm>
          <a:prstGeom prst="rect">
            <a:avLst/>
          </a:prstGeom>
          <a:noFill/>
        </p:spPr>
        <p:txBody>
          <a:bodyPr wrap="none" rtlCol="0">
            <a:spAutoFit/>
          </a:bodyPr>
          <a:lstStyle/>
          <a:p>
            <a:r>
              <a:rPr lang="es-ES" sz="2000" b="1" dirty="0">
                <a:solidFill>
                  <a:schemeClr val="accent1">
                    <a:lumMod val="50000"/>
                  </a:schemeClr>
                </a:solidFill>
              </a:rPr>
              <a:t>Bosques de Decisión y  Aprendizaje Conjunto (Ensemble </a:t>
            </a:r>
            <a:r>
              <a:rPr lang="es-ES" sz="2000" b="1" dirty="0" err="1">
                <a:solidFill>
                  <a:schemeClr val="accent1">
                    <a:lumMod val="50000"/>
                  </a:schemeClr>
                </a:solidFill>
              </a:rPr>
              <a:t>Methods</a:t>
            </a:r>
            <a:r>
              <a:rPr lang="es-ES" sz="2000" b="1" dirty="0">
                <a:solidFill>
                  <a:schemeClr val="accent1">
                    <a:lumMod val="50000"/>
                  </a:schemeClr>
                </a:solidFill>
              </a:rPr>
              <a:t>) </a:t>
            </a:r>
          </a:p>
        </p:txBody>
      </p:sp>
    </p:spTree>
    <p:extLst>
      <p:ext uri="{BB962C8B-B14F-4D97-AF65-F5344CB8AC3E}">
        <p14:creationId xmlns:p14="http://schemas.microsoft.com/office/powerpoint/2010/main" val="379657702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6662BA2-A1DE-EF8C-FFEA-62382183C8A6}"/>
              </a:ext>
            </a:extLst>
          </p:cNvPr>
          <p:cNvSpPr txBox="1"/>
          <p:nvPr/>
        </p:nvSpPr>
        <p:spPr>
          <a:xfrm>
            <a:off x="164744" y="838999"/>
            <a:ext cx="11950505" cy="2585323"/>
          </a:xfrm>
          <a:prstGeom prst="rect">
            <a:avLst/>
          </a:prstGeom>
          <a:noFill/>
        </p:spPr>
        <p:txBody>
          <a:bodyPr wrap="square" rtlCol="0">
            <a:spAutoFit/>
          </a:bodyPr>
          <a:lstStyle/>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solidFill>
                  <a:schemeClr val="accent1">
                    <a:lumMod val="50000"/>
                  </a:schemeClr>
                </a:solidFill>
              </a:rPr>
              <a:t>Los métodos de conjuntos se pueden clasificar de diferentes maneras. Una primera clasificación se basa en el modo en que se aplican los diferentes estimadores.</a:t>
            </a:r>
          </a:p>
          <a:p>
            <a:pPr marL="285750" indent="-285750">
              <a:buFont typeface="Arial" panose="020B0604020202020204" pitchFamily="34" charset="0"/>
              <a:buChar char="•"/>
            </a:pPr>
            <a:endParaRPr lang="es-ES" dirty="0">
              <a:solidFill>
                <a:schemeClr val="accent1">
                  <a:lumMod val="50000"/>
                </a:schemeClr>
              </a:solidFill>
            </a:endParaRPr>
          </a:p>
          <a:p>
            <a:pPr lvl="1"/>
            <a:r>
              <a:rPr lang="es-ES" dirty="0">
                <a:solidFill>
                  <a:schemeClr val="accent1">
                    <a:lumMod val="50000"/>
                  </a:schemeClr>
                </a:solidFill>
              </a:rPr>
              <a:t>      </a:t>
            </a:r>
            <a:r>
              <a:rPr lang="es-ES" b="1" dirty="0">
                <a:solidFill>
                  <a:schemeClr val="accent1">
                    <a:lumMod val="50000"/>
                  </a:schemeClr>
                </a:solidFill>
              </a:rPr>
              <a:t>Paralelo:</a:t>
            </a:r>
            <a:r>
              <a:rPr lang="es-ES" dirty="0">
                <a:solidFill>
                  <a:schemeClr val="accent1">
                    <a:lumMod val="50000"/>
                  </a:schemeClr>
                </a:solidFill>
              </a:rPr>
              <a:t> 	Los diferentes estimadores se entrenan de forma independiente partiendo del mismo conjunto de datos*. 		La predicción final se hace en función de las salidas de cada estimador.</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endParaRPr lang="es-ES" dirty="0"/>
          </a:p>
          <a:p>
            <a:endParaRPr lang="es-ES" dirty="0"/>
          </a:p>
        </p:txBody>
      </p:sp>
      <p:sp>
        <p:nvSpPr>
          <p:cNvPr id="3" name="Rectángulo: esquinas redondeadas 2">
            <a:extLst>
              <a:ext uri="{FF2B5EF4-FFF2-40B4-BE49-F238E27FC236}">
                <a16:creationId xmlns:a16="http://schemas.microsoft.com/office/drawing/2014/main" id="{CEC4D677-B620-D69A-A045-2E5D67D7C577}"/>
              </a:ext>
            </a:extLst>
          </p:cNvPr>
          <p:cNvSpPr/>
          <p:nvPr/>
        </p:nvSpPr>
        <p:spPr>
          <a:xfrm>
            <a:off x="4851009" y="5802927"/>
            <a:ext cx="2489982" cy="900000"/>
          </a:xfrm>
          <a:prstGeom prst="roundRect">
            <a:avLst/>
          </a:prstGeom>
          <a:solidFill>
            <a:schemeClr val="accent6">
              <a:lumMod val="40000"/>
              <a:lumOff val="60000"/>
              <a:alpha val="52000"/>
            </a:schemeClr>
          </a:solidFill>
          <a:ln w="254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accent6">
                    <a:lumMod val="50000"/>
                  </a:schemeClr>
                </a:solidFill>
              </a:rPr>
              <a:t>Datos de entrenamiento</a:t>
            </a:r>
          </a:p>
        </p:txBody>
      </p:sp>
      <p:sp>
        <p:nvSpPr>
          <p:cNvPr id="5" name="Rectángulo: esquinas redondeadas 4">
            <a:extLst>
              <a:ext uri="{FF2B5EF4-FFF2-40B4-BE49-F238E27FC236}">
                <a16:creationId xmlns:a16="http://schemas.microsoft.com/office/drawing/2014/main" id="{157EC20C-E1EF-2B8A-9534-B963EDC09D08}"/>
              </a:ext>
            </a:extLst>
          </p:cNvPr>
          <p:cNvSpPr/>
          <p:nvPr/>
        </p:nvSpPr>
        <p:spPr>
          <a:xfrm>
            <a:off x="1791285" y="4759577"/>
            <a:ext cx="1750135" cy="828000"/>
          </a:xfrm>
          <a:prstGeom prst="roundRect">
            <a:avLst/>
          </a:prstGeom>
          <a:solidFill>
            <a:schemeClr val="accent1">
              <a:lumMod val="20000"/>
              <a:lumOff val="80000"/>
              <a:alpha val="52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accent5">
                    <a:lumMod val="75000"/>
                  </a:schemeClr>
                </a:solidFill>
              </a:rPr>
              <a:t>Estimador 1</a:t>
            </a:r>
          </a:p>
        </p:txBody>
      </p:sp>
      <p:sp>
        <p:nvSpPr>
          <p:cNvPr id="9" name="Rectángulo: esquinas redondeadas 8">
            <a:extLst>
              <a:ext uri="{FF2B5EF4-FFF2-40B4-BE49-F238E27FC236}">
                <a16:creationId xmlns:a16="http://schemas.microsoft.com/office/drawing/2014/main" id="{A7685324-E3F9-FE51-28C9-3410A8A209B0}"/>
              </a:ext>
            </a:extLst>
          </p:cNvPr>
          <p:cNvSpPr/>
          <p:nvPr/>
        </p:nvSpPr>
        <p:spPr>
          <a:xfrm>
            <a:off x="3975941" y="4756876"/>
            <a:ext cx="1750135" cy="828000"/>
          </a:xfrm>
          <a:prstGeom prst="roundRect">
            <a:avLst/>
          </a:prstGeom>
          <a:solidFill>
            <a:schemeClr val="accent1">
              <a:lumMod val="20000"/>
              <a:lumOff val="80000"/>
              <a:alpha val="52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accent5">
                    <a:lumMod val="75000"/>
                  </a:schemeClr>
                </a:solidFill>
              </a:rPr>
              <a:t>Estimador 2</a:t>
            </a:r>
          </a:p>
        </p:txBody>
      </p:sp>
      <p:sp>
        <p:nvSpPr>
          <p:cNvPr id="13" name="Rectángulo: esquinas redondeadas 12">
            <a:extLst>
              <a:ext uri="{FF2B5EF4-FFF2-40B4-BE49-F238E27FC236}">
                <a16:creationId xmlns:a16="http://schemas.microsoft.com/office/drawing/2014/main" id="{7A3F7A96-9A1A-ABCB-ABE2-15DED151911E}"/>
              </a:ext>
            </a:extLst>
          </p:cNvPr>
          <p:cNvSpPr/>
          <p:nvPr/>
        </p:nvSpPr>
        <p:spPr>
          <a:xfrm>
            <a:off x="8675371" y="4756874"/>
            <a:ext cx="1750135" cy="828001"/>
          </a:xfrm>
          <a:prstGeom prst="roundRect">
            <a:avLst/>
          </a:prstGeom>
          <a:solidFill>
            <a:schemeClr val="accent1">
              <a:lumMod val="20000"/>
              <a:lumOff val="80000"/>
              <a:alpha val="52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accent5">
                    <a:lumMod val="75000"/>
                  </a:schemeClr>
                </a:solidFill>
              </a:rPr>
              <a:t>Estimador N</a:t>
            </a:r>
          </a:p>
        </p:txBody>
      </p:sp>
      <p:sp>
        <p:nvSpPr>
          <p:cNvPr id="15" name="Rectángulo: esquinas redondeadas 14">
            <a:extLst>
              <a:ext uri="{FF2B5EF4-FFF2-40B4-BE49-F238E27FC236}">
                <a16:creationId xmlns:a16="http://schemas.microsoft.com/office/drawing/2014/main" id="{8653554C-D685-4827-C71C-F771AAAF7DC2}"/>
              </a:ext>
            </a:extLst>
          </p:cNvPr>
          <p:cNvSpPr/>
          <p:nvPr/>
        </p:nvSpPr>
        <p:spPr>
          <a:xfrm>
            <a:off x="1892352" y="3766685"/>
            <a:ext cx="1548000" cy="720000"/>
          </a:xfrm>
          <a:prstGeom prst="roundRect">
            <a:avLst/>
          </a:prstGeom>
          <a:solidFill>
            <a:schemeClr val="accent2">
              <a:lumMod val="60000"/>
              <a:lumOff val="40000"/>
              <a:alpha val="52000"/>
            </a:schemeClr>
          </a:solid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accent2">
                    <a:lumMod val="50000"/>
                  </a:schemeClr>
                </a:solidFill>
              </a:rPr>
              <a:t>Predicción 1</a:t>
            </a:r>
          </a:p>
        </p:txBody>
      </p:sp>
      <p:sp>
        <p:nvSpPr>
          <p:cNvPr id="16" name="Rectángulo: esquinas redondeadas 15">
            <a:extLst>
              <a:ext uri="{FF2B5EF4-FFF2-40B4-BE49-F238E27FC236}">
                <a16:creationId xmlns:a16="http://schemas.microsoft.com/office/drawing/2014/main" id="{06DDE2FB-812C-8DD5-C7F7-65B986AB6B36}"/>
              </a:ext>
            </a:extLst>
          </p:cNvPr>
          <p:cNvSpPr/>
          <p:nvPr/>
        </p:nvSpPr>
        <p:spPr>
          <a:xfrm>
            <a:off x="4077008" y="3766684"/>
            <a:ext cx="1548000" cy="720000"/>
          </a:xfrm>
          <a:prstGeom prst="roundRect">
            <a:avLst/>
          </a:prstGeom>
          <a:solidFill>
            <a:schemeClr val="accent2">
              <a:lumMod val="60000"/>
              <a:lumOff val="40000"/>
              <a:alpha val="52000"/>
            </a:schemeClr>
          </a:solid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accent2">
                    <a:lumMod val="50000"/>
                  </a:schemeClr>
                </a:solidFill>
              </a:rPr>
              <a:t>Predicción 2</a:t>
            </a:r>
          </a:p>
        </p:txBody>
      </p:sp>
      <p:sp>
        <p:nvSpPr>
          <p:cNvPr id="17" name="Rectángulo: esquinas redondeadas 16">
            <a:extLst>
              <a:ext uri="{FF2B5EF4-FFF2-40B4-BE49-F238E27FC236}">
                <a16:creationId xmlns:a16="http://schemas.microsoft.com/office/drawing/2014/main" id="{092A79FA-3AC5-4386-9CC0-D0FED9226FDC}"/>
              </a:ext>
            </a:extLst>
          </p:cNvPr>
          <p:cNvSpPr/>
          <p:nvPr/>
        </p:nvSpPr>
        <p:spPr>
          <a:xfrm>
            <a:off x="8758438" y="3766683"/>
            <a:ext cx="1584000" cy="720000"/>
          </a:xfrm>
          <a:prstGeom prst="roundRect">
            <a:avLst/>
          </a:prstGeom>
          <a:solidFill>
            <a:schemeClr val="accent2">
              <a:lumMod val="60000"/>
              <a:lumOff val="40000"/>
              <a:alpha val="52000"/>
            </a:schemeClr>
          </a:solid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accent2">
                    <a:lumMod val="50000"/>
                  </a:schemeClr>
                </a:solidFill>
              </a:rPr>
              <a:t>Predicción N</a:t>
            </a:r>
          </a:p>
        </p:txBody>
      </p:sp>
      <p:sp>
        <p:nvSpPr>
          <p:cNvPr id="24" name="Rectángulo: esquinas redondeadas 23">
            <a:extLst>
              <a:ext uri="{FF2B5EF4-FFF2-40B4-BE49-F238E27FC236}">
                <a16:creationId xmlns:a16="http://schemas.microsoft.com/office/drawing/2014/main" id="{5547F32C-0283-9C64-CEA4-9BEDA5E564B5}"/>
              </a:ext>
            </a:extLst>
          </p:cNvPr>
          <p:cNvSpPr/>
          <p:nvPr/>
        </p:nvSpPr>
        <p:spPr>
          <a:xfrm>
            <a:off x="5366825" y="2720633"/>
            <a:ext cx="1427870" cy="726810"/>
          </a:xfrm>
          <a:prstGeom prst="roundRect">
            <a:avLst/>
          </a:prstGeom>
          <a:solidFill>
            <a:schemeClr val="bg1">
              <a:lumMod val="85000"/>
              <a:alpha val="52000"/>
            </a:schemeClr>
          </a:solidFill>
          <a:ln w="254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solidFill>
                  <a:schemeClr val="tx1">
                    <a:lumMod val="95000"/>
                    <a:lumOff val="5000"/>
                  </a:schemeClr>
                </a:solidFill>
              </a:rPr>
              <a:t>SALIDA</a:t>
            </a:r>
          </a:p>
        </p:txBody>
      </p:sp>
      <p:cxnSp>
        <p:nvCxnSpPr>
          <p:cNvPr id="38" name="Conector recto de flecha 37">
            <a:extLst>
              <a:ext uri="{FF2B5EF4-FFF2-40B4-BE49-F238E27FC236}">
                <a16:creationId xmlns:a16="http://schemas.microsoft.com/office/drawing/2014/main" id="{01C9A613-D6DC-2C7A-FD96-334F0A2BF71F}"/>
              </a:ext>
            </a:extLst>
          </p:cNvPr>
          <p:cNvCxnSpPr>
            <a:stCxn id="3" idx="0"/>
            <a:endCxn id="9" idx="2"/>
          </p:cNvCxnSpPr>
          <p:nvPr/>
        </p:nvCxnSpPr>
        <p:spPr>
          <a:xfrm flipH="1" flipV="1">
            <a:off x="4851009" y="5584876"/>
            <a:ext cx="1244991" cy="218051"/>
          </a:xfrm>
          <a:prstGeom prst="straightConnector1">
            <a:avLst/>
          </a:prstGeom>
          <a:ln w="25400">
            <a:solidFill>
              <a:schemeClr val="accent5">
                <a:lumMod val="75000"/>
              </a:schemeClr>
            </a:solidFill>
            <a:headEnd w="lg" len="sm"/>
            <a:tailEnd type="triangle"/>
          </a:ln>
        </p:spPr>
        <p:style>
          <a:lnRef idx="1">
            <a:schemeClr val="accent1"/>
          </a:lnRef>
          <a:fillRef idx="0">
            <a:schemeClr val="accent1"/>
          </a:fillRef>
          <a:effectRef idx="0">
            <a:schemeClr val="accent1"/>
          </a:effectRef>
          <a:fontRef idx="minor">
            <a:schemeClr val="tx1"/>
          </a:fontRef>
        </p:style>
      </p:cxnSp>
      <p:cxnSp>
        <p:nvCxnSpPr>
          <p:cNvPr id="40" name="Conector recto de flecha 39">
            <a:extLst>
              <a:ext uri="{FF2B5EF4-FFF2-40B4-BE49-F238E27FC236}">
                <a16:creationId xmlns:a16="http://schemas.microsoft.com/office/drawing/2014/main" id="{0807E6A2-76DB-55BE-D506-7B809D45393F}"/>
              </a:ext>
            </a:extLst>
          </p:cNvPr>
          <p:cNvCxnSpPr>
            <a:stCxn id="3" idx="0"/>
            <a:endCxn id="5" idx="2"/>
          </p:cNvCxnSpPr>
          <p:nvPr/>
        </p:nvCxnSpPr>
        <p:spPr>
          <a:xfrm flipH="1" flipV="1">
            <a:off x="2666353" y="5587577"/>
            <a:ext cx="3429647" cy="215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de flecha 43">
            <a:extLst>
              <a:ext uri="{FF2B5EF4-FFF2-40B4-BE49-F238E27FC236}">
                <a16:creationId xmlns:a16="http://schemas.microsoft.com/office/drawing/2014/main" id="{7A0D9387-B8EE-48BE-D869-6F46300E8FA0}"/>
              </a:ext>
            </a:extLst>
          </p:cNvPr>
          <p:cNvCxnSpPr>
            <a:stCxn id="3" idx="0"/>
            <a:endCxn id="13" idx="2"/>
          </p:cNvCxnSpPr>
          <p:nvPr/>
        </p:nvCxnSpPr>
        <p:spPr>
          <a:xfrm flipV="1">
            <a:off x="6096000" y="5584875"/>
            <a:ext cx="3454439" cy="2180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ector recto de flecha 44">
            <a:extLst>
              <a:ext uri="{FF2B5EF4-FFF2-40B4-BE49-F238E27FC236}">
                <a16:creationId xmlns:a16="http://schemas.microsoft.com/office/drawing/2014/main" id="{0027C0DE-4E3B-FF43-5308-BE5EA3E24755}"/>
              </a:ext>
            </a:extLst>
          </p:cNvPr>
          <p:cNvCxnSpPr/>
          <p:nvPr/>
        </p:nvCxnSpPr>
        <p:spPr>
          <a:xfrm flipH="1" flipV="1">
            <a:off x="2666353" y="5580764"/>
            <a:ext cx="3429647" cy="215350"/>
          </a:xfrm>
          <a:prstGeom prst="straightConnector1">
            <a:avLst/>
          </a:prstGeom>
          <a:ln w="25400">
            <a:solidFill>
              <a:schemeClr val="accent5">
                <a:lumMod val="75000"/>
              </a:schemeClr>
            </a:solidFill>
            <a:headEnd w="lg" len="sm"/>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de flecha 45">
            <a:extLst>
              <a:ext uri="{FF2B5EF4-FFF2-40B4-BE49-F238E27FC236}">
                <a16:creationId xmlns:a16="http://schemas.microsoft.com/office/drawing/2014/main" id="{7D12E929-6A72-9405-4AF3-68729AB7276D}"/>
              </a:ext>
            </a:extLst>
          </p:cNvPr>
          <p:cNvCxnSpPr/>
          <p:nvPr/>
        </p:nvCxnSpPr>
        <p:spPr>
          <a:xfrm flipV="1">
            <a:off x="6096000" y="5578062"/>
            <a:ext cx="3454439" cy="218052"/>
          </a:xfrm>
          <a:prstGeom prst="straightConnector1">
            <a:avLst/>
          </a:prstGeom>
          <a:ln w="25400">
            <a:solidFill>
              <a:schemeClr val="accent5">
                <a:lumMod val="75000"/>
              </a:schemeClr>
            </a:solidFill>
            <a:headEnd w="lg" len="sm"/>
            <a:tailEnd type="triangle"/>
          </a:ln>
        </p:spPr>
        <p:style>
          <a:lnRef idx="1">
            <a:schemeClr val="accent1"/>
          </a:lnRef>
          <a:fillRef idx="0">
            <a:schemeClr val="accent1"/>
          </a:fillRef>
          <a:effectRef idx="0">
            <a:schemeClr val="accent1"/>
          </a:effectRef>
          <a:fontRef idx="minor">
            <a:schemeClr val="tx1"/>
          </a:fontRef>
        </p:style>
      </p:cxnSp>
      <p:cxnSp>
        <p:nvCxnSpPr>
          <p:cNvPr id="48" name="Conector recto de flecha 47">
            <a:extLst>
              <a:ext uri="{FF2B5EF4-FFF2-40B4-BE49-F238E27FC236}">
                <a16:creationId xmlns:a16="http://schemas.microsoft.com/office/drawing/2014/main" id="{8487F5AC-A7B3-F4EA-2DC6-C3979193D01D}"/>
              </a:ext>
            </a:extLst>
          </p:cNvPr>
          <p:cNvCxnSpPr>
            <a:stCxn id="5" idx="0"/>
            <a:endCxn id="15" idx="2"/>
          </p:cNvCxnSpPr>
          <p:nvPr/>
        </p:nvCxnSpPr>
        <p:spPr>
          <a:xfrm flipH="1" flipV="1">
            <a:off x="2666352" y="4486685"/>
            <a:ext cx="1" cy="272892"/>
          </a:xfrm>
          <a:prstGeom prst="straightConnector1">
            <a:avLst/>
          </a:prstGeom>
          <a:ln w="254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ector recto de flecha 49">
            <a:extLst>
              <a:ext uri="{FF2B5EF4-FFF2-40B4-BE49-F238E27FC236}">
                <a16:creationId xmlns:a16="http://schemas.microsoft.com/office/drawing/2014/main" id="{F491D102-44B8-6C35-2AEF-C2F046041DED}"/>
              </a:ext>
            </a:extLst>
          </p:cNvPr>
          <p:cNvCxnSpPr>
            <a:stCxn id="9" idx="0"/>
            <a:endCxn id="16" idx="2"/>
          </p:cNvCxnSpPr>
          <p:nvPr/>
        </p:nvCxnSpPr>
        <p:spPr>
          <a:xfrm flipH="1" flipV="1">
            <a:off x="4851008" y="4486684"/>
            <a:ext cx="1" cy="270192"/>
          </a:xfrm>
          <a:prstGeom prst="straightConnector1">
            <a:avLst/>
          </a:prstGeom>
          <a:ln w="254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ector recto de flecha 51">
            <a:extLst>
              <a:ext uri="{FF2B5EF4-FFF2-40B4-BE49-F238E27FC236}">
                <a16:creationId xmlns:a16="http://schemas.microsoft.com/office/drawing/2014/main" id="{1FAA564D-AB52-3778-5A7E-D80318BCD169}"/>
              </a:ext>
            </a:extLst>
          </p:cNvPr>
          <p:cNvCxnSpPr>
            <a:stCxn id="13" idx="0"/>
            <a:endCxn id="17" idx="2"/>
          </p:cNvCxnSpPr>
          <p:nvPr/>
        </p:nvCxnSpPr>
        <p:spPr>
          <a:xfrm flipH="1" flipV="1">
            <a:off x="9550438" y="4486683"/>
            <a:ext cx="1" cy="270191"/>
          </a:xfrm>
          <a:prstGeom prst="straightConnector1">
            <a:avLst/>
          </a:prstGeom>
          <a:ln w="254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onector recto de flecha 55">
            <a:extLst>
              <a:ext uri="{FF2B5EF4-FFF2-40B4-BE49-F238E27FC236}">
                <a16:creationId xmlns:a16="http://schemas.microsoft.com/office/drawing/2014/main" id="{44002097-7925-2385-B75F-94A09441B46F}"/>
              </a:ext>
            </a:extLst>
          </p:cNvPr>
          <p:cNvCxnSpPr>
            <a:stCxn id="15" idx="0"/>
            <a:endCxn id="24" idx="2"/>
          </p:cNvCxnSpPr>
          <p:nvPr/>
        </p:nvCxnSpPr>
        <p:spPr>
          <a:xfrm flipV="1">
            <a:off x="2666352" y="3447443"/>
            <a:ext cx="3414408" cy="319242"/>
          </a:xfrm>
          <a:prstGeom prst="straightConnector1">
            <a:avLst/>
          </a:prstGeom>
          <a:ln w="25400">
            <a:solidFill>
              <a:schemeClr val="bg1">
                <a:lumMod val="50000"/>
              </a:schemeClr>
            </a:solidFill>
            <a:headEnd w="lg" len="med"/>
            <a:tailEnd type="triangle"/>
          </a:ln>
        </p:spPr>
        <p:style>
          <a:lnRef idx="1">
            <a:schemeClr val="accent1"/>
          </a:lnRef>
          <a:fillRef idx="0">
            <a:schemeClr val="accent1"/>
          </a:fillRef>
          <a:effectRef idx="0">
            <a:schemeClr val="accent1"/>
          </a:effectRef>
          <a:fontRef idx="minor">
            <a:schemeClr val="tx1"/>
          </a:fontRef>
        </p:style>
      </p:cxnSp>
      <p:cxnSp>
        <p:nvCxnSpPr>
          <p:cNvPr id="58" name="Conector recto de flecha 57">
            <a:extLst>
              <a:ext uri="{FF2B5EF4-FFF2-40B4-BE49-F238E27FC236}">
                <a16:creationId xmlns:a16="http://schemas.microsoft.com/office/drawing/2014/main" id="{08E63355-A315-5667-F621-3A58697C6535}"/>
              </a:ext>
            </a:extLst>
          </p:cNvPr>
          <p:cNvCxnSpPr>
            <a:stCxn id="16" idx="0"/>
            <a:endCxn id="24" idx="2"/>
          </p:cNvCxnSpPr>
          <p:nvPr/>
        </p:nvCxnSpPr>
        <p:spPr>
          <a:xfrm flipV="1">
            <a:off x="4851008" y="3447443"/>
            <a:ext cx="1229752" cy="319241"/>
          </a:xfrm>
          <a:prstGeom prst="straightConnector1">
            <a:avLst/>
          </a:prstGeom>
          <a:ln w="25400">
            <a:solidFill>
              <a:schemeClr val="bg1">
                <a:lumMod val="50000"/>
              </a:schemeClr>
            </a:solidFill>
            <a:headEnd w="lg" len="med"/>
            <a:tailEnd type="triangle"/>
          </a:ln>
        </p:spPr>
        <p:style>
          <a:lnRef idx="1">
            <a:schemeClr val="accent1"/>
          </a:lnRef>
          <a:fillRef idx="0">
            <a:schemeClr val="accent1"/>
          </a:fillRef>
          <a:effectRef idx="0">
            <a:schemeClr val="accent1"/>
          </a:effectRef>
          <a:fontRef idx="minor">
            <a:schemeClr val="tx1"/>
          </a:fontRef>
        </p:style>
      </p:cxnSp>
      <p:cxnSp>
        <p:nvCxnSpPr>
          <p:cNvPr id="60" name="Conector recto de flecha 59">
            <a:extLst>
              <a:ext uri="{FF2B5EF4-FFF2-40B4-BE49-F238E27FC236}">
                <a16:creationId xmlns:a16="http://schemas.microsoft.com/office/drawing/2014/main" id="{8D215BFD-6FD5-21EF-9F7D-11C23D84E755}"/>
              </a:ext>
            </a:extLst>
          </p:cNvPr>
          <p:cNvCxnSpPr>
            <a:stCxn id="17" idx="0"/>
            <a:endCxn id="24" idx="2"/>
          </p:cNvCxnSpPr>
          <p:nvPr/>
        </p:nvCxnSpPr>
        <p:spPr>
          <a:xfrm flipH="1" flipV="1">
            <a:off x="6080760" y="3447443"/>
            <a:ext cx="3469678" cy="319240"/>
          </a:xfrm>
          <a:prstGeom prst="straightConnector1">
            <a:avLst/>
          </a:prstGeom>
          <a:ln w="25400">
            <a:solidFill>
              <a:schemeClr val="bg1">
                <a:lumMod val="50000"/>
              </a:schemeClr>
            </a:solidFill>
            <a:headEnd w="lg" len="med"/>
            <a:tailEnd type="triangle"/>
          </a:ln>
        </p:spPr>
        <p:style>
          <a:lnRef idx="1">
            <a:schemeClr val="accent1"/>
          </a:lnRef>
          <a:fillRef idx="0">
            <a:schemeClr val="accent1"/>
          </a:fillRef>
          <a:effectRef idx="0">
            <a:schemeClr val="accent1"/>
          </a:effectRef>
          <a:fontRef idx="minor">
            <a:schemeClr val="tx1"/>
          </a:fontRef>
        </p:style>
      </p:cxnSp>
      <p:sp>
        <p:nvSpPr>
          <p:cNvPr id="61" name="CuadroTexto 60">
            <a:extLst>
              <a:ext uri="{FF2B5EF4-FFF2-40B4-BE49-F238E27FC236}">
                <a16:creationId xmlns:a16="http://schemas.microsoft.com/office/drawing/2014/main" id="{7CE327C9-0006-F178-A160-189BBE896E12}"/>
              </a:ext>
            </a:extLst>
          </p:cNvPr>
          <p:cNvSpPr txBox="1"/>
          <p:nvPr/>
        </p:nvSpPr>
        <p:spPr>
          <a:xfrm>
            <a:off x="6749930" y="4430696"/>
            <a:ext cx="717453" cy="1107996"/>
          </a:xfrm>
          <a:prstGeom prst="rect">
            <a:avLst/>
          </a:prstGeom>
          <a:noFill/>
        </p:spPr>
        <p:txBody>
          <a:bodyPr wrap="square" rtlCol="0">
            <a:spAutoFit/>
          </a:bodyPr>
          <a:lstStyle/>
          <a:p>
            <a:r>
              <a:rPr lang="es-ES" sz="6600" dirty="0">
                <a:solidFill>
                  <a:schemeClr val="accent5">
                    <a:lumMod val="75000"/>
                  </a:schemeClr>
                </a:solidFill>
              </a:rPr>
              <a:t>…</a:t>
            </a:r>
          </a:p>
        </p:txBody>
      </p:sp>
      <p:sp>
        <p:nvSpPr>
          <p:cNvPr id="62" name="CuadroTexto 61">
            <a:extLst>
              <a:ext uri="{FF2B5EF4-FFF2-40B4-BE49-F238E27FC236}">
                <a16:creationId xmlns:a16="http://schemas.microsoft.com/office/drawing/2014/main" id="{B338E860-D909-7DCC-DE10-3C71EF6AC840}"/>
              </a:ext>
            </a:extLst>
          </p:cNvPr>
          <p:cNvSpPr txBox="1"/>
          <p:nvPr/>
        </p:nvSpPr>
        <p:spPr>
          <a:xfrm>
            <a:off x="6749930" y="3401201"/>
            <a:ext cx="717453" cy="1107996"/>
          </a:xfrm>
          <a:prstGeom prst="rect">
            <a:avLst/>
          </a:prstGeom>
          <a:noFill/>
        </p:spPr>
        <p:txBody>
          <a:bodyPr wrap="square" rtlCol="0">
            <a:spAutoFit/>
          </a:bodyPr>
          <a:lstStyle/>
          <a:p>
            <a:r>
              <a:rPr lang="es-ES" sz="6600" dirty="0">
                <a:solidFill>
                  <a:schemeClr val="accent2">
                    <a:lumMod val="50000"/>
                  </a:schemeClr>
                </a:solidFill>
              </a:rPr>
              <a:t>…</a:t>
            </a:r>
          </a:p>
        </p:txBody>
      </p:sp>
      <p:sp>
        <p:nvSpPr>
          <p:cNvPr id="4" name="CuadroTexto 3">
            <a:extLst>
              <a:ext uri="{FF2B5EF4-FFF2-40B4-BE49-F238E27FC236}">
                <a16:creationId xmlns:a16="http://schemas.microsoft.com/office/drawing/2014/main" id="{E332125C-DBCF-C2D7-DA8E-EA35959CB917}"/>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6" name="CuadroTexto 5">
            <a:extLst>
              <a:ext uri="{FF2B5EF4-FFF2-40B4-BE49-F238E27FC236}">
                <a16:creationId xmlns:a16="http://schemas.microsoft.com/office/drawing/2014/main" id="{E572EFC1-C747-D42B-C162-C5A99AB421B4}"/>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7" name="CuadroTexto 6">
            <a:extLst>
              <a:ext uri="{FF2B5EF4-FFF2-40B4-BE49-F238E27FC236}">
                <a16:creationId xmlns:a16="http://schemas.microsoft.com/office/drawing/2014/main" id="{A8256D61-A423-E484-23D1-6AD34D7DB580}"/>
              </a:ext>
            </a:extLst>
          </p:cNvPr>
          <p:cNvSpPr txBox="1"/>
          <p:nvPr/>
        </p:nvSpPr>
        <p:spPr>
          <a:xfrm>
            <a:off x="164744" y="619671"/>
            <a:ext cx="7388626" cy="400110"/>
          </a:xfrm>
          <a:prstGeom prst="rect">
            <a:avLst/>
          </a:prstGeom>
          <a:noFill/>
        </p:spPr>
        <p:txBody>
          <a:bodyPr wrap="none" rtlCol="0">
            <a:spAutoFit/>
          </a:bodyPr>
          <a:lstStyle/>
          <a:p>
            <a:r>
              <a:rPr lang="es-ES" sz="2000" b="1" dirty="0">
                <a:solidFill>
                  <a:schemeClr val="accent1">
                    <a:lumMod val="50000"/>
                  </a:schemeClr>
                </a:solidFill>
              </a:rPr>
              <a:t>Bosques de Decisión y  Aprendizaje Conjunto (Ensemble </a:t>
            </a:r>
            <a:r>
              <a:rPr lang="es-ES" sz="2000" b="1" dirty="0" err="1">
                <a:solidFill>
                  <a:schemeClr val="accent1">
                    <a:lumMod val="50000"/>
                  </a:schemeClr>
                </a:solidFill>
              </a:rPr>
              <a:t>Methods</a:t>
            </a:r>
            <a:r>
              <a:rPr lang="es-ES" sz="2000" b="1" dirty="0">
                <a:solidFill>
                  <a:schemeClr val="accent1">
                    <a:lumMod val="50000"/>
                  </a:schemeClr>
                </a:solidFill>
              </a:rPr>
              <a:t>) </a:t>
            </a:r>
          </a:p>
        </p:txBody>
      </p:sp>
    </p:spTree>
    <p:extLst>
      <p:ext uri="{BB962C8B-B14F-4D97-AF65-F5344CB8AC3E}">
        <p14:creationId xmlns:p14="http://schemas.microsoft.com/office/powerpoint/2010/main" val="163048166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CEC4D677-B620-D69A-A045-2E5D67D7C577}"/>
              </a:ext>
            </a:extLst>
          </p:cNvPr>
          <p:cNvSpPr/>
          <p:nvPr/>
        </p:nvSpPr>
        <p:spPr>
          <a:xfrm>
            <a:off x="51184" y="4235333"/>
            <a:ext cx="1919444" cy="900000"/>
          </a:xfrm>
          <a:prstGeom prst="roundRect">
            <a:avLst/>
          </a:prstGeom>
          <a:solidFill>
            <a:schemeClr val="accent6">
              <a:lumMod val="40000"/>
              <a:lumOff val="60000"/>
              <a:alpha val="52000"/>
            </a:schemeClr>
          </a:solidFill>
          <a:ln w="254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accent6">
                    <a:lumMod val="50000"/>
                  </a:schemeClr>
                </a:solidFill>
              </a:rPr>
              <a:t>Datos de entrenamiento</a:t>
            </a:r>
          </a:p>
        </p:txBody>
      </p:sp>
      <p:sp>
        <p:nvSpPr>
          <p:cNvPr id="5" name="Rectángulo: esquinas redondeadas 4">
            <a:extLst>
              <a:ext uri="{FF2B5EF4-FFF2-40B4-BE49-F238E27FC236}">
                <a16:creationId xmlns:a16="http://schemas.microsoft.com/office/drawing/2014/main" id="{157EC20C-E1EF-2B8A-9534-B963EDC09D08}"/>
              </a:ext>
            </a:extLst>
          </p:cNvPr>
          <p:cNvSpPr/>
          <p:nvPr/>
        </p:nvSpPr>
        <p:spPr>
          <a:xfrm>
            <a:off x="2375182" y="4271333"/>
            <a:ext cx="1750135" cy="828000"/>
          </a:xfrm>
          <a:prstGeom prst="roundRect">
            <a:avLst/>
          </a:prstGeom>
          <a:solidFill>
            <a:schemeClr val="accent1">
              <a:lumMod val="20000"/>
              <a:lumOff val="80000"/>
              <a:alpha val="52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accent5">
                    <a:lumMod val="75000"/>
                  </a:schemeClr>
                </a:solidFill>
              </a:rPr>
              <a:t>Estimador 1</a:t>
            </a:r>
          </a:p>
        </p:txBody>
      </p:sp>
      <p:sp>
        <p:nvSpPr>
          <p:cNvPr id="9" name="Rectángulo: esquinas redondeadas 8">
            <a:extLst>
              <a:ext uri="{FF2B5EF4-FFF2-40B4-BE49-F238E27FC236}">
                <a16:creationId xmlns:a16="http://schemas.microsoft.com/office/drawing/2014/main" id="{A7685324-E3F9-FE51-28C9-3410A8A209B0}"/>
              </a:ext>
            </a:extLst>
          </p:cNvPr>
          <p:cNvSpPr/>
          <p:nvPr/>
        </p:nvSpPr>
        <p:spPr>
          <a:xfrm>
            <a:off x="4513458" y="4271333"/>
            <a:ext cx="1750135" cy="828000"/>
          </a:xfrm>
          <a:prstGeom prst="roundRect">
            <a:avLst/>
          </a:prstGeom>
          <a:solidFill>
            <a:schemeClr val="accent1">
              <a:lumMod val="20000"/>
              <a:lumOff val="80000"/>
              <a:alpha val="52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accent5">
                    <a:lumMod val="75000"/>
                  </a:schemeClr>
                </a:solidFill>
              </a:rPr>
              <a:t>Estimador 2</a:t>
            </a:r>
          </a:p>
        </p:txBody>
      </p:sp>
      <p:sp>
        <p:nvSpPr>
          <p:cNvPr id="13" name="Rectángulo: esquinas redondeadas 12">
            <a:extLst>
              <a:ext uri="{FF2B5EF4-FFF2-40B4-BE49-F238E27FC236}">
                <a16:creationId xmlns:a16="http://schemas.microsoft.com/office/drawing/2014/main" id="{7A3F7A96-9A1A-ABCB-ABE2-15DED151911E}"/>
              </a:ext>
            </a:extLst>
          </p:cNvPr>
          <p:cNvSpPr/>
          <p:nvPr/>
        </p:nvSpPr>
        <p:spPr>
          <a:xfrm>
            <a:off x="8100664" y="4271333"/>
            <a:ext cx="1750135" cy="828001"/>
          </a:xfrm>
          <a:prstGeom prst="roundRect">
            <a:avLst/>
          </a:prstGeom>
          <a:solidFill>
            <a:schemeClr val="accent1">
              <a:lumMod val="20000"/>
              <a:lumOff val="80000"/>
              <a:alpha val="52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accent5">
                    <a:lumMod val="75000"/>
                  </a:schemeClr>
                </a:solidFill>
              </a:rPr>
              <a:t>Estimador N</a:t>
            </a:r>
          </a:p>
        </p:txBody>
      </p:sp>
      <p:sp>
        <p:nvSpPr>
          <p:cNvPr id="15" name="Rectángulo: esquinas redondeadas 14">
            <a:extLst>
              <a:ext uri="{FF2B5EF4-FFF2-40B4-BE49-F238E27FC236}">
                <a16:creationId xmlns:a16="http://schemas.microsoft.com/office/drawing/2014/main" id="{8653554C-D685-4827-C71C-F771AAAF7DC2}"/>
              </a:ext>
            </a:extLst>
          </p:cNvPr>
          <p:cNvSpPr/>
          <p:nvPr/>
        </p:nvSpPr>
        <p:spPr>
          <a:xfrm>
            <a:off x="2472905" y="3087443"/>
            <a:ext cx="1548000" cy="720000"/>
          </a:xfrm>
          <a:prstGeom prst="roundRect">
            <a:avLst/>
          </a:prstGeom>
          <a:solidFill>
            <a:schemeClr val="accent2">
              <a:lumMod val="60000"/>
              <a:lumOff val="40000"/>
              <a:alpha val="52000"/>
            </a:schemeClr>
          </a:solid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accent2">
                    <a:lumMod val="50000"/>
                  </a:schemeClr>
                </a:solidFill>
              </a:rPr>
              <a:t>Predicción 1</a:t>
            </a:r>
          </a:p>
        </p:txBody>
      </p:sp>
      <p:sp>
        <p:nvSpPr>
          <p:cNvPr id="16" name="Rectángulo: esquinas redondeadas 15">
            <a:extLst>
              <a:ext uri="{FF2B5EF4-FFF2-40B4-BE49-F238E27FC236}">
                <a16:creationId xmlns:a16="http://schemas.microsoft.com/office/drawing/2014/main" id="{06DDE2FB-812C-8DD5-C7F7-65B986AB6B36}"/>
              </a:ext>
            </a:extLst>
          </p:cNvPr>
          <p:cNvSpPr/>
          <p:nvPr/>
        </p:nvSpPr>
        <p:spPr>
          <a:xfrm>
            <a:off x="4614526" y="3102663"/>
            <a:ext cx="1548000" cy="720000"/>
          </a:xfrm>
          <a:prstGeom prst="roundRect">
            <a:avLst/>
          </a:prstGeom>
          <a:solidFill>
            <a:schemeClr val="accent2">
              <a:lumMod val="60000"/>
              <a:lumOff val="40000"/>
              <a:alpha val="52000"/>
            </a:schemeClr>
          </a:solid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accent2">
                    <a:lumMod val="50000"/>
                  </a:schemeClr>
                </a:solidFill>
              </a:rPr>
              <a:t>Predicción 2</a:t>
            </a:r>
          </a:p>
        </p:txBody>
      </p:sp>
      <p:sp>
        <p:nvSpPr>
          <p:cNvPr id="17" name="Rectángulo: esquinas redondeadas 16">
            <a:extLst>
              <a:ext uri="{FF2B5EF4-FFF2-40B4-BE49-F238E27FC236}">
                <a16:creationId xmlns:a16="http://schemas.microsoft.com/office/drawing/2014/main" id="{092A79FA-3AC5-4386-9CC0-D0FED9226FDC}"/>
              </a:ext>
            </a:extLst>
          </p:cNvPr>
          <p:cNvSpPr/>
          <p:nvPr/>
        </p:nvSpPr>
        <p:spPr>
          <a:xfrm>
            <a:off x="8183731" y="3281142"/>
            <a:ext cx="1584000" cy="720000"/>
          </a:xfrm>
          <a:prstGeom prst="roundRect">
            <a:avLst/>
          </a:prstGeom>
          <a:solidFill>
            <a:schemeClr val="accent2">
              <a:lumMod val="60000"/>
              <a:lumOff val="40000"/>
              <a:alpha val="52000"/>
            </a:schemeClr>
          </a:solid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accent2">
                    <a:lumMod val="50000"/>
                  </a:schemeClr>
                </a:solidFill>
              </a:rPr>
              <a:t>Predicción N</a:t>
            </a:r>
          </a:p>
        </p:txBody>
      </p:sp>
      <p:sp>
        <p:nvSpPr>
          <p:cNvPr id="24" name="Rectángulo: esquinas redondeadas 23">
            <a:extLst>
              <a:ext uri="{FF2B5EF4-FFF2-40B4-BE49-F238E27FC236}">
                <a16:creationId xmlns:a16="http://schemas.microsoft.com/office/drawing/2014/main" id="{5547F32C-0283-9C64-CEA4-9BEDA5E564B5}"/>
              </a:ext>
            </a:extLst>
          </p:cNvPr>
          <p:cNvSpPr/>
          <p:nvPr/>
        </p:nvSpPr>
        <p:spPr>
          <a:xfrm>
            <a:off x="10601179" y="3274332"/>
            <a:ext cx="1427870" cy="726810"/>
          </a:xfrm>
          <a:prstGeom prst="roundRect">
            <a:avLst/>
          </a:prstGeom>
          <a:solidFill>
            <a:schemeClr val="bg1">
              <a:lumMod val="85000"/>
              <a:alpha val="52000"/>
            </a:schemeClr>
          </a:solidFill>
          <a:ln w="254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solidFill>
                  <a:schemeClr val="tx1">
                    <a:lumMod val="95000"/>
                    <a:lumOff val="5000"/>
                  </a:schemeClr>
                </a:solidFill>
              </a:rPr>
              <a:t>SALIDA</a:t>
            </a:r>
          </a:p>
        </p:txBody>
      </p:sp>
      <p:cxnSp>
        <p:nvCxnSpPr>
          <p:cNvPr id="48" name="Conector recto de flecha 47">
            <a:extLst>
              <a:ext uri="{FF2B5EF4-FFF2-40B4-BE49-F238E27FC236}">
                <a16:creationId xmlns:a16="http://schemas.microsoft.com/office/drawing/2014/main" id="{8487F5AC-A7B3-F4EA-2DC6-C3979193D01D}"/>
              </a:ext>
            </a:extLst>
          </p:cNvPr>
          <p:cNvCxnSpPr>
            <a:stCxn id="5" idx="0"/>
            <a:endCxn id="15" idx="2"/>
          </p:cNvCxnSpPr>
          <p:nvPr/>
        </p:nvCxnSpPr>
        <p:spPr>
          <a:xfrm flipH="1" flipV="1">
            <a:off x="3246905" y="3807443"/>
            <a:ext cx="3345" cy="463890"/>
          </a:xfrm>
          <a:prstGeom prst="straightConnector1">
            <a:avLst/>
          </a:prstGeom>
          <a:ln w="254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ector recto de flecha 49">
            <a:extLst>
              <a:ext uri="{FF2B5EF4-FFF2-40B4-BE49-F238E27FC236}">
                <a16:creationId xmlns:a16="http://schemas.microsoft.com/office/drawing/2014/main" id="{F491D102-44B8-6C35-2AEF-C2F046041DED}"/>
              </a:ext>
            </a:extLst>
          </p:cNvPr>
          <p:cNvCxnSpPr>
            <a:stCxn id="9" idx="0"/>
            <a:endCxn id="16" idx="2"/>
          </p:cNvCxnSpPr>
          <p:nvPr/>
        </p:nvCxnSpPr>
        <p:spPr>
          <a:xfrm flipV="1">
            <a:off x="5388526" y="3822663"/>
            <a:ext cx="0" cy="448670"/>
          </a:xfrm>
          <a:prstGeom prst="straightConnector1">
            <a:avLst/>
          </a:prstGeom>
          <a:ln w="254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ector recto de flecha 51">
            <a:extLst>
              <a:ext uri="{FF2B5EF4-FFF2-40B4-BE49-F238E27FC236}">
                <a16:creationId xmlns:a16="http://schemas.microsoft.com/office/drawing/2014/main" id="{1FAA564D-AB52-3778-5A7E-D80318BCD169}"/>
              </a:ext>
            </a:extLst>
          </p:cNvPr>
          <p:cNvCxnSpPr>
            <a:stCxn id="13" idx="0"/>
            <a:endCxn id="17" idx="2"/>
          </p:cNvCxnSpPr>
          <p:nvPr/>
        </p:nvCxnSpPr>
        <p:spPr>
          <a:xfrm flipH="1" flipV="1">
            <a:off x="8975731" y="4001142"/>
            <a:ext cx="1" cy="270191"/>
          </a:xfrm>
          <a:prstGeom prst="straightConnector1">
            <a:avLst/>
          </a:prstGeom>
          <a:ln w="254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0" name="Conector recto de flecha 59">
            <a:extLst>
              <a:ext uri="{FF2B5EF4-FFF2-40B4-BE49-F238E27FC236}">
                <a16:creationId xmlns:a16="http://schemas.microsoft.com/office/drawing/2014/main" id="{8D215BFD-6FD5-21EF-9F7D-11C23D84E755}"/>
              </a:ext>
            </a:extLst>
          </p:cNvPr>
          <p:cNvCxnSpPr>
            <a:cxnSpLocks/>
            <a:stCxn id="17" idx="3"/>
            <a:endCxn id="24" idx="1"/>
          </p:cNvCxnSpPr>
          <p:nvPr/>
        </p:nvCxnSpPr>
        <p:spPr>
          <a:xfrm flipV="1">
            <a:off x="9767731" y="3637737"/>
            <a:ext cx="833448" cy="3405"/>
          </a:xfrm>
          <a:prstGeom prst="straightConnector1">
            <a:avLst/>
          </a:prstGeom>
          <a:ln w="25400">
            <a:solidFill>
              <a:schemeClr val="bg1">
                <a:lumMod val="50000"/>
              </a:schemeClr>
            </a:solidFill>
            <a:headEnd w="lg" len="med"/>
            <a:tailEnd type="triangle"/>
          </a:ln>
        </p:spPr>
        <p:style>
          <a:lnRef idx="1">
            <a:schemeClr val="accent1"/>
          </a:lnRef>
          <a:fillRef idx="0">
            <a:schemeClr val="accent1"/>
          </a:fillRef>
          <a:effectRef idx="0">
            <a:schemeClr val="accent1"/>
          </a:effectRef>
          <a:fontRef idx="minor">
            <a:schemeClr val="tx1"/>
          </a:fontRef>
        </p:style>
      </p:cxnSp>
      <p:sp>
        <p:nvSpPr>
          <p:cNvPr id="61" name="CuadroTexto 60">
            <a:extLst>
              <a:ext uri="{FF2B5EF4-FFF2-40B4-BE49-F238E27FC236}">
                <a16:creationId xmlns:a16="http://schemas.microsoft.com/office/drawing/2014/main" id="{7CE327C9-0006-F178-A160-189BBE896E12}"/>
              </a:ext>
            </a:extLst>
          </p:cNvPr>
          <p:cNvSpPr txBox="1"/>
          <p:nvPr/>
        </p:nvSpPr>
        <p:spPr>
          <a:xfrm>
            <a:off x="6823402" y="3874502"/>
            <a:ext cx="717453" cy="1107996"/>
          </a:xfrm>
          <a:prstGeom prst="rect">
            <a:avLst/>
          </a:prstGeom>
          <a:noFill/>
        </p:spPr>
        <p:txBody>
          <a:bodyPr wrap="square" rtlCol="0">
            <a:spAutoFit/>
          </a:bodyPr>
          <a:lstStyle/>
          <a:p>
            <a:r>
              <a:rPr lang="es-ES" sz="6600" dirty="0">
                <a:solidFill>
                  <a:schemeClr val="accent5">
                    <a:lumMod val="75000"/>
                  </a:schemeClr>
                </a:solidFill>
              </a:rPr>
              <a:t>…</a:t>
            </a:r>
          </a:p>
        </p:txBody>
      </p:sp>
      <p:sp>
        <p:nvSpPr>
          <p:cNvPr id="62" name="CuadroTexto 61">
            <a:extLst>
              <a:ext uri="{FF2B5EF4-FFF2-40B4-BE49-F238E27FC236}">
                <a16:creationId xmlns:a16="http://schemas.microsoft.com/office/drawing/2014/main" id="{B338E860-D909-7DCC-DE10-3C71EF6AC840}"/>
              </a:ext>
            </a:extLst>
          </p:cNvPr>
          <p:cNvSpPr txBox="1"/>
          <p:nvPr/>
        </p:nvSpPr>
        <p:spPr>
          <a:xfrm>
            <a:off x="6823402" y="2845007"/>
            <a:ext cx="717453" cy="1107996"/>
          </a:xfrm>
          <a:prstGeom prst="rect">
            <a:avLst/>
          </a:prstGeom>
          <a:noFill/>
        </p:spPr>
        <p:txBody>
          <a:bodyPr wrap="square" rtlCol="0">
            <a:spAutoFit/>
          </a:bodyPr>
          <a:lstStyle/>
          <a:p>
            <a:r>
              <a:rPr lang="es-ES" sz="6600" dirty="0">
                <a:solidFill>
                  <a:schemeClr val="accent2">
                    <a:lumMod val="50000"/>
                  </a:schemeClr>
                </a:solidFill>
              </a:rPr>
              <a:t>…</a:t>
            </a:r>
          </a:p>
        </p:txBody>
      </p:sp>
      <p:cxnSp>
        <p:nvCxnSpPr>
          <p:cNvPr id="28" name="Conector recto de flecha 27">
            <a:extLst>
              <a:ext uri="{FF2B5EF4-FFF2-40B4-BE49-F238E27FC236}">
                <a16:creationId xmlns:a16="http://schemas.microsoft.com/office/drawing/2014/main" id="{5E3B0E25-070D-0428-D477-6CDFC26BE93C}"/>
              </a:ext>
            </a:extLst>
          </p:cNvPr>
          <p:cNvCxnSpPr>
            <a:cxnSpLocks/>
            <a:stCxn id="3" idx="3"/>
            <a:endCxn id="5" idx="1"/>
          </p:cNvCxnSpPr>
          <p:nvPr/>
        </p:nvCxnSpPr>
        <p:spPr>
          <a:xfrm>
            <a:off x="1970628" y="4685333"/>
            <a:ext cx="4045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67964C88-D1AC-81FE-8059-0D5B20A3A8EF}"/>
              </a:ext>
            </a:extLst>
          </p:cNvPr>
          <p:cNvCxnSpPr>
            <a:stCxn id="15" idx="3"/>
            <a:endCxn id="9" idx="1"/>
          </p:cNvCxnSpPr>
          <p:nvPr/>
        </p:nvCxnSpPr>
        <p:spPr>
          <a:xfrm>
            <a:off x="4020905" y="3447443"/>
            <a:ext cx="492553" cy="12378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ector recto de flecha 36">
            <a:extLst>
              <a:ext uri="{FF2B5EF4-FFF2-40B4-BE49-F238E27FC236}">
                <a16:creationId xmlns:a16="http://schemas.microsoft.com/office/drawing/2014/main" id="{C11BA1E9-D29A-2377-9336-A28A86613C5A}"/>
              </a:ext>
            </a:extLst>
          </p:cNvPr>
          <p:cNvCxnSpPr>
            <a:cxnSpLocks/>
          </p:cNvCxnSpPr>
          <p:nvPr/>
        </p:nvCxnSpPr>
        <p:spPr>
          <a:xfrm>
            <a:off x="1988254" y="4691669"/>
            <a:ext cx="404554"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9" name="Conector recto de flecha 38">
            <a:extLst>
              <a:ext uri="{FF2B5EF4-FFF2-40B4-BE49-F238E27FC236}">
                <a16:creationId xmlns:a16="http://schemas.microsoft.com/office/drawing/2014/main" id="{3619E096-7263-98D8-31DA-C38AE10BB269}"/>
              </a:ext>
            </a:extLst>
          </p:cNvPr>
          <p:cNvCxnSpPr/>
          <p:nvPr/>
        </p:nvCxnSpPr>
        <p:spPr>
          <a:xfrm>
            <a:off x="4038531" y="3453779"/>
            <a:ext cx="492553" cy="123789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42" name="Conector recto de flecha 41">
            <a:extLst>
              <a:ext uri="{FF2B5EF4-FFF2-40B4-BE49-F238E27FC236}">
                <a16:creationId xmlns:a16="http://schemas.microsoft.com/office/drawing/2014/main" id="{B7685A9D-2B6E-0AAD-21A5-16EAE43B261A}"/>
              </a:ext>
            </a:extLst>
          </p:cNvPr>
          <p:cNvCxnSpPr>
            <a:stCxn id="16" idx="3"/>
          </p:cNvCxnSpPr>
          <p:nvPr/>
        </p:nvCxnSpPr>
        <p:spPr>
          <a:xfrm>
            <a:off x="6162526" y="3462663"/>
            <a:ext cx="593335" cy="122267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47" name="CuadroTexto 46">
            <a:extLst>
              <a:ext uri="{FF2B5EF4-FFF2-40B4-BE49-F238E27FC236}">
                <a16:creationId xmlns:a16="http://schemas.microsoft.com/office/drawing/2014/main" id="{075AE9FA-54EF-8B91-C1FF-F8AE0AF225D9}"/>
              </a:ext>
            </a:extLst>
          </p:cNvPr>
          <p:cNvSpPr txBox="1"/>
          <p:nvPr/>
        </p:nvSpPr>
        <p:spPr>
          <a:xfrm>
            <a:off x="4980328" y="5413775"/>
            <a:ext cx="6094826" cy="707886"/>
          </a:xfrm>
          <a:prstGeom prst="rect">
            <a:avLst/>
          </a:prstGeom>
          <a:noFill/>
        </p:spPr>
        <p:txBody>
          <a:bodyPr wrap="square">
            <a:spAutoFit/>
          </a:bodyPr>
          <a:lstStyle/>
          <a:p>
            <a:pPr marL="285750" indent="-285750">
              <a:buFont typeface="Arial" panose="020B0604020202020204" pitchFamily="34" charset="0"/>
              <a:buChar char="•"/>
            </a:pPr>
            <a:r>
              <a:rPr lang="es-ES" sz="2000" dirty="0">
                <a:solidFill>
                  <a:schemeClr val="accent1">
                    <a:lumMod val="50000"/>
                  </a:schemeClr>
                </a:solidFill>
              </a:rPr>
              <a:t>Ada-</a:t>
            </a:r>
            <a:r>
              <a:rPr lang="es-ES" sz="2000" dirty="0" err="1">
                <a:solidFill>
                  <a:schemeClr val="accent1">
                    <a:lumMod val="50000"/>
                  </a:schemeClr>
                </a:solidFill>
              </a:rPr>
              <a:t>Boost</a:t>
            </a:r>
            <a:endParaRPr lang="es-ES" sz="2000" dirty="0">
              <a:solidFill>
                <a:schemeClr val="accent1">
                  <a:lumMod val="50000"/>
                </a:schemeClr>
              </a:solidFill>
            </a:endParaRPr>
          </a:p>
          <a:p>
            <a:pPr marL="285750" indent="-285750">
              <a:buFont typeface="Arial" panose="020B0604020202020204" pitchFamily="34" charset="0"/>
              <a:buChar char="•"/>
            </a:pPr>
            <a:r>
              <a:rPr lang="es-ES" sz="2000" dirty="0" err="1">
                <a:solidFill>
                  <a:schemeClr val="accent1">
                    <a:lumMod val="50000"/>
                  </a:schemeClr>
                </a:solidFill>
              </a:rPr>
              <a:t>Gradient</a:t>
            </a:r>
            <a:r>
              <a:rPr lang="es-ES" sz="2000" dirty="0">
                <a:solidFill>
                  <a:schemeClr val="accent1">
                    <a:lumMod val="50000"/>
                  </a:schemeClr>
                </a:solidFill>
              </a:rPr>
              <a:t> </a:t>
            </a:r>
            <a:r>
              <a:rPr lang="es-ES" sz="2000" dirty="0" err="1">
                <a:solidFill>
                  <a:schemeClr val="accent1">
                    <a:lumMod val="50000"/>
                  </a:schemeClr>
                </a:solidFill>
              </a:rPr>
              <a:t>Boosting</a:t>
            </a:r>
            <a:endParaRPr lang="es-ES" sz="2000" dirty="0">
              <a:solidFill>
                <a:schemeClr val="accent1">
                  <a:lumMod val="50000"/>
                </a:schemeClr>
              </a:solidFill>
            </a:endParaRPr>
          </a:p>
        </p:txBody>
      </p:sp>
      <p:sp>
        <p:nvSpPr>
          <p:cNvPr id="4" name="CuadroTexto 3">
            <a:extLst>
              <a:ext uri="{FF2B5EF4-FFF2-40B4-BE49-F238E27FC236}">
                <a16:creationId xmlns:a16="http://schemas.microsoft.com/office/drawing/2014/main" id="{892598C0-B874-B730-AFBF-5261B60F8F02}"/>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6" name="CuadroTexto 5">
            <a:extLst>
              <a:ext uri="{FF2B5EF4-FFF2-40B4-BE49-F238E27FC236}">
                <a16:creationId xmlns:a16="http://schemas.microsoft.com/office/drawing/2014/main" id="{E5BD544B-2A2C-99BF-6C0A-CA55CA574050}"/>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7" name="CuadroTexto 6">
            <a:extLst>
              <a:ext uri="{FF2B5EF4-FFF2-40B4-BE49-F238E27FC236}">
                <a16:creationId xmlns:a16="http://schemas.microsoft.com/office/drawing/2014/main" id="{A83C728A-AB00-4470-F639-715B8871F36F}"/>
              </a:ext>
            </a:extLst>
          </p:cNvPr>
          <p:cNvSpPr txBox="1"/>
          <p:nvPr/>
        </p:nvSpPr>
        <p:spPr>
          <a:xfrm>
            <a:off x="164744" y="619671"/>
            <a:ext cx="7446334" cy="400110"/>
          </a:xfrm>
          <a:prstGeom prst="rect">
            <a:avLst/>
          </a:prstGeom>
          <a:noFill/>
        </p:spPr>
        <p:txBody>
          <a:bodyPr wrap="none" rtlCol="0">
            <a:spAutoFit/>
          </a:bodyPr>
          <a:lstStyle/>
          <a:p>
            <a:r>
              <a:rPr lang="es-ES" sz="2000" b="1" dirty="0">
                <a:solidFill>
                  <a:schemeClr val="accent1">
                    <a:lumMod val="50000"/>
                  </a:schemeClr>
                </a:solidFill>
              </a:rPr>
              <a:t>Bosques de Decisión y  Aprendizaje Conjunto (Ensemble </a:t>
            </a:r>
            <a:r>
              <a:rPr lang="es-ES" sz="2000" b="1" dirty="0" err="1">
                <a:solidFill>
                  <a:schemeClr val="accent1">
                    <a:lumMod val="50000"/>
                  </a:schemeClr>
                </a:solidFill>
              </a:rPr>
              <a:t>Methods</a:t>
            </a:r>
            <a:r>
              <a:rPr lang="es-ES" sz="2000" b="1" dirty="0">
                <a:solidFill>
                  <a:schemeClr val="accent1">
                    <a:lumMod val="50000"/>
                  </a:schemeClr>
                </a:solidFill>
              </a:rPr>
              <a:t>) </a:t>
            </a:r>
          </a:p>
        </p:txBody>
      </p:sp>
      <p:sp>
        <p:nvSpPr>
          <p:cNvPr id="8" name="CuadroTexto 7">
            <a:extLst>
              <a:ext uri="{FF2B5EF4-FFF2-40B4-BE49-F238E27FC236}">
                <a16:creationId xmlns:a16="http://schemas.microsoft.com/office/drawing/2014/main" id="{FB3E58B8-6D62-1CAA-F065-BE4BD5551334}"/>
              </a:ext>
            </a:extLst>
          </p:cNvPr>
          <p:cNvSpPr txBox="1"/>
          <p:nvPr/>
        </p:nvSpPr>
        <p:spPr>
          <a:xfrm>
            <a:off x="164744" y="838999"/>
            <a:ext cx="11950505" cy="2308324"/>
          </a:xfrm>
          <a:prstGeom prst="rect">
            <a:avLst/>
          </a:prstGeom>
          <a:noFill/>
        </p:spPr>
        <p:txBody>
          <a:bodyPr wrap="square" rtlCol="0">
            <a:spAutoFit/>
          </a:bodyPr>
          <a:lstStyle/>
          <a:p>
            <a:endParaRPr lang="es-ES" dirty="0"/>
          </a:p>
          <a:p>
            <a:pPr marL="285750" indent="-285750">
              <a:buFont typeface="Arial" panose="020B0604020202020204" pitchFamily="34" charset="0"/>
              <a:buChar char="•"/>
            </a:pPr>
            <a:r>
              <a:rPr lang="es-ES" dirty="0">
                <a:solidFill>
                  <a:schemeClr val="accent1">
                    <a:lumMod val="50000"/>
                  </a:schemeClr>
                </a:solidFill>
              </a:rPr>
              <a:t>Los métodos de conjuntos se pueden clasificar de diferentes maneras. Una primera clasificación se basa en el modo en que se aplican los diferentes estimadores.</a:t>
            </a:r>
          </a:p>
          <a:p>
            <a:pPr marL="285750" indent="-285750">
              <a:buFont typeface="Arial" panose="020B0604020202020204" pitchFamily="34" charset="0"/>
              <a:buChar char="•"/>
            </a:pPr>
            <a:endParaRPr lang="es-ES" dirty="0">
              <a:solidFill>
                <a:schemeClr val="accent1">
                  <a:lumMod val="50000"/>
                </a:schemeClr>
              </a:solidFill>
            </a:endParaRPr>
          </a:p>
          <a:p>
            <a:pPr lvl="1"/>
            <a:r>
              <a:rPr lang="es-ES" dirty="0">
                <a:solidFill>
                  <a:schemeClr val="accent1">
                    <a:lumMod val="50000"/>
                  </a:schemeClr>
                </a:solidFill>
              </a:rPr>
              <a:t>      </a:t>
            </a:r>
            <a:r>
              <a:rPr lang="es-ES" b="1" dirty="0">
                <a:solidFill>
                  <a:schemeClr val="accent1">
                    <a:lumMod val="50000"/>
                  </a:schemeClr>
                </a:solidFill>
              </a:rPr>
              <a:t>Secuencial (</a:t>
            </a:r>
            <a:r>
              <a:rPr lang="es-ES" b="1" dirty="0" err="1">
                <a:solidFill>
                  <a:schemeClr val="accent1">
                    <a:lumMod val="50000"/>
                  </a:schemeClr>
                </a:solidFill>
              </a:rPr>
              <a:t>boosting</a:t>
            </a:r>
            <a:r>
              <a:rPr lang="es-ES" b="1" dirty="0">
                <a:solidFill>
                  <a:schemeClr val="accent1">
                    <a:lumMod val="50000"/>
                  </a:schemeClr>
                </a:solidFill>
              </a:rPr>
              <a:t>): </a:t>
            </a:r>
            <a:r>
              <a:rPr lang="es-ES" dirty="0">
                <a:solidFill>
                  <a:schemeClr val="accent1">
                    <a:lumMod val="50000"/>
                  </a:schemeClr>
                </a:solidFill>
              </a:rPr>
              <a:t>Los diferentes estimadores se entrenan de forma secuencial, de forma que cada nuevo 				  estimador aprende del anterior.</a:t>
            </a:r>
          </a:p>
          <a:p>
            <a:pPr marL="285750" indent="-285750">
              <a:buFont typeface="Arial" panose="020B0604020202020204" pitchFamily="34" charset="0"/>
              <a:buChar char="•"/>
            </a:pPr>
            <a:endParaRPr lang="es-ES" dirty="0"/>
          </a:p>
          <a:p>
            <a:endParaRPr lang="es-ES" dirty="0"/>
          </a:p>
        </p:txBody>
      </p:sp>
    </p:spTree>
    <p:extLst>
      <p:ext uri="{BB962C8B-B14F-4D97-AF65-F5344CB8AC3E}">
        <p14:creationId xmlns:p14="http://schemas.microsoft.com/office/powerpoint/2010/main" val="325627581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EAFC289C-F806-0691-4D10-1212E98FBB59}"/>
              </a:ext>
            </a:extLst>
          </p:cNvPr>
          <p:cNvPicPr>
            <a:picLocks noChangeAspect="1"/>
          </p:cNvPicPr>
          <p:nvPr/>
        </p:nvPicPr>
        <p:blipFill>
          <a:blip r:embed="rId2"/>
          <a:stretch>
            <a:fillRect/>
          </a:stretch>
        </p:blipFill>
        <p:spPr>
          <a:xfrm>
            <a:off x="281468" y="5359922"/>
            <a:ext cx="1278125" cy="1385756"/>
          </a:xfrm>
          <a:prstGeom prst="rect">
            <a:avLst/>
          </a:prstGeom>
        </p:spPr>
      </p:pic>
      <p:sp>
        <p:nvSpPr>
          <p:cNvPr id="2" name="CuadroTexto 1">
            <a:extLst>
              <a:ext uri="{FF2B5EF4-FFF2-40B4-BE49-F238E27FC236}">
                <a16:creationId xmlns:a16="http://schemas.microsoft.com/office/drawing/2014/main" id="{F6662BA2-A1DE-EF8C-FFEA-62382183C8A6}"/>
              </a:ext>
            </a:extLst>
          </p:cNvPr>
          <p:cNvSpPr txBox="1"/>
          <p:nvPr/>
        </p:nvSpPr>
        <p:spPr>
          <a:xfrm>
            <a:off x="164744" y="819726"/>
            <a:ext cx="11950505" cy="3970318"/>
          </a:xfrm>
          <a:prstGeom prst="rect">
            <a:avLst/>
          </a:prstGeom>
          <a:noFill/>
        </p:spPr>
        <p:txBody>
          <a:bodyPr wrap="square" rtlCol="0">
            <a:spAutoFit/>
          </a:bodyPr>
          <a:lstStyle/>
          <a:p>
            <a:pPr marL="285750" indent="-285750">
              <a:buFont typeface="Arial" panose="020B0604020202020204" pitchFamily="34" charset="0"/>
              <a:buChar char="•"/>
            </a:pPr>
            <a:endParaRPr lang="es-ES" dirty="0"/>
          </a:p>
          <a:p>
            <a:r>
              <a:rPr lang="es-ES" dirty="0">
                <a:solidFill>
                  <a:schemeClr val="accent1">
                    <a:lumMod val="50000"/>
                  </a:schemeClr>
                </a:solidFill>
              </a:rPr>
              <a:t>También podemos clasificar según la manera en la que se hace la estimación final partiendo de la predicción de cada uno de los estimadores.</a:t>
            </a:r>
          </a:p>
          <a:p>
            <a:pPr marL="285750" indent="-285750">
              <a:buFont typeface="Arial" panose="020B0604020202020204" pitchFamily="34" charset="0"/>
              <a:buChar char="•"/>
            </a:pPr>
            <a:endParaRPr lang="es-ES" dirty="0">
              <a:solidFill>
                <a:schemeClr val="accent1">
                  <a:lumMod val="50000"/>
                </a:schemeClr>
              </a:solidFill>
            </a:endParaRPr>
          </a:p>
          <a:p>
            <a:pPr marL="742950" lvl="1" indent="-285750">
              <a:buFont typeface="Arial" panose="020B0604020202020204" pitchFamily="34" charset="0"/>
              <a:buChar char="•"/>
            </a:pPr>
            <a:r>
              <a:rPr lang="es-ES" b="1" dirty="0">
                <a:solidFill>
                  <a:schemeClr val="accent1">
                    <a:lumMod val="50000"/>
                  </a:schemeClr>
                </a:solidFill>
              </a:rPr>
              <a:t>Voto por mayoría </a:t>
            </a:r>
            <a:r>
              <a:rPr lang="es-ES" dirty="0">
                <a:solidFill>
                  <a:schemeClr val="accent1">
                    <a:lumMod val="50000"/>
                  </a:schemeClr>
                </a:solidFill>
              </a:rPr>
              <a:t>(</a:t>
            </a:r>
            <a:r>
              <a:rPr lang="es-ES" dirty="0" err="1">
                <a:solidFill>
                  <a:schemeClr val="accent1">
                    <a:lumMod val="50000"/>
                  </a:schemeClr>
                </a:solidFill>
              </a:rPr>
              <a:t>Hard-Voting</a:t>
            </a:r>
            <a:r>
              <a:rPr lang="es-ES" dirty="0">
                <a:solidFill>
                  <a:schemeClr val="accent1">
                    <a:lumMod val="50000"/>
                  </a:schemeClr>
                </a:solidFill>
              </a:rPr>
              <a:t>): </a:t>
            </a:r>
            <a:r>
              <a:rPr lang="en-US" dirty="0" err="1">
                <a:solidFill>
                  <a:schemeClr val="accent1">
                    <a:lumMod val="50000"/>
                  </a:schemeClr>
                </a:solidFill>
              </a:rPr>
              <a:t>Cada</a:t>
            </a:r>
            <a:r>
              <a:rPr lang="en-US" dirty="0">
                <a:solidFill>
                  <a:schemeClr val="accent1">
                    <a:lumMod val="50000"/>
                  </a:schemeClr>
                </a:solidFill>
              </a:rPr>
              <a:t> </a:t>
            </a:r>
            <a:r>
              <a:rPr lang="en-US" dirty="0" err="1">
                <a:solidFill>
                  <a:schemeClr val="accent1">
                    <a:lumMod val="50000"/>
                  </a:schemeClr>
                </a:solidFill>
              </a:rPr>
              <a:t>estimador</a:t>
            </a:r>
            <a:r>
              <a:rPr lang="en-US" dirty="0">
                <a:solidFill>
                  <a:schemeClr val="accent1">
                    <a:lumMod val="50000"/>
                  </a:schemeClr>
                </a:solidFill>
              </a:rPr>
              <a:t> </a:t>
            </a:r>
            <a:r>
              <a:rPr lang="en-US" dirty="0" err="1">
                <a:solidFill>
                  <a:schemeClr val="accent1">
                    <a:lumMod val="50000"/>
                  </a:schemeClr>
                </a:solidFill>
              </a:rPr>
              <a:t>hace</a:t>
            </a:r>
            <a:r>
              <a:rPr lang="en-US" dirty="0">
                <a:solidFill>
                  <a:schemeClr val="accent1">
                    <a:lumMod val="50000"/>
                  </a:schemeClr>
                </a:solidFill>
              </a:rPr>
              <a:t> </a:t>
            </a:r>
            <a:r>
              <a:rPr lang="en-US" dirty="0" err="1">
                <a:solidFill>
                  <a:schemeClr val="accent1">
                    <a:lumMod val="50000"/>
                  </a:schemeClr>
                </a:solidFill>
              </a:rPr>
              <a:t>una</a:t>
            </a:r>
            <a:r>
              <a:rPr lang="en-US" dirty="0">
                <a:solidFill>
                  <a:schemeClr val="accent1">
                    <a:lumMod val="50000"/>
                  </a:schemeClr>
                </a:solidFill>
              </a:rPr>
              <a:t> </a:t>
            </a:r>
            <a:r>
              <a:rPr lang="en-US" dirty="0" err="1">
                <a:solidFill>
                  <a:schemeClr val="accent1">
                    <a:lumMod val="50000"/>
                  </a:schemeClr>
                </a:solidFill>
              </a:rPr>
              <a:t>predicción</a:t>
            </a:r>
            <a:r>
              <a:rPr lang="en-US" dirty="0">
                <a:solidFill>
                  <a:schemeClr val="accent1">
                    <a:lumMod val="50000"/>
                  </a:schemeClr>
                </a:solidFill>
              </a:rPr>
              <a:t> individual. La </a:t>
            </a:r>
            <a:r>
              <a:rPr lang="en-US" dirty="0" err="1">
                <a:solidFill>
                  <a:schemeClr val="accent1">
                    <a:lumMod val="50000"/>
                  </a:schemeClr>
                </a:solidFill>
              </a:rPr>
              <a:t>predicción</a:t>
            </a:r>
            <a:r>
              <a:rPr lang="en-US" dirty="0">
                <a:solidFill>
                  <a:schemeClr val="accent1">
                    <a:lumMod val="50000"/>
                  </a:schemeClr>
                </a:solidFill>
              </a:rPr>
              <a:t> del ensemble es </a:t>
            </a:r>
            <a:r>
              <a:rPr lang="en-US" dirty="0" err="1">
                <a:solidFill>
                  <a:schemeClr val="accent1">
                    <a:lumMod val="50000"/>
                  </a:schemeClr>
                </a:solidFill>
              </a:rPr>
              <a:t>aquella</a:t>
            </a:r>
            <a:r>
              <a:rPr lang="en-US" dirty="0">
                <a:solidFill>
                  <a:schemeClr val="accent1">
                    <a:lumMod val="50000"/>
                  </a:schemeClr>
                </a:solidFill>
              </a:rPr>
              <a:t> que </a:t>
            </a:r>
            <a:r>
              <a:rPr lang="en-US" dirty="0" err="1">
                <a:solidFill>
                  <a:schemeClr val="accent1">
                    <a:lumMod val="50000"/>
                  </a:schemeClr>
                </a:solidFill>
              </a:rPr>
              <a:t>consigue</a:t>
            </a:r>
            <a:r>
              <a:rPr lang="en-US" dirty="0">
                <a:solidFill>
                  <a:schemeClr val="accent1">
                    <a:lumMod val="50000"/>
                  </a:schemeClr>
                </a:solidFill>
              </a:rPr>
              <a:t> mayor </a:t>
            </a:r>
            <a:r>
              <a:rPr lang="en-US" dirty="0" err="1">
                <a:solidFill>
                  <a:schemeClr val="accent1">
                    <a:lumMod val="50000"/>
                  </a:schemeClr>
                </a:solidFill>
              </a:rPr>
              <a:t>número</a:t>
            </a:r>
            <a:r>
              <a:rPr lang="en-US" dirty="0">
                <a:solidFill>
                  <a:schemeClr val="accent1">
                    <a:lumMod val="50000"/>
                  </a:schemeClr>
                </a:solidFill>
              </a:rPr>
              <a:t> de </a:t>
            </a:r>
            <a:r>
              <a:rPr lang="en-US" dirty="0" err="1">
                <a:solidFill>
                  <a:schemeClr val="accent1">
                    <a:lumMod val="50000"/>
                  </a:schemeClr>
                </a:solidFill>
              </a:rPr>
              <a:t>votos</a:t>
            </a:r>
            <a:r>
              <a:rPr lang="en-US" dirty="0">
                <a:solidFill>
                  <a:schemeClr val="accent1">
                    <a:lumMod val="50000"/>
                  </a:schemeClr>
                </a:solidFill>
              </a:rPr>
              <a:t>. </a:t>
            </a:r>
          </a:p>
          <a:p>
            <a:pPr marL="742950" lvl="1" indent="-285750">
              <a:buFont typeface="Arial" panose="020B0604020202020204" pitchFamily="34" charset="0"/>
              <a:buChar char="•"/>
            </a:pPr>
            <a:endParaRPr lang="en-US" dirty="0">
              <a:solidFill>
                <a:schemeClr val="accent1">
                  <a:lumMod val="50000"/>
                </a:schemeClr>
              </a:solidFill>
            </a:endParaRPr>
          </a:p>
          <a:p>
            <a:pPr marL="742950" lvl="1" indent="-285750">
              <a:buFont typeface="Arial" panose="020B0604020202020204" pitchFamily="34" charset="0"/>
              <a:buChar char="•"/>
            </a:pPr>
            <a:r>
              <a:rPr lang="en-US" b="1" dirty="0" err="1">
                <a:solidFill>
                  <a:schemeClr val="accent1">
                    <a:lumMod val="50000"/>
                  </a:schemeClr>
                </a:solidFill>
              </a:rPr>
              <a:t>Voto</a:t>
            </a:r>
            <a:r>
              <a:rPr lang="en-US" b="1" dirty="0">
                <a:solidFill>
                  <a:schemeClr val="accent1">
                    <a:lumMod val="50000"/>
                  </a:schemeClr>
                </a:solidFill>
              </a:rPr>
              <a:t> “suave” </a:t>
            </a:r>
            <a:r>
              <a:rPr lang="en-US" dirty="0">
                <a:solidFill>
                  <a:schemeClr val="accent1">
                    <a:lumMod val="50000"/>
                  </a:schemeClr>
                </a:solidFill>
              </a:rPr>
              <a:t>(Soft-Voting):</a:t>
            </a:r>
            <a:r>
              <a:rPr lang="es-ES" dirty="0">
                <a:solidFill>
                  <a:schemeClr val="accent1">
                    <a:lumMod val="50000"/>
                  </a:schemeClr>
                </a:solidFill>
              </a:rPr>
              <a:t> Tiene en cuenta las probabilidades asignadas por cada estimador a las diferentes posibilidades. Promedia las puntuaciones y asigna la predicción final a la clase con la probabilidad promedio más alta. La métrica más común para calcular las ponderaciones es la precisión (</a:t>
            </a:r>
            <a:r>
              <a:rPr lang="es-ES" dirty="0" err="1">
                <a:solidFill>
                  <a:schemeClr val="accent1">
                    <a:lumMod val="50000"/>
                  </a:schemeClr>
                </a:solidFill>
              </a:rPr>
              <a:t>accuracy</a:t>
            </a:r>
            <a:r>
              <a:rPr lang="es-ES" dirty="0">
                <a:solidFill>
                  <a:schemeClr val="accent1">
                    <a:lumMod val="50000"/>
                  </a:schemeClr>
                </a:solidFill>
              </a:rPr>
              <a:t>)</a:t>
            </a:r>
            <a:endParaRPr lang="en-US" dirty="0">
              <a:solidFill>
                <a:schemeClr val="accent1">
                  <a:lumMod val="50000"/>
                </a:schemeClr>
              </a:solidFill>
            </a:endParaRPr>
          </a:p>
          <a:p>
            <a:pPr marL="742950" lvl="1" indent="-285750">
              <a:buFont typeface="Arial" panose="020B0604020202020204" pitchFamily="34" charset="0"/>
              <a:buChar char="•"/>
            </a:pPr>
            <a:endParaRPr lang="es-ES" dirty="0">
              <a:solidFill>
                <a:schemeClr val="accent1">
                  <a:lumMod val="50000"/>
                </a:schemeClr>
              </a:solidFill>
            </a:endParaRPr>
          </a:p>
          <a:p>
            <a:pPr lvl="1"/>
            <a:r>
              <a:rPr lang="es-ES" dirty="0">
                <a:solidFill>
                  <a:schemeClr val="accent1">
                    <a:lumMod val="50000"/>
                  </a:schemeClr>
                </a:solidFill>
              </a:rPr>
              <a:t>      </a:t>
            </a:r>
          </a:p>
          <a:p>
            <a:r>
              <a:rPr lang="es-ES" dirty="0">
                <a:solidFill>
                  <a:schemeClr val="accent1">
                    <a:lumMod val="50000"/>
                  </a:schemeClr>
                </a:solidFill>
              </a:rPr>
              <a:t>Ejemplo: 3 niños que tienen que decidir si el postre es </a:t>
            </a:r>
            <a:r>
              <a:rPr lang="es-ES" dirty="0" smtClean="0">
                <a:solidFill>
                  <a:schemeClr val="accent1">
                    <a:lumMod val="50000"/>
                  </a:schemeClr>
                </a:solidFill>
              </a:rPr>
              <a:t>melón</a:t>
            </a:r>
            <a:r>
              <a:rPr lang="es-ES" dirty="0">
                <a:solidFill>
                  <a:schemeClr val="accent1">
                    <a:lumMod val="50000"/>
                  </a:schemeClr>
                </a:solidFill>
              </a:rPr>
              <a:t>, yogurt o helado. Se les pide que repartan 10 puntos entre las tres opciones.</a:t>
            </a:r>
          </a:p>
        </p:txBody>
      </p:sp>
      <p:sp>
        <p:nvSpPr>
          <p:cNvPr id="4" name="Bocadillo: rectángulo con esquinas redondeadas 3">
            <a:extLst>
              <a:ext uri="{FF2B5EF4-FFF2-40B4-BE49-F238E27FC236}">
                <a16:creationId xmlns:a16="http://schemas.microsoft.com/office/drawing/2014/main" id="{F53394AD-8E3E-2195-0C13-D84D211F1FF8}"/>
              </a:ext>
            </a:extLst>
          </p:cNvPr>
          <p:cNvSpPr/>
          <p:nvPr/>
        </p:nvSpPr>
        <p:spPr>
          <a:xfrm>
            <a:off x="1348940" y="4739780"/>
            <a:ext cx="1260000" cy="936000"/>
          </a:xfrm>
          <a:prstGeom prst="wedgeRoundRectCallout">
            <a:avLst>
              <a:gd name="adj1" fmla="val -35955"/>
              <a:gd name="adj2" fmla="val 63237"/>
              <a:gd name="adj3" fmla="val 16667"/>
            </a:avLst>
          </a:prstGeom>
          <a:no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solidFill>
                  <a:schemeClr val="accent5">
                    <a:lumMod val="75000"/>
                  </a:schemeClr>
                </a:solidFill>
                <a:highlight>
                  <a:srgbClr val="FFFF00"/>
                </a:highlight>
              </a:rPr>
              <a:t>Melón: 6</a:t>
            </a:r>
          </a:p>
          <a:p>
            <a:pPr algn="ctr"/>
            <a:r>
              <a:rPr lang="es-ES" sz="1600" dirty="0">
                <a:solidFill>
                  <a:schemeClr val="accent5">
                    <a:lumMod val="75000"/>
                  </a:schemeClr>
                </a:solidFill>
              </a:rPr>
              <a:t>Yogurt: 2</a:t>
            </a:r>
          </a:p>
          <a:p>
            <a:pPr algn="ctr"/>
            <a:r>
              <a:rPr lang="es-ES" sz="1600" dirty="0">
                <a:solidFill>
                  <a:schemeClr val="accent5">
                    <a:lumMod val="75000"/>
                  </a:schemeClr>
                </a:solidFill>
              </a:rPr>
              <a:t>Helado: 2</a:t>
            </a:r>
          </a:p>
        </p:txBody>
      </p:sp>
      <p:pic>
        <p:nvPicPr>
          <p:cNvPr id="11" name="Imagen 10">
            <a:extLst>
              <a:ext uri="{FF2B5EF4-FFF2-40B4-BE49-F238E27FC236}">
                <a16:creationId xmlns:a16="http://schemas.microsoft.com/office/drawing/2014/main" id="{7D15B9AC-532C-2E7A-2C20-7E3AFBB897E2}"/>
              </a:ext>
            </a:extLst>
          </p:cNvPr>
          <p:cNvPicPr>
            <a:picLocks noChangeAspect="1"/>
          </p:cNvPicPr>
          <p:nvPr/>
        </p:nvPicPr>
        <p:blipFill rotWithShape="1">
          <a:blip r:embed="rId3"/>
          <a:srcRect l="1064" t="2724" r="-1064" b="13324"/>
          <a:stretch/>
        </p:blipFill>
        <p:spPr>
          <a:xfrm>
            <a:off x="2812147" y="5244975"/>
            <a:ext cx="997652" cy="1478201"/>
          </a:xfrm>
          <a:prstGeom prst="rect">
            <a:avLst/>
          </a:prstGeom>
        </p:spPr>
      </p:pic>
      <p:pic>
        <p:nvPicPr>
          <p:cNvPr id="18" name="Imagen 17">
            <a:extLst>
              <a:ext uri="{FF2B5EF4-FFF2-40B4-BE49-F238E27FC236}">
                <a16:creationId xmlns:a16="http://schemas.microsoft.com/office/drawing/2014/main" id="{B95227BB-9C9C-D94E-CB36-89DB2739802A}"/>
              </a:ext>
            </a:extLst>
          </p:cNvPr>
          <p:cNvPicPr>
            <a:picLocks noChangeAspect="1"/>
          </p:cNvPicPr>
          <p:nvPr/>
        </p:nvPicPr>
        <p:blipFill>
          <a:blip r:embed="rId4"/>
          <a:stretch>
            <a:fillRect/>
          </a:stretch>
        </p:blipFill>
        <p:spPr>
          <a:xfrm>
            <a:off x="5260340" y="5230907"/>
            <a:ext cx="1613181" cy="1478201"/>
          </a:xfrm>
          <a:prstGeom prst="rect">
            <a:avLst/>
          </a:prstGeom>
        </p:spPr>
      </p:pic>
      <p:sp>
        <p:nvSpPr>
          <p:cNvPr id="12" name="Bocadillo: rectángulo con esquinas redondeadas 11">
            <a:extLst>
              <a:ext uri="{FF2B5EF4-FFF2-40B4-BE49-F238E27FC236}">
                <a16:creationId xmlns:a16="http://schemas.microsoft.com/office/drawing/2014/main" id="{44626B84-2016-4647-DD0B-E8F47E6ADF7A}"/>
              </a:ext>
            </a:extLst>
          </p:cNvPr>
          <p:cNvSpPr/>
          <p:nvPr/>
        </p:nvSpPr>
        <p:spPr>
          <a:xfrm>
            <a:off x="3862791" y="4739780"/>
            <a:ext cx="1260000" cy="936000"/>
          </a:xfrm>
          <a:prstGeom prst="wedgeRoundRectCallout">
            <a:avLst>
              <a:gd name="adj1" fmla="val -39685"/>
              <a:gd name="adj2" fmla="val 63787"/>
              <a:gd name="adj3" fmla="val 16667"/>
            </a:avLst>
          </a:prstGeom>
          <a:no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solidFill>
                  <a:schemeClr val="accent5">
                    <a:lumMod val="75000"/>
                  </a:schemeClr>
                </a:solidFill>
              </a:rPr>
              <a:t>Melón: 4</a:t>
            </a:r>
          </a:p>
          <a:p>
            <a:pPr algn="ctr"/>
            <a:r>
              <a:rPr lang="es-ES" sz="1600" dirty="0">
                <a:solidFill>
                  <a:schemeClr val="accent5">
                    <a:lumMod val="75000"/>
                  </a:schemeClr>
                </a:solidFill>
              </a:rPr>
              <a:t>Yogurt: 1</a:t>
            </a:r>
          </a:p>
          <a:p>
            <a:pPr algn="ctr"/>
            <a:r>
              <a:rPr lang="es-ES" sz="1600" dirty="0">
                <a:solidFill>
                  <a:schemeClr val="accent5">
                    <a:lumMod val="75000"/>
                  </a:schemeClr>
                </a:solidFill>
                <a:highlight>
                  <a:srgbClr val="FFFF00"/>
                </a:highlight>
              </a:rPr>
              <a:t>Helado: 5</a:t>
            </a:r>
          </a:p>
        </p:txBody>
      </p:sp>
      <p:sp>
        <p:nvSpPr>
          <p:cNvPr id="19" name="Bocadillo: rectángulo con esquinas redondeadas 18">
            <a:extLst>
              <a:ext uri="{FF2B5EF4-FFF2-40B4-BE49-F238E27FC236}">
                <a16:creationId xmlns:a16="http://schemas.microsoft.com/office/drawing/2014/main" id="{AB34E753-510D-8DBB-6F88-06ED1CA87F5A}"/>
              </a:ext>
            </a:extLst>
          </p:cNvPr>
          <p:cNvSpPr/>
          <p:nvPr/>
        </p:nvSpPr>
        <p:spPr>
          <a:xfrm>
            <a:off x="6951785" y="4805924"/>
            <a:ext cx="1260000" cy="936000"/>
          </a:xfrm>
          <a:prstGeom prst="wedgeRoundRectCallout">
            <a:avLst>
              <a:gd name="adj1" fmla="val -41325"/>
              <a:gd name="adj2" fmla="val 67006"/>
              <a:gd name="adj3" fmla="val 16667"/>
            </a:avLst>
          </a:prstGeom>
          <a:no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a:solidFill>
                  <a:schemeClr val="accent5">
                    <a:lumMod val="75000"/>
                  </a:schemeClr>
                </a:solidFill>
              </a:rPr>
              <a:t>Melón: 3</a:t>
            </a:r>
          </a:p>
          <a:p>
            <a:pPr algn="ctr"/>
            <a:r>
              <a:rPr lang="es-ES" sz="1600" dirty="0">
                <a:solidFill>
                  <a:schemeClr val="accent5">
                    <a:lumMod val="75000"/>
                  </a:schemeClr>
                </a:solidFill>
              </a:rPr>
              <a:t>Yogurt: 3</a:t>
            </a:r>
          </a:p>
          <a:p>
            <a:pPr algn="ctr"/>
            <a:r>
              <a:rPr lang="es-ES" sz="1600" dirty="0">
                <a:solidFill>
                  <a:schemeClr val="accent5">
                    <a:lumMod val="75000"/>
                  </a:schemeClr>
                </a:solidFill>
                <a:highlight>
                  <a:srgbClr val="FFFF00"/>
                </a:highlight>
              </a:rPr>
              <a:t>Helado: 4</a:t>
            </a:r>
          </a:p>
        </p:txBody>
      </p:sp>
      <p:sp>
        <p:nvSpPr>
          <p:cNvPr id="23" name="Flecha: a la derecha 22">
            <a:extLst>
              <a:ext uri="{FF2B5EF4-FFF2-40B4-BE49-F238E27FC236}">
                <a16:creationId xmlns:a16="http://schemas.microsoft.com/office/drawing/2014/main" id="{33587BD9-30A9-22A8-1D85-40BE2FF47877}"/>
              </a:ext>
            </a:extLst>
          </p:cNvPr>
          <p:cNvSpPr/>
          <p:nvPr/>
        </p:nvSpPr>
        <p:spPr>
          <a:xfrm>
            <a:off x="8556893" y="4671694"/>
            <a:ext cx="1645920" cy="688228"/>
          </a:xfrm>
          <a:prstGeom prst="rightArrow">
            <a:avLst/>
          </a:prstGeom>
          <a:solidFill>
            <a:schemeClr val="accent1">
              <a:lumMod val="20000"/>
              <a:lumOff val="80000"/>
              <a:alpha val="57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err="1">
                <a:solidFill>
                  <a:schemeClr val="accent5">
                    <a:lumMod val="75000"/>
                  </a:schemeClr>
                </a:solidFill>
              </a:rPr>
              <a:t>Hard-Voting</a:t>
            </a:r>
            <a:endParaRPr lang="es-ES" sz="1600" dirty="0">
              <a:solidFill>
                <a:schemeClr val="accent5">
                  <a:lumMod val="75000"/>
                </a:schemeClr>
              </a:solidFill>
            </a:endParaRPr>
          </a:p>
        </p:txBody>
      </p:sp>
      <p:sp>
        <p:nvSpPr>
          <p:cNvPr id="25" name="Flecha: a la derecha 24">
            <a:extLst>
              <a:ext uri="{FF2B5EF4-FFF2-40B4-BE49-F238E27FC236}">
                <a16:creationId xmlns:a16="http://schemas.microsoft.com/office/drawing/2014/main" id="{F45ADEDC-8F73-5D6D-4ACD-421300AD1ECE}"/>
              </a:ext>
            </a:extLst>
          </p:cNvPr>
          <p:cNvSpPr/>
          <p:nvPr/>
        </p:nvSpPr>
        <p:spPr>
          <a:xfrm>
            <a:off x="8558700" y="5844002"/>
            <a:ext cx="1645920" cy="688228"/>
          </a:xfrm>
          <a:prstGeom prst="rightArrow">
            <a:avLst/>
          </a:prstGeom>
          <a:solidFill>
            <a:schemeClr val="accent1">
              <a:lumMod val="20000"/>
              <a:lumOff val="80000"/>
              <a:alpha val="57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err="1">
                <a:solidFill>
                  <a:schemeClr val="accent5">
                    <a:lumMod val="75000"/>
                  </a:schemeClr>
                </a:solidFill>
              </a:rPr>
              <a:t>Soft-Voting</a:t>
            </a:r>
            <a:endParaRPr lang="es-ES" sz="1600" dirty="0">
              <a:solidFill>
                <a:schemeClr val="accent5">
                  <a:lumMod val="75000"/>
                </a:schemeClr>
              </a:solidFill>
            </a:endParaRPr>
          </a:p>
        </p:txBody>
      </p:sp>
      <p:sp>
        <p:nvSpPr>
          <p:cNvPr id="28" name="Rectángulo: esquinas redondeadas 27">
            <a:extLst>
              <a:ext uri="{FF2B5EF4-FFF2-40B4-BE49-F238E27FC236}">
                <a16:creationId xmlns:a16="http://schemas.microsoft.com/office/drawing/2014/main" id="{6D3D63CC-4140-0F28-BEEF-E66A1EB43FD1}"/>
              </a:ext>
            </a:extLst>
          </p:cNvPr>
          <p:cNvSpPr/>
          <p:nvPr/>
        </p:nvSpPr>
        <p:spPr>
          <a:xfrm>
            <a:off x="10510804" y="4620632"/>
            <a:ext cx="1427870" cy="726810"/>
          </a:xfrm>
          <a:prstGeom prst="roundRect">
            <a:avLst/>
          </a:prstGeom>
          <a:solidFill>
            <a:schemeClr val="bg1">
              <a:lumMod val="85000"/>
              <a:alpha val="52000"/>
            </a:schemeClr>
          </a:solidFill>
          <a:ln w="254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solidFill>
                  <a:schemeClr val="tx1">
                    <a:lumMod val="95000"/>
                    <a:lumOff val="5000"/>
                  </a:schemeClr>
                </a:solidFill>
              </a:rPr>
              <a:t>Helado</a:t>
            </a:r>
          </a:p>
        </p:txBody>
      </p:sp>
      <p:sp>
        <p:nvSpPr>
          <p:cNvPr id="29" name="Rectángulo: esquinas redondeadas 28">
            <a:extLst>
              <a:ext uri="{FF2B5EF4-FFF2-40B4-BE49-F238E27FC236}">
                <a16:creationId xmlns:a16="http://schemas.microsoft.com/office/drawing/2014/main" id="{D64E8800-93C2-7316-C96A-8223E62052A4}"/>
              </a:ext>
            </a:extLst>
          </p:cNvPr>
          <p:cNvSpPr/>
          <p:nvPr/>
        </p:nvSpPr>
        <p:spPr>
          <a:xfrm>
            <a:off x="10510804" y="5805420"/>
            <a:ext cx="1427870" cy="726810"/>
          </a:xfrm>
          <a:prstGeom prst="roundRect">
            <a:avLst/>
          </a:prstGeom>
          <a:solidFill>
            <a:schemeClr val="bg1">
              <a:lumMod val="85000"/>
              <a:alpha val="52000"/>
            </a:schemeClr>
          </a:solidFill>
          <a:ln w="254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b="1" dirty="0">
                <a:solidFill>
                  <a:schemeClr val="tx1">
                    <a:lumMod val="95000"/>
                    <a:lumOff val="5000"/>
                  </a:schemeClr>
                </a:solidFill>
              </a:rPr>
              <a:t>Melón</a:t>
            </a:r>
          </a:p>
        </p:txBody>
      </p:sp>
      <p:sp>
        <p:nvSpPr>
          <p:cNvPr id="3" name="CuadroTexto 2">
            <a:extLst>
              <a:ext uri="{FF2B5EF4-FFF2-40B4-BE49-F238E27FC236}">
                <a16:creationId xmlns:a16="http://schemas.microsoft.com/office/drawing/2014/main" id="{A7BF4817-2B79-B79C-1026-F5B7498ED326}"/>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5" name="CuadroTexto 4">
            <a:extLst>
              <a:ext uri="{FF2B5EF4-FFF2-40B4-BE49-F238E27FC236}">
                <a16:creationId xmlns:a16="http://schemas.microsoft.com/office/drawing/2014/main" id="{BC310D24-8C72-ACC6-0EBC-11087E36C366}"/>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6" name="CuadroTexto 5">
            <a:extLst>
              <a:ext uri="{FF2B5EF4-FFF2-40B4-BE49-F238E27FC236}">
                <a16:creationId xmlns:a16="http://schemas.microsoft.com/office/drawing/2014/main" id="{DC425F69-04CA-B6AF-EC59-D3D78F172957}"/>
              </a:ext>
            </a:extLst>
          </p:cNvPr>
          <p:cNvSpPr txBox="1"/>
          <p:nvPr/>
        </p:nvSpPr>
        <p:spPr>
          <a:xfrm>
            <a:off x="164744" y="619671"/>
            <a:ext cx="7446334" cy="400110"/>
          </a:xfrm>
          <a:prstGeom prst="rect">
            <a:avLst/>
          </a:prstGeom>
          <a:noFill/>
        </p:spPr>
        <p:txBody>
          <a:bodyPr wrap="none" rtlCol="0">
            <a:spAutoFit/>
          </a:bodyPr>
          <a:lstStyle/>
          <a:p>
            <a:r>
              <a:rPr lang="es-ES" sz="2000" b="1" dirty="0">
                <a:solidFill>
                  <a:schemeClr val="accent1">
                    <a:lumMod val="50000"/>
                  </a:schemeClr>
                </a:solidFill>
              </a:rPr>
              <a:t>Bosques de Decisión y  Aprendizaje Conjunto (Ensemble </a:t>
            </a:r>
            <a:r>
              <a:rPr lang="es-ES" sz="2000" b="1" dirty="0" err="1">
                <a:solidFill>
                  <a:schemeClr val="accent1">
                    <a:lumMod val="50000"/>
                  </a:schemeClr>
                </a:solidFill>
              </a:rPr>
              <a:t>Methods</a:t>
            </a:r>
            <a:r>
              <a:rPr lang="es-ES" sz="2000" b="1" dirty="0">
                <a:solidFill>
                  <a:schemeClr val="accent1">
                    <a:lumMod val="50000"/>
                  </a:schemeClr>
                </a:solidFill>
              </a:rPr>
              <a:t>) </a:t>
            </a:r>
          </a:p>
        </p:txBody>
      </p:sp>
    </p:spTree>
    <p:extLst>
      <p:ext uri="{BB962C8B-B14F-4D97-AF65-F5344CB8AC3E}">
        <p14:creationId xmlns:p14="http://schemas.microsoft.com/office/powerpoint/2010/main" val="411841297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6662BA2-A1DE-EF8C-FFEA-62382183C8A6}"/>
              </a:ext>
            </a:extLst>
          </p:cNvPr>
          <p:cNvSpPr txBox="1"/>
          <p:nvPr/>
        </p:nvSpPr>
        <p:spPr>
          <a:xfrm>
            <a:off x="671513" y="1272038"/>
            <a:ext cx="6404425" cy="400110"/>
          </a:xfrm>
          <a:prstGeom prst="rect">
            <a:avLst/>
          </a:prstGeom>
          <a:noFill/>
        </p:spPr>
        <p:txBody>
          <a:bodyPr wrap="square" rtlCol="0">
            <a:spAutoFit/>
          </a:bodyPr>
          <a:lstStyle/>
          <a:p>
            <a:r>
              <a:rPr lang="es-ES" sz="2000" dirty="0">
                <a:solidFill>
                  <a:schemeClr val="accent1">
                    <a:lumMod val="50000"/>
                  </a:schemeClr>
                </a:solidFill>
              </a:rPr>
              <a:t>Efecto de </a:t>
            </a:r>
            <a:r>
              <a:rPr lang="es-ES" sz="2000" b="1" dirty="0" err="1">
                <a:solidFill>
                  <a:schemeClr val="accent1">
                    <a:lumMod val="50000"/>
                  </a:schemeClr>
                </a:solidFill>
              </a:rPr>
              <a:t>Hard-Voting</a:t>
            </a:r>
            <a:r>
              <a:rPr lang="es-ES" sz="2000" dirty="0">
                <a:solidFill>
                  <a:schemeClr val="accent1">
                    <a:lumMod val="50000"/>
                  </a:schemeClr>
                </a:solidFill>
              </a:rPr>
              <a:t> vs </a:t>
            </a:r>
            <a:r>
              <a:rPr lang="en-US" sz="2000" b="1" i="0" dirty="0">
                <a:solidFill>
                  <a:schemeClr val="accent1">
                    <a:lumMod val="50000"/>
                  </a:schemeClr>
                </a:solidFill>
                <a:effectLst/>
                <a:highlight>
                  <a:srgbClr val="FFFFFF"/>
                </a:highlight>
              </a:rPr>
              <a:t>Soft-Voting</a:t>
            </a:r>
            <a:endParaRPr lang="es-ES" sz="2000" b="1" dirty="0">
              <a:solidFill>
                <a:schemeClr val="accent1">
                  <a:lumMod val="50000"/>
                </a:schemeClr>
              </a:solidFill>
            </a:endParaRPr>
          </a:p>
        </p:txBody>
      </p:sp>
      <p:sp>
        <p:nvSpPr>
          <p:cNvPr id="9" name="CuadroTexto 8">
            <a:extLst>
              <a:ext uri="{FF2B5EF4-FFF2-40B4-BE49-F238E27FC236}">
                <a16:creationId xmlns:a16="http://schemas.microsoft.com/office/drawing/2014/main" id="{B158A724-46ED-3B29-9F14-87A5E3C63BF1}"/>
              </a:ext>
            </a:extLst>
          </p:cNvPr>
          <p:cNvSpPr txBox="1"/>
          <p:nvPr/>
        </p:nvSpPr>
        <p:spPr>
          <a:xfrm>
            <a:off x="5271029" y="2062963"/>
            <a:ext cx="6920971" cy="2862322"/>
          </a:xfrm>
          <a:prstGeom prst="rect">
            <a:avLst/>
          </a:prstGeom>
          <a:noFill/>
        </p:spPr>
        <p:txBody>
          <a:bodyPr wrap="square" rtlCol="0">
            <a:spAutoFit/>
          </a:bodyPr>
          <a:lstStyle/>
          <a:p>
            <a:r>
              <a:rPr lang="es-ES" dirty="0">
                <a:solidFill>
                  <a:schemeClr val="accent1">
                    <a:lumMod val="50000"/>
                  </a:schemeClr>
                </a:solidFill>
              </a:rPr>
              <a:t>Vamos a entrenar diferentes clasificadores para formar un ensemble que nos permita predecir a que categoría pertenece cada punto. </a:t>
            </a:r>
          </a:p>
          <a:p>
            <a:endParaRPr lang="es-ES" dirty="0">
              <a:solidFill>
                <a:schemeClr val="accent1">
                  <a:lumMod val="50000"/>
                </a:schemeClr>
              </a:solidFill>
            </a:endParaRPr>
          </a:p>
          <a:p>
            <a:r>
              <a:rPr lang="es-ES" dirty="0">
                <a:solidFill>
                  <a:schemeClr val="accent1">
                    <a:lumMod val="50000"/>
                  </a:schemeClr>
                </a:solidFill>
              </a:rPr>
              <a:t>Uso 5 estimadores base que combinaré en un ensemble</a:t>
            </a:r>
          </a:p>
          <a:p>
            <a:endParaRPr lang="es-ES" dirty="0">
              <a:solidFill>
                <a:schemeClr val="accent1">
                  <a:lumMod val="50000"/>
                </a:schemeClr>
              </a:solidFill>
            </a:endParaRPr>
          </a:p>
          <a:p>
            <a:pPr marL="285750" indent="-285750">
              <a:buFont typeface="Arial" panose="020B0604020202020204" pitchFamily="34" charset="0"/>
              <a:buChar char="•"/>
            </a:pPr>
            <a:r>
              <a:rPr lang="es-ES" dirty="0">
                <a:solidFill>
                  <a:schemeClr val="accent1">
                    <a:lumMod val="50000"/>
                  </a:schemeClr>
                </a:solidFill>
              </a:rPr>
              <a:t>Clasificador logístico</a:t>
            </a:r>
          </a:p>
          <a:p>
            <a:pPr marL="285750" indent="-285750">
              <a:buFont typeface="Arial" panose="020B0604020202020204" pitchFamily="34" charset="0"/>
              <a:buChar char="•"/>
            </a:pPr>
            <a:r>
              <a:rPr lang="es-ES" dirty="0" err="1">
                <a:solidFill>
                  <a:schemeClr val="accent1">
                    <a:lumMod val="50000"/>
                  </a:schemeClr>
                </a:solidFill>
              </a:rPr>
              <a:t>Random</a:t>
            </a:r>
            <a:r>
              <a:rPr lang="es-ES" dirty="0">
                <a:solidFill>
                  <a:schemeClr val="accent1">
                    <a:lumMod val="50000"/>
                  </a:schemeClr>
                </a:solidFill>
              </a:rPr>
              <a:t> Forest con 10 arboles sin limitaciones</a:t>
            </a:r>
          </a:p>
          <a:p>
            <a:pPr marL="285750" indent="-285750">
              <a:buFont typeface="Arial" panose="020B0604020202020204" pitchFamily="34" charset="0"/>
              <a:buChar char="•"/>
            </a:pPr>
            <a:r>
              <a:rPr lang="es-ES" dirty="0">
                <a:solidFill>
                  <a:schemeClr val="accent1">
                    <a:lumMod val="50000"/>
                  </a:schemeClr>
                </a:solidFill>
              </a:rPr>
              <a:t>Una máquina de vector soporte con núcleo polinómico</a:t>
            </a:r>
          </a:p>
          <a:p>
            <a:pPr marL="285750" indent="-285750">
              <a:buFont typeface="Arial" panose="020B0604020202020204" pitchFamily="34" charset="0"/>
              <a:buChar char="•"/>
            </a:pPr>
            <a:r>
              <a:rPr lang="es-ES" dirty="0">
                <a:solidFill>
                  <a:schemeClr val="accent1">
                    <a:lumMod val="50000"/>
                  </a:schemeClr>
                </a:solidFill>
              </a:rPr>
              <a:t>Un árbol de decisión con 4 niveles.</a:t>
            </a:r>
          </a:p>
          <a:p>
            <a:pPr marL="285750" indent="-285750">
              <a:buFont typeface="Arial" panose="020B0604020202020204" pitchFamily="34" charset="0"/>
              <a:buChar char="•"/>
            </a:pPr>
            <a:r>
              <a:rPr lang="es-ES" dirty="0">
                <a:solidFill>
                  <a:schemeClr val="accent1">
                    <a:lumMod val="50000"/>
                  </a:schemeClr>
                </a:solidFill>
              </a:rPr>
              <a:t>Un árbol de decisión con 2 niveles.</a:t>
            </a:r>
          </a:p>
        </p:txBody>
      </p:sp>
      <p:pic>
        <p:nvPicPr>
          <p:cNvPr id="16" name="Imagen 15">
            <a:extLst>
              <a:ext uri="{FF2B5EF4-FFF2-40B4-BE49-F238E27FC236}">
                <a16:creationId xmlns:a16="http://schemas.microsoft.com/office/drawing/2014/main" id="{8DFE8D44-E300-904B-197C-B85E0FFCB16C}"/>
              </a:ext>
            </a:extLst>
          </p:cNvPr>
          <p:cNvPicPr>
            <a:picLocks noChangeAspect="1"/>
          </p:cNvPicPr>
          <p:nvPr/>
        </p:nvPicPr>
        <p:blipFill>
          <a:blip r:embed="rId2"/>
          <a:stretch>
            <a:fillRect/>
          </a:stretch>
        </p:blipFill>
        <p:spPr>
          <a:xfrm>
            <a:off x="164744" y="1807147"/>
            <a:ext cx="4418713" cy="3373955"/>
          </a:xfrm>
          <a:prstGeom prst="rect">
            <a:avLst/>
          </a:prstGeom>
        </p:spPr>
      </p:pic>
      <p:sp>
        <p:nvSpPr>
          <p:cNvPr id="24" name="CuadroTexto 23">
            <a:extLst>
              <a:ext uri="{FF2B5EF4-FFF2-40B4-BE49-F238E27FC236}">
                <a16:creationId xmlns:a16="http://schemas.microsoft.com/office/drawing/2014/main" id="{3988028A-7CAE-A294-F6D9-04E5FCF1EF4A}"/>
              </a:ext>
            </a:extLst>
          </p:cNvPr>
          <p:cNvSpPr txBox="1"/>
          <p:nvPr/>
        </p:nvSpPr>
        <p:spPr>
          <a:xfrm>
            <a:off x="1380391" y="5380001"/>
            <a:ext cx="10084778" cy="1477328"/>
          </a:xfrm>
          <a:prstGeom prst="rect">
            <a:avLst/>
          </a:prstGeom>
          <a:noFill/>
        </p:spPr>
        <p:txBody>
          <a:bodyPr wrap="square">
            <a:spAutoFit/>
          </a:bodyPr>
          <a:lstStyle/>
          <a:p>
            <a:r>
              <a:rPr lang="es-ES" dirty="0" err="1">
                <a:latin typeface="Consolas" panose="020B0609020204030204" pitchFamily="49" charset="0"/>
                <a:cs typeface="Courier New" panose="02070309020205020404" pitchFamily="49" charset="0"/>
              </a:rPr>
              <a:t>log_clf</a:t>
            </a:r>
            <a:r>
              <a:rPr lang="es-ES" dirty="0">
                <a:latin typeface="Consolas" panose="020B0609020204030204" pitchFamily="49" charset="0"/>
                <a:cs typeface="Courier New" panose="02070309020205020404" pitchFamily="49" charset="0"/>
              </a:rPr>
              <a:t> = </a:t>
            </a:r>
            <a:r>
              <a:rPr lang="es-ES" dirty="0" err="1">
                <a:latin typeface="Consolas" panose="020B0609020204030204" pitchFamily="49" charset="0"/>
                <a:cs typeface="Courier New" panose="02070309020205020404" pitchFamily="49" charset="0"/>
              </a:rPr>
              <a:t>LogisticRegression</a:t>
            </a:r>
            <a:r>
              <a:rPr lang="es-ES" dirty="0">
                <a:latin typeface="Consolas" panose="020B0609020204030204" pitchFamily="49" charset="0"/>
                <a:cs typeface="Courier New" panose="02070309020205020404" pitchFamily="49" charset="0"/>
              </a:rPr>
              <a:t>(</a:t>
            </a:r>
            <a:r>
              <a:rPr lang="es-ES" dirty="0" err="1">
                <a:latin typeface="Consolas" panose="020B0609020204030204" pitchFamily="49" charset="0"/>
                <a:cs typeface="Courier New" panose="02070309020205020404" pitchFamily="49" charset="0"/>
              </a:rPr>
              <a:t>solver</a:t>
            </a:r>
            <a:r>
              <a:rPr lang="es-ES" dirty="0">
                <a:latin typeface="Consolas" panose="020B0609020204030204" pitchFamily="49" charset="0"/>
                <a:cs typeface="Courier New" panose="02070309020205020404" pitchFamily="49" charset="0"/>
              </a:rPr>
              <a:t> = </a:t>
            </a:r>
            <a:r>
              <a:rPr lang="es-ES" dirty="0">
                <a:solidFill>
                  <a:srgbClr val="A0453E"/>
                </a:solidFill>
                <a:latin typeface="Consolas" panose="020B0609020204030204" pitchFamily="49" charset="0"/>
                <a:cs typeface="Courier New" panose="02070309020205020404" pitchFamily="49" charset="0"/>
              </a:rPr>
              <a:t>"</a:t>
            </a:r>
            <a:r>
              <a:rPr lang="es-ES" dirty="0" err="1">
                <a:solidFill>
                  <a:srgbClr val="A0453E"/>
                </a:solidFill>
                <a:latin typeface="Consolas" panose="020B0609020204030204" pitchFamily="49" charset="0"/>
                <a:cs typeface="Courier New" panose="02070309020205020404" pitchFamily="49" charset="0"/>
              </a:rPr>
              <a:t>lbfgs</a:t>
            </a:r>
            <a:r>
              <a:rPr lang="es-ES" dirty="0">
                <a:solidFill>
                  <a:srgbClr val="A0453E"/>
                </a:solidFill>
                <a:latin typeface="Consolas" panose="020B0609020204030204" pitchFamily="49" charset="0"/>
                <a:cs typeface="Courier New" panose="02070309020205020404" pitchFamily="49" charset="0"/>
              </a:rPr>
              <a:t>"</a:t>
            </a:r>
            <a:r>
              <a:rPr lang="es-ES" dirty="0">
                <a:latin typeface="Consolas" panose="020B0609020204030204" pitchFamily="49" charset="0"/>
                <a:cs typeface="Courier New" panose="02070309020205020404" pitchFamily="49" charset="0"/>
              </a:rPr>
              <a:t>, </a:t>
            </a:r>
            <a:r>
              <a:rPr lang="es-ES" dirty="0" err="1">
                <a:latin typeface="Consolas" panose="020B0609020204030204" pitchFamily="49" charset="0"/>
                <a:cs typeface="Courier New" panose="02070309020205020404" pitchFamily="49" charset="0"/>
              </a:rPr>
              <a:t>random_state</a:t>
            </a:r>
            <a:r>
              <a:rPr lang="es-ES" dirty="0">
                <a:latin typeface="Consolas" panose="020B0609020204030204" pitchFamily="49" charset="0"/>
                <a:cs typeface="Courier New" panose="02070309020205020404" pitchFamily="49" charset="0"/>
              </a:rPr>
              <a:t> = </a:t>
            </a:r>
            <a:r>
              <a:rPr lang="es-ES" dirty="0">
                <a:solidFill>
                  <a:schemeClr val="accent6">
                    <a:lumMod val="75000"/>
                  </a:schemeClr>
                </a:solidFill>
                <a:latin typeface="Consolas" panose="020B0609020204030204" pitchFamily="49" charset="0"/>
                <a:cs typeface="Courier New" panose="02070309020205020404" pitchFamily="49" charset="0"/>
              </a:rPr>
              <a:t>342</a:t>
            </a:r>
            <a:r>
              <a:rPr lang="es-ES" dirty="0">
                <a:latin typeface="Consolas" panose="020B0609020204030204" pitchFamily="49" charset="0"/>
                <a:cs typeface="Courier New" panose="02070309020205020404" pitchFamily="49" charset="0"/>
              </a:rPr>
              <a:t>)</a:t>
            </a:r>
          </a:p>
          <a:p>
            <a:r>
              <a:rPr lang="es-ES" dirty="0" err="1">
                <a:latin typeface="Consolas" panose="020B0609020204030204" pitchFamily="49" charset="0"/>
                <a:cs typeface="Courier New" panose="02070309020205020404" pitchFamily="49" charset="0"/>
              </a:rPr>
              <a:t>rnd_clf</a:t>
            </a:r>
            <a:r>
              <a:rPr lang="es-ES" dirty="0">
                <a:latin typeface="Consolas" panose="020B0609020204030204" pitchFamily="49" charset="0"/>
                <a:cs typeface="Courier New" panose="02070309020205020404" pitchFamily="49" charset="0"/>
              </a:rPr>
              <a:t> = </a:t>
            </a:r>
            <a:r>
              <a:rPr lang="es-ES" dirty="0" err="1">
                <a:latin typeface="Consolas" panose="020B0609020204030204" pitchFamily="49" charset="0"/>
                <a:cs typeface="Courier New" panose="02070309020205020404" pitchFamily="49" charset="0"/>
              </a:rPr>
              <a:t>RandomForestClassifier</a:t>
            </a:r>
            <a:r>
              <a:rPr lang="es-ES" dirty="0">
                <a:latin typeface="Consolas" panose="020B0609020204030204" pitchFamily="49" charset="0"/>
                <a:cs typeface="Courier New" panose="02070309020205020404" pitchFamily="49" charset="0"/>
              </a:rPr>
              <a:t>(</a:t>
            </a:r>
            <a:r>
              <a:rPr lang="es-ES" dirty="0" err="1">
                <a:latin typeface="Consolas" panose="020B0609020204030204" pitchFamily="49" charset="0"/>
                <a:cs typeface="Courier New" panose="02070309020205020404" pitchFamily="49" charset="0"/>
              </a:rPr>
              <a:t>n_estimators</a:t>
            </a:r>
            <a:r>
              <a:rPr lang="es-ES" dirty="0">
                <a:latin typeface="Consolas" panose="020B0609020204030204" pitchFamily="49" charset="0"/>
                <a:cs typeface="Courier New" panose="02070309020205020404" pitchFamily="49" charset="0"/>
              </a:rPr>
              <a:t>=</a:t>
            </a:r>
            <a:r>
              <a:rPr lang="es-ES" dirty="0">
                <a:solidFill>
                  <a:schemeClr val="accent6">
                    <a:lumMod val="75000"/>
                  </a:schemeClr>
                </a:solidFill>
                <a:latin typeface="Consolas" panose="020B0609020204030204" pitchFamily="49" charset="0"/>
                <a:cs typeface="Courier New" panose="02070309020205020404" pitchFamily="49" charset="0"/>
              </a:rPr>
              <a:t>10</a:t>
            </a:r>
            <a:r>
              <a:rPr lang="es-ES" dirty="0">
                <a:latin typeface="Consolas" panose="020B0609020204030204" pitchFamily="49" charset="0"/>
                <a:cs typeface="Courier New" panose="02070309020205020404" pitchFamily="49" charset="0"/>
              </a:rPr>
              <a:t>, </a:t>
            </a:r>
            <a:r>
              <a:rPr lang="es-ES" dirty="0" err="1">
                <a:latin typeface="Consolas" panose="020B0609020204030204" pitchFamily="49" charset="0"/>
                <a:cs typeface="Courier New" panose="02070309020205020404" pitchFamily="49" charset="0"/>
              </a:rPr>
              <a:t>random_state</a:t>
            </a:r>
            <a:r>
              <a:rPr lang="es-ES" dirty="0">
                <a:latin typeface="Consolas" panose="020B0609020204030204" pitchFamily="49" charset="0"/>
                <a:cs typeface="Courier New" panose="02070309020205020404" pitchFamily="49" charset="0"/>
              </a:rPr>
              <a:t> =</a:t>
            </a:r>
            <a:r>
              <a:rPr lang="es-ES" dirty="0">
                <a:solidFill>
                  <a:schemeClr val="accent6">
                    <a:lumMod val="75000"/>
                  </a:schemeClr>
                </a:solidFill>
                <a:latin typeface="Consolas" panose="020B0609020204030204" pitchFamily="49" charset="0"/>
                <a:cs typeface="Courier New" panose="02070309020205020404" pitchFamily="49" charset="0"/>
              </a:rPr>
              <a:t> 342</a:t>
            </a:r>
            <a:r>
              <a:rPr lang="es-ES" dirty="0">
                <a:latin typeface="Consolas" panose="020B0609020204030204" pitchFamily="49" charset="0"/>
                <a:cs typeface="Courier New" panose="02070309020205020404" pitchFamily="49" charset="0"/>
              </a:rPr>
              <a:t>)</a:t>
            </a:r>
          </a:p>
          <a:p>
            <a:r>
              <a:rPr lang="es-ES" dirty="0" err="1">
                <a:latin typeface="Consolas" panose="020B0609020204030204" pitchFamily="49" charset="0"/>
                <a:cs typeface="Courier New" panose="02070309020205020404" pitchFamily="49" charset="0"/>
              </a:rPr>
              <a:t>svm_clf</a:t>
            </a:r>
            <a:r>
              <a:rPr lang="es-ES" dirty="0">
                <a:latin typeface="Consolas" panose="020B0609020204030204" pitchFamily="49" charset="0"/>
                <a:cs typeface="Courier New" panose="02070309020205020404" pitchFamily="49" charset="0"/>
              </a:rPr>
              <a:t> = SVC(gamma =</a:t>
            </a:r>
            <a:r>
              <a:rPr lang="es-ES" dirty="0">
                <a:solidFill>
                  <a:srgbClr val="A0453E"/>
                </a:solidFill>
                <a:latin typeface="Consolas" panose="020B0609020204030204" pitchFamily="49" charset="0"/>
                <a:cs typeface="Courier New" panose="02070309020205020404" pitchFamily="49" charset="0"/>
              </a:rPr>
              <a:t> "</a:t>
            </a:r>
            <a:r>
              <a:rPr lang="es-ES" dirty="0" err="1">
                <a:solidFill>
                  <a:srgbClr val="A0453E"/>
                </a:solidFill>
                <a:latin typeface="Consolas" panose="020B0609020204030204" pitchFamily="49" charset="0"/>
                <a:cs typeface="Courier New" panose="02070309020205020404" pitchFamily="49" charset="0"/>
              </a:rPr>
              <a:t>scale</a:t>
            </a:r>
            <a:r>
              <a:rPr lang="es-ES" dirty="0">
                <a:solidFill>
                  <a:srgbClr val="A0453E"/>
                </a:solidFill>
                <a:latin typeface="Consolas" panose="020B0609020204030204" pitchFamily="49" charset="0"/>
                <a:cs typeface="Courier New" panose="02070309020205020404" pitchFamily="49" charset="0"/>
              </a:rPr>
              <a:t>"</a:t>
            </a:r>
            <a:r>
              <a:rPr lang="es-ES" dirty="0">
                <a:latin typeface="Consolas" panose="020B0609020204030204" pitchFamily="49" charset="0"/>
                <a:cs typeface="Courier New" panose="02070309020205020404" pitchFamily="49" charset="0"/>
              </a:rPr>
              <a:t>, </a:t>
            </a:r>
            <a:r>
              <a:rPr lang="es-ES" dirty="0" err="1">
                <a:latin typeface="Consolas" panose="020B0609020204030204" pitchFamily="49" charset="0"/>
                <a:cs typeface="Courier New" panose="02070309020205020404" pitchFamily="49" charset="0"/>
              </a:rPr>
              <a:t>probability</a:t>
            </a:r>
            <a:r>
              <a:rPr lang="es-ES" dirty="0">
                <a:latin typeface="Consolas" panose="020B0609020204030204" pitchFamily="49" charset="0"/>
                <a:cs typeface="Courier New" panose="02070309020205020404" pitchFamily="49" charset="0"/>
              </a:rPr>
              <a:t>=</a:t>
            </a:r>
            <a:r>
              <a:rPr lang="es-ES" dirty="0">
                <a:solidFill>
                  <a:schemeClr val="accent6">
                    <a:lumMod val="75000"/>
                  </a:schemeClr>
                </a:solidFill>
                <a:latin typeface="Consolas" panose="020B0609020204030204" pitchFamily="49" charset="0"/>
                <a:cs typeface="Courier New" panose="02070309020205020404" pitchFamily="49" charset="0"/>
              </a:rPr>
              <a:t>True</a:t>
            </a:r>
            <a:r>
              <a:rPr lang="es-ES" dirty="0">
                <a:latin typeface="Consolas" panose="020B0609020204030204" pitchFamily="49" charset="0"/>
                <a:cs typeface="Courier New" panose="02070309020205020404" pitchFamily="49" charset="0"/>
              </a:rPr>
              <a:t>, </a:t>
            </a:r>
            <a:r>
              <a:rPr lang="es-ES" dirty="0" err="1">
                <a:latin typeface="Consolas" panose="020B0609020204030204" pitchFamily="49" charset="0"/>
                <a:cs typeface="Courier New" panose="02070309020205020404" pitchFamily="49" charset="0"/>
              </a:rPr>
              <a:t>random_state</a:t>
            </a:r>
            <a:r>
              <a:rPr lang="es-ES" dirty="0">
                <a:latin typeface="Consolas" panose="020B0609020204030204" pitchFamily="49" charset="0"/>
                <a:cs typeface="Courier New" panose="02070309020205020404" pitchFamily="49" charset="0"/>
              </a:rPr>
              <a:t> =</a:t>
            </a:r>
            <a:r>
              <a:rPr lang="es-ES" dirty="0">
                <a:solidFill>
                  <a:schemeClr val="accent6">
                    <a:lumMod val="75000"/>
                  </a:schemeClr>
                </a:solidFill>
                <a:latin typeface="Consolas" panose="020B0609020204030204" pitchFamily="49" charset="0"/>
                <a:cs typeface="Courier New" panose="02070309020205020404" pitchFamily="49" charset="0"/>
              </a:rPr>
              <a:t> 342</a:t>
            </a:r>
            <a:r>
              <a:rPr lang="es-ES" dirty="0">
                <a:latin typeface="Consolas" panose="020B0609020204030204" pitchFamily="49" charset="0"/>
                <a:cs typeface="Courier New" panose="02070309020205020404" pitchFamily="49" charset="0"/>
              </a:rPr>
              <a:t>)</a:t>
            </a:r>
          </a:p>
          <a:p>
            <a:r>
              <a:rPr lang="es-ES" dirty="0">
                <a:latin typeface="Consolas" panose="020B0609020204030204" pitchFamily="49" charset="0"/>
                <a:cs typeface="Courier New" panose="02070309020205020404" pitchFamily="49" charset="0"/>
              </a:rPr>
              <a:t>tree1_clf = </a:t>
            </a:r>
            <a:r>
              <a:rPr lang="es-ES" dirty="0" err="1">
                <a:latin typeface="Consolas" panose="020B0609020204030204" pitchFamily="49" charset="0"/>
                <a:cs typeface="Courier New" panose="02070309020205020404" pitchFamily="49" charset="0"/>
              </a:rPr>
              <a:t>tree.DecisionTreeClassifier</a:t>
            </a:r>
            <a:r>
              <a:rPr lang="es-ES" dirty="0">
                <a:latin typeface="Consolas" panose="020B0609020204030204" pitchFamily="49" charset="0"/>
                <a:cs typeface="Courier New" panose="02070309020205020404" pitchFamily="49" charset="0"/>
              </a:rPr>
              <a:t>(</a:t>
            </a:r>
            <a:r>
              <a:rPr lang="es-ES" dirty="0" err="1">
                <a:latin typeface="Consolas" panose="020B0609020204030204" pitchFamily="49" charset="0"/>
                <a:cs typeface="Courier New" panose="02070309020205020404" pitchFamily="49" charset="0"/>
              </a:rPr>
              <a:t>max_depth</a:t>
            </a:r>
            <a:r>
              <a:rPr lang="es-ES" dirty="0">
                <a:latin typeface="Consolas" panose="020B0609020204030204" pitchFamily="49" charset="0"/>
                <a:cs typeface="Courier New" panose="02070309020205020404" pitchFamily="49" charset="0"/>
              </a:rPr>
              <a:t>=</a:t>
            </a:r>
            <a:r>
              <a:rPr lang="es-ES" dirty="0">
                <a:solidFill>
                  <a:schemeClr val="accent6">
                    <a:lumMod val="75000"/>
                  </a:schemeClr>
                </a:solidFill>
                <a:latin typeface="Consolas" panose="020B0609020204030204" pitchFamily="49" charset="0"/>
                <a:cs typeface="Courier New" panose="02070309020205020404" pitchFamily="49" charset="0"/>
              </a:rPr>
              <a:t>4</a:t>
            </a:r>
            <a:r>
              <a:rPr lang="es-ES" dirty="0">
                <a:latin typeface="Consolas" panose="020B0609020204030204" pitchFamily="49" charset="0"/>
                <a:cs typeface="Courier New" panose="02070309020205020404" pitchFamily="49" charset="0"/>
              </a:rPr>
              <a:t>, </a:t>
            </a:r>
            <a:r>
              <a:rPr lang="es-ES" dirty="0" err="1">
                <a:latin typeface="Consolas" panose="020B0609020204030204" pitchFamily="49" charset="0"/>
                <a:cs typeface="Courier New" panose="02070309020205020404" pitchFamily="49" charset="0"/>
              </a:rPr>
              <a:t>random_state</a:t>
            </a:r>
            <a:r>
              <a:rPr lang="es-ES" dirty="0">
                <a:latin typeface="Consolas" panose="020B0609020204030204" pitchFamily="49" charset="0"/>
                <a:cs typeface="Courier New" panose="02070309020205020404" pitchFamily="49" charset="0"/>
              </a:rPr>
              <a:t> =</a:t>
            </a:r>
            <a:r>
              <a:rPr lang="es-ES" dirty="0">
                <a:solidFill>
                  <a:schemeClr val="accent6">
                    <a:lumMod val="75000"/>
                  </a:schemeClr>
                </a:solidFill>
                <a:latin typeface="Consolas" panose="020B0609020204030204" pitchFamily="49" charset="0"/>
                <a:cs typeface="Courier New" panose="02070309020205020404" pitchFamily="49" charset="0"/>
              </a:rPr>
              <a:t> 342</a:t>
            </a:r>
            <a:r>
              <a:rPr lang="es-ES" dirty="0">
                <a:latin typeface="Consolas" panose="020B0609020204030204" pitchFamily="49" charset="0"/>
                <a:cs typeface="Courier New" panose="02070309020205020404" pitchFamily="49" charset="0"/>
              </a:rPr>
              <a:t>)</a:t>
            </a:r>
          </a:p>
          <a:p>
            <a:r>
              <a:rPr lang="es-ES" dirty="0">
                <a:latin typeface="Consolas" panose="020B0609020204030204" pitchFamily="49" charset="0"/>
                <a:cs typeface="Courier New" panose="02070309020205020404" pitchFamily="49" charset="0"/>
              </a:rPr>
              <a:t>tree2_clf = </a:t>
            </a:r>
            <a:r>
              <a:rPr lang="es-ES" dirty="0" err="1">
                <a:latin typeface="Consolas" panose="020B0609020204030204" pitchFamily="49" charset="0"/>
                <a:cs typeface="Courier New" panose="02070309020205020404" pitchFamily="49" charset="0"/>
              </a:rPr>
              <a:t>tree.DecisionTreeClassifier</a:t>
            </a:r>
            <a:r>
              <a:rPr lang="es-ES" dirty="0">
                <a:latin typeface="Consolas" panose="020B0609020204030204" pitchFamily="49" charset="0"/>
                <a:cs typeface="Courier New" panose="02070309020205020404" pitchFamily="49" charset="0"/>
              </a:rPr>
              <a:t>(</a:t>
            </a:r>
            <a:r>
              <a:rPr lang="es-ES" dirty="0" err="1">
                <a:latin typeface="Consolas" panose="020B0609020204030204" pitchFamily="49" charset="0"/>
                <a:cs typeface="Courier New" panose="02070309020205020404" pitchFamily="49" charset="0"/>
              </a:rPr>
              <a:t>max_depth</a:t>
            </a:r>
            <a:r>
              <a:rPr lang="es-ES" dirty="0">
                <a:latin typeface="Consolas" panose="020B0609020204030204" pitchFamily="49" charset="0"/>
                <a:cs typeface="Courier New" panose="02070309020205020404" pitchFamily="49" charset="0"/>
              </a:rPr>
              <a:t>=</a:t>
            </a:r>
            <a:r>
              <a:rPr lang="es-ES" dirty="0">
                <a:solidFill>
                  <a:schemeClr val="accent6">
                    <a:lumMod val="75000"/>
                  </a:schemeClr>
                </a:solidFill>
                <a:latin typeface="Consolas" panose="020B0609020204030204" pitchFamily="49" charset="0"/>
                <a:cs typeface="Courier New" panose="02070309020205020404" pitchFamily="49" charset="0"/>
              </a:rPr>
              <a:t>2</a:t>
            </a:r>
            <a:r>
              <a:rPr lang="es-ES" dirty="0">
                <a:latin typeface="Consolas" panose="020B0609020204030204" pitchFamily="49" charset="0"/>
                <a:cs typeface="Courier New" panose="02070309020205020404" pitchFamily="49" charset="0"/>
              </a:rPr>
              <a:t>, </a:t>
            </a:r>
            <a:r>
              <a:rPr lang="es-ES" dirty="0" err="1">
                <a:latin typeface="Consolas" panose="020B0609020204030204" pitchFamily="49" charset="0"/>
                <a:cs typeface="Courier New" panose="02070309020205020404" pitchFamily="49" charset="0"/>
              </a:rPr>
              <a:t>random_state</a:t>
            </a:r>
            <a:r>
              <a:rPr lang="es-ES" dirty="0">
                <a:latin typeface="Consolas" panose="020B0609020204030204" pitchFamily="49" charset="0"/>
                <a:cs typeface="Courier New" panose="02070309020205020404" pitchFamily="49" charset="0"/>
              </a:rPr>
              <a:t> = </a:t>
            </a:r>
            <a:r>
              <a:rPr lang="es-ES" dirty="0">
                <a:solidFill>
                  <a:schemeClr val="accent6">
                    <a:lumMod val="75000"/>
                  </a:schemeClr>
                </a:solidFill>
                <a:latin typeface="Consolas" panose="020B0609020204030204" pitchFamily="49" charset="0"/>
                <a:cs typeface="Courier New" panose="02070309020205020404" pitchFamily="49" charset="0"/>
              </a:rPr>
              <a:t>342</a:t>
            </a:r>
            <a:r>
              <a:rPr lang="es-ES" dirty="0">
                <a:latin typeface="Consolas" panose="020B0609020204030204" pitchFamily="49" charset="0"/>
                <a:cs typeface="Courier New" panose="02070309020205020404" pitchFamily="49" charset="0"/>
              </a:rPr>
              <a:t>)</a:t>
            </a:r>
          </a:p>
        </p:txBody>
      </p:sp>
      <p:sp>
        <p:nvSpPr>
          <p:cNvPr id="3" name="CuadroTexto 2">
            <a:extLst>
              <a:ext uri="{FF2B5EF4-FFF2-40B4-BE49-F238E27FC236}">
                <a16:creationId xmlns:a16="http://schemas.microsoft.com/office/drawing/2014/main" id="{D13004F9-53F8-E553-0C7A-B6513D6EA4E0}"/>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4" name="CuadroTexto 3">
            <a:extLst>
              <a:ext uri="{FF2B5EF4-FFF2-40B4-BE49-F238E27FC236}">
                <a16:creationId xmlns:a16="http://schemas.microsoft.com/office/drawing/2014/main" id="{17A26A0B-F2B9-6D57-1B22-88B131620646}"/>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5" name="CuadroTexto 4">
            <a:extLst>
              <a:ext uri="{FF2B5EF4-FFF2-40B4-BE49-F238E27FC236}">
                <a16:creationId xmlns:a16="http://schemas.microsoft.com/office/drawing/2014/main" id="{3C65BC6B-716B-44E1-6DA8-A0601A6B04D7}"/>
              </a:ext>
            </a:extLst>
          </p:cNvPr>
          <p:cNvSpPr txBox="1"/>
          <p:nvPr/>
        </p:nvSpPr>
        <p:spPr>
          <a:xfrm>
            <a:off x="164744" y="619671"/>
            <a:ext cx="7446334" cy="400110"/>
          </a:xfrm>
          <a:prstGeom prst="rect">
            <a:avLst/>
          </a:prstGeom>
          <a:noFill/>
        </p:spPr>
        <p:txBody>
          <a:bodyPr wrap="none" rtlCol="0">
            <a:spAutoFit/>
          </a:bodyPr>
          <a:lstStyle/>
          <a:p>
            <a:r>
              <a:rPr lang="es-ES" sz="2000" b="1" dirty="0">
                <a:solidFill>
                  <a:schemeClr val="accent1">
                    <a:lumMod val="50000"/>
                  </a:schemeClr>
                </a:solidFill>
              </a:rPr>
              <a:t>Bosques de Decisión y  Aprendizaje Conjunto (Ensemble </a:t>
            </a:r>
            <a:r>
              <a:rPr lang="es-ES" sz="2000" b="1" dirty="0" err="1">
                <a:solidFill>
                  <a:schemeClr val="accent1">
                    <a:lumMod val="50000"/>
                  </a:schemeClr>
                </a:solidFill>
              </a:rPr>
              <a:t>Methods</a:t>
            </a:r>
            <a:r>
              <a:rPr lang="es-ES" sz="2000" b="1" dirty="0">
                <a:solidFill>
                  <a:schemeClr val="accent1">
                    <a:lumMod val="50000"/>
                  </a:schemeClr>
                </a:solidFill>
              </a:rPr>
              <a:t>) </a:t>
            </a:r>
          </a:p>
        </p:txBody>
      </p:sp>
    </p:spTree>
    <p:extLst>
      <p:ext uri="{BB962C8B-B14F-4D97-AF65-F5344CB8AC3E}">
        <p14:creationId xmlns:p14="http://schemas.microsoft.com/office/powerpoint/2010/main" val="232594711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uadroTexto 19">
            <a:extLst>
              <a:ext uri="{FF2B5EF4-FFF2-40B4-BE49-F238E27FC236}">
                <a16:creationId xmlns:a16="http://schemas.microsoft.com/office/drawing/2014/main" id="{FFBE959F-252C-D85A-47EE-364FC581884B}"/>
              </a:ext>
            </a:extLst>
          </p:cNvPr>
          <p:cNvSpPr txBox="1"/>
          <p:nvPr/>
        </p:nvSpPr>
        <p:spPr>
          <a:xfrm>
            <a:off x="98790" y="1803777"/>
            <a:ext cx="11491546" cy="369332"/>
          </a:xfrm>
          <a:prstGeom prst="rect">
            <a:avLst/>
          </a:prstGeom>
          <a:noFill/>
        </p:spPr>
        <p:txBody>
          <a:bodyPr wrap="square">
            <a:spAutoFit/>
          </a:bodyPr>
          <a:lstStyle/>
          <a:p>
            <a:r>
              <a:rPr lang="es-ES" dirty="0" err="1">
                <a:solidFill>
                  <a:schemeClr val="accent1">
                    <a:lumMod val="50000"/>
                  </a:schemeClr>
                </a:solidFill>
              </a:rPr>
              <a:t>Despues</a:t>
            </a:r>
            <a:r>
              <a:rPr lang="es-ES" dirty="0">
                <a:solidFill>
                  <a:schemeClr val="accent1">
                    <a:lumMod val="50000"/>
                  </a:schemeClr>
                </a:solidFill>
              </a:rPr>
              <a:t> de entrenar los clasificadores con el 60% de los datos evaluamos su precisión en el 40% restante de test.</a:t>
            </a:r>
          </a:p>
        </p:txBody>
      </p:sp>
      <p:sp>
        <p:nvSpPr>
          <p:cNvPr id="21" name="Rectangle 3">
            <a:extLst>
              <a:ext uri="{FF2B5EF4-FFF2-40B4-BE49-F238E27FC236}">
                <a16:creationId xmlns:a16="http://schemas.microsoft.com/office/drawing/2014/main" id="{37FE9343-D6F8-CDF7-5EF7-31ECD7ECF8F4}"/>
              </a:ext>
            </a:extLst>
          </p:cNvPr>
          <p:cNvSpPr>
            <a:spLocks noChangeArrowheads="1"/>
          </p:cNvSpPr>
          <p:nvPr/>
        </p:nvSpPr>
        <p:spPr bwMode="auto">
          <a:xfrm>
            <a:off x="4158537" y="3288228"/>
            <a:ext cx="3579506" cy="123110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err="1">
                <a:ln>
                  <a:noFill/>
                </a:ln>
                <a:solidFill>
                  <a:srgbClr val="000000"/>
                </a:solidFill>
                <a:effectLst/>
                <a:latin typeface="Courier New" panose="02070309020205020404" pitchFamily="49" charset="0"/>
              </a:rPr>
              <a:t>LogisticRegression</a:t>
            </a:r>
            <a:r>
              <a:rPr kumimoji="0" lang="es-ES" altLang="es-ES" sz="1600" b="0" i="0" u="none" strike="noStrike" cap="none" normalizeH="0" baseline="0" dirty="0">
                <a:ln>
                  <a:noFill/>
                </a:ln>
                <a:solidFill>
                  <a:srgbClr val="000000"/>
                </a:solidFill>
                <a:effectLst/>
                <a:latin typeface="Courier New" panose="02070309020205020404" pitchFamily="49" charset="0"/>
              </a:rPr>
              <a:t> 0.845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err="1">
                <a:ln>
                  <a:noFill/>
                </a:ln>
                <a:solidFill>
                  <a:srgbClr val="000000"/>
                </a:solidFill>
                <a:effectLst/>
                <a:latin typeface="Courier New" panose="02070309020205020404" pitchFamily="49" charset="0"/>
              </a:rPr>
              <a:t>RandomForestClassifier</a:t>
            </a:r>
            <a:r>
              <a:rPr kumimoji="0" lang="es-ES" altLang="es-ES" sz="1600" b="0" i="0" u="none" strike="noStrike" cap="none" normalizeH="0" baseline="0" dirty="0">
                <a:ln>
                  <a:noFill/>
                </a:ln>
                <a:solidFill>
                  <a:srgbClr val="000000"/>
                </a:solidFill>
                <a:effectLst/>
                <a:latin typeface="Courier New" panose="02070309020205020404" pitchFamily="49" charset="0"/>
              </a:rPr>
              <a:t> 0.96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000000"/>
                </a:solidFill>
                <a:effectLst/>
                <a:latin typeface="Courier New" panose="02070309020205020404" pitchFamily="49" charset="0"/>
              </a:rPr>
              <a:t>SVC 0.965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err="1">
                <a:ln>
                  <a:noFill/>
                </a:ln>
                <a:solidFill>
                  <a:srgbClr val="000000"/>
                </a:solidFill>
                <a:effectLst/>
                <a:latin typeface="Courier New" panose="02070309020205020404" pitchFamily="49" charset="0"/>
              </a:rPr>
              <a:t>DecisionTreeClassifier</a:t>
            </a:r>
            <a:r>
              <a:rPr kumimoji="0" lang="es-ES" altLang="es-ES" sz="1600" b="0" i="0" u="none" strike="noStrike" cap="none" normalizeH="0" baseline="0" dirty="0">
                <a:ln>
                  <a:noFill/>
                </a:ln>
                <a:solidFill>
                  <a:srgbClr val="000000"/>
                </a:solidFill>
                <a:effectLst/>
                <a:latin typeface="Courier New" panose="02070309020205020404" pitchFamily="49" charset="0"/>
              </a:rPr>
              <a:t> 0.885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err="1">
                <a:ln>
                  <a:noFill/>
                </a:ln>
                <a:solidFill>
                  <a:srgbClr val="000000"/>
                </a:solidFill>
                <a:effectLst/>
                <a:latin typeface="Courier New" panose="02070309020205020404" pitchFamily="49" charset="0"/>
              </a:rPr>
              <a:t>DecisionTreeClassifier</a:t>
            </a:r>
            <a:r>
              <a:rPr kumimoji="0" lang="es-ES" altLang="es-ES" sz="1600" b="0" i="0" u="none" strike="noStrike" cap="none" normalizeH="0" baseline="0" dirty="0">
                <a:ln>
                  <a:noFill/>
                </a:ln>
                <a:solidFill>
                  <a:srgbClr val="000000"/>
                </a:solidFill>
                <a:effectLst/>
                <a:latin typeface="Courier New" panose="02070309020205020404" pitchFamily="49" charset="0"/>
              </a:rPr>
              <a:t> 0.89</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
        <p:nvSpPr>
          <p:cNvPr id="3" name="Flecha: a la derecha 2">
            <a:extLst>
              <a:ext uri="{FF2B5EF4-FFF2-40B4-BE49-F238E27FC236}">
                <a16:creationId xmlns:a16="http://schemas.microsoft.com/office/drawing/2014/main" id="{6B604825-9B4D-96B1-09FA-4D06FF2FB2B4}"/>
              </a:ext>
            </a:extLst>
          </p:cNvPr>
          <p:cNvSpPr/>
          <p:nvPr/>
        </p:nvSpPr>
        <p:spPr>
          <a:xfrm rot="19326119" flipH="1">
            <a:off x="2060688" y="3550176"/>
            <a:ext cx="1980000" cy="648000"/>
          </a:xfrm>
          <a:prstGeom prst="rightArrow">
            <a:avLst/>
          </a:prstGeom>
          <a:solidFill>
            <a:schemeClr val="accent1">
              <a:lumMod val="20000"/>
              <a:lumOff val="80000"/>
              <a:alpha val="57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err="1">
                <a:solidFill>
                  <a:schemeClr val="tx1"/>
                </a:solidFill>
                <a:latin typeface="Courier New" panose="02070309020205020404" pitchFamily="49" charset="0"/>
                <a:cs typeface="Courier New" panose="02070309020205020404" pitchFamily="49" charset="0"/>
              </a:rPr>
              <a:t>voting</a:t>
            </a:r>
            <a:r>
              <a:rPr lang="es-ES" sz="1600" dirty="0">
                <a:solidFill>
                  <a:schemeClr val="tx1"/>
                </a:solidFill>
                <a:latin typeface="Courier New" panose="02070309020205020404" pitchFamily="49" charset="0"/>
                <a:cs typeface="Courier New" panose="02070309020205020404" pitchFamily="49" charset="0"/>
              </a:rPr>
              <a:t>=</a:t>
            </a:r>
            <a:r>
              <a:rPr lang="es-ES" sz="1600" b="1" dirty="0">
                <a:solidFill>
                  <a:srgbClr val="A0453E"/>
                </a:solidFill>
                <a:latin typeface="Courier New" panose="02070309020205020404" pitchFamily="49" charset="0"/>
                <a:cs typeface="Courier New" panose="02070309020205020404" pitchFamily="49" charset="0"/>
              </a:rPr>
              <a:t>'</a:t>
            </a:r>
            <a:r>
              <a:rPr lang="es-ES" sz="1600" b="1" dirty="0" err="1">
                <a:solidFill>
                  <a:srgbClr val="A0453E"/>
                </a:solidFill>
                <a:latin typeface="Courier New" panose="02070309020205020404" pitchFamily="49" charset="0"/>
                <a:cs typeface="Courier New" panose="02070309020205020404" pitchFamily="49" charset="0"/>
              </a:rPr>
              <a:t>hard</a:t>
            </a:r>
            <a:r>
              <a:rPr lang="es-ES" sz="1600" b="1" dirty="0">
                <a:solidFill>
                  <a:srgbClr val="A0453E"/>
                </a:solidFill>
                <a:latin typeface="Courier New" panose="02070309020205020404" pitchFamily="49" charset="0"/>
                <a:cs typeface="Courier New" panose="02070309020205020404" pitchFamily="49" charset="0"/>
              </a:rPr>
              <a:t>'</a:t>
            </a:r>
            <a:endParaRPr lang="es-ES" sz="1600" dirty="0">
              <a:solidFill>
                <a:srgbClr val="A0453E"/>
              </a:solidFill>
            </a:endParaRPr>
          </a:p>
        </p:txBody>
      </p:sp>
      <p:sp>
        <p:nvSpPr>
          <p:cNvPr id="5" name="Rectangle 1">
            <a:extLst>
              <a:ext uri="{FF2B5EF4-FFF2-40B4-BE49-F238E27FC236}">
                <a16:creationId xmlns:a16="http://schemas.microsoft.com/office/drawing/2014/main" id="{C70FDDD2-153C-1648-486D-1025F0243937}"/>
              </a:ext>
            </a:extLst>
          </p:cNvPr>
          <p:cNvSpPr>
            <a:spLocks noChangeArrowheads="1"/>
          </p:cNvSpPr>
          <p:nvPr/>
        </p:nvSpPr>
        <p:spPr bwMode="auto">
          <a:xfrm>
            <a:off x="995486" y="4716000"/>
            <a:ext cx="2950502" cy="2880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1" i="0" u="none" strike="noStrike" cap="none" normalizeH="0" baseline="0" dirty="0" err="1">
                <a:ln>
                  <a:noFill/>
                </a:ln>
                <a:solidFill>
                  <a:srgbClr val="000000"/>
                </a:solidFill>
                <a:effectLst/>
                <a:latin typeface="Courier New" panose="02070309020205020404" pitchFamily="49" charset="0"/>
              </a:rPr>
              <a:t>VotingClassifier</a:t>
            </a:r>
            <a:r>
              <a:rPr kumimoji="0" lang="es-ES" altLang="es-ES" sz="1600" b="0" i="0" u="none" strike="noStrike" cap="none" normalizeH="0" baseline="0" dirty="0">
                <a:ln>
                  <a:noFill/>
                </a:ln>
                <a:solidFill>
                  <a:srgbClr val="000000"/>
                </a:solidFill>
                <a:effectLst/>
                <a:latin typeface="Courier New" panose="02070309020205020404" pitchFamily="49" charset="0"/>
              </a:rPr>
              <a:t> </a:t>
            </a:r>
            <a:r>
              <a:rPr kumimoji="0" lang="es-ES" altLang="es-ES" sz="1600" b="1" i="0" u="none" strike="noStrike" cap="none" normalizeH="0" baseline="0" dirty="0">
                <a:ln>
                  <a:noFill/>
                </a:ln>
                <a:solidFill>
                  <a:schemeClr val="accent6">
                    <a:lumMod val="50000"/>
                  </a:schemeClr>
                </a:solidFill>
                <a:effectLst/>
                <a:latin typeface="Courier New" panose="02070309020205020404" pitchFamily="49" charset="0"/>
              </a:rPr>
              <a:t>0.895</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
        <p:nvSpPr>
          <p:cNvPr id="7" name="CuadroTexto 6">
            <a:extLst>
              <a:ext uri="{FF2B5EF4-FFF2-40B4-BE49-F238E27FC236}">
                <a16:creationId xmlns:a16="http://schemas.microsoft.com/office/drawing/2014/main" id="{9B51C701-A927-27D3-BD50-1B13DA080454}"/>
              </a:ext>
            </a:extLst>
          </p:cNvPr>
          <p:cNvSpPr txBox="1"/>
          <p:nvPr/>
        </p:nvSpPr>
        <p:spPr>
          <a:xfrm>
            <a:off x="281468" y="2256081"/>
            <a:ext cx="11676069" cy="830997"/>
          </a:xfrm>
          <a:prstGeom prst="rect">
            <a:avLst/>
          </a:prstGeom>
          <a:noFill/>
        </p:spPr>
        <p:txBody>
          <a:bodyPr wrap="square">
            <a:spAutoFit/>
          </a:bodyPr>
          <a:lstStyle/>
          <a:p>
            <a:r>
              <a:rPr lang="es-ES" sz="1600" dirty="0" err="1">
                <a:latin typeface="Courier New" panose="02070309020205020404" pitchFamily="49" charset="0"/>
                <a:cs typeface="Courier New" panose="02070309020205020404" pitchFamily="49" charset="0"/>
              </a:rPr>
              <a:t>voting_clf</a:t>
            </a:r>
            <a:r>
              <a:rPr lang="es-ES" sz="1600" dirty="0">
                <a:latin typeface="Courier New" panose="02070309020205020404" pitchFamily="49" charset="0"/>
                <a:cs typeface="Courier New" panose="02070309020205020404" pitchFamily="49" charset="0"/>
              </a:rPr>
              <a:t> = </a:t>
            </a:r>
            <a:r>
              <a:rPr lang="es-ES" sz="1600" dirty="0" err="1">
                <a:latin typeface="Courier New" panose="02070309020205020404" pitchFamily="49" charset="0"/>
                <a:cs typeface="Courier New" panose="02070309020205020404" pitchFamily="49" charset="0"/>
              </a:rPr>
              <a:t>VotingClassifier</a:t>
            </a:r>
            <a:r>
              <a:rPr lang="es-ES" sz="1600" dirty="0">
                <a:latin typeface="Courier New" panose="02070309020205020404" pitchFamily="49" charset="0"/>
                <a:cs typeface="Courier New" panose="02070309020205020404" pitchFamily="49" charset="0"/>
              </a:rPr>
              <a:t>(</a:t>
            </a:r>
          </a:p>
          <a:p>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estimators</a:t>
            </a:r>
            <a:r>
              <a:rPr lang="es-ES" sz="1600" dirty="0">
                <a:latin typeface="Courier New" panose="02070309020205020404" pitchFamily="49" charset="0"/>
                <a:cs typeface="Courier New" panose="02070309020205020404" pitchFamily="49" charset="0"/>
              </a:rPr>
              <a:t>=[(</a:t>
            </a:r>
            <a:r>
              <a:rPr lang="es-ES" sz="1600" b="1" dirty="0">
                <a:solidFill>
                  <a:srgbClr val="A0453E"/>
                </a:solidFill>
                <a:latin typeface="Courier New" panose="02070309020205020404" pitchFamily="49" charset="0"/>
                <a:cs typeface="Courier New" panose="02070309020205020404" pitchFamily="49" charset="0"/>
              </a:rPr>
              <a:t>'</a:t>
            </a:r>
            <a:r>
              <a:rPr lang="es-ES" sz="1600" b="1" dirty="0" err="1">
                <a:solidFill>
                  <a:srgbClr val="A0453E"/>
                </a:solidFill>
                <a:latin typeface="Courier New" panose="02070309020205020404" pitchFamily="49" charset="0"/>
                <a:cs typeface="Courier New" panose="02070309020205020404" pitchFamily="49" charset="0"/>
              </a:rPr>
              <a:t>lr</a:t>
            </a:r>
            <a:r>
              <a:rPr lang="es-ES" sz="1600" b="1" dirty="0">
                <a:solidFill>
                  <a:srgbClr val="A0453E"/>
                </a:solidFill>
                <a:latin typeface="Courier New" panose="02070309020205020404" pitchFamily="49" charset="0"/>
                <a:cs typeface="Courier New" panose="02070309020205020404" pitchFamily="49" charset="0"/>
              </a:rPr>
              <a:t>'</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log_clf</a:t>
            </a:r>
            <a:r>
              <a:rPr lang="es-ES" sz="1600" dirty="0">
                <a:latin typeface="Courier New" panose="02070309020205020404" pitchFamily="49" charset="0"/>
                <a:cs typeface="Courier New" panose="02070309020205020404" pitchFamily="49" charset="0"/>
              </a:rPr>
              <a:t>),(</a:t>
            </a:r>
            <a:r>
              <a:rPr lang="es-ES" sz="1600" b="1" dirty="0">
                <a:solidFill>
                  <a:srgbClr val="A0453E"/>
                </a:solidFill>
                <a:latin typeface="Courier New" panose="02070309020205020404" pitchFamily="49" charset="0"/>
                <a:cs typeface="Courier New" panose="02070309020205020404" pitchFamily="49" charset="0"/>
              </a:rPr>
              <a:t>'</a:t>
            </a:r>
            <a:r>
              <a:rPr lang="es-ES" sz="1600" b="1" dirty="0" err="1">
                <a:solidFill>
                  <a:srgbClr val="A0453E"/>
                </a:solidFill>
                <a:latin typeface="Courier New" panose="02070309020205020404" pitchFamily="49" charset="0"/>
                <a:cs typeface="Courier New" panose="02070309020205020404" pitchFamily="49" charset="0"/>
              </a:rPr>
              <a:t>rf</a:t>
            </a:r>
            <a:r>
              <a:rPr lang="es-ES" sz="1600" b="1" dirty="0">
                <a:solidFill>
                  <a:srgbClr val="A0453E"/>
                </a:solidFill>
                <a:latin typeface="Courier New" panose="02070309020205020404" pitchFamily="49" charset="0"/>
                <a:cs typeface="Courier New" panose="02070309020205020404" pitchFamily="49" charset="0"/>
              </a:rPr>
              <a:t>'</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rnd_clf</a:t>
            </a:r>
            <a:r>
              <a:rPr lang="es-ES" sz="1600" dirty="0">
                <a:latin typeface="Courier New" panose="02070309020205020404" pitchFamily="49" charset="0"/>
                <a:cs typeface="Courier New" panose="02070309020205020404" pitchFamily="49" charset="0"/>
              </a:rPr>
              <a:t>),(</a:t>
            </a:r>
            <a:r>
              <a:rPr lang="es-ES" sz="1600" b="1" dirty="0">
                <a:solidFill>
                  <a:srgbClr val="A0453E"/>
                </a:solidFill>
                <a:latin typeface="Courier New" panose="02070309020205020404" pitchFamily="49" charset="0"/>
                <a:cs typeface="Courier New" panose="02070309020205020404" pitchFamily="49" charset="0"/>
              </a:rPr>
              <a:t>'</a:t>
            </a:r>
            <a:r>
              <a:rPr lang="es-ES" sz="1600" b="1" dirty="0" err="1">
                <a:solidFill>
                  <a:srgbClr val="A0453E"/>
                </a:solidFill>
                <a:latin typeface="Courier New" panose="02070309020205020404" pitchFamily="49" charset="0"/>
                <a:cs typeface="Courier New" panose="02070309020205020404" pitchFamily="49" charset="0"/>
              </a:rPr>
              <a:t>svc</a:t>
            </a:r>
            <a:r>
              <a:rPr lang="es-ES" sz="1600" b="1" dirty="0">
                <a:solidFill>
                  <a:srgbClr val="A0453E"/>
                </a:solidFill>
                <a:latin typeface="Courier New" panose="02070309020205020404" pitchFamily="49" charset="0"/>
                <a:cs typeface="Courier New" panose="02070309020205020404" pitchFamily="49" charset="0"/>
              </a:rPr>
              <a:t>'</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svm_clf</a:t>
            </a:r>
            <a:r>
              <a:rPr lang="es-ES" sz="1600" dirty="0">
                <a:latin typeface="Courier New" panose="02070309020205020404" pitchFamily="49" charset="0"/>
                <a:cs typeface="Courier New" panose="02070309020205020404" pitchFamily="49" charset="0"/>
              </a:rPr>
              <a:t>),(</a:t>
            </a:r>
            <a:r>
              <a:rPr lang="es-ES" sz="1600" b="1" dirty="0">
                <a:solidFill>
                  <a:srgbClr val="A0453E"/>
                </a:solidFill>
                <a:latin typeface="Courier New" panose="02070309020205020404" pitchFamily="49" charset="0"/>
                <a:cs typeface="Courier New" panose="02070309020205020404" pitchFamily="49" charset="0"/>
              </a:rPr>
              <a:t>'tree1'</a:t>
            </a:r>
            <a:r>
              <a:rPr lang="es-ES" sz="1600" dirty="0">
                <a:latin typeface="Courier New" panose="02070309020205020404" pitchFamily="49" charset="0"/>
                <a:cs typeface="Courier New" panose="02070309020205020404" pitchFamily="49" charset="0"/>
              </a:rPr>
              <a:t>, tree1_clf), </a:t>
            </a:r>
          </a:p>
          <a:p>
            <a:r>
              <a:rPr lang="es-ES" sz="1600" dirty="0">
                <a:latin typeface="Courier New" panose="02070309020205020404" pitchFamily="49" charset="0"/>
                <a:cs typeface="Courier New" panose="02070309020205020404" pitchFamily="49" charset="0"/>
              </a:rPr>
              <a:t>                (</a:t>
            </a:r>
            <a:r>
              <a:rPr lang="es-ES" sz="1600" b="1" dirty="0">
                <a:solidFill>
                  <a:srgbClr val="A0453E"/>
                </a:solidFill>
                <a:latin typeface="Courier New" panose="02070309020205020404" pitchFamily="49" charset="0"/>
                <a:cs typeface="Courier New" panose="02070309020205020404" pitchFamily="49" charset="0"/>
              </a:rPr>
              <a:t>'tree2'</a:t>
            </a:r>
            <a:r>
              <a:rPr lang="es-ES" sz="1600" dirty="0">
                <a:latin typeface="Courier New" panose="02070309020205020404" pitchFamily="49" charset="0"/>
                <a:cs typeface="Courier New" panose="02070309020205020404" pitchFamily="49" charset="0"/>
              </a:rPr>
              <a:t>, tree2_clf)], </a:t>
            </a:r>
            <a:r>
              <a:rPr lang="es-ES" sz="1600" dirty="0" err="1">
                <a:latin typeface="Courier New" panose="02070309020205020404" pitchFamily="49" charset="0"/>
                <a:cs typeface="Courier New" panose="02070309020205020404" pitchFamily="49" charset="0"/>
              </a:rPr>
              <a:t>voting</a:t>
            </a:r>
            <a:r>
              <a:rPr lang="es-ES" sz="1600" dirty="0">
                <a:latin typeface="Courier New" panose="02070309020205020404" pitchFamily="49" charset="0"/>
                <a:cs typeface="Courier New" panose="02070309020205020404" pitchFamily="49" charset="0"/>
              </a:rPr>
              <a:t>=</a:t>
            </a:r>
            <a:r>
              <a:rPr lang="es-ES" sz="1600" b="1" dirty="0">
                <a:solidFill>
                  <a:srgbClr val="A0453E"/>
                </a:solidFill>
                <a:latin typeface="Courier New" panose="02070309020205020404" pitchFamily="49" charset="0"/>
                <a:cs typeface="Courier New" panose="02070309020205020404" pitchFamily="49" charset="0"/>
              </a:rPr>
              <a:t>*****</a:t>
            </a:r>
            <a:r>
              <a:rPr lang="es-ES" sz="1600" dirty="0">
                <a:latin typeface="Courier New" panose="02070309020205020404" pitchFamily="49" charset="0"/>
                <a:cs typeface="Courier New" panose="02070309020205020404" pitchFamily="49" charset="0"/>
              </a:rPr>
              <a:t>)</a:t>
            </a:r>
          </a:p>
        </p:txBody>
      </p:sp>
      <p:sp>
        <p:nvSpPr>
          <p:cNvPr id="8" name="Flecha: a la derecha 7">
            <a:extLst>
              <a:ext uri="{FF2B5EF4-FFF2-40B4-BE49-F238E27FC236}">
                <a16:creationId xmlns:a16="http://schemas.microsoft.com/office/drawing/2014/main" id="{1E303BE2-488E-9291-C8AE-943F9EAB5DF5}"/>
              </a:ext>
            </a:extLst>
          </p:cNvPr>
          <p:cNvSpPr/>
          <p:nvPr/>
        </p:nvSpPr>
        <p:spPr>
          <a:xfrm rot="2260855">
            <a:off x="8149981" y="3550788"/>
            <a:ext cx="1980000" cy="648000"/>
          </a:xfrm>
          <a:prstGeom prst="rightArrow">
            <a:avLst/>
          </a:prstGeom>
          <a:solidFill>
            <a:schemeClr val="accent1">
              <a:lumMod val="20000"/>
              <a:lumOff val="80000"/>
              <a:alpha val="57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dirty="0" err="1">
                <a:solidFill>
                  <a:schemeClr val="tx1"/>
                </a:solidFill>
                <a:latin typeface="Courier New" panose="02070309020205020404" pitchFamily="49" charset="0"/>
                <a:cs typeface="Courier New" panose="02070309020205020404" pitchFamily="49" charset="0"/>
              </a:rPr>
              <a:t>voting</a:t>
            </a:r>
            <a:r>
              <a:rPr lang="es-ES" sz="1600" dirty="0">
                <a:solidFill>
                  <a:schemeClr val="tx1"/>
                </a:solidFill>
                <a:latin typeface="Courier New" panose="02070309020205020404" pitchFamily="49" charset="0"/>
                <a:cs typeface="Courier New" panose="02070309020205020404" pitchFamily="49" charset="0"/>
              </a:rPr>
              <a:t>=</a:t>
            </a:r>
            <a:r>
              <a:rPr lang="es-ES" sz="1600" b="1" dirty="0">
                <a:solidFill>
                  <a:srgbClr val="A0453E"/>
                </a:solidFill>
                <a:latin typeface="Courier New" panose="02070309020205020404" pitchFamily="49" charset="0"/>
                <a:cs typeface="Courier New" panose="02070309020205020404" pitchFamily="49" charset="0"/>
              </a:rPr>
              <a:t>‘</a:t>
            </a:r>
            <a:r>
              <a:rPr lang="es-ES" sz="1600" b="1" dirty="0" err="1">
                <a:solidFill>
                  <a:srgbClr val="A0453E"/>
                </a:solidFill>
                <a:latin typeface="Courier New" panose="02070309020205020404" pitchFamily="49" charset="0"/>
                <a:cs typeface="Courier New" panose="02070309020205020404" pitchFamily="49" charset="0"/>
              </a:rPr>
              <a:t>soft</a:t>
            </a:r>
            <a:r>
              <a:rPr lang="es-ES" sz="1600" b="1" dirty="0">
                <a:solidFill>
                  <a:srgbClr val="A0453E"/>
                </a:solidFill>
                <a:latin typeface="Courier New" panose="02070309020205020404" pitchFamily="49" charset="0"/>
                <a:cs typeface="Courier New" panose="02070309020205020404" pitchFamily="49" charset="0"/>
              </a:rPr>
              <a:t>'</a:t>
            </a:r>
            <a:endParaRPr lang="es-ES" sz="1600" dirty="0">
              <a:solidFill>
                <a:srgbClr val="A0453E"/>
              </a:solidFill>
            </a:endParaRPr>
          </a:p>
        </p:txBody>
      </p:sp>
      <p:sp>
        <p:nvSpPr>
          <p:cNvPr id="11" name="Rectangle 1">
            <a:extLst>
              <a:ext uri="{FF2B5EF4-FFF2-40B4-BE49-F238E27FC236}">
                <a16:creationId xmlns:a16="http://schemas.microsoft.com/office/drawing/2014/main" id="{FCA61278-8F1A-9EB2-A0DF-BE7C51D44C4B}"/>
              </a:ext>
            </a:extLst>
          </p:cNvPr>
          <p:cNvSpPr>
            <a:spLocks noChangeArrowheads="1"/>
          </p:cNvSpPr>
          <p:nvPr/>
        </p:nvSpPr>
        <p:spPr bwMode="auto">
          <a:xfrm>
            <a:off x="8413849" y="4716000"/>
            <a:ext cx="2950502" cy="2880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1" i="0" u="none" strike="noStrike" cap="none" normalizeH="0" baseline="0" dirty="0" err="1">
                <a:ln>
                  <a:noFill/>
                </a:ln>
                <a:solidFill>
                  <a:srgbClr val="000000"/>
                </a:solidFill>
                <a:effectLst/>
                <a:latin typeface="Courier New" panose="02070309020205020404" pitchFamily="49" charset="0"/>
              </a:rPr>
              <a:t>VotingClassifier</a:t>
            </a:r>
            <a:r>
              <a:rPr kumimoji="0" lang="es-ES" altLang="es-ES" sz="1600" b="0" i="0" u="none" strike="noStrike" cap="none" normalizeH="0" baseline="0" dirty="0">
                <a:ln>
                  <a:noFill/>
                </a:ln>
                <a:solidFill>
                  <a:srgbClr val="000000"/>
                </a:solidFill>
                <a:effectLst/>
                <a:latin typeface="Courier New" panose="02070309020205020404" pitchFamily="49" charset="0"/>
              </a:rPr>
              <a:t> </a:t>
            </a:r>
            <a:r>
              <a:rPr kumimoji="0" lang="es-ES" altLang="es-ES" sz="1600" b="1" i="0" u="none" strike="noStrike" cap="none" normalizeH="0" baseline="0" dirty="0">
                <a:ln>
                  <a:noFill/>
                </a:ln>
                <a:solidFill>
                  <a:schemeClr val="accent6">
                    <a:lumMod val="50000"/>
                  </a:schemeClr>
                </a:solidFill>
                <a:effectLst/>
                <a:latin typeface="Courier New" panose="02070309020205020404" pitchFamily="49" charset="0"/>
              </a:rPr>
              <a:t>0.90</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
        <p:nvSpPr>
          <p:cNvPr id="13" name="CuadroTexto 12">
            <a:extLst>
              <a:ext uri="{FF2B5EF4-FFF2-40B4-BE49-F238E27FC236}">
                <a16:creationId xmlns:a16="http://schemas.microsoft.com/office/drawing/2014/main" id="{D188A041-C6D8-40A9-C33D-AB629561047E}"/>
              </a:ext>
            </a:extLst>
          </p:cNvPr>
          <p:cNvSpPr txBox="1"/>
          <p:nvPr/>
        </p:nvSpPr>
        <p:spPr>
          <a:xfrm>
            <a:off x="59365" y="5103674"/>
            <a:ext cx="5785198" cy="1754326"/>
          </a:xfrm>
          <a:prstGeom prst="rect">
            <a:avLst/>
          </a:prstGeom>
          <a:noFill/>
        </p:spPr>
        <p:txBody>
          <a:bodyPr wrap="square">
            <a:spAutoFit/>
          </a:bodyPr>
          <a:lstStyle/>
          <a:p>
            <a:endParaRPr lang="es-ES" dirty="0"/>
          </a:p>
          <a:p>
            <a:pPr rtl="0">
              <a:buFont typeface="Arial" panose="020B0604020202020204" pitchFamily="34" charset="0"/>
              <a:buChar char="•"/>
            </a:pPr>
            <a:r>
              <a:rPr lang="es-ES" dirty="0">
                <a:effectLst/>
              </a:rPr>
              <a:t> </a:t>
            </a:r>
            <a:r>
              <a:rPr lang="es-ES" dirty="0">
                <a:solidFill>
                  <a:schemeClr val="accent1">
                    <a:lumMod val="50000"/>
                  </a:schemeClr>
                </a:solidFill>
                <a:effectLst/>
              </a:rPr>
              <a:t>Más simple y rápida de implementar.</a:t>
            </a:r>
          </a:p>
          <a:p>
            <a:pPr rtl="0">
              <a:buFont typeface="Arial" panose="020B0604020202020204" pitchFamily="34" charset="0"/>
              <a:buChar char="•"/>
            </a:pPr>
            <a:r>
              <a:rPr lang="es-ES" dirty="0">
                <a:solidFill>
                  <a:schemeClr val="accent1">
                    <a:lumMod val="50000"/>
                  </a:schemeClr>
                </a:solidFill>
                <a:effectLst/>
              </a:rPr>
              <a:t> Menos sensible a valores atípicos en las predicciones de árboles individuales.</a:t>
            </a:r>
          </a:p>
          <a:p>
            <a:pPr rtl="0">
              <a:buFont typeface="Arial" panose="020B0604020202020204" pitchFamily="34" charset="0"/>
              <a:buChar char="•"/>
            </a:pPr>
            <a:r>
              <a:rPr lang="es-ES" dirty="0">
                <a:solidFill>
                  <a:schemeClr val="accent1">
                    <a:lumMod val="50000"/>
                  </a:schemeClr>
                </a:solidFill>
                <a:effectLst/>
              </a:rPr>
              <a:t> Puede que no aproveche toda la información disponible del conjunto (ignora las probabilidades de clase).</a:t>
            </a:r>
          </a:p>
        </p:txBody>
      </p:sp>
      <p:sp>
        <p:nvSpPr>
          <p:cNvPr id="15" name="CuadroTexto 14">
            <a:extLst>
              <a:ext uri="{FF2B5EF4-FFF2-40B4-BE49-F238E27FC236}">
                <a16:creationId xmlns:a16="http://schemas.microsoft.com/office/drawing/2014/main" id="{F08BECF3-8514-0F6A-989F-A6FCC72824D3}"/>
              </a:ext>
            </a:extLst>
          </p:cNvPr>
          <p:cNvSpPr txBox="1"/>
          <p:nvPr/>
        </p:nvSpPr>
        <p:spPr>
          <a:xfrm>
            <a:off x="6096000" y="5103674"/>
            <a:ext cx="6163992" cy="1754326"/>
          </a:xfrm>
          <a:prstGeom prst="rect">
            <a:avLst/>
          </a:prstGeom>
          <a:noFill/>
        </p:spPr>
        <p:txBody>
          <a:bodyPr wrap="square">
            <a:spAutoFit/>
          </a:bodyPr>
          <a:lstStyle/>
          <a:p>
            <a:pPr rtl="0">
              <a:buFont typeface="Arial" panose="020B0604020202020204" pitchFamily="34" charset="0"/>
              <a:buChar char="•"/>
            </a:pPr>
            <a:r>
              <a:rPr lang="es-ES" dirty="0">
                <a:effectLst/>
              </a:rPr>
              <a:t> </a:t>
            </a:r>
            <a:r>
              <a:rPr lang="es-ES" dirty="0">
                <a:solidFill>
                  <a:schemeClr val="accent1">
                    <a:lumMod val="50000"/>
                  </a:schemeClr>
                </a:solidFill>
                <a:effectLst/>
              </a:rPr>
              <a:t>Puede mejorar potencialmente la precisión al considerar las probabilidades de clase de cada estimador.</a:t>
            </a:r>
          </a:p>
          <a:p>
            <a:pPr rtl="0">
              <a:buFont typeface="Arial" panose="020B0604020202020204" pitchFamily="34" charset="0"/>
              <a:buChar char="•"/>
            </a:pPr>
            <a:r>
              <a:rPr lang="es-ES" dirty="0">
                <a:solidFill>
                  <a:schemeClr val="accent1">
                    <a:lumMod val="50000"/>
                  </a:schemeClr>
                </a:solidFill>
                <a:effectLst/>
              </a:rPr>
              <a:t> Más sensible a valores atípicos en las predicciones de árboles individuales.</a:t>
            </a:r>
          </a:p>
          <a:p>
            <a:pPr rtl="0">
              <a:buFont typeface="Arial" panose="020B0604020202020204" pitchFamily="34" charset="0"/>
              <a:buChar char="•"/>
            </a:pPr>
            <a:r>
              <a:rPr lang="es-ES" dirty="0">
                <a:solidFill>
                  <a:schemeClr val="accent1">
                    <a:lumMod val="50000"/>
                  </a:schemeClr>
                </a:solidFill>
                <a:effectLst/>
              </a:rPr>
              <a:t> Requiere pasos adicionales para calcular y promediar las probabilidades.</a:t>
            </a:r>
          </a:p>
        </p:txBody>
      </p:sp>
      <p:sp>
        <p:nvSpPr>
          <p:cNvPr id="6" name="CuadroTexto 5">
            <a:extLst>
              <a:ext uri="{FF2B5EF4-FFF2-40B4-BE49-F238E27FC236}">
                <a16:creationId xmlns:a16="http://schemas.microsoft.com/office/drawing/2014/main" id="{3292D5FE-E18E-3E84-E28D-A7D88B720133}"/>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9" name="CuadroTexto 8">
            <a:extLst>
              <a:ext uri="{FF2B5EF4-FFF2-40B4-BE49-F238E27FC236}">
                <a16:creationId xmlns:a16="http://schemas.microsoft.com/office/drawing/2014/main" id="{A813B041-7B08-5A0B-0251-9966C84A421B}"/>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12" name="CuadroTexto 11">
            <a:extLst>
              <a:ext uri="{FF2B5EF4-FFF2-40B4-BE49-F238E27FC236}">
                <a16:creationId xmlns:a16="http://schemas.microsoft.com/office/drawing/2014/main" id="{BEB82E01-E913-F4FD-3E7D-DD2CCF0685FA}"/>
              </a:ext>
            </a:extLst>
          </p:cNvPr>
          <p:cNvSpPr txBox="1"/>
          <p:nvPr/>
        </p:nvSpPr>
        <p:spPr>
          <a:xfrm>
            <a:off x="164744" y="619671"/>
            <a:ext cx="7388626" cy="400110"/>
          </a:xfrm>
          <a:prstGeom prst="rect">
            <a:avLst/>
          </a:prstGeom>
          <a:noFill/>
        </p:spPr>
        <p:txBody>
          <a:bodyPr wrap="none" rtlCol="0">
            <a:spAutoFit/>
          </a:bodyPr>
          <a:lstStyle/>
          <a:p>
            <a:r>
              <a:rPr lang="es-ES" sz="2000" b="1" dirty="0">
                <a:solidFill>
                  <a:schemeClr val="accent1">
                    <a:lumMod val="50000"/>
                  </a:schemeClr>
                </a:solidFill>
              </a:rPr>
              <a:t>Bosques de Decisión y  Aprendizaje Conjunto (Ensemble </a:t>
            </a:r>
            <a:r>
              <a:rPr lang="es-ES" sz="2000" b="1" dirty="0" err="1">
                <a:solidFill>
                  <a:schemeClr val="accent1">
                    <a:lumMod val="50000"/>
                  </a:schemeClr>
                </a:solidFill>
              </a:rPr>
              <a:t>Methods</a:t>
            </a:r>
            <a:r>
              <a:rPr lang="es-ES" sz="2000" b="1" dirty="0">
                <a:solidFill>
                  <a:schemeClr val="accent1">
                    <a:lumMod val="50000"/>
                  </a:schemeClr>
                </a:solidFill>
              </a:rPr>
              <a:t>) </a:t>
            </a:r>
          </a:p>
        </p:txBody>
      </p:sp>
      <p:sp>
        <p:nvSpPr>
          <p:cNvPr id="14" name="CuadroTexto 13">
            <a:extLst>
              <a:ext uri="{FF2B5EF4-FFF2-40B4-BE49-F238E27FC236}">
                <a16:creationId xmlns:a16="http://schemas.microsoft.com/office/drawing/2014/main" id="{EAA69F19-3942-6971-B11A-7277219E777E}"/>
              </a:ext>
            </a:extLst>
          </p:cNvPr>
          <p:cNvSpPr txBox="1"/>
          <p:nvPr/>
        </p:nvSpPr>
        <p:spPr>
          <a:xfrm>
            <a:off x="671513" y="1272038"/>
            <a:ext cx="6404425" cy="400110"/>
          </a:xfrm>
          <a:prstGeom prst="rect">
            <a:avLst/>
          </a:prstGeom>
          <a:noFill/>
        </p:spPr>
        <p:txBody>
          <a:bodyPr wrap="square" rtlCol="0">
            <a:spAutoFit/>
          </a:bodyPr>
          <a:lstStyle/>
          <a:p>
            <a:r>
              <a:rPr lang="es-ES" sz="2000" dirty="0">
                <a:solidFill>
                  <a:schemeClr val="accent1">
                    <a:lumMod val="50000"/>
                  </a:schemeClr>
                </a:solidFill>
              </a:rPr>
              <a:t>Efecto de </a:t>
            </a:r>
            <a:r>
              <a:rPr lang="es-ES" sz="2000" b="1" dirty="0" err="1">
                <a:solidFill>
                  <a:schemeClr val="accent1">
                    <a:lumMod val="50000"/>
                  </a:schemeClr>
                </a:solidFill>
              </a:rPr>
              <a:t>Hard-Voting</a:t>
            </a:r>
            <a:r>
              <a:rPr lang="es-ES" sz="2000" dirty="0">
                <a:solidFill>
                  <a:schemeClr val="accent1">
                    <a:lumMod val="50000"/>
                  </a:schemeClr>
                </a:solidFill>
              </a:rPr>
              <a:t> vs </a:t>
            </a:r>
            <a:r>
              <a:rPr lang="en-US" sz="2000" b="1" i="0" dirty="0">
                <a:solidFill>
                  <a:schemeClr val="accent1">
                    <a:lumMod val="50000"/>
                  </a:schemeClr>
                </a:solidFill>
                <a:effectLst/>
                <a:highlight>
                  <a:srgbClr val="FFFFFF"/>
                </a:highlight>
              </a:rPr>
              <a:t>Soft-Voting</a:t>
            </a:r>
            <a:endParaRPr lang="es-ES" sz="2000" b="1" dirty="0">
              <a:solidFill>
                <a:schemeClr val="accent1">
                  <a:lumMod val="50000"/>
                </a:schemeClr>
              </a:solidFill>
            </a:endParaRPr>
          </a:p>
        </p:txBody>
      </p:sp>
    </p:spTree>
    <p:extLst>
      <p:ext uri="{BB962C8B-B14F-4D97-AF65-F5344CB8AC3E}">
        <p14:creationId xmlns:p14="http://schemas.microsoft.com/office/powerpoint/2010/main" val="266194111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6662BA2-A1DE-EF8C-FFEA-62382183C8A6}"/>
              </a:ext>
            </a:extLst>
          </p:cNvPr>
          <p:cNvSpPr txBox="1"/>
          <p:nvPr/>
        </p:nvSpPr>
        <p:spPr>
          <a:xfrm>
            <a:off x="38826" y="841199"/>
            <a:ext cx="12112035" cy="2862322"/>
          </a:xfrm>
          <a:prstGeom prst="rect">
            <a:avLst/>
          </a:prstGeom>
          <a:noFill/>
        </p:spPr>
        <p:txBody>
          <a:bodyPr wrap="square" rtlCol="0">
            <a:spAutoFit/>
          </a:bodyPr>
          <a:lstStyle/>
          <a:p>
            <a:pPr marL="285750" indent="-285750">
              <a:buFont typeface="Arial" panose="020B0604020202020204" pitchFamily="34" charset="0"/>
              <a:buChar char="•"/>
            </a:pPr>
            <a:endParaRPr lang="es-ES" dirty="0"/>
          </a:p>
          <a:p>
            <a:r>
              <a:rPr lang="es-ES" dirty="0">
                <a:solidFill>
                  <a:schemeClr val="accent1">
                    <a:lumMod val="50000"/>
                  </a:schemeClr>
                </a:solidFill>
              </a:rPr>
              <a:t>Una última manera de clasificar depende de la manera en la que se escogen los datos de entrenamiento.</a:t>
            </a:r>
          </a:p>
          <a:p>
            <a:pPr marL="285750" indent="-285750">
              <a:buFont typeface="Arial" panose="020B0604020202020204" pitchFamily="34" charset="0"/>
              <a:buChar char="•"/>
            </a:pPr>
            <a:endParaRPr lang="es-ES" dirty="0">
              <a:solidFill>
                <a:schemeClr val="accent1">
                  <a:lumMod val="50000"/>
                </a:schemeClr>
              </a:solidFill>
            </a:endParaRPr>
          </a:p>
          <a:p>
            <a:pPr marL="742950" lvl="1" indent="-285750">
              <a:buFont typeface="Arial" panose="020B0604020202020204" pitchFamily="34" charset="0"/>
              <a:buChar char="•"/>
            </a:pPr>
            <a:r>
              <a:rPr lang="es-ES" b="1" dirty="0" err="1">
                <a:solidFill>
                  <a:schemeClr val="accent1">
                    <a:lumMod val="50000"/>
                  </a:schemeClr>
                </a:solidFill>
              </a:rPr>
              <a:t>Pasting</a:t>
            </a:r>
            <a:r>
              <a:rPr lang="es-ES" b="1" dirty="0">
                <a:solidFill>
                  <a:schemeClr val="accent1">
                    <a:lumMod val="50000"/>
                  </a:schemeClr>
                </a:solidFill>
              </a:rPr>
              <a:t>:</a:t>
            </a:r>
            <a:r>
              <a:rPr lang="es-ES" dirty="0">
                <a:solidFill>
                  <a:schemeClr val="accent1">
                    <a:lumMod val="50000"/>
                  </a:schemeClr>
                </a:solidFill>
              </a:rPr>
              <a:t> </a:t>
            </a:r>
            <a:r>
              <a:rPr lang="es-ES" dirty="0">
                <a:solidFill>
                  <a:schemeClr val="accent1">
                    <a:lumMod val="50000"/>
                  </a:schemeClr>
                </a:solidFill>
                <a:highlight>
                  <a:srgbClr val="FFFFFF"/>
                </a:highlight>
              </a:rPr>
              <a:t>Cada estimador se entrena con un </a:t>
            </a:r>
            <a:r>
              <a:rPr lang="es-ES" u="sng" dirty="0">
                <a:solidFill>
                  <a:schemeClr val="accent1">
                    <a:lumMod val="50000"/>
                  </a:schemeClr>
                </a:solidFill>
                <a:highlight>
                  <a:srgbClr val="FFFFFF"/>
                </a:highlight>
              </a:rPr>
              <a:t>muestreo aleatorio sin reemplazamiento</a:t>
            </a:r>
            <a:r>
              <a:rPr lang="es-ES" dirty="0">
                <a:solidFill>
                  <a:schemeClr val="accent1">
                    <a:lumMod val="50000"/>
                  </a:schemeClr>
                </a:solidFill>
                <a:highlight>
                  <a:srgbClr val="FFFFFF"/>
                </a:highlight>
              </a:rPr>
              <a:t> del conjunto de datos original.</a:t>
            </a:r>
            <a:endParaRPr lang="es-ES" dirty="0">
              <a:solidFill>
                <a:schemeClr val="accent1">
                  <a:lumMod val="50000"/>
                </a:schemeClr>
              </a:solidFill>
            </a:endParaRPr>
          </a:p>
          <a:p>
            <a:pPr lvl="1"/>
            <a:r>
              <a:rPr lang="es-ES" dirty="0">
                <a:solidFill>
                  <a:schemeClr val="accent1">
                    <a:lumMod val="50000"/>
                  </a:schemeClr>
                </a:solidFill>
              </a:rPr>
              <a:t>(Se suele utilizar Bootstrap = False</a:t>
            </a:r>
            <a:r>
              <a:rPr lang="es-ES" dirty="0" smtClean="0">
                <a:solidFill>
                  <a:schemeClr val="accent1">
                    <a:lumMod val="50000"/>
                  </a:schemeClr>
                </a:solidFill>
              </a:rPr>
              <a:t>) En cada estimador no se repiten muestras, aunque la misma muestra se puede usar en diferentes modelos.</a:t>
            </a:r>
            <a:endParaRPr lang="en-US" b="0" i="0" dirty="0">
              <a:solidFill>
                <a:schemeClr val="accent1">
                  <a:lumMod val="50000"/>
                </a:schemeClr>
              </a:solidFill>
              <a:effectLst/>
              <a:highlight>
                <a:srgbClr val="FFFFFF"/>
              </a:highlight>
            </a:endParaRPr>
          </a:p>
          <a:p>
            <a:pPr marL="742950" lvl="1" indent="-285750">
              <a:buFont typeface="Arial" panose="020B0604020202020204" pitchFamily="34" charset="0"/>
              <a:buChar char="•"/>
            </a:pPr>
            <a:endParaRPr lang="en-US" dirty="0">
              <a:solidFill>
                <a:schemeClr val="accent1">
                  <a:lumMod val="50000"/>
                </a:schemeClr>
              </a:solidFill>
              <a:highlight>
                <a:srgbClr val="FFFFFF"/>
              </a:highlight>
            </a:endParaRPr>
          </a:p>
          <a:p>
            <a:pPr marL="742950" lvl="1" indent="-285750">
              <a:buFont typeface="Arial" panose="020B0604020202020204" pitchFamily="34" charset="0"/>
              <a:buChar char="•"/>
            </a:pPr>
            <a:r>
              <a:rPr lang="es-ES" b="1" i="0" dirty="0" err="1">
                <a:solidFill>
                  <a:schemeClr val="accent1">
                    <a:lumMod val="50000"/>
                  </a:schemeClr>
                </a:solidFill>
                <a:effectLst/>
                <a:highlight>
                  <a:srgbClr val="FFFFFF"/>
                </a:highlight>
              </a:rPr>
              <a:t>Bagging</a:t>
            </a:r>
            <a:r>
              <a:rPr lang="es-ES" dirty="0">
                <a:solidFill>
                  <a:schemeClr val="accent1">
                    <a:lumMod val="50000"/>
                  </a:schemeClr>
                </a:solidFill>
                <a:highlight>
                  <a:srgbClr val="FFFFFF"/>
                </a:highlight>
              </a:rPr>
              <a:t> (del ingles </a:t>
            </a:r>
            <a:r>
              <a:rPr lang="es-ES" i="1" dirty="0">
                <a:solidFill>
                  <a:schemeClr val="accent1">
                    <a:lumMod val="50000"/>
                  </a:schemeClr>
                </a:solidFill>
                <a:highlight>
                  <a:srgbClr val="FFFFFF"/>
                </a:highlight>
              </a:rPr>
              <a:t>Bootstrap </a:t>
            </a:r>
            <a:r>
              <a:rPr lang="es-ES" i="1" dirty="0" err="1">
                <a:solidFill>
                  <a:schemeClr val="accent1">
                    <a:lumMod val="50000"/>
                  </a:schemeClr>
                </a:solidFill>
                <a:highlight>
                  <a:srgbClr val="FFFFFF"/>
                </a:highlight>
              </a:rPr>
              <a:t>aggregating</a:t>
            </a:r>
            <a:r>
              <a:rPr lang="es-ES" dirty="0">
                <a:solidFill>
                  <a:schemeClr val="accent1">
                    <a:lumMod val="50000"/>
                  </a:schemeClr>
                </a:solidFill>
                <a:highlight>
                  <a:srgbClr val="FFFFFF"/>
                </a:highlight>
              </a:rPr>
              <a:t>). Cada estimador se entrena con un </a:t>
            </a:r>
            <a:r>
              <a:rPr lang="es-ES" u="sng" dirty="0">
                <a:solidFill>
                  <a:schemeClr val="accent1">
                    <a:lumMod val="50000"/>
                  </a:schemeClr>
                </a:solidFill>
                <a:highlight>
                  <a:srgbClr val="FFFFFF"/>
                </a:highlight>
              </a:rPr>
              <a:t>muestreo aleatorio con reemplazamiento</a:t>
            </a:r>
            <a:r>
              <a:rPr lang="es-ES" dirty="0">
                <a:solidFill>
                  <a:schemeClr val="accent1">
                    <a:lumMod val="50000"/>
                  </a:schemeClr>
                </a:solidFill>
                <a:highlight>
                  <a:srgbClr val="FFFFFF"/>
                </a:highlight>
              </a:rPr>
              <a:t> del conjunto de datos original.</a:t>
            </a:r>
            <a:endParaRPr lang="es-ES" dirty="0">
              <a:solidFill>
                <a:schemeClr val="accent1">
                  <a:lumMod val="50000"/>
                </a:schemeClr>
              </a:solidFill>
            </a:endParaRPr>
          </a:p>
          <a:p>
            <a:pPr lvl="1"/>
            <a:r>
              <a:rPr lang="es-ES" dirty="0"/>
              <a:t>      </a:t>
            </a:r>
          </a:p>
        </p:txBody>
      </p:sp>
      <p:sp>
        <p:nvSpPr>
          <p:cNvPr id="3" name="Elipse 2">
            <a:extLst>
              <a:ext uri="{FF2B5EF4-FFF2-40B4-BE49-F238E27FC236}">
                <a16:creationId xmlns:a16="http://schemas.microsoft.com/office/drawing/2014/main" id="{A4693D8A-5A0A-76F7-7B7B-BB1AB1CE9B8B}"/>
              </a:ext>
            </a:extLst>
          </p:cNvPr>
          <p:cNvSpPr/>
          <p:nvPr/>
        </p:nvSpPr>
        <p:spPr>
          <a:xfrm>
            <a:off x="1387708" y="4034760"/>
            <a:ext cx="180000" cy="180000"/>
          </a:xfrm>
          <a:prstGeom prst="ellipse">
            <a:avLst/>
          </a:prstGeom>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Elipse 4">
            <a:extLst>
              <a:ext uri="{FF2B5EF4-FFF2-40B4-BE49-F238E27FC236}">
                <a16:creationId xmlns:a16="http://schemas.microsoft.com/office/drawing/2014/main" id="{F8796205-638F-B874-1A5E-10D3939867B7}"/>
              </a:ext>
            </a:extLst>
          </p:cNvPr>
          <p:cNvSpPr/>
          <p:nvPr/>
        </p:nvSpPr>
        <p:spPr>
          <a:xfrm>
            <a:off x="1305822" y="4470364"/>
            <a:ext cx="180000" cy="180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Elipse 5">
            <a:extLst>
              <a:ext uri="{FF2B5EF4-FFF2-40B4-BE49-F238E27FC236}">
                <a16:creationId xmlns:a16="http://schemas.microsoft.com/office/drawing/2014/main" id="{4F13C8DC-64C4-2A85-A70D-61780E261DB6}"/>
              </a:ext>
            </a:extLst>
          </p:cNvPr>
          <p:cNvSpPr/>
          <p:nvPr/>
        </p:nvSpPr>
        <p:spPr>
          <a:xfrm>
            <a:off x="1777488" y="4224221"/>
            <a:ext cx="180000" cy="180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Elipse 7">
            <a:extLst>
              <a:ext uri="{FF2B5EF4-FFF2-40B4-BE49-F238E27FC236}">
                <a16:creationId xmlns:a16="http://schemas.microsoft.com/office/drawing/2014/main" id="{970960E1-0366-E71E-3218-27C5A3A55815}"/>
              </a:ext>
            </a:extLst>
          </p:cNvPr>
          <p:cNvSpPr/>
          <p:nvPr/>
        </p:nvSpPr>
        <p:spPr>
          <a:xfrm>
            <a:off x="1706917" y="4549670"/>
            <a:ext cx="180000" cy="180000"/>
          </a:xfrm>
          <a:prstGeom prst="ellipse">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Elipse 8">
            <a:extLst>
              <a:ext uri="{FF2B5EF4-FFF2-40B4-BE49-F238E27FC236}">
                <a16:creationId xmlns:a16="http://schemas.microsoft.com/office/drawing/2014/main" id="{1FA07DE5-5B15-0DFC-C76A-81FE2F003221}"/>
              </a:ext>
            </a:extLst>
          </p:cNvPr>
          <p:cNvSpPr/>
          <p:nvPr/>
        </p:nvSpPr>
        <p:spPr>
          <a:xfrm>
            <a:off x="2120908" y="4450292"/>
            <a:ext cx="180000" cy="180000"/>
          </a:xfrm>
          <a:prstGeom prst="ellipse">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Elipse 12">
            <a:extLst>
              <a:ext uri="{FF2B5EF4-FFF2-40B4-BE49-F238E27FC236}">
                <a16:creationId xmlns:a16="http://schemas.microsoft.com/office/drawing/2014/main" id="{61B3F48B-57FF-5180-9128-2276C578BE59}"/>
              </a:ext>
            </a:extLst>
          </p:cNvPr>
          <p:cNvSpPr/>
          <p:nvPr/>
        </p:nvSpPr>
        <p:spPr>
          <a:xfrm>
            <a:off x="1387708" y="4942578"/>
            <a:ext cx="180000" cy="180000"/>
          </a:xfrm>
          <a:prstGeom prst="ellipse">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Elipse 13">
            <a:extLst>
              <a:ext uri="{FF2B5EF4-FFF2-40B4-BE49-F238E27FC236}">
                <a16:creationId xmlns:a16="http://schemas.microsoft.com/office/drawing/2014/main" id="{88B26215-6D63-8063-0F56-4C1B2F91124D}"/>
              </a:ext>
            </a:extLst>
          </p:cNvPr>
          <p:cNvSpPr/>
          <p:nvPr/>
        </p:nvSpPr>
        <p:spPr>
          <a:xfrm>
            <a:off x="1754308" y="4888117"/>
            <a:ext cx="180000" cy="180000"/>
          </a:xfrm>
          <a:prstGeom prst="ellipse">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Elipse 14">
            <a:extLst>
              <a:ext uri="{FF2B5EF4-FFF2-40B4-BE49-F238E27FC236}">
                <a16:creationId xmlns:a16="http://schemas.microsoft.com/office/drawing/2014/main" id="{4C1EF093-6A33-FA1A-B8DF-A43567146DCA}"/>
              </a:ext>
            </a:extLst>
          </p:cNvPr>
          <p:cNvSpPr/>
          <p:nvPr/>
        </p:nvSpPr>
        <p:spPr>
          <a:xfrm>
            <a:off x="2030908" y="4134221"/>
            <a:ext cx="180000" cy="180000"/>
          </a:xfrm>
          <a:prstGeom prst="ellipse">
            <a:avLst/>
          </a:prstGeom>
          <a:solidFill>
            <a:schemeClr val="accent6">
              <a:lumMod val="5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Elipse 15">
            <a:extLst>
              <a:ext uri="{FF2B5EF4-FFF2-40B4-BE49-F238E27FC236}">
                <a16:creationId xmlns:a16="http://schemas.microsoft.com/office/drawing/2014/main" id="{54B02C8E-834D-E8FE-EFE6-3263C4436B5A}"/>
              </a:ext>
            </a:extLst>
          </p:cNvPr>
          <p:cNvSpPr/>
          <p:nvPr/>
        </p:nvSpPr>
        <p:spPr>
          <a:xfrm>
            <a:off x="2082425" y="4776111"/>
            <a:ext cx="180000" cy="180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p14="http://schemas.microsoft.com/office/powerpoint/2010/main">
        <mc:Choice Requires="p14">
          <p:contentPart p14:bwMode="auto" r:id="rId2">
            <p14:nvContentPartPr>
              <p14:cNvPr id="22" name="Entrada de lápiz 21">
                <a:extLst>
                  <a:ext uri="{FF2B5EF4-FFF2-40B4-BE49-F238E27FC236}">
                    <a16:creationId xmlns:a16="http://schemas.microsoft.com/office/drawing/2014/main" id="{693D9B98-EE10-C77E-67BD-70271BFEAC70}"/>
                  </a:ext>
                </a:extLst>
              </p14:cNvPr>
              <p14:cNvContentPartPr/>
              <p14:nvPr/>
            </p14:nvContentPartPr>
            <p14:xfrm>
              <a:off x="829995" y="3443262"/>
              <a:ext cx="1920240" cy="2067120"/>
            </p14:xfrm>
          </p:contentPart>
        </mc:Choice>
        <mc:Fallback xmlns="">
          <p:pic>
            <p:nvPicPr>
              <p:cNvPr id="22" name="Entrada de lápiz 21">
                <a:extLst>
                  <a:ext uri="{FF2B5EF4-FFF2-40B4-BE49-F238E27FC236}">
                    <a16:creationId xmlns:a16="http://schemas.microsoft.com/office/drawing/2014/main" id="{693D9B98-EE10-C77E-67BD-70271BFEAC70}"/>
                  </a:ext>
                </a:extLst>
              </p:cNvPr>
              <p:cNvPicPr/>
              <p:nvPr/>
            </p:nvPicPr>
            <p:blipFill>
              <a:blip r:embed="rId3"/>
              <a:stretch>
                <a:fillRect/>
              </a:stretch>
            </p:blipFill>
            <p:spPr>
              <a:xfrm>
                <a:off x="793995" y="3407262"/>
                <a:ext cx="1991880" cy="21387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24" name="Entrada de lápiz 23">
                <a:extLst>
                  <a:ext uri="{FF2B5EF4-FFF2-40B4-BE49-F238E27FC236}">
                    <a16:creationId xmlns:a16="http://schemas.microsoft.com/office/drawing/2014/main" id="{CCBF7819-A606-D645-770C-3E8C7626D0F1}"/>
                  </a:ext>
                </a:extLst>
              </p14:cNvPr>
              <p14:cNvContentPartPr/>
              <p14:nvPr/>
            </p14:nvContentPartPr>
            <p14:xfrm>
              <a:off x="4671245" y="3124509"/>
              <a:ext cx="1706109" cy="1836610"/>
            </p14:xfrm>
          </p:contentPart>
        </mc:Choice>
        <mc:Fallback>
          <p:pic>
            <p:nvPicPr>
              <p:cNvPr id="24" name="Entrada de lápiz 23">
                <a:extLst>
                  <a:ext uri="{FF2B5EF4-FFF2-40B4-BE49-F238E27FC236}">
                    <a16:creationId xmlns:a16="http://schemas.microsoft.com/office/drawing/2014/main" id="{CCBF7819-A606-D645-770C-3E8C7626D0F1}"/>
                  </a:ext>
                </a:extLst>
              </p:cNvPr>
              <p:cNvPicPr/>
              <p:nvPr/>
            </p:nvPicPr>
            <p:blipFill>
              <a:blip r:embed="rId5"/>
              <a:stretch>
                <a:fillRect/>
              </a:stretch>
            </p:blipFill>
            <p:spPr>
              <a:xfrm>
                <a:off x="4630923" y="3081672"/>
                <a:ext cx="1796473" cy="1925885"/>
              </a:xfrm>
              <a:prstGeom prst="rect">
                <a:avLst/>
              </a:prstGeom>
            </p:spPr>
          </p:pic>
        </mc:Fallback>
      </mc:AlternateContent>
      <p:sp>
        <p:nvSpPr>
          <p:cNvPr id="31" name="Elipse 30">
            <a:extLst>
              <a:ext uri="{FF2B5EF4-FFF2-40B4-BE49-F238E27FC236}">
                <a16:creationId xmlns:a16="http://schemas.microsoft.com/office/drawing/2014/main" id="{A373BEC4-D286-8813-EDA2-102A23BEDCED}"/>
              </a:ext>
            </a:extLst>
          </p:cNvPr>
          <p:cNvSpPr/>
          <p:nvPr/>
        </p:nvSpPr>
        <p:spPr>
          <a:xfrm>
            <a:off x="1850474" y="3818150"/>
            <a:ext cx="180000" cy="180000"/>
          </a:xfrm>
          <a:prstGeom prst="ellipse">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Elipse 31">
            <a:extLst>
              <a:ext uri="{FF2B5EF4-FFF2-40B4-BE49-F238E27FC236}">
                <a16:creationId xmlns:a16="http://schemas.microsoft.com/office/drawing/2014/main" id="{7327D044-C02D-9A12-A9F0-DF4B94A500A3}"/>
              </a:ext>
            </a:extLst>
          </p:cNvPr>
          <p:cNvSpPr/>
          <p:nvPr/>
        </p:nvSpPr>
        <p:spPr>
          <a:xfrm>
            <a:off x="6638009" y="5054298"/>
            <a:ext cx="180000" cy="180000"/>
          </a:xfrm>
          <a:prstGeom prst="ellipse">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3" name="Elipse 32">
            <a:extLst>
              <a:ext uri="{FF2B5EF4-FFF2-40B4-BE49-F238E27FC236}">
                <a16:creationId xmlns:a16="http://schemas.microsoft.com/office/drawing/2014/main" id="{032DA96C-AEC3-789B-1B8E-D99F2DE099E3}"/>
              </a:ext>
            </a:extLst>
          </p:cNvPr>
          <p:cNvSpPr/>
          <p:nvPr/>
        </p:nvSpPr>
        <p:spPr>
          <a:xfrm>
            <a:off x="10705783" y="5234298"/>
            <a:ext cx="180000" cy="180000"/>
          </a:xfrm>
          <a:prstGeom prst="ellipse">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Elipse 33">
            <a:extLst>
              <a:ext uri="{FF2B5EF4-FFF2-40B4-BE49-F238E27FC236}">
                <a16:creationId xmlns:a16="http://schemas.microsoft.com/office/drawing/2014/main" id="{EE03214C-E159-2D7D-80F4-3570D12244A4}"/>
              </a:ext>
            </a:extLst>
          </p:cNvPr>
          <p:cNvSpPr/>
          <p:nvPr/>
        </p:nvSpPr>
        <p:spPr>
          <a:xfrm>
            <a:off x="5497724" y="3693181"/>
            <a:ext cx="180000" cy="180000"/>
          </a:xfrm>
          <a:prstGeom prst="ellipse">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Rectángulo: esquinas redondeadas 34">
            <a:extLst>
              <a:ext uri="{FF2B5EF4-FFF2-40B4-BE49-F238E27FC236}">
                <a16:creationId xmlns:a16="http://schemas.microsoft.com/office/drawing/2014/main" id="{AC9DF06B-0F95-C3D6-B2AB-74A150A58BAF}"/>
              </a:ext>
            </a:extLst>
          </p:cNvPr>
          <p:cNvSpPr/>
          <p:nvPr/>
        </p:nvSpPr>
        <p:spPr>
          <a:xfrm>
            <a:off x="288259" y="5896870"/>
            <a:ext cx="3073919" cy="900000"/>
          </a:xfrm>
          <a:prstGeom prst="roundRect">
            <a:avLst/>
          </a:prstGeom>
          <a:solidFill>
            <a:schemeClr val="accent6">
              <a:lumMod val="40000"/>
              <a:lumOff val="60000"/>
              <a:alpha val="52000"/>
            </a:schemeClr>
          </a:solidFill>
          <a:ln w="254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accent6">
                    <a:lumMod val="50000"/>
                  </a:schemeClr>
                </a:solidFill>
              </a:rPr>
              <a:t>Conjunto de datos de entrenamiento originales</a:t>
            </a:r>
          </a:p>
        </p:txBody>
      </p:sp>
      <p:sp>
        <p:nvSpPr>
          <p:cNvPr id="36" name="Rectángulo: esquinas redondeadas 35">
            <a:extLst>
              <a:ext uri="{FF2B5EF4-FFF2-40B4-BE49-F238E27FC236}">
                <a16:creationId xmlns:a16="http://schemas.microsoft.com/office/drawing/2014/main" id="{D53DE2BD-EB24-C373-7FCE-DA4229F9917D}"/>
              </a:ext>
            </a:extLst>
          </p:cNvPr>
          <p:cNvSpPr/>
          <p:nvPr/>
        </p:nvSpPr>
        <p:spPr>
          <a:xfrm>
            <a:off x="5226165" y="5896870"/>
            <a:ext cx="6189767" cy="900000"/>
          </a:xfrm>
          <a:prstGeom prst="roundRect">
            <a:avLst/>
          </a:prstGeom>
          <a:solidFill>
            <a:schemeClr val="accent6">
              <a:lumMod val="40000"/>
              <a:lumOff val="60000"/>
              <a:alpha val="52000"/>
            </a:schemeClr>
          </a:solidFill>
          <a:ln w="254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accent6">
                    <a:lumMod val="50000"/>
                  </a:schemeClr>
                </a:solidFill>
              </a:rPr>
              <a:t>Conjunto de datos de entrenamiento para cada estimador usando </a:t>
            </a:r>
            <a:r>
              <a:rPr lang="es-ES" sz="2000" dirty="0" err="1">
                <a:solidFill>
                  <a:schemeClr val="accent6">
                    <a:lumMod val="50000"/>
                  </a:schemeClr>
                </a:solidFill>
              </a:rPr>
              <a:t>bootstrapping</a:t>
            </a:r>
            <a:endParaRPr lang="es-ES" sz="2000" dirty="0">
              <a:solidFill>
                <a:schemeClr val="accent6">
                  <a:lumMod val="50000"/>
                </a:schemeClr>
              </a:solidFill>
            </a:endParaRPr>
          </a:p>
        </p:txBody>
      </p:sp>
      <mc:AlternateContent xmlns:mc="http://schemas.openxmlformats.org/markup-compatibility/2006" xmlns:p14="http://schemas.microsoft.com/office/powerpoint/2010/main">
        <mc:Choice Requires="p14">
          <p:contentPart p14:bwMode="auto" r:id="rId6">
            <p14:nvContentPartPr>
              <p14:cNvPr id="37" name="Entrada de lápiz 36">
                <a:extLst>
                  <a:ext uri="{FF2B5EF4-FFF2-40B4-BE49-F238E27FC236}">
                    <a16:creationId xmlns:a16="http://schemas.microsoft.com/office/drawing/2014/main" id="{E4BA4ADA-6C49-6093-C747-BD4228A3DC60}"/>
                  </a:ext>
                </a:extLst>
              </p14:cNvPr>
              <p14:cNvContentPartPr/>
              <p14:nvPr/>
            </p14:nvContentPartPr>
            <p14:xfrm>
              <a:off x="6363832" y="3969812"/>
              <a:ext cx="1706109" cy="1836610"/>
            </p14:xfrm>
          </p:contentPart>
        </mc:Choice>
        <mc:Fallback xmlns="">
          <p:pic>
            <p:nvPicPr>
              <p:cNvPr id="37" name="Entrada de lápiz 36">
                <a:extLst>
                  <a:ext uri="{FF2B5EF4-FFF2-40B4-BE49-F238E27FC236}">
                    <a16:creationId xmlns:a16="http://schemas.microsoft.com/office/drawing/2014/main" id="{E4BA4ADA-6C49-6093-C747-BD4228A3DC60}"/>
                  </a:ext>
                </a:extLst>
              </p:cNvPr>
              <p:cNvPicPr/>
              <p:nvPr/>
            </p:nvPicPr>
            <p:blipFill>
              <a:blip r:embed="rId7"/>
              <a:stretch>
                <a:fillRect/>
              </a:stretch>
            </p:blipFill>
            <p:spPr>
              <a:xfrm>
                <a:off x="6327838" y="3933814"/>
                <a:ext cx="1777737" cy="1908246"/>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38" name="Entrada de lápiz 37">
                <a:extLst>
                  <a:ext uri="{FF2B5EF4-FFF2-40B4-BE49-F238E27FC236}">
                    <a16:creationId xmlns:a16="http://schemas.microsoft.com/office/drawing/2014/main" id="{EF9C0A7D-284E-93DC-4584-6EC417F3B3D0}"/>
                  </a:ext>
                </a:extLst>
              </p14:cNvPr>
              <p14:cNvContentPartPr/>
              <p14:nvPr/>
            </p14:nvContentPartPr>
            <p14:xfrm>
              <a:off x="8378201" y="3273879"/>
              <a:ext cx="1706109" cy="1836610"/>
            </p14:xfrm>
          </p:contentPart>
        </mc:Choice>
        <mc:Fallback>
          <p:pic>
            <p:nvPicPr>
              <p:cNvPr id="38" name="Entrada de lápiz 37">
                <a:extLst>
                  <a:ext uri="{FF2B5EF4-FFF2-40B4-BE49-F238E27FC236}">
                    <a16:creationId xmlns:a16="http://schemas.microsoft.com/office/drawing/2014/main" id="{EF9C0A7D-284E-93DC-4584-6EC417F3B3D0}"/>
                  </a:ext>
                </a:extLst>
              </p:cNvPr>
              <p:cNvPicPr/>
              <p:nvPr/>
            </p:nvPicPr>
            <p:blipFill>
              <a:blip r:embed="rId9"/>
              <a:stretch>
                <a:fillRect/>
              </a:stretch>
            </p:blipFill>
            <p:spPr>
              <a:xfrm>
                <a:off x="8337888" y="3231042"/>
                <a:ext cx="1796454" cy="1925885"/>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9" name="Entrada de lápiz 38">
                <a:extLst>
                  <a:ext uri="{FF2B5EF4-FFF2-40B4-BE49-F238E27FC236}">
                    <a16:creationId xmlns:a16="http://schemas.microsoft.com/office/drawing/2014/main" id="{AE2249D4-7E99-00A2-F37C-8536C4688708}"/>
                  </a:ext>
                </a:extLst>
              </p14:cNvPr>
              <p14:cNvContentPartPr/>
              <p14:nvPr/>
            </p14:nvContentPartPr>
            <p14:xfrm>
              <a:off x="10126930" y="3962980"/>
              <a:ext cx="1706109" cy="1836610"/>
            </p14:xfrm>
          </p:contentPart>
        </mc:Choice>
        <mc:Fallback xmlns="">
          <p:pic>
            <p:nvPicPr>
              <p:cNvPr id="39" name="Entrada de lápiz 38">
                <a:extLst>
                  <a:ext uri="{FF2B5EF4-FFF2-40B4-BE49-F238E27FC236}">
                    <a16:creationId xmlns:a16="http://schemas.microsoft.com/office/drawing/2014/main" id="{AE2249D4-7E99-00A2-F37C-8536C4688708}"/>
                  </a:ext>
                </a:extLst>
              </p:cNvPr>
              <p:cNvPicPr/>
              <p:nvPr/>
            </p:nvPicPr>
            <p:blipFill>
              <a:blip r:embed="rId7"/>
              <a:stretch>
                <a:fillRect/>
              </a:stretch>
            </p:blipFill>
            <p:spPr>
              <a:xfrm>
                <a:off x="10090936" y="3926982"/>
                <a:ext cx="1777737" cy="1908246"/>
              </a:xfrm>
              <a:prstGeom prst="rect">
                <a:avLst/>
              </a:prstGeom>
            </p:spPr>
          </p:pic>
        </mc:Fallback>
      </mc:AlternateContent>
      <p:sp>
        <p:nvSpPr>
          <p:cNvPr id="40" name="Elipse 39">
            <a:extLst>
              <a:ext uri="{FF2B5EF4-FFF2-40B4-BE49-F238E27FC236}">
                <a16:creationId xmlns:a16="http://schemas.microsoft.com/office/drawing/2014/main" id="{C58048F4-1CEF-314A-6B17-2F8C94367F6A}"/>
              </a:ext>
            </a:extLst>
          </p:cNvPr>
          <p:cNvSpPr/>
          <p:nvPr/>
        </p:nvSpPr>
        <p:spPr>
          <a:xfrm>
            <a:off x="4861764" y="3873181"/>
            <a:ext cx="180000" cy="180000"/>
          </a:xfrm>
          <a:prstGeom prst="ellipse">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1" name="Elipse 40">
            <a:extLst>
              <a:ext uri="{FF2B5EF4-FFF2-40B4-BE49-F238E27FC236}">
                <a16:creationId xmlns:a16="http://schemas.microsoft.com/office/drawing/2014/main" id="{A328F97F-000A-E3E6-9BD7-1B4A5BAFF563}"/>
              </a:ext>
            </a:extLst>
          </p:cNvPr>
          <p:cNvSpPr/>
          <p:nvPr/>
        </p:nvSpPr>
        <p:spPr>
          <a:xfrm>
            <a:off x="5226166" y="4025342"/>
            <a:ext cx="180000" cy="180000"/>
          </a:xfrm>
          <a:prstGeom prst="ellipse">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2" name="Elipse 41">
            <a:extLst>
              <a:ext uri="{FF2B5EF4-FFF2-40B4-BE49-F238E27FC236}">
                <a16:creationId xmlns:a16="http://schemas.microsoft.com/office/drawing/2014/main" id="{78F7985B-295C-AEE1-0F3E-CD0A7AB04D35}"/>
              </a:ext>
            </a:extLst>
          </p:cNvPr>
          <p:cNvSpPr/>
          <p:nvPr/>
        </p:nvSpPr>
        <p:spPr>
          <a:xfrm>
            <a:off x="8962625" y="3559777"/>
            <a:ext cx="180000" cy="180000"/>
          </a:xfrm>
          <a:prstGeom prst="ellipse">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3" name="Elipse 42">
            <a:extLst>
              <a:ext uri="{FF2B5EF4-FFF2-40B4-BE49-F238E27FC236}">
                <a16:creationId xmlns:a16="http://schemas.microsoft.com/office/drawing/2014/main" id="{2B27935F-6DA1-D0EA-54F9-4779A3D37386}"/>
              </a:ext>
            </a:extLst>
          </p:cNvPr>
          <p:cNvSpPr/>
          <p:nvPr/>
        </p:nvSpPr>
        <p:spPr>
          <a:xfrm>
            <a:off x="9321819" y="3699213"/>
            <a:ext cx="180000" cy="180000"/>
          </a:xfrm>
          <a:prstGeom prst="ellipse">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4" name="Elipse 43">
            <a:extLst>
              <a:ext uri="{FF2B5EF4-FFF2-40B4-BE49-F238E27FC236}">
                <a16:creationId xmlns:a16="http://schemas.microsoft.com/office/drawing/2014/main" id="{F8B1BB9E-FE31-2C1A-7CC4-B72D759333F0}"/>
              </a:ext>
            </a:extLst>
          </p:cNvPr>
          <p:cNvSpPr/>
          <p:nvPr/>
        </p:nvSpPr>
        <p:spPr>
          <a:xfrm>
            <a:off x="5226166" y="3543011"/>
            <a:ext cx="180000" cy="180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5" name="Elipse 44">
            <a:extLst>
              <a:ext uri="{FF2B5EF4-FFF2-40B4-BE49-F238E27FC236}">
                <a16:creationId xmlns:a16="http://schemas.microsoft.com/office/drawing/2014/main" id="{629C97E0-9AB7-C27B-5847-767C6248D238}"/>
              </a:ext>
            </a:extLst>
          </p:cNvPr>
          <p:cNvSpPr/>
          <p:nvPr/>
        </p:nvSpPr>
        <p:spPr>
          <a:xfrm>
            <a:off x="6881317" y="4289334"/>
            <a:ext cx="180000" cy="180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6" name="Elipse 45">
            <a:extLst>
              <a:ext uri="{FF2B5EF4-FFF2-40B4-BE49-F238E27FC236}">
                <a16:creationId xmlns:a16="http://schemas.microsoft.com/office/drawing/2014/main" id="{438AB410-BD24-9B79-19C0-A4A07C44850B}"/>
              </a:ext>
            </a:extLst>
          </p:cNvPr>
          <p:cNvSpPr/>
          <p:nvPr/>
        </p:nvSpPr>
        <p:spPr>
          <a:xfrm>
            <a:off x="11087558" y="5017480"/>
            <a:ext cx="180000" cy="180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7" name="Elipse 46">
            <a:extLst>
              <a:ext uri="{FF2B5EF4-FFF2-40B4-BE49-F238E27FC236}">
                <a16:creationId xmlns:a16="http://schemas.microsoft.com/office/drawing/2014/main" id="{84D64041-906E-2549-5AD3-2BD0E49B344B}"/>
              </a:ext>
            </a:extLst>
          </p:cNvPr>
          <p:cNvSpPr/>
          <p:nvPr/>
        </p:nvSpPr>
        <p:spPr>
          <a:xfrm>
            <a:off x="5017813" y="4446575"/>
            <a:ext cx="180000" cy="180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8" name="Elipse 47">
            <a:extLst>
              <a:ext uri="{FF2B5EF4-FFF2-40B4-BE49-F238E27FC236}">
                <a16:creationId xmlns:a16="http://schemas.microsoft.com/office/drawing/2014/main" id="{6A6A34E4-0B45-4F2B-822B-6A105D804498}"/>
              </a:ext>
            </a:extLst>
          </p:cNvPr>
          <p:cNvSpPr/>
          <p:nvPr/>
        </p:nvSpPr>
        <p:spPr>
          <a:xfrm>
            <a:off x="10552371" y="4369670"/>
            <a:ext cx="180000" cy="180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9" name="Elipse 48">
            <a:extLst>
              <a:ext uri="{FF2B5EF4-FFF2-40B4-BE49-F238E27FC236}">
                <a16:creationId xmlns:a16="http://schemas.microsoft.com/office/drawing/2014/main" id="{8749310A-877D-695E-518A-C0C92710CD4A}"/>
              </a:ext>
            </a:extLst>
          </p:cNvPr>
          <p:cNvSpPr/>
          <p:nvPr/>
        </p:nvSpPr>
        <p:spPr>
          <a:xfrm>
            <a:off x="5638232" y="4412601"/>
            <a:ext cx="180000" cy="180000"/>
          </a:xfrm>
          <a:prstGeom prst="ellipse">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0" name="Elipse 49">
            <a:extLst>
              <a:ext uri="{FF2B5EF4-FFF2-40B4-BE49-F238E27FC236}">
                <a16:creationId xmlns:a16="http://schemas.microsoft.com/office/drawing/2014/main" id="{A20D4AC5-783A-4266-130A-CB259CB2C930}"/>
              </a:ext>
            </a:extLst>
          </p:cNvPr>
          <p:cNvSpPr/>
          <p:nvPr/>
        </p:nvSpPr>
        <p:spPr>
          <a:xfrm>
            <a:off x="6610293" y="4639670"/>
            <a:ext cx="180000" cy="180000"/>
          </a:xfrm>
          <a:prstGeom prst="ellipse">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1" name="Elipse 50">
            <a:extLst>
              <a:ext uri="{FF2B5EF4-FFF2-40B4-BE49-F238E27FC236}">
                <a16:creationId xmlns:a16="http://schemas.microsoft.com/office/drawing/2014/main" id="{8CD7687A-34FF-DC68-13D0-C70A850CB995}"/>
              </a:ext>
            </a:extLst>
          </p:cNvPr>
          <p:cNvSpPr/>
          <p:nvPr/>
        </p:nvSpPr>
        <p:spPr>
          <a:xfrm>
            <a:off x="8654188" y="4506853"/>
            <a:ext cx="180000" cy="180000"/>
          </a:xfrm>
          <a:prstGeom prst="ellipse">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2" name="Elipse 51">
            <a:extLst>
              <a:ext uri="{FF2B5EF4-FFF2-40B4-BE49-F238E27FC236}">
                <a16:creationId xmlns:a16="http://schemas.microsoft.com/office/drawing/2014/main" id="{E52640E2-6DF2-26CF-4C4F-CBE781D4777E}"/>
              </a:ext>
            </a:extLst>
          </p:cNvPr>
          <p:cNvSpPr/>
          <p:nvPr/>
        </p:nvSpPr>
        <p:spPr>
          <a:xfrm>
            <a:off x="11314751" y="4540292"/>
            <a:ext cx="180000" cy="180000"/>
          </a:xfrm>
          <a:prstGeom prst="ellipse">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3" name="Elipse 52">
            <a:extLst>
              <a:ext uri="{FF2B5EF4-FFF2-40B4-BE49-F238E27FC236}">
                <a16:creationId xmlns:a16="http://schemas.microsoft.com/office/drawing/2014/main" id="{C6906315-FB72-7323-DA72-BC210AE862DC}"/>
              </a:ext>
            </a:extLst>
          </p:cNvPr>
          <p:cNvSpPr/>
          <p:nvPr/>
        </p:nvSpPr>
        <p:spPr>
          <a:xfrm>
            <a:off x="10291550" y="4976067"/>
            <a:ext cx="180000" cy="180000"/>
          </a:xfrm>
          <a:prstGeom prst="ellipse">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4" name="Elipse 53">
            <a:extLst>
              <a:ext uri="{FF2B5EF4-FFF2-40B4-BE49-F238E27FC236}">
                <a16:creationId xmlns:a16="http://schemas.microsoft.com/office/drawing/2014/main" id="{729067F1-6C2A-A86E-C69D-C1D204A60C51}"/>
              </a:ext>
            </a:extLst>
          </p:cNvPr>
          <p:cNvSpPr/>
          <p:nvPr/>
        </p:nvSpPr>
        <p:spPr>
          <a:xfrm>
            <a:off x="5903315" y="4018225"/>
            <a:ext cx="180000" cy="180000"/>
          </a:xfrm>
          <a:prstGeom prst="ellipse">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5" name="Elipse 54">
            <a:extLst>
              <a:ext uri="{FF2B5EF4-FFF2-40B4-BE49-F238E27FC236}">
                <a16:creationId xmlns:a16="http://schemas.microsoft.com/office/drawing/2014/main" id="{A18F0725-DF00-62F2-4C45-24CEDBBF2C85}"/>
              </a:ext>
            </a:extLst>
          </p:cNvPr>
          <p:cNvSpPr/>
          <p:nvPr/>
        </p:nvSpPr>
        <p:spPr>
          <a:xfrm>
            <a:off x="9410481" y="4480119"/>
            <a:ext cx="180000" cy="180000"/>
          </a:xfrm>
          <a:prstGeom prst="ellipse">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6" name="Elipse 55">
            <a:extLst>
              <a:ext uri="{FF2B5EF4-FFF2-40B4-BE49-F238E27FC236}">
                <a16:creationId xmlns:a16="http://schemas.microsoft.com/office/drawing/2014/main" id="{F1C3CBBF-E8F6-E0DE-38CD-5568B0B129A1}"/>
              </a:ext>
            </a:extLst>
          </p:cNvPr>
          <p:cNvSpPr/>
          <p:nvPr/>
        </p:nvSpPr>
        <p:spPr>
          <a:xfrm>
            <a:off x="8777363" y="4143598"/>
            <a:ext cx="180000" cy="180000"/>
          </a:xfrm>
          <a:prstGeom prst="ellipse">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7" name="Elipse 56">
            <a:extLst>
              <a:ext uri="{FF2B5EF4-FFF2-40B4-BE49-F238E27FC236}">
                <a16:creationId xmlns:a16="http://schemas.microsoft.com/office/drawing/2014/main" id="{E3164BE6-FAAF-1571-971F-366F9E52AF68}"/>
              </a:ext>
            </a:extLst>
          </p:cNvPr>
          <p:cNvSpPr/>
          <p:nvPr/>
        </p:nvSpPr>
        <p:spPr>
          <a:xfrm>
            <a:off x="9173109" y="4084427"/>
            <a:ext cx="180000" cy="180000"/>
          </a:xfrm>
          <a:prstGeom prst="ellipse">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8" name="Elipse 57">
            <a:extLst>
              <a:ext uri="{FF2B5EF4-FFF2-40B4-BE49-F238E27FC236}">
                <a16:creationId xmlns:a16="http://schemas.microsoft.com/office/drawing/2014/main" id="{3DA1FB00-B947-A9FC-13D9-C81B20523928}"/>
              </a:ext>
            </a:extLst>
          </p:cNvPr>
          <p:cNvSpPr/>
          <p:nvPr/>
        </p:nvSpPr>
        <p:spPr>
          <a:xfrm>
            <a:off x="7126886" y="5122578"/>
            <a:ext cx="180000" cy="180000"/>
          </a:xfrm>
          <a:prstGeom prst="ellipse">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9" name="Elipse 58">
            <a:extLst>
              <a:ext uri="{FF2B5EF4-FFF2-40B4-BE49-F238E27FC236}">
                <a16:creationId xmlns:a16="http://schemas.microsoft.com/office/drawing/2014/main" id="{1BA94B6B-98C9-F4D3-8832-3F6E3B5DBE46}"/>
              </a:ext>
            </a:extLst>
          </p:cNvPr>
          <p:cNvSpPr/>
          <p:nvPr/>
        </p:nvSpPr>
        <p:spPr>
          <a:xfrm>
            <a:off x="10901097" y="4694570"/>
            <a:ext cx="180000" cy="180000"/>
          </a:xfrm>
          <a:prstGeom prst="ellipse">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0" name="Elipse 59">
            <a:extLst>
              <a:ext uri="{FF2B5EF4-FFF2-40B4-BE49-F238E27FC236}">
                <a16:creationId xmlns:a16="http://schemas.microsoft.com/office/drawing/2014/main" id="{5ACDBC39-0216-A22B-D0BD-624DA0ACD2E9}"/>
              </a:ext>
            </a:extLst>
          </p:cNvPr>
          <p:cNvSpPr/>
          <p:nvPr/>
        </p:nvSpPr>
        <p:spPr>
          <a:xfrm>
            <a:off x="7061317" y="4604570"/>
            <a:ext cx="180000" cy="180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1" name="Elipse 60">
            <a:extLst>
              <a:ext uri="{FF2B5EF4-FFF2-40B4-BE49-F238E27FC236}">
                <a16:creationId xmlns:a16="http://schemas.microsoft.com/office/drawing/2014/main" id="{2B676F53-3703-EB41-A706-1F8763195406}"/>
              </a:ext>
            </a:extLst>
          </p:cNvPr>
          <p:cNvSpPr/>
          <p:nvPr/>
        </p:nvSpPr>
        <p:spPr>
          <a:xfrm>
            <a:off x="11024104" y="4310230"/>
            <a:ext cx="180000" cy="180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2" name="Elipse 61">
            <a:extLst>
              <a:ext uri="{FF2B5EF4-FFF2-40B4-BE49-F238E27FC236}">
                <a16:creationId xmlns:a16="http://schemas.microsoft.com/office/drawing/2014/main" id="{5D65B1D7-A66F-1278-58D7-107DF96A9C40}"/>
              </a:ext>
            </a:extLst>
          </p:cNvPr>
          <p:cNvSpPr/>
          <p:nvPr/>
        </p:nvSpPr>
        <p:spPr>
          <a:xfrm>
            <a:off x="7493862" y="4835504"/>
            <a:ext cx="180000" cy="180000"/>
          </a:xfrm>
          <a:prstGeom prst="ellipse">
            <a:avLst/>
          </a:prstGeom>
          <a:solidFill>
            <a:schemeClr val="accent6">
              <a:lumMod val="5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3" name="Elipse 62">
            <a:extLst>
              <a:ext uri="{FF2B5EF4-FFF2-40B4-BE49-F238E27FC236}">
                <a16:creationId xmlns:a16="http://schemas.microsoft.com/office/drawing/2014/main" id="{FDA99D17-D837-91E9-1970-D98426DD7FF3}"/>
              </a:ext>
            </a:extLst>
          </p:cNvPr>
          <p:cNvSpPr/>
          <p:nvPr/>
        </p:nvSpPr>
        <p:spPr>
          <a:xfrm>
            <a:off x="7376367" y="4378858"/>
            <a:ext cx="180000" cy="180000"/>
          </a:xfrm>
          <a:prstGeom prst="ellipse">
            <a:avLst/>
          </a:prstGeom>
          <a:solidFill>
            <a:schemeClr val="accent6">
              <a:lumMod val="5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4" name="Elipse 63">
            <a:extLst>
              <a:ext uri="{FF2B5EF4-FFF2-40B4-BE49-F238E27FC236}">
                <a16:creationId xmlns:a16="http://schemas.microsoft.com/office/drawing/2014/main" id="{66A0C25B-A88C-A7DB-F3F8-4903E9EA2682}"/>
              </a:ext>
            </a:extLst>
          </p:cNvPr>
          <p:cNvSpPr/>
          <p:nvPr/>
        </p:nvSpPr>
        <p:spPr>
          <a:xfrm>
            <a:off x="9614935" y="3963598"/>
            <a:ext cx="180000" cy="180000"/>
          </a:xfrm>
          <a:prstGeom prst="ellipse">
            <a:avLst/>
          </a:prstGeom>
          <a:solidFill>
            <a:schemeClr val="accent6">
              <a:lumMod val="5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65" name="Conector recto de flecha 64">
            <a:extLst>
              <a:ext uri="{FF2B5EF4-FFF2-40B4-BE49-F238E27FC236}">
                <a16:creationId xmlns:a16="http://schemas.microsoft.com/office/drawing/2014/main" id="{59F42AEF-1D36-0C5A-F2C3-5ACB30571A7D}"/>
              </a:ext>
            </a:extLst>
          </p:cNvPr>
          <p:cNvCxnSpPr>
            <a:cxnSpLocks/>
          </p:cNvCxnSpPr>
          <p:nvPr/>
        </p:nvCxnSpPr>
        <p:spPr>
          <a:xfrm flipV="1">
            <a:off x="2703872" y="3858306"/>
            <a:ext cx="1950719" cy="524218"/>
          </a:xfrm>
          <a:prstGeom prst="straightConnector1">
            <a:avLst/>
          </a:prstGeom>
          <a:ln w="25400">
            <a:solidFill>
              <a:schemeClr val="accent5">
                <a:lumMod val="75000"/>
              </a:schemeClr>
            </a:solidFill>
            <a:headEnd w="lg" len="sm"/>
            <a:tailEnd type="triangle"/>
          </a:ln>
        </p:spPr>
        <p:style>
          <a:lnRef idx="1">
            <a:schemeClr val="accent1"/>
          </a:lnRef>
          <a:fillRef idx="0">
            <a:schemeClr val="accent1"/>
          </a:fillRef>
          <a:effectRef idx="0">
            <a:schemeClr val="accent1"/>
          </a:effectRef>
          <a:fontRef idx="minor">
            <a:schemeClr val="tx1"/>
          </a:fontRef>
        </p:style>
      </p:cxnSp>
      <p:cxnSp>
        <p:nvCxnSpPr>
          <p:cNvPr id="67" name="Conector recto de flecha 66">
            <a:extLst>
              <a:ext uri="{FF2B5EF4-FFF2-40B4-BE49-F238E27FC236}">
                <a16:creationId xmlns:a16="http://schemas.microsoft.com/office/drawing/2014/main" id="{80687E5C-4EAE-EA49-E662-B2872EE53CD5}"/>
              </a:ext>
            </a:extLst>
          </p:cNvPr>
          <p:cNvCxnSpPr>
            <a:cxnSpLocks/>
          </p:cNvCxnSpPr>
          <p:nvPr/>
        </p:nvCxnSpPr>
        <p:spPr>
          <a:xfrm>
            <a:off x="2763839" y="4540292"/>
            <a:ext cx="3608273" cy="717333"/>
          </a:xfrm>
          <a:prstGeom prst="straightConnector1">
            <a:avLst/>
          </a:prstGeom>
          <a:ln w="25400">
            <a:solidFill>
              <a:schemeClr val="accent5">
                <a:lumMod val="75000"/>
              </a:schemeClr>
            </a:solidFill>
            <a:headEnd w="lg" len="sm"/>
            <a:tailEnd type="triangle"/>
          </a:ln>
        </p:spPr>
        <p:style>
          <a:lnRef idx="1">
            <a:schemeClr val="accent1"/>
          </a:lnRef>
          <a:fillRef idx="0">
            <a:schemeClr val="accent1"/>
          </a:fillRef>
          <a:effectRef idx="0">
            <a:schemeClr val="accent1"/>
          </a:effectRef>
          <a:fontRef idx="minor">
            <a:schemeClr val="tx1"/>
          </a:fontRef>
        </p:style>
      </p:cxnSp>
      <p:sp>
        <p:nvSpPr>
          <p:cNvPr id="4" name="Elipse 3">
            <a:extLst>
              <a:ext uri="{FF2B5EF4-FFF2-40B4-BE49-F238E27FC236}">
                <a16:creationId xmlns:a16="http://schemas.microsoft.com/office/drawing/2014/main" id="{5BDDE4A5-4CA6-9313-92A5-FC66E6A1D7A0}"/>
              </a:ext>
            </a:extLst>
          </p:cNvPr>
          <p:cNvSpPr/>
          <p:nvPr/>
        </p:nvSpPr>
        <p:spPr>
          <a:xfrm>
            <a:off x="5568147" y="4063238"/>
            <a:ext cx="180000" cy="180000"/>
          </a:xfrm>
          <a:prstGeom prst="ellipse">
            <a:avLst/>
          </a:prstGeom>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Elipse 6">
            <a:extLst>
              <a:ext uri="{FF2B5EF4-FFF2-40B4-BE49-F238E27FC236}">
                <a16:creationId xmlns:a16="http://schemas.microsoft.com/office/drawing/2014/main" id="{9F7E7776-C18C-8DEA-963E-34BFA3B934E9}"/>
              </a:ext>
            </a:extLst>
          </p:cNvPr>
          <p:cNvSpPr/>
          <p:nvPr/>
        </p:nvSpPr>
        <p:spPr>
          <a:xfrm>
            <a:off x="6881238" y="5388833"/>
            <a:ext cx="180000" cy="180000"/>
          </a:xfrm>
          <a:prstGeom prst="ellipse">
            <a:avLst/>
          </a:prstGeom>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Elipse 10">
            <a:extLst>
              <a:ext uri="{FF2B5EF4-FFF2-40B4-BE49-F238E27FC236}">
                <a16:creationId xmlns:a16="http://schemas.microsoft.com/office/drawing/2014/main" id="{44A5617A-DF39-9C12-D9A7-78E028B3CC50}"/>
              </a:ext>
            </a:extLst>
          </p:cNvPr>
          <p:cNvSpPr/>
          <p:nvPr/>
        </p:nvSpPr>
        <p:spPr>
          <a:xfrm>
            <a:off x="7538131" y="5122578"/>
            <a:ext cx="180000" cy="180000"/>
          </a:xfrm>
          <a:prstGeom prst="ellipse">
            <a:avLst/>
          </a:prstGeom>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Elipse 11">
            <a:extLst>
              <a:ext uri="{FF2B5EF4-FFF2-40B4-BE49-F238E27FC236}">
                <a16:creationId xmlns:a16="http://schemas.microsoft.com/office/drawing/2014/main" id="{447C1709-257F-C4CD-06C6-95911167CED2}"/>
              </a:ext>
            </a:extLst>
          </p:cNvPr>
          <p:cNvSpPr/>
          <p:nvPr/>
        </p:nvSpPr>
        <p:spPr>
          <a:xfrm>
            <a:off x="5810590" y="3565260"/>
            <a:ext cx="180000" cy="180000"/>
          </a:xfrm>
          <a:prstGeom prst="ellipse">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Elipse 16">
            <a:extLst>
              <a:ext uri="{FF2B5EF4-FFF2-40B4-BE49-F238E27FC236}">
                <a16:creationId xmlns:a16="http://schemas.microsoft.com/office/drawing/2014/main" id="{7A30F2F8-7D2E-1826-8E01-D94615484612}"/>
              </a:ext>
            </a:extLst>
          </p:cNvPr>
          <p:cNvSpPr/>
          <p:nvPr/>
        </p:nvSpPr>
        <p:spPr>
          <a:xfrm>
            <a:off x="9045348" y="4526536"/>
            <a:ext cx="180000" cy="180000"/>
          </a:xfrm>
          <a:prstGeom prst="ellipse">
            <a:avLst/>
          </a:prstGeom>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Elipse 17">
            <a:extLst>
              <a:ext uri="{FF2B5EF4-FFF2-40B4-BE49-F238E27FC236}">
                <a16:creationId xmlns:a16="http://schemas.microsoft.com/office/drawing/2014/main" id="{FD62538F-3A34-6E25-0F80-2B7F090D4A03}"/>
              </a:ext>
            </a:extLst>
          </p:cNvPr>
          <p:cNvSpPr/>
          <p:nvPr/>
        </p:nvSpPr>
        <p:spPr>
          <a:xfrm>
            <a:off x="5509085" y="3376929"/>
            <a:ext cx="180000" cy="180000"/>
          </a:xfrm>
          <a:prstGeom prst="ellipse">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Elipse 18">
            <a:extLst>
              <a:ext uri="{FF2B5EF4-FFF2-40B4-BE49-F238E27FC236}">
                <a16:creationId xmlns:a16="http://schemas.microsoft.com/office/drawing/2014/main" id="{9055AA85-6024-52E9-283E-6A038F30C870}"/>
              </a:ext>
            </a:extLst>
          </p:cNvPr>
          <p:cNvSpPr/>
          <p:nvPr/>
        </p:nvSpPr>
        <p:spPr>
          <a:xfrm>
            <a:off x="10326357" y="5266442"/>
            <a:ext cx="180000" cy="180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Elipse 19">
            <a:extLst>
              <a:ext uri="{FF2B5EF4-FFF2-40B4-BE49-F238E27FC236}">
                <a16:creationId xmlns:a16="http://schemas.microsoft.com/office/drawing/2014/main" id="{CA20FF49-D08F-C562-6497-543D32429073}"/>
              </a:ext>
            </a:extLst>
          </p:cNvPr>
          <p:cNvSpPr/>
          <p:nvPr/>
        </p:nvSpPr>
        <p:spPr>
          <a:xfrm>
            <a:off x="10658454" y="4942065"/>
            <a:ext cx="180000" cy="180000"/>
          </a:xfrm>
          <a:prstGeom prst="ellipse">
            <a:avLst/>
          </a:prstGeom>
          <a:solidFill>
            <a:schemeClr val="accent2">
              <a:lumMod val="75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Elipse 20">
            <a:extLst>
              <a:ext uri="{FF2B5EF4-FFF2-40B4-BE49-F238E27FC236}">
                <a16:creationId xmlns:a16="http://schemas.microsoft.com/office/drawing/2014/main" id="{483EFAA0-96C8-2CE1-AEE8-05DF250901B0}"/>
              </a:ext>
            </a:extLst>
          </p:cNvPr>
          <p:cNvSpPr/>
          <p:nvPr/>
        </p:nvSpPr>
        <p:spPr>
          <a:xfrm>
            <a:off x="11460298" y="4925504"/>
            <a:ext cx="180000" cy="180000"/>
          </a:xfrm>
          <a:prstGeom prst="ellipse">
            <a:avLst/>
          </a:prstGeom>
          <a:solidFill>
            <a:schemeClr val="accent6">
              <a:lumMod val="5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Elipse 22">
            <a:extLst>
              <a:ext uri="{FF2B5EF4-FFF2-40B4-BE49-F238E27FC236}">
                <a16:creationId xmlns:a16="http://schemas.microsoft.com/office/drawing/2014/main" id="{D83909A2-3D7C-9B42-20CD-2C55056B127B}"/>
              </a:ext>
            </a:extLst>
          </p:cNvPr>
          <p:cNvSpPr/>
          <p:nvPr/>
        </p:nvSpPr>
        <p:spPr>
          <a:xfrm>
            <a:off x="6900454" y="4856397"/>
            <a:ext cx="180000" cy="180000"/>
          </a:xfrm>
          <a:prstGeom prst="ellipse">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Elipse 24">
            <a:extLst>
              <a:ext uri="{FF2B5EF4-FFF2-40B4-BE49-F238E27FC236}">
                <a16:creationId xmlns:a16="http://schemas.microsoft.com/office/drawing/2014/main" id="{8CD4E29A-14CD-50BF-1023-DB98ABCD6FFE}"/>
              </a:ext>
            </a:extLst>
          </p:cNvPr>
          <p:cNvSpPr/>
          <p:nvPr/>
        </p:nvSpPr>
        <p:spPr>
          <a:xfrm>
            <a:off x="8993109" y="3873598"/>
            <a:ext cx="180000" cy="180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Elipse 25">
            <a:extLst>
              <a:ext uri="{FF2B5EF4-FFF2-40B4-BE49-F238E27FC236}">
                <a16:creationId xmlns:a16="http://schemas.microsoft.com/office/drawing/2014/main" id="{EBC0AC52-7726-1BB5-668A-6F745311A8B8}"/>
              </a:ext>
            </a:extLst>
          </p:cNvPr>
          <p:cNvSpPr/>
          <p:nvPr/>
        </p:nvSpPr>
        <p:spPr>
          <a:xfrm>
            <a:off x="8519387" y="4039440"/>
            <a:ext cx="180000" cy="180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CuadroTexto 26">
            <a:extLst>
              <a:ext uri="{FF2B5EF4-FFF2-40B4-BE49-F238E27FC236}">
                <a16:creationId xmlns:a16="http://schemas.microsoft.com/office/drawing/2014/main" id="{DC6624AB-23B1-3036-8F0E-AB04CAF81653}"/>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28" name="CuadroTexto 27">
            <a:extLst>
              <a:ext uri="{FF2B5EF4-FFF2-40B4-BE49-F238E27FC236}">
                <a16:creationId xmlns:a16="http://schemas.microsoft.com/office/drawing/2014/main" id="{304ED3E1-BFC8-BB06-47E1-B3A1195A417E}"/>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29" name="CuadroTexto 28">
            <a:extLst>
              <a:ext uri="{FF2B5EF4-FFF2-40B4-BE49-F238E27FC236}">
                <a16:creationId xmlns:a16="http://schemas.microsoft.com/office/drawing/2014/main" id="{6FEDE592-1DD8-8BE8-45EE-E15EEB30DD60}"/>
              </a:ext>
            </a:extLst>
          </p:cNvPr>
          <p:cNvSpPr txBox="1"/>
          <p:nvPr/>
        </p:nvSpPr>
        <p:spPr>
          <a:xfrm>
            <a:off x="164744" y="619671"/>
            <a:ext cx="7446334" cy="400110"/>
          </a:xfrm>
          <a:prstGeom prst="rect">
            <a:avLst/>
          </a:prstGeom>
          <a:noFill/>
        </p:spPr>
        <p:txBody>
          <a:bodyPr wrap="none" rtlCol="0">
            <a:spAutoFit/>
          </a:bodyPr>
          <a:lstStyle/>
          <a:p>
            <a:r>
              <a:rPr lang="es-ES" sz="2000" b="1" dirty="0">
                <a:solidFill>
                  <a:schemeClr val="accent1">
                    <a:lumMod val="50000"/>
                  </a:schemeClr>
                </a:solidFill>
              </a:rPr>
              <a:t>Bosques de Decisión y  Aprendizaje  Conjunto (Ensemble </a:t>
            </a:r>
            <a:r>
              <a:rPr lang="es-ES" sz="2000" b="1" dirty="0" err="1">
                <a:solidFill>
                  <a:schemeClr val="accent1">
                    <a:lumMod val="50000"/>
                  </a:schemeClr>
                </a:solidFill>
              </a:rPr>
              <a:t>Methods</a:t>
            </a:r>
            <a:r>
              <a:rPr lang="es-ES" sz="2000" b="1" dirty="0">
                <a:solidFill>
                  <a:schemeClr val="accent1">
                    <a:lumMod val="50000"/>
                  </a:schemeClr>
                </a:solidFill>
              </a:rPr>
              <a:t>) </a:t>
            </a:r>
          </a:p>
        </p:txBody>
      </p:sp>
    </p:spTree>
    <p:extLst>
      <p:ext uri="{BB962C8B-B14F-4D97-AF65-F5344CB8AC3E}">
        <p14:creationId xmlns:p14="http://schemas.microsoft.com/office/powerpoint/2010/main" val="90275097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6662BA2-A1DE-EF8C-FFEA-62382183C8A6}"/>
              </a:ext>
            </a:extLst>
          </p:cNvPr>
          <p:cNvSpPr txBox="1"/>
          <p:nvPr/>
        </p:nvSpPr>
        <p:spPr>
          <a:xfrm>
            <a:off x="164744" y="1366165"/>
            <a:ext cx="11950505" cy="5632311"/>
          </a:xfrm>
          <a:prstGeom prst="rect">
            <a:avLst/>
          </a:prstGeom>
          <a:noFill/>
        </p:spPr>
        <p:txBody>
          <a:bodyPr wrap="square" rtlCol="0">
            <a:spAutoFit/>
          </a:bodyPr>
          <a:lstStyle/>
          <a:p>
            <a:pPr marL="285750" indent="-285750">
              <a:buFont typeface="Arial" panose="020B0604020202020204" pitchFamily="34" charset="0"/>
              <a:buChar char="•"/>
            </a:pPr>
            <a:endParaRPr lang="es-ES" dirty="0"/>
          </a:p>
          <a:p>
            <a:endParaRPr lang="es-ES" dirty="0"/>
          </a:p>
          <a:p>
            <a:r>
              <a:rPr lang="es-ES" dirty="0">
                <a:solidFill>
                  <a:schemeClr val="accent1">
                    <a:lumMod val="50000"/>
                  </a:schemeClr>
                </a:solidFill>
              </a:rPr>
              <a:t>El </a:t>
            </a:r>
            <a:r>
              <a:rPr lang="es-ES" b="1" dirty="0" err="1">
                <a:solidFill>
                  <a:schemeClr val="accent1">
                    <a:lumMod val="50000"/>
                  </a:schemeClr>
                </a:solidFill>
              </a:rPr>
              <a:t>bootstrapping</a:t>
            </a:r>
            <a:r>
              <a:rPr lang="es-ES" b="1" dirty="0">
                <a:solidFill>
                  <a:schemeClr val="accent1">
                    <a:lumMod val="50000"/>
                  </a:schemeClr>
                </a:solidFill>
              </a:rPr>
              <a:t> tiene efectos </a:t>
            </a:r>
            <a:r>
              <a:rPr lang="es-ES" dirty="0">
                <a:solidFill>
                  <a:schemeClr val="accent1">
                    <a:lumMod val="50000"/>
                  </a:schemeClr>
                </a:solidFill>
              </a:rPr>
              <a:t>negativos en cada estimador pero </a:t>
            </a:r>
            <a:r>
              <a:rPr lang="es-ES" b="1" dirty="0">
                <a:solidFill>
                  <a:schemeClr val="accent1">
                    <a:lumMod val="50000"/>
                  </a:schemeClr>
                </a:solidFill>
              </a:rPr>
              <a:t>positivos para el ensemble</a:t>
            </a:r>
            <a:r>
              <a:rPr lang="es-ES" dirty="0">
                <a:solidFill>
                  <a:schemeClr val="accent1">
                    <a:lumMod val="50000"/>
                  </a:schemeClr>
                </a:solidFill>
              </a:rPr>
              <a:t>.</a:t>
            </a:r>
          </a:p>
          <a:p>
            <a:endParaRPr lang="es-ES" dirty="0">
              <a:solidFill>
                <a:schemeClr val="accent1">
                  <a:lumMod val="50000"/>
                </a:schemeClr>
              </a:solidFill>
            </a:endParaRPr>
          </a:p>
          <a:p>
            <a:pPr marL="285750" indent="-285750">
              <a:buFont typeface="Arial" panose="020B0604020202020204" pitchFamily="34" charset="0"/>
              <a:buChar char="•"/>
            </a:pPr>
            <a:r>
              <a:rPr lang="es-ES" b="1" dirty="0">
                <a:solidFill>
                  <a:schemeClr val="accent1">
                    <a:lumMod val="50000"/>
                  </a:schemeClr>
                </a:solidFill>
              </a:rPr>
              <a:t>Cada estimador</a:t>
            </a:r>
            <a:r>
              <a:rPr lang="es-ES" dirty="0">
                <a:solidFill>
                  <a:schemeClr val="accent1">
                    <a:lumMod val="50000"/>
                  </a:schemeClr>
                </a:solidFill>
              </a:rPr>
              <a:t> va a tener un </a:t>
            </a:r>
            <a:r>
              <a:rPr lang="es-ES" b="1" dirty="0">
                <a:solidFill>
                  <a:schemeClr val="accent1">
                    <a:lumMod val="50000"/>
                  </a:schemeClr>
                </a:solidFill>
              </a:rPr>
              <a:t>mayor sesgo </a:t>
            </a:r>
            <a:r>
              <a:rPr lang="es-ES" dirty="0" smtClean="0">
                <a:solidFill>
                  <a:schemeClr val="accent1">
                    <a:lumMod val="50000"/>
                  </a:schemeClr>
                </a:solidFill>
              </a:rPr>
              <a:t>(</a:t>
            </a:r>
            <a:r>
              <a:rPr lang="es-ES" dirty="0" err="1" smtClean="0">
                <a:solidFill>
                  <a:schemeClr val="accent1">
                    <a:lumMod val="50000"/>
                  </a:schemeClr>
                </a:solidFill>
              </a:rPr>
              <a:t>Bias</a:t>
            </a:r>
            <a:r>
              <a:rPr lang="es-ES" dirty="0">
                <a:solidFill>
                  <a:schemeClr val="accent1">
                    <a:lumMod val="50000"/>
                  </a:schemeClr>
                </a:solidFill>
              </a:rPr>
              <a:t>) -Al poder repetir un mismo dato de entrada varias veces puede ocurrir que el modelo no sea capaz de predecir correctamente al ser demasiado simple (</a:t>
            </a:r>
            <a:r>
              <a:rPr lang="es-ES" dirty="0" err="1">
                <a:solidFill>
                  <a:schemeClr val="accent1">
                    <a:lumMod val="50000"/>
                  </a:schemeClr>
                </a:solidFill>
              </a:rPr>
              <a:t>underfitting</a:t>
            </a:r>
            <a:r>
              <a:rPr lang="es-ES" dirty="0">
                <a:solidFill>
                  <a:schemeClr val="accent1">
                    <a:lumMod val="50000"/>
                  </a:schemeClr>
                </a:solidFill>
              </a:rPr>
              <a:t>)-</a:t>
            </a:r>
          </a:p>
          <a:p>
            <a:endParaRPr lang="es-ES" dirty="0">
              <a:solidFill>
                <a:schemeClr val="accent1">
                  <a:lumMod val="50000"/>
                </a:schemeClr>
              </a:solidFill>
            </a:endParaRPr>
          </a:p>
          <a:p>
            <a:pPr marL="285750" indent="-285750">
              <a:buFont typeface="Arial" panose="020B0604020202020204" pitchFamily="34" charset="0"/>
              <a:buChar char="•"/>
            </a:pPr>
            <a:r>
              <a:rPr lang="es-ES" dirty="0">
                <a:solidFill>
                  <a:schemeClr val="accent1">
                    <a:lumMod val="50000"/>
                  </a:schemeClr>
                </a:solidFill>
              </a:rPr>
              <a:t>Los </a:t>
            </a:r>
            <a:r>
              <a:rPr lang="es-ES" b="1" dirty="0">
                <a:solidFill>
                  <a:schemeClr val="accent1">
                    <a:lumMod val="50000"/>
                  </a:schemeClr>
                </a:solidFill>
              </a:rPr>
              <a:t>estimadores</a:t>
            </a:r>
            <a:r>
              <a:rPr lang="es-ES" dirty="0">
                <a:solidFill>
                  <a:schemeClr val="accent1">
                    <a:lumMod val="50000"/>
                  </a:schemeClr>
                </a:solidFill>
              </a:rPr>
              <a:t> van a ser </a:t>
            </a:r>
            <a:r>
              <a:rPr lang="es-ES" b="1" dirty="0">
                <a:solidFill>
                  <a:schemeClr val="accent1">
                    <a:lumMod val="50000"/>
                  </a:schemeClr>
                </a:solidFill>
              </a:rPr>
              <a:t>más independientes </a:t>
            </a:r>
            <a:r>
              <a:rPr lang="es-ES" dirty="0">
                <a:solidFill>
                  <a:schemeClr val="accent1">
                    <a:lumMod val="50000"/>
                  </a:schemeClr>
                </a:solidFill>
              </a:rPr>
              <a:t>entre sí al haber sido entrenados con conjuntos de entrenamiento diferentes, esto </a:t>
            </a:r>
            <a:r>
              <a:rPr lang="es-ES" b="1" dirty="0">
                <a:solidFill>
                  <a:schemeClr val="accent1">
                    <a:lumMod val="50000"/>
                  </a:schemeClr>
                </a:solidFill>
              </a:rPr>
              <a:t>reduce la varianza del estimador agregado </a:t>
            </a:r>
            <a:r>
              <a:rPr lang="es-ES" dirty="0">
                <a:solidFill>
                  <a:schemeClr val="accent1">
                    <a:lumMod val="50000"/>
                  </a:schemeClr>
                </a:solidFill>
              </a:rPr>
              <a:t>(Low-</a:t>
            </a:r>
            <a:r>
              <a:rPr lang="es-ES" dirty="0" err="1">
                <a:solidFill>
                  <a:schemeClr val="accent1">
                    <a:lumMod val="50000"/>
                  </a:schemeClr>
                </a:solidFill>
              </a:rPr>
              <a:t>Variance</a:t>
            </a:r>
            <a:r>
              <a:rPr lang="es-ES" dirty="0">
                <a:solidFill>
                  <a:schemeClr val="accent1">
                    <a:lumMod val="50000"/>
                  </a:schemeClr>
                </a:solidFill>
              </a:rPr>
              <a:t>) -De esta manera es más estable y menos sensible a las variaciones en los datos de entrada-</a:t>
            </a:r>
          </a:p>
          <a:p>
            <a:pPr marL="285750" indent="-285750">
              <a:buFont typeface="Arial" panose="020B0604020202020204" pitchFamily="34" charset="0"/>
              <a:buChar char="•"/>
            </a:pPr>
            <a:endParaRPr lang="es-ES" dirty="0">
              <a:solidFill>
                <a:schemeClr val="accent1">
                  <a:lumMod val="50000"/>
                </a:schemeClr>
              </a:solidFill>
            </a:endParaRPr>
          </a:p>
          <a:p>
            <a:r>
              <a:rPr lang="es-ES" dirty="0">
                <a:solidFill>
                  <a:schemeClr val="accent1">
                    <a:lumMod val="50000"/>
                  </a:schemeClr>
                </a:solidFill>
              </a:rPr>
              <a:t>En general esta reducción de la varianza hace que usar </a:t>
            </a:r>
            <a:r>
              <a:rPr lang="es-ES" b="1" dirty="0" err="1">
                <a:solidFill>
                  <a:schemeClr val="accent1">
                    <a:lumMod val="50000"/>
                  </a:schemeClr>
                </a:solidFill>
              </a:rPr>
              <a:t>bootstrapping</a:t>
            </a:r>
            <a:r>
              <a:rPr lang="es-ES" b="1" dirty="0">
                <a:solidFill>
                  <a:schemeClr val="accent1">
                    <a:lumMod val="50000"/>
                  </a:schemeClr>
                </a:solidFill>
              </a:rPr>
              <a:t> mejore la precisión del modelo</a:t>
            </a:r>
            <a:r>
              <a:rPr lang="es-ES" dirty="0">
                <a:solidFill>
                  <a:schemeClr val="accent1">
                    <a:lumMod val="50000"/>
                  </a:schemeClr>
                </a:solidFill>
              </a:rPr>
              <a:t>. Esto ocurre sobre todo </a:t>
            </a:r>
            <a:r>
              <a:rPr lang="es-ES" dirty="0" smtClean="0">
                <a:solidFill>
                  <a:schemeClr val="accent1">
                    <a:lumMod val="50000"/>
                  </a:schemeClr>
                </a:solidFill>
              </a:rPr>
              <a:t>cuando el modelo base tiene mucha varianza (árboles) y hay riesgo de </a:t>
            </a:r>
            <a:r>
              <a:rPr lang="es-ES" dirty="0" err="1" smtClean="0">
                <a:solidFill>
                  <a:schemeClr val="accent1">
                    <a:lumMod val="50000"/>
                  </a:schemeClr>
                </a:solidFill>
              </a:rPr>
              <a:t>overfitting</a:t>
            </a:r>
            <a:r>
              <a:rPr lang="es-ES" dirty="0" smtClean="0">
                <a:solidFill>
                  <a:schemeClr val="accent1">
                    <a:lumMod val="50000"/>
                  </a:schemeClr>
                </a:solidFill>
              </a:rPr>
              <a:t>.</a:t>
            </a:r>
            <a:endParaRPr lang="es-ES" dirty="0">
              <a:solidFill>
                <a:schemeClr val="accent1">
                  <a:lumMod val="50000"/>
                </a:schemeClr>
              </a:solidFill>
            </a:endParaRPr>
          </a:p>
          <a:p>
            <a:endParaRPr lang="es-ES" dirty="0">
              <a:solidFill>
                <a:schemeClr val="accent1">
                  <a:lumMod val="50000"/>
                </a:schemeClr>
              </a:solidFill>
            </a:endParaRPr>
          </a:p>
          <a:p>
            <a:r>
              <a:rPr lang="es-ES" dirty="0">
                <a:solidFill>
                  <a:schemeClr val="accent1">
                    <a:lumMod val="50000"/>
                  </a:schemeClr>
                </a:solidFill>
              </a:rPr>
              <a:t>Al emplear </a:t>
            </a:r>
            <a:r>
              <a:rPr lang="es-ES" dirty="0" err="1">
                <a:solidFill>
                  <a:schemeClr val="accent1">
                    <a:lumMod val="50000"/>
                  </a:schemeClr>
                </a:solidFill>
              </a:rPr>
              <a:t>bootsrapping</a:t>
            </a:r>
            <a:r>
              <a:rPr lang="es-ES" dirty="0">
                <a:solidFill>
                  <a:schemeClr val="accent1">
                    <a:lumMod val="50000"/>
                  </a:schemeClr>
                </a:solidFill>
              </a:rPr>
              <a:t> es habitual que ciertos elementos del conjunto original no se incluyan en ningún conjunto de entrenamiento de ningún estimador. A estos puntos se les denomina OOB (</a:t>
            </a:r>
            <a:r>
              <a:rPr lang="es-ES" dirty="0" err="1">
                <a:solidFill>
                  <a:schemeClr val="accent1">
                    <a:lumMod val="50000"/>
                  </a:schemeClr>
                </a:solidFill>
              </a:rPr>
              <a:t>out</a:t>
            </a:r>
            <a:r>
              <a:rPr lang="es-ES" dirty="0">
                <a:solidFill>
                  <a:schemeClr val="accent1">
                    <a:lumMod val="50000"/>
                  </a:schemeClr>
                </a:solidFill>
              </a:rPr>
              <a:t>-</a:t>
            </a:r>
            <a:r>
              <a:rPr lang="es-ES" dirty="0" err="1">
                <a:solidFill>
                  <a:schemeClr val="accent1">
                    <a:lumMod val="50000"/>
                  </a:schemeClr>
                </a:solidFill>
              </a:rPr>
              <a:t>of</a:t>
            </a:r>
            <a:r>
              <a:rPr lang="es-ES" dirty="0">
                <a:solidFill>
                  <a:schemeClr val="accent1">
                    <a:lumMod val="50000"/>
                  </a:schemeClr>
                </a:solidFill>
              </a:rPr>
              <a:t>-bag) y son perfectos para hacer validación.</a:t>
            </a:r>
          </a:p>
          <a:p>
            <a:endParaRPr lang="es-ES" dirty="0">
              <a:solidFill>
                <a:schemeClr val="accent1">
                  <a:lumMod val="50000"/>
                </a:schemeClr>
              </a:solidFill>
            </a:endParaRPr>
          </a:p>
          <a:p>
            <a:r>
              <a:rPr lang="es-ES" dirty="0">
                <a:solidFill>
                  <a:schemeClr val="accent1">
                    <a:lumMod val="50000"/>
                  </a:schemeClr>
                </a:solidFill>
              </a:rPr>
              <a:t>El único </a:t>
            </a:r>
            <a:r>
              <a:rPr lang="es-ES" b="1" dirty="0">
                <a:solidFill>
                  <a:schemeClr val="accent1">
                    <a:lumMod val="50000"/>
                  </a:schemeClr>
                </a:solidFill>
              </a:rPr>
              <a:t>problema</a:t>
            </a:r>
            <a:r>
              <a:rPr lang="es-ES" dirty="0">
                <a:solidFill>
                  <a:schemeClr val="accent1">
                    <a:lumMod val="50000"/>
                  </a:schemeClr>
                </a:solidFill>
              </a:rPr>
              <a:t> de usar </a:t>
            </a:r>
            <a:r>
              <a:rPr lang="es-ES" dirty="0" err="1">
                <a:solidFill>
                  <a:schemeClr val="accent1">
                    <a:lumMod val="50000"/>
                  </a:schemeClr>
                </a:solidFill>
              </a:rPr>
              <a:t>bootstrapping</a:t>
            </a:r>
            <a:r>
              <a:rPr lang="es-ES" dirty="0">
                <a:solidFill>
                  <a:schemeClr val="accent1">
                    <a:lumMod val="50000"/>
                  </a:schemeClr>
                </a:solidFill>
              </a:rPr>
              <a:t> es </a:t>
            </a:r>
            <a:r>
              <a:rPr lang="es-ES" b="1" dirty="0">
                <a:solidFill>
                  <a:schemeClr val="accent1">
                    <a:lumMod val="50000"/>
                  </a:schemeClr>
                </a:solidFill>
              </a:rPr>
              <a:t>el incremento en coste computacional </a:t>
            </a:r>
            <a:r>
              <a:rPr lang="es-ES" dirty="0">
                <a:solidFill>
                  <a:schemeClr val="accent1">
                    <a:lumMod val="50000"/>
                  </a:schemeClr>
                </a:solidFill>
              </a:rPr>
              <a:t>si el conjunto de datos original es muy grande.</a:t>
            </a:r>
          </a:p>
          <a:p>
            <a:pPr lvl="1"/>
            <a:r>
              <a:rPr lang="es-ES" dirty="0"/>
              <a:t>      </a:t>
            </a:r>
          </a:p>
        </p:txBody>
      </p:sp>
      <p:sp>
        <p:nvSpPr>
          <p:cNvPr id="3" name="CuadroTexto 2">
            <a:extLst>
              <a:ext uri="{FF2B5EF4-FFF2-40B4-BE49-F238E27FC236}">
                <a16:creationId xmlns:a16="http://schemas.microsoft.com/office/drawing/2014/main" id="{A61097CD-2CCD-8969-E51E-69648FD36CB3}"/>
              </a:ext>
            </a:extLst>
          </p:cNvPr>
          <p:cNvSpPr txBox="1"/>
          <p:nvPr/>
        </p:nvSpPr>
        <p:spPr>
          <a:xfrm>
            <a:off x="671513" y="1272038"/>
            <a:ext cx="6404425" cy="400110"/>
          </a:xfrm>
          <a:prstGeom prst="rect">
            <a:avLst/>
          </a:prstGeom>
          <a:noFill/>
        </p:spPr>
        <p:txBody>
          <a:bodyPr wrap="square" rtlCol="0">
            <a:spAutoFit/>
          </a:bodyPr>
          <a:lstStyle/>
          <a:p>
            <a:r>
              <a:rPr lang="es-ES" sz="2000" dirty="0">
                <a:solidFill>
                  <a:schemeClr val="accent1">
                    <a:lumMod val="50000"/>
                  </a:schemeClr>
                </a:solidFill>
              </a:rPr>
              <a:t>Efecto de </a:t>
            </a:r>
            <a:r>
              <a:rPr lang="es-ES" sz="2000" b="1" dirty="0" err="1">
                <a:solidFill>
                  <a:schemeClr val="accent1">
                    <a:lumMod val="50000"/>
                  </a:schemeClr>
                </a:solidFill>
              </a:rPr>
              <a:t>Pasting</a:t>
            </a:r>
            <a:r>
              <a:rPr lang="es-ES" sz="2000" b="1" dirty="0">
                <a:solidFill>
                  <a:schemeClr val="accent1">
                    <a:lumMod val="50000"/>
                  </a:schemeClr>
                </a:solidFill>
              </a:rPr>
              <a:t> vs </a:t>
            </a:r>
            <a:r>
              <a:rPr lang="es-ES" sz="2000" b="1" dirty="0" err="1">
                <a:solidFill>
                  <a:schemeClr val="accent1">
                    <a:lumMod val="50000"/>
                  </a:schemeClr>
                </a:solidFill>
              </a:rPr>
              <a:t>Bagging</a:t>
            </a:r>
            <a:endParaRPr lang="es-ES" sz="2000" b="1" dirty="0">
              <a:solidFill>
                <a:schemeClr val="accent1">
                  <a:lumMod val="50000"/>
                </a:schemeClr>
              </a:solidFill>
            </a:endParaRPr>
          </a:p>
        </p:txBody>
      </p:sp>
      <p:sp>
        <p:nvSpPr>
          <p:cNvPr id="4" name="CuadroTexto 3">
            <a:extLst>
              <a:ext uri="{FF2B5EF4-FFF2-40B4-BE49-F238E27FC236}">
                <a16:creationId xmlns:a16="http://schemas.microsoft.com/office/drawing/2014/main" id="{BF85AA9B-2013-4A3F-ACA0-43A776D82C9F}"/>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5" name="CuadroTexto 4">
            <a:extLst>
              <a:ext uri="{FF2B5EF4-FFF2-40B4-BE49-F238E27FC236}">
                <a16:creationId xmlns:a16="http://schemas.microsoft.com/office/drawing/2014/main" id="{9C43829C-27DE-41BB-A7B6-BCF73070BAF0}"/>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6" name="CuadroTexto 5">
            <a:extLst>
              <a:ext uri="{FF2B5EF4-FFF2-40B4-BE49-F238E27FC236}">
                <a16:creationId xmlns:a16="http://schemas.microsoft.com/office/drawing/2014/main" id="{3305EDCD-2895-C9C3-1187-D1A22100A32C}"/>
              </a:ext>
            </a:extLst>
          </p:cNvPr>
          <p:cNvSpPr txBox="1"/>
          <p:nvPr/>
        </p:nvSpPr>
        <p:spPr>
          <a:xfrm>
            <a:off x="164744" y="619671"/>
            <a:ext cx="7446334" cy="400110"/>
          </a:xfrm>
          <a:prstGeom prst="rect">
            <a:avLst/>
          </a:prstGeom>
          <a:noFill/>
        </p:spPr>
        <p:txBody>
          <a:bodyPr wrap="none" rtlCol="0">
            <a:spAutoFit/>
          </a:bodyPr>
          <a:lstStyle/>
          <a:p>
            <a:r>
              <a:rPr lang="es-ES" sz="2000" b="1" dirty="0">
                <a:solidFill>
                  <a:schemeClr val="accent1">
                    <a:lumMod val="50000"/>
                  </a:schemeClr>
                </a:solidFill>
              </a:rPr>
              <a:t>Bosques de Decisión y  Aprendizaje Conjunto (Ensemble </a:t>
            </a:r>
            <a:r>
              <a:rPr lang="es-ES" sz="2000" b="1" dirty="0" err="1">
                <a:solidFill>
                  <a:schemeClr val="accent1">
                    <a:lumMod val="50000"/>
                  </a:schemeClr>
                </a:solidFill>
              </a:rPr>
              <a:t>Methods</a:t>
            </a:r>
            <a:r>
              <a:rPr lang="es-ES" sz="2000" b="1" dirty="0">
                <a:solidFill>
                  <a:schemeClr val="accent1">
                    <a:lumMod val="50000"/>
                  </a:schemeClr>
                </a:solidFill>
              </a:rPr>
              <a:t>) </a:t>
            </a:r>
          </a:p>
        </p:txBody>
      </p:sp>
    </p:spTree>
    <p:extLst>
      <p:ext uri="{BB962C8B-B14F-4D97-AF65-F5344CB8AC3E}">
        <p14:creationId xmlns:p14="http://schemas.microsoft.com/office/powerpoint/2010/main" val="172774037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59</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9108141" y="136523"/>
            <a:ext cx="2988431" cy="461665"/>
          </a:xfrm>
          <a:prstGeom prst="rect">
            <a:avLst/>
          </a:prstGeom>
          <a:noFill/>
        </p:spPr>
        <p:txBody>
          <a:bodyPr wrap="square" rtlCol="0">
            <a:spAutoFit/>
          </a:bodyPr>
          <a:lstStyle/>
          <a:p>
            <a:r>
              <a:rPr lang="es-ES" sz="2400" b="1" dirty="0">
                <a:solidFill>
                  <a:schemeClr val="accent1">
                    <a:lumMod val="50000"/>
                  </a:schemeClr>
                </a:solidFill>
              </a:rPr>
              <a:t>Árboles de Decisión</a:t>
            </a:r>
          </a:p>
        </p:txBody>
      </p:sp>
      <p:sp>
        <p:nvSpPr>
          <p:cNvPr id="11" name="CuadroTexto 10">
            <a:extLst>
              <a:ext uri="{FF2B5EF4-FFF2-40B4-BE49-F238E27FC236}">
                <a16:creationId xmlns:a16="http://schemas.microsoft.com/office/drawing/2014/main" id="{BE7A0595-F997-C90C-2B48-DD52AEEF89B2}"/>
              </a:ext>
            </a:extLst>
          </p:cNvPr>
          <p:cNvSpPr txBox="1"/>
          <p:nvPr/>
        </p:nvSpPr>
        <p:spPr>
          <a:xfrm>
            <a:off x="774154" y="558392"/>
            <a:ext cx="11051338" cy="5934830"/>
          </a:xfrm>
          <a:prstGeom prst="rect">
            <a:avLst/>
          </a:prstGeom>
          <a:noFill/>
        </p:spPr>
        <p:txBody>
          <a:bodyPr wrap="square">
            <a:spAutoFit/>
          </a:bodyPr>
          <a:lstStyle/>
          <a:p>
            <a:r>
              <a:rPr lang="es-ES" sz="2800" b="1" dirty="0">
                <a:solidFill>
                  <a:schemeClr val="accent5">
                    <a:lumMod val="20000"/>
                    <a:lumOff val="80000"/>
                  </a:schemeClr>
                </a:solidFill>
              </a:rPr>
              <a:t>Árboles de decisión:</a:t>
            </a:r>
          </a:p>
          <a:p>
            <a:endParaRPr lang="es-ES" sz="2800" b="1" dirty="0">
              <a:solidFill>
                <a:schemeClr val="accent1">
                  <a:lumMod val="50000"/>
                </a:schemeClr>
              </a:solidFill>
            </a:endParaRP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Construcción de Árboles de Decisión. </a:t>
            </a: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Criterios de Parada.</a:t>
            </a: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Árboles de Regresión. </a:t>
            </a: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Árboles de Decisión: Ventajas e inconvenientes. </a:t>
            </a:r>
          </a:p>
          <a:p>
            <a:pPr marL="457200" indent="-457200">
              <a:buFont typeface="Arial" panose="020B0604020202020204" pitchFamily="34" charset="0"/>
              <a:buChar char="•"/>
            </a:pPr>
            <a:endParaRPr lang="es-ES" sz="2800" b="1" dirty="0">
              <a:solidFill>
                <a:schemeClr val="accent1">
                  <a:lumMod val="50000"/>
                </a:schemeClr>
              </a:solidFill>
            </a:endParaRPr>
          </a:p>
          <a:p>
            <a:pPr>
              <a:lnSpc>
                <a:spcPct val="150000"/>
              </a:lnSpc>
            </a:pPr>
            <a:r>
              <a:rPr lang="es-ES" sz="2800" b="1" dirty="0">
                <a:solidFill>
                  <a:schemeClr val="accent1">
                    <a:lumMod val="50000"/>
                  </a:schemeClr>
                </a:solidFill>
              </a:rPr>
              <a:t>Bosques de Decisión y  Aprendizaje Conjunto (Ensemble </a:t>
            </a:r>
            <a:r>
              <a:rPr lang="es-ES" sz="2800" b="1" dirty="0" err="1">
                <a:solidFill>
                  <a:schemeClr val="accent1">
                    <a:lumMod val="50000"/>
                  </a:schemeClr>
                </a:solidFill>
              </a:rPr>
              <a:t>Methods</a:t>
            </a:r>
            <a:r>
              <a:rPr lang="es-ES" sz="2800" b="1" dirty="0">
                <a:solidFill>
                  <a:schemeClr val="accent1">
                    <a:lumMod val="50000"/>
                  </a:schemeClr>
                </a:solidFill>
              </a:rPr>
              <a:t>)</a:t>
            </a: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Clasificación.</a:t>
            </a:r>
          </a:p>
          <a:p>
            <a:pPr marL="457200" indent="-457200">
              <a:lnSpc>
                <a:spcPct val="150000"/>
              </a:lnSpc>
              <a:buFont typeface="Arial" panose="020B0604020202020204" pitchFamily="34" charset="0"/>
              <a:buChar char="•"/>
            </a:pPr>
            <a:r>
              <a:rPr lang="es-ES" sz="2400" b="1" dirty="0" err="1">
                <a:solidFill>
                  <a:schemeClr val="accent1">
                    <a:lumMod val="50000"/>
                  </a:schemeClr>
                </a:solidFill>
              </a:rPr>
              <a:t>Random</a:t>
            </a:r>
            <a:r>
              <a:rPr lang="es-ES" sz="2400" b="1" dirty="0">
                <a:solidFill>
                  <a:schemeClr val="accent1">
                    <a:lumMod val="50000"/>
                  </a:schemeClr>
                </a:solidFill>
              </a:rPr>
              <a:t> Forest.</a:t>
            </a:r>
          </a:p>
          <a:p>
            <a:pPr marL="457200" indent="-457200">
              <a:lnSpc>
                <a:spcPct val="150000"/>
              </a:lnSpc>
              <a:buFont typeface="Arial" panose="020B0604020202020204" pitchFamily="34" charset="0"/>
              <a:buChar char="•"/>
            </a:pPr>
            <a:r>
              <a:rPr lang="es-ES" sz="2400" b="1" dirty="0" err="1">
                <a:solidFill>
                  <a:schemeClr val="accent5">
                    <a:lumMod val="20000"/>
                    <a:lumOff val="80000"/>
                  </a:schemeClr>
                </a:solidFill>
              </a:rPr>
              <a:t>Boosting</a:t>
            </a:r>
            <a:r>
              <a:rPr lang="es-ES" sz="2400" b="1" dirty="0">
                <a:solidFill>
                  <a:schemeClr val="accent5">
                    <a:lumMod val="20000"/>
                    <a:lumOff val="80000"/>
                  </a:schemeClr>
                </a:solidFill>
              </a:rPr>
              <a:t>. </a:t>
            </a:r>
          </a:p>
        </p:txBody>
      </p:sp>
    </p:spTree>
    <p:extLst>
      <p:ext uri="{BB962C8B-B14F-4D97-AF65-F5344CB8AC3E}">
        <p14:creationId xmlns:p14="http://schemas.microsoft.com/office/powerpoint/2010/main" val="121755931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3351B36-C549-53F8-7CDD-A5E66BE1BADF}"/>
              </a:ext>
            </a:extLst>
          </p:cNvPr>
          <p:cNvSpPr txBox="1"/>
          <p:nvPr/>
        </p:nvSpPr>
        <p:spPr>
          <a:xfrm>
            <a:off x="221095" y="773160"/>
            <a:ext cx="11950505" cy="6001643"/>
          </a:xfrm>
          <a:prstGeom prst="rect">
            <a:avLst/>
          </a:prstGeom>
          <a:noFill/>
        </p:spPr>
        <p:txBody>
          <a:bodyPr wrap="square" rtlCol="0">
            <a:spAutoFit/>
          </a:bodyPr>
          <a:lstStyle/>
          <a:p>
            <a:pPr marL="285750" indent="-285750">
              <a:buFont typeface="Arial" panose="020B0604020202020204" pitchFamily="34" charset="0"/>
              <a:buChar char="•"/>
            </a:pPr>
            <a:endParaRPr lang="es-ES" dirty="0"/>
          </a:p>
          <a:p>
            <a:pPr rtl="0"/>
            <a:r>
              <a:rPr lang="es-ES" dirty="0">
                <a:solidFill>
                  <a:schemeClr val="accent1">
                    <a:lumMod val="50000"/>
                  </a:schemeClr>
                </a:solidFill>
                <a:effectLst/>
              </a:rPr>
              <a:t>Un </a:t>
            </a:r>
            <a:r>
              <a:rPr lang="es-ES" b="1" dirty="0">
                <a:solidFill>
                  <a:schemeClr val="accent1">
                    <a:lumMod val="50000"/>
                  </a:schemeClr>
                </a:solidFill>
                <a:effectLst/>
              </a:rPr>
              <a:t>bosque aleatorio </a:t>
            </a:r>
            <a:r>
              <a:rPr lang="es-ES" dirty="0">
                <a:solidFill>
                  <a:schemeClr val="accent1">
                    <a:lumMod val="50000"/>
                  </a:schemeClr>
                </a:solidFill>
                <a:effectLst/>
              </a:rPr>
              <a:t>es un modelo de aprendizaje automático que </a:t>
            </a:r>
            <a:r>
              <a:rPr lang="es-ES" b="1" dirty="0">
                <a:solidFill>
                  <a:schemeClr val="accent1">
                    <a:lumMod val="50000"/>
                  </a:schemeClr>
                </a:solidFill>
                <a:effectLst/>
              </a:rPr>
              <a:t>combina varios árboles de decisión </a:t>
            </a:r>
            <a:r>
              <a:rPr lang="es-ES" dirty="0">
                <a:solidFill>
                  <a:schemeClr val="accent1">
                    <a:lumMod val="50000"/>
                  </a:schemeClr>
                </a:solidFill>
                <a:effectLst/>
              </a:rPr>
              <a:t>para realizar predicciones. Al crear un bosque aleatorio, se especifica el número de árboles de decisión que se desean utilizar. Luego, el algoritmo del bosque aleatorio toma muestras aleatorias de observaciones de tus datos de entrenamiento (y opcionalmente de las variables de entrada) y construye un modelo de árbol de decisión para cada muestra. </a:t>
            </a:r>
          </a:p>
          <a:p>
            <a:pPr rtl="0"/>
            <a:endParaRPr lang="es-ES" dirty="0"/>
          </a:p>
          <a:p>
            <a:pPr rtl="0"/>
            <a:endParaRPr lang="es-ES" dirty="0">
              <a:effectLst/>
            </a:endParaRPr>
          </a:p>
          <a:p>
            <a:r>
              <a:rPr lang="es-ES" sz="1600" b="1" dirty="0" err="1">
                <a:solidFill>
                  <a:schemeClr val="accent6">
                    <a:lumMod val="75000"/>
                  </a:schemeClr>
                </a:solidFill>
                <a:latin typeface="Courier New" panose="02070309020205020404" pitchFamily="49" charset="0"/>
                <a:cs typeface="Courier New" panose="02070309020205020404" pitchFamily="49" charset="0"/>
              </a:rPr>
              <a:t>from</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sklearn.datasets</a:t>
            </a:r>
            <a:r>
              <a:rPr lang="es-ES" sz="1600" dirty="0">
                <a:latin typeface="Courier New" panose="02070309020205020404" pitchFamily="49" charset="0"/>
                <a:cs typeface="Courier New" panose="02070309020205020404" pitchFamily="49" charset="0"/>
              </a:rPr>
              <a:t> </a:t>
            </a:r>
            <a:r>
              <a:rPr lang="es-ES" sz="16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load_iris</a:t>
            </a:r>
            <a:endParaRPr lang="es-ES" sz="1600" dirty="0">
              <a:latin typeface="Courier New" panose="02070309020205020404" pitchFamily="49" charset="0"/>
              <a:cs typeface="Courier New" panose="02070309020205020404" pitchFamily="49" charset="0"/>
            </a:endParaRPr>
          </a:p>
          <a:p>
            <a:r>
              <a:rPr lang="es-ES" sz="1600" b="1" dirty="0" err="1">
                <a:solidFill>
                  <a:schemeClr val="accent6">
                    <a:lumMod val="75000"/>
                  </a:schemeClr>
                </a:solidFill>
                <a:latin typeface="Courier New" panose="02070309020205020404" pitchFamily="49" charset="0"/>
                <a:cs typeface="Courier New" panose="02070309020205020404" pitchFamily="49" charset="0"/>
              </a:rPr>
              <a:t>from</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sklearn.ensemble</a:t>
            </a:r>
            <a:r>
              <a:rPr lang="es-ES" sz="1600" dirty="0">
                <a:latin typeface="Courier New" panose="02070309020205020404" pitchFamily="49" charset="0"/>
                <a:cs typeface="Courier New" panose="02070309020205020404" pitchFamily="49" charset="0"/>
              </a:rPr>
              <a:t> </a:t>
            </a:r>
            <a:r>
              <a:rPr lang="es-ES" sz="16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RandomForestClassifier</a:t>
            </a:r>
            <a:endParaRPr lang="es-ES" sz="1600" dirty="0">
              <a:latin typeface="Courier New" panose="02070309020205020404" pitchFamily="49" charset="0"/>
              <a:cs typeface="Courier New" panose="02070309020205020404" pitchFamily="49" charset="0"/>
            </a:endParaRPr>
          </a:p>
          <a:p>
            <a:r>
              <a:rPr lang="es-ES" sz="1600" b="1" dirty="0" err="1">
                <a:solidFill>
                  <a:schemeClr val="accent6">
                    <a:lumMod val="75000"/>
                  </a:schemeClr>
                </a:solidFill>
                <a:latin typeface="Courier New" panose="02070309020205020404" pitchFamily="49" charset="0"/>
                <a:cs typeface="Courier New" panose="02070309020205020404" pitchFamily="49" charset="0"/>
              </a:rPr>
              <a:t>from</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sklearn.model_selection</a:t>
            </a:r>
            <a:r>
              <a:rPr lang="es-ES" sz="1600" dirty="0">
                <a:latin typeface="Courier New" panose="02070309020205020404" pitchFamily="49" charset="0"/>
                <a:cs typeface="Courier New" panose="02070309020205020404" pitchFamily="49" charset="0"/>
              </a:rPr>
              <a:t> </a:t>
            </a:r>
            <a:r>
              <a:rPr lang="es-ES" sz="16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train_test_split</a:t>
            </a:r>
            <a:endParaRPr lang="es-ES" sz="1600" dirty="0">
              <a:latin typeface="Courier New" panose="02070309020205020404" pitchFamily="49" charset="0"/>
              <a:cs typeface="Courier New" panose="02070309020205020404" pitchFamily="49" charset="0"/>
            </a:endParaRPr>
          </a:p>
          <a:p>
            <a:r>
              <a:rPr lang="es-ES" sz="1600" b="1" dirty="0" err="1">
                <a:solidFill>
                  <a:schemeClr val="accent6">
                    <a:lumMod val="75000"/>
                  </a:schemeClr>
                </a:solidFill>
                <a:latin typeface="Courier New" panose="02070309020205020404" pitchFamily="49" charset="0"/>
                <a:cs typeface="Courier New" panose="02070309020205020404" pitchFamily="49" charset="0"/>
              </a:rPr>
              <a:t>from</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sklearn.metrics</a:t>
            </a:r>
            <a:r>
              <a:rPr lang="es-ES" sz="1600" dirty="0">
                <a:latin typeface="Courier New" panose="02070309020205020404" pitchFamily="49" charset="0"/>
                <a:cs typeface="Courier New" panose="02070309020205020404" pitchFamily="49" charset="0"/>
              </a:rPr>
              <a:t> </a:t>
            </a:r>
            <a:r>
              <a:rPr lang="es-ES" sz="16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accuracy_score</a:t>
            </a:r>
            <a:endParaRPr lang="es-ES" sz="1600" dirty="0">
              <a:latin typeface="Courier New" panose="02070309020205020404" pitchFamily="49" charset="0"/>
              <a:cs typeface="Courier New" panose="02070309020205020404" pitchFamily="49" charset="0"/>
            </a:endParaRPr>
          </a:p>
          <a:p>
            <a:endParaRPr lang="es-ES" sz="1600" dirty="0">
              <a:latin typeface="Courier New" panose="02070309020205020404" pitchFamily="49" charset="0"/>
              <a:cs typeface="Courier New" panose="02070309020205020404" pitchFamily="49" charset="0"/>
            </a:endParaRPr>
          </a:p>
          <a:p>
            <a:r>
              <a:rPr lang="es-ES" sz="1600" dirty="0">
                <a:latin typeface="Courier New" panose="02070309020205020404" pitchFamily="49" charset="0"/>
                <a:cs typeface="Courier New" panose="02070309020205020404" pitchFamily="49" charset="0"/>
              </a:rPr>
              <a:t>iris = </a:t>
            </a:r>
            <a:r>
              <a:rPr lang="es-ES" sz="1600" dirty="0" err="1">
                <a:latin typeface="Courier New" panose="02070309020205020404" pitchFamily="49" charset="0"/>
                <a:cs typeface="Courier New" panose="02070309020205020404" pitchFamily="49" charset="0"/>
              </a:rPr>
              <a:t>load_iris</a:t>
            </a:r>
            <a:r>
              <a:rPr lang="es-ES" sz="1600" dirty="0" smtClean="0">
                <a:latin typeface="Courier New" panose="02070309020205020404" pitchFamily="49" charset="0"/>
                <a:cs typeface="Courier New" panose="02070309020205020404" pitchFamily="49" charset="0"/>
              </a:rPr>
              <a:t>()</a:t>
            </a:r>
          </a:p>
          <a:p>
            <a:r>
              <a:rPr lang="es-ES" sz="1600" dirty="0">
                <a:latin typeface="Courier New" panose="02070309020205020404" pitchFamily="49" charset="0"/>
                <a:cs typeface="Courier New" panose="02070309020205020404" pitchFamily="49" charset="0"/>
              </a:rPr>
              <a:t>X = </a:t>
            </a:r>
            <a:r>
              <a:rPr lang="es-ES" sz="1600" dirty="0" err="1" smtClean="0">
                <a:latin typeface="Courier New" panose="02070309020205020404" pitchFamily="49" charset="0"/>
                <a:cs typeface="Courier New" panose="02070309020205020404" pitchFamily="49" charset="0"/>
              </a:rPr>
              <a:t>iris.data</a:t>
            </a:r>
            <a:endParaRPr lang="es-ES" sz="1600" dirty="0" smtClean="0">
              <a:latin typeface="Courier New" panose="02070309020205020404" pitchFamily="49" charset="0"/>
              <a:cs typeface="Courier New" panose="02070309020205020404" pitchFamily="49" charset="0"/>
            </a:endParaRPr>
          </a:p>
          <a:p>
            <a:r>
              <a:rPr lang="es-ES" sz="1600" dirty="0" smtClean="0">
                <a:latin typeface="Courier New" panose="02070309020205020404" pitchFamily="49" charset="0"/>
                <a:cs typeface="Courier New" panose="02070309020205020404" pitchFamily="49" charset="0"/>
              </a:rPr>
              <a:t>y </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iris.target</a:t>
            </a:r>
            <a:endParaRPr lang="es-ES" sz="1600" dirty="0">
              <a:latin typeface="Courier New" panose="02070309020205020404" pitchFamily="49" charset="0"/>
              <a:cs typeface="Courier New" panose="02070309020205020404" pitchFamily="49" charset="0"/>
            </a:endParaRPr>
          </a:p>
          <a:p>
            <a:endParaRPr lang="es-ES" sz="1600" dirty="0">
              <a:latin typeface="Courier New" panose="02070309020205020404" pitchFamily="49" charset="0"/>
              <a:cs typeface="Courier New" panose="02070309020205020404" pitchFamily="49" charset="0"/>
            </a:endParaRPr>
          </a:p>
          <a:p>
            <a:r>
              <a:rPr lang="es-ES" sz="1600" dirty="0" err="1">
                <a:latin typeface="Courier New" panose="02070309020205020404" pitchFamily="49" charset="0"/>
                <a:cs typeface="Courier New" panose="02070309020205020404" pitchFamily="49" charset="0"/>
              </a:rPr>
              <a:t>X_train</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X_test</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y_train</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y_test</a:t>
            </a:r>
            <a:r>
              <a:rPr lang="es-ES" sz="1600" dirty="0">
                <a:latin typeface="Courier New" panose="02070309020205020404" pitchFamily="49" charset="0"/>
                <a:cs typeface="Courier New" panose="02070309020205020404" pitchFamily="49" charset="0"/>
              </a:rPr>
              <a:t> =  </a:t>
            </a:r>
            <a:r>
              <a:rPr lang="es-ES" sz="1600" dirty="0" err="1">
                <a:latin typeface="Courier New" panose="02070309020205020404" pitchFamily="49" charset="0"/>
                <a:cs typeface="Courier New" panose="02070309020205020404" pitchFamily="49" charset="0"/>
              </a:rPr>
              <a:t>train_test_split</a:t>
            </a:r>
            <a:r>
              <a:rPr lang="es-ES" sz="1600" dirty="0">
                <a:latin typeface="Courier New" panose="02070309020205020404" pitchFamily="49" charset="0"/>
                <a:cs typeface="Courier New" panose="02070309020205020404" pitchFamily="49" charset="0"/>
              </a:rPr>
              <a:t>(</a:t>
            </a:r>
            <a:r>
              <a:rPr lang="es-ES" sz="1600" dirty="0" err="1">
                <a:latin typeface="Courier New" panose="02070309020205020404" pitchFamily="49" charset="0"/>
                <a:cs typeface="Courier New" panose="02070309020205020404" pitchFamily="49" charset="0"/>
              </a:rPr>
              <a:t>X,y,test_size</a:t>
            </a:r>
            <a:r>
              <a:rPr lang="es-ES" sz="1600" dirty="0">
                <a:latin typeface="Courier New" panose="02070309020205020404" pitchFamily="49" charset="0"/>
                <a:cs typeface="Courier New" panose="02070309020205020404" pitchFamily="49" charset="0"/>
              </a:rPr>
              <a:t>=</a:t>
            </a:r>
            <a:r>
              <a:rPr lang="es-ES" sz="1600" b="1" dirty="0">
                <a:solidFill>
                  <a:schemeClr val="accent6">
                    <a:lumMod val="75000"/>
                  </a:schemeClr>
                </a:solidFill>
                <a:latin typeface="Courier New" panose="02070309020205020404" pitchFamily="49" charset="0"/>
                <a:cs typeface="Courier New" panose="02070309020205020404" pitchFamily="49" charset="0"/>
              </a:rPr>
              <a:t>0.6</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random_state</a:t>
            </a:r>
            <a:r>
              <a:rPr lang="es-ES" sz="1600" dirty="0">
                <a:latin typeface="Courier New" panose="02070309020205020404" pitchFamily="49" charset="0"/>
                <a:cs typeface="Courier New" panose="02070309020205020404" pitchFamily="49" charset="0"/>
              </a:rPr>
              <a:t>=</a:t>
            </a:r>
            <a:r>
              <a:rPr lang="es-ES" sz="1600" b="1" dirty="0">
                <a:solidFill>
                  <a:schemeClr val="accent6">
                    <a:lumMod val="75000"/>
                  </a:schemeClr>
                </a:solidFill>
                <a:latin typeface="Courier New" panose="02070309020205020404" pitchFamily="49" charset="0"/>
                <a:cs typeface="Courier New" panose="02070309020205020404" pitchFamily="49" charset="0"/>
              </a:rPr>
              <a:t>231</a:t>
            </a:r>
            <a:r>
              <a:rPr lang="es-ES" sz="1600" dirty="0">
                <a:latin typeface="Courier New" panose="02070309020205020404" pitchFamily="49" charset="0"/>
                <a:cs typeface="Courier New" panose="02070309020205020404" pitchFamily="49" charset="0"/>
              </a:rPr>
              <a:t>)</a:t>
            </a:r>
          </a:p>
          <a:p>
            <a:endParaRPr lang="es-ES" sz="1600" dirty="0">
              <a:latin typeface="Courier New" panose="02070309020205020404" pitchFamily="49" charset="0"/>
              <a:cs typeface="Courier New" panose="02070309020205020404" pitchFamily="49" charset="0"/>
            </a:endParaRPr>
          </a:p>
          <a:p>
            <a:r>
              <a:rPr lang="es-ES" sz="1600" dirty="0" err="1">
                <a:latin typeface="Courier New" panose="02070309020205020404" pitchFamily="49" charset="0"/>
                <a:cs typeface="Courier New" panose="02070309020205020404" pitchFamily="49" charset="0"/>
              </a:rPr>
              <a:t>rf</a:t>
            </a:r>
            <a:r>
              <a:rPr lang="es-ES" sz="1600" dirty="0">
                <a:latin typeface="Courier New" panose="02070309020205020404" pitchFamily="49" charset="0"/>
                <a:cs typeface="Courier New" panose="02070309020205020404" pitchFamily="49" charset="0"/>
              </a:rPr>
              <a:t>=</a:t>
            </a:r>
            <a:r>
              <a:rPr lang="es-ES" sz="1600" dirty="0" err="1">
                <a:latin typeface="Courier New" panose="02070309020205020404" pitchFamily="49" charset="0"/>
                <a:cs typeface="Courier New" panose="02070309020205020404" pitchFamily="49" charset="0"/>
              </a:rPr>
              <a:t>RandomForestClassifier</a:t>
            </a:r>
            <a:r>
              <a:rPr lang="es-ES" sz="1600" dirty="0">
                <a:latin typeface="Courier New" panose="02070309020205020404" pitchFamily="49" charset="0"/>
                <a:cs typeface="Courier New" panose="02070309020205020404" pitchFamily="49" charset="0"/>
              </a:rPr>
              <a:t>(</a:t>
            </a:r>
            <a:r>
              <a:rPr lang="es-ES" sz="1600" dirty="0" err="1">
                <a:latin typeface="Courier New" panose="02070309020205020404" pitchFamily="49" charset="0"/>
                <a:cs typeface="Courier New" panose="02070309020205020404" pitchFamily="49" charset="0"/>
              </a:rPr>
              <a:t>n_estimators</a:t>
            </a:r>
            <a:r>
              <a:rPr lang="es-ES" sz="1600" dirty="0">
                <a:latin typeface="Courier New" panose="02070309020205020404" pitchFamily="49" charset="0"/>
                <a:cs typeface="Courier New" panose="02070309020205020404" pitchFamily="49" charset="0"/>
              </a:rPr>
              <a:t>=</a:t>
            </a:r>
            <a:r>
              <a:rPr lang="es-ES" sz="1600" b="1" dirty="0">
                <a:solidFill>
                  <a:schemeClr val="accent6">
                    <a:lumMod val="75000"/>
                  </a:schemeClr>
                </a:solidFill>
                <a:latin typeface="Courier New" panose="02070309020205020404" pitchFamily="49" charset="0"/>
                <a:cs typeface="Courier New" panose="02070309020205020404" pitchFamily="49" charset="0"/>
              </a:rPr>
              <a:t>10</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max_depth</a:t>
            </a:r>
            <a:r>
              <a:rPr lang="es-ES" sz="1600" dirty="0">
                <a:latin typeface="Courier New" panose="02070309020205020404" pitchFamily="49" charset="0"/>
                <a:cs typeface="Courier New" panose="02070309020205020404" pitchFamily="49" charset="0"/>
              </a:rPr>
              <a:t>=</a:t>
            </a:r>
            <a:r>
              <a:rPr lang="es-ES" sz="1600" b="1" dirty="0">
                <a:solidFill>
                  <a:schemeClr val="accent6">
                    <a:lumMod val="75000"/>
                  </a:schemeClr>
                </a:solidFill>
                <a:latin typeface="Courier New" panose="02070309020205020404" pitchFamily="49" charset="0"/>
                <a:cs typeface="Courier New" panose="02070309020205020404" pitchFamily="49" charset="0"/>
              </a:rPr>
              <a:t>4</a:t>
            </a:r>
            <a:r>
              <a:rPr lang="es-ES" sz="1600" dirty="0">
                <a:latin typeface="Courier New" panose="02070309020205020404" pitchFamily="49" charset="0"/>
                <a:cs typeface="Courier New" panose="02070309020205020404" pitchFamily="49" charset="0"/>
              </a:rPr>
              <a:t>)</a:t>
            </a:r>
          </a:p>
          <a:p>
            <a:r>
              <a:rPr lang="es-ES" sz="1600" dirty="0" err="1">
                <a:latin typeface="Courier New" panose="02070309020205020404" pitchFamily="49" charset="0"/>
                <a:cs typeface="Courier New" panose="02070309020205020404" pitchFamily="49" charset="0"/>
              </a:rPr>
              <a:t>rf.fit</a:t>
            </a:r>
            <a:r>
              <a:rPr lang="es-ES" sz="1600" dirty="0">
                <a:latin typeface="Courier New" panose="02070309020205020404" pitchFamily="49" charset="0"/>
                <a:cs typeface="Courier New" panose="02070309020205020404" pitchFamily="49" charset="0"/>
              </a:rPr>
              <a:t>(</a:t>
            </a:r>
            <a:r>
              <a:rPr lang="es-ES" sz="1600" dirty="0" err="1">
                <a:latin typeface="Courier New" panose="02070309020205020404" pitchFamily="49" charset="0"/>
                <a:cs typeface="Courier New" panose="02070309020205020404" pitchFamily="49" charset="0"/>
              </a:rPr>
              <a:t>X_train,y_train</a:t>
            </a:r>
            <a:r>
              <a:rPr lang="es-ES" sz="1600" dirty="0">
                <a:latin typeface="Courier New" panose="02070309020205020404" pitchFamily="49" charset="0"/>
                <a:cs typeface="Courier New" panose="02070309020205020404" pitchFamily="49" charset="0"/>
              </a:rPr>
              <a:t>)</a:t>
            </a:r>
          </a:p>
          <a:p>
            <a:r>
              <a:rPr lang="es-ES" sz="1600" dirty="0" err="1">
                <a:latin typeface="Courier New" panose="02070309020205020404" pitchFamily="49" charset="0"/>
                <a:cs typeface="Courier New" panose="02070309020205020404" pitchFamily="49" charset="0"/>
              </a:rPr>
              <a:t>y_pred</a:t>
            </a:r>
            <a:r>
              <a:rPr lang="es-ES" sz="1600" dirty="0">
                <a:latin typeface="Courier New" panose="02070309020205020404" pitchFamily="49" charset="0"/>
                <a:cs typeface="Courier New" panose="02070309020205020404" pitchFamily="49" charset="0"/>
              </a:rPr>
              <a:t> = </a:t>
            </a:r>
            <a:r>
              <a:rPr lang="es-ES" sz="1600" dirty="0" err="1">
                <a:latin typeface="Courier New" panose="02070309020205020404" pitchFamily="49" charset="0"/>
                <a:cs typeface="Courier New" panose="02070309020205020404" pitchFamily="49" charset="0"/>
              </a:rPr>
              <a:t>rf.predict</a:t>
            </a:r>
            <a:r>
              <a:rPr lang="es-ES" sz="1600" dirty="0">
                <a:latin typeface="Courier New" panose="02070309020205020404" pitchFamily="49" charset="0"/>
                <a:cs typeface="Courier New" panose="02070309020205020404" pitchFamily="49" charset="0"/>
              </a:rPr>
              <a:t>(</a:t>
            </a:r>
            <a:r>
              <a:rPr lang="es-ES" sz="1600" dirty="0" err="1">
                <a:latin typeface="Courier New" panose="02070309020205020404" pitchFamily="49" charset="0"/>
                <a:cs typeface="Courier New" panose="02070309020205020404" pitchFamily="49" charset="0"/>
              </a:rPr>
              <a:t>X_test</a:t>
            </a:r>
            <a:r>
              <a:rPr lang="es-ES" sz="1600" dirty="0">
                <a:latin typeface="Courier New" panose="02070309020205020404" pitchFamily="49" charset="0"/>
                <a:cs typeface="Courier New" panose="02070309020205020404" pitchFamily="49" charset="0"/>
              </a:rPr>
              <a:t>)</a:t>
            </a:r>
          </a:p>
          <a:p>
            <a:r>
              <a:rPr lang="es-ES" sz="1600" dirty="0" err="1">
                <a:latin typeface="Courier New" panose="02070309020205020404" pitchFamily="49" charset="0"/>
                <a:cs typeface="Courier New" panose="02070309020205020404" pitchFamily="49" charset="0"/>
              </a:rPr>
              <a:t>print</a:t>
            </a:r>
            <a:r>
              <a:rPr lang="es-ES" sz="1600" dirty="0">
                <a:latin typeface="Courier New" panose="02070309020205020404" pitchFamily="49" charset="0"/>
                <a:cs typeface="Courier New" panose="02070309020205020404" pitchFamily="49" charset="0"/>
              </a:rPr>
              <a:t>(</a:t>
            </a:r>
            <a:r>
              <a:rPr lang="es-ES" sz="1600" dirty="0" err="1">
                <a:latin typeface="Courier New" panose="02070309020205020404" pitchFamily="49" charset="0"/>
                <a:cs typeface="Courier New" panose="02070309020205020404" pitchFamily="49" charset="0"/>
              </a:rPr>
              <a:t>accuracy_score</a:t>
            </a:r>
            <a:r>
              <a:rPr lang="es-ES" sz="1600" dirty="0">
                <a:latin typeface="Courier New" panose="02070309020205020404" pitchFamily="49" charset="0"/>
                <a:cs typeface="Courier New" panose="02070309020205020404" pitchFamily="49" charset="0"/>
              </a:rPr>
              <a:t>(</a:t>
            </a:r>
            <a:r>
              <a:rPr lang="es-ES" sz="1600" dirty="0" err="1">
                <a:latin typeface="Courier New" panose="02070309020205020404" pitchFamily="49" charset="0"/>
                <a:cs typeface="Courier New" panose="02070309020205020404" pitchFamily="49" charset="0"/>
              </a:rPr>
              <a:t>y_test</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y_pred</a:t>
            </a:r>
            <a:r>
              <a:rPr lang="es-ES" sz="1600" dirty="0">
                <a:latin typeface="Courier New" panose="02070309020205020404" pitchFamily="49" charset="0"/>
                <a:cs typeface="Courier New" panose="02070309020205020404" pitchFamily="49" charset="0"/>
              </a:rPr>
              <a:t>))</a:t>
            </a:r>
          </a:p>
          <a:p>
            <a:pPr lvl="1"/>
            <a:r>
              <a:rPr lang="es-ES" dirty="0"/>
              <a:t>      </a:t>
            </a:r>
          </a:p>
        </p:txBody>
      </p:sp>
      <p:grpSp>
        <p:nvGrpSpPr>
          <p:cNvPr id="125" name="Grupo 124">
            <a:extLst>
              <a:ext uri="{FF2B5EF4-FFF2-40B4-BE49-F238E27FC236}">
                <a16:creationId xmlns:a16="http://schemas.microsoft.com/office/drawing/2014/main" id="{71AC97E1-4A35-37A1-BAF1-1A146CB7646D}"/>
              </a:ext>
            </a:extLst>
          </p:cNvPr>
          <p:cNvGrpSpPr/>
          <p:nvPr/>
        </p:nvGrpSpPr>
        <p:grpSpPr>
          <a:xfrm>
            <a:off x="6463288" y="5090498"/>
            <a:ext cx="5537160" cy="1694880"/>
            <a:chOff x="6196348" y="4979465"/>
            <a:chExt cx="5537160" cy="1694880"/>
          </a:xfrm>
        </p:grpSpPr>
        <mc:AlternateContent xmlns:mc="http://schemas.openxmlformats.org/markup-compatibility/2006" xmlns:p14="http://schemas.microsoft.com/office/powerpoint/2010/main">
          <mc:Choice Requires="p14">
            <p:contentPart p14:bwMode="auto" r:id="rId2">
              <p14:nvContentPartPr>
                <p14:cNvPr id="56" name="Entrada de lápiz 55">
                  <a:extLst>
                    <a:ext uri="{FF2B5EF4-FFF2-40B4-BE49-F238E27FC236}">
                      <a16:creationId xmlns:a16="http://schemas.microsoft.com/office/drawing/2014/main" id="{611DA159-5E96-6724-6C51-5EE477438555}"/>
                    </a:ext>
                  </a:extLst>
                </p14:cNvPr>
                <p14:cNvContentPartPr/>
                <p14:nvPr/>
              </p14:nvContentPartPr>
              <p14:xfrm>
                <a:off x="9635068" y="5371145"/>
                <a:ext cx="99720" cy="159840"/>
              </p14:xfrm>
            </p:contentPart>
          </mc:Choice>
          <mc:Fallback xmlns="">
            <p:pic>
              <p:nvPicPr>
                <p:cNvPr id="56" name="Entrada de lápiz 55">
                  <a:extLst>
                    <a:ext uri="{FF2B5EF4-FFF2-40B4-BE49-F238E27FC236}">
                      <a16:creationId xmlns:a16="http://schemas.microsoft.com/office/drawing/2014/main" id="{611DA159-5E96-6724-6C51-5EE477438555}"/>
                    </a:ext>
                  </a:extLst>
                </p:cNvPr>
                <p:cNvPicPr/>
                <p:nvPr/>
              </p:nvPicPr>
              <p:blipFill>
                <a:blip r:embed="rId3"/>
                <a:stretch>
                  <a:fillRect/>
                </a:stretch>
              </p:blipFill>
              <p:spPr>
                <a:xfrm>
                  <a:off x="9617068" y="5353505"/>
                  <a:ext cx="13536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7" name="Entrada de lápiz 56">
                  <a:extLst>
                    <a:ext uri="{FF2B5EF4-FFF2-40B4-BE49-F238E27FC236}">
                      <a16:creationId xmlns:a16="http://schemas.microsoft.com/office/drawing/2014/main" id="{90233C0C-5007-CF5D-EEAA-EF4FC5111F36}"/>
                    </a:ext>
                  </a:extLst>
                </p14:cNvPr>
                <p14:cNvContentPartPr/>
                <p14:nvPr/>
              </p14:nvContentPartPr>
              <p14:xfrm>
                <a:off x="9729748" y="5393825"/>
                <a:ext cx="127080" cy="131760"/>
              </p14:xfrm>
            </p:contentPart>
          </mc:Choice>
          <mc:Fallback xmlns="">
            <p:pic>
              <p:nvPicPr>
                <p:cNvPr id="57" name="Entrada de lápiz 56">
                  <a:extLst>
                    <a:ext uri="{FF2B5EF4-FFF2-40B4-BE49-F238E27FC236}">
                      <a16:creationId xmlns:a16="http://schemas.microsoft.com/office/drawing/2014/main" id="{90233C0C-5007-CF5D-EEAA-EF4FC5111F36}"/>
                    </a:ext>
                  </a:extLst>
                </p:cNvPr>
                <p:cNvPicPr/>
                <p:nvPr/>
              </p:nvPicPr>
              <p:blipFill>
                <a:blip r:embed="rId5"/>
                <a:stretch>
                  <a:fillRect/>
                </a:stretch>
              </p:blipFill>
              <p:spPr>
                <a:xfrm>
                  <a:off x="9712108" y="5376185"/>
                  <a:ext cx="16272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8" name="Entrada de lápiz 57">
                  <a:extLst>
                    <a:ext uri="{FF2B5EF4-FFF2-40B4-BE49-F238E27FC236}">
                      <a16:creationId xmlns:a16="http://schemas.microsoft.com/office/drawing/2014/main" id="{2A202499-7DFF-953D-023D-B3886C991E30}"/>
                    </a:ext>
                  </a:extLst>
                </p14:cNvPr>
                <p14:cNvContentPartPr/>
                <p14:nvPr/>
              </p14:nvContentPartPr>
              <p14:xfrm>
                <a:off x="9898588" y="5363225"/>
                <a:ext cx="127800" cy="147240"/>
              </p14:xfrm>
            </p:contentPart>
          </mc:Choice>
          <mc:Fallback xmlns="">
            <p:pic>
              <p:nvPicPr>
                <p:cNvPr id="58" name="Entrada de lápiz 57">
                  <a:extLst>
                    <a:ext uri="{FF2B5EF4-FFF2-40B4-BE49-F238E27FC236}">
                      <a16:creationId xmlns:a16="http://schemas.microsoft.com/office/drawing/2014/main" id="{2A202499-7DFF-953D-023D-B3886C991E30}"/>
                    </a:ext>
                  </a:extLst>
                </p:cNvPr>
                <p:cNvPicPr/>
                <p:nvPr/>
              </p:nvPicPr>
              <p:blipFill>
                <a:blip r:embed="rId7"/>
                <a:stretch>
                  <a:fillRect/>
                </a:stretch>
              </p:blipFill>
              <p:spPr>
                <a:xfrm>
                  <a:off x="9880948" y="5345225"/>
                  <a:ext cx="16344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9" name="Entrada de lápiz 58">
                  <a:extLst>
                    <a:ext uri="{FF2B5EF4-FFF2-40B4-BE49-F238E27FC236}">
                      <a16:creationId xmlns:a16="http://schemas.microsoft.com/office/drawing/2014/main" id="{D4EAB270-9112-50FD-C8BD-458EBBF9BEA7}"/>
                    </a:ext>
                  </a:extLst>
                </p14:cNvPr>
                <p14:cNvContentPartPr/>
                <p14:nvPr/>
              </p14:nvContentPartPr>
              <p14:xfrm>
                <a:off x="10057708" y="5367545"/>
                <a:ext cx="137520" cy="130680"/>
              </p14:xfrm>
            </p:contentPart>
          </mc:Choice>
          <mc:Fallback xmlns="">
            <p:pic>
              <p:nvPicPr>
                <p:cNvPr id="59" name="Entrada de lápiz 58">
                  <a:extLst>
                    <a:ext uri="{FF2B5EF4-FFF2-40B4-BE49-F238E27FC236}">
                      <a16:creationId xmlns:a16="http://schemas.microsoft.com/office/drawing/2014/main" id="{D4EAB270-9112-50FD-C8BD-458EBBF9BEA7}"/>
                    </a:ext>
                  </a:extLst>
                </p:cNvPr>
                <p:cNvPicPr/>
                <p:nvPr/>
              </p:nvPicPr>
              <p:blipFill>
                <a:blip r:embed="rId9"/>
                <a:stretch>
                  <a:fillRect/>
                </a:stretch>
              </p:blipFill>
              <p:spPr>
                <a:xfrm>
                  <a:off x="10040068" y="5349545"/>
                  <a:ext cx="17316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0" name="Entrada de lápiz 59">
                  <a:extLst>
                    <a:ext uri="{FF2B5EF4-FFF2-40B4-BE49-F238E27FC236}">
                      <a16:creationId xmlns:a16="http://schemas.microsoft.com/office/drawing/2014/main" id="{54FA841E-BF49-A095-599E-20669A09B703}"/>
                    </a:ext>
                  </a:extLst>
                </p14:cNvPr>
                <p14:cNvContentPartPr/>
                <p14:nvPr/>
              </p14:nvContentPartPr>
              <p14:xfrm>
                <a:off x="10155988" y="5221025"/>
                <a:ext cx="84240" cy="242640"/>
              </p14:xfrm>
            </p:contentPart>
          </mc:Choice>
          <mc:Fallback xmlns="">
            <p:pic>
              <p:nvPicPr>
                <p:cNvPr id="60" name="Entrada de lápiz 59">
                  <a:extLst>
                    <a:ext uri="{FF2B5EF4-FFF2-40B4-BE49-F238E27FC236}">
                      <a16:creationId xmlns:a16="http://schemas.microsoft.com/office/drawing/2014/main" id="{54FA841E-BF49-A095-599E-20669A09B703}"/>
                    </a:ext>
                  </a:extLst>
                </p:cNvPr>
                <p:cNvPicPr/>
                <p:nvPr/>
              </p:nvPicPr>
              <p:blipFill>
                <a:blip r:embed="rId11"/>
                <a:stretch>
                  <a:fillRect/>
                </a:stretch>
              </p:blipFill>
              <p:spPr>
                <a:xfrm>
                  <a:off x="10137988" y="5203385"/>
                  <a:ext cx="11988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1" name="Entrada de lápiz 60">
                  <a:extLst>
                    <a:ext uri="{FF2B5EF4-FFF2-40B4-BE49-F238E27FC236}">
                      <a16:creationId xmlns:a16="http://schemas.microsoft.com/office/drawing/2014/main" id="{7D05104C-1B08-6BC4-665E-47BA2A7FF515}"/>
                    </a:ext>
                  </a:extLst>
                </p14:cNvPr>
                <p14:cNvContentPartPr/>
                <p14:nvPr/>
              </p14:nvContentPartPr>
              <p14:xfrm>
                <a:off x="10260748" y="5352785"/>
                <a:ext cx="131040" cy="124560"/>
              </p14:xfrm>
            </p:contentPart>
          </mc:Choice>
          <mc:Fallback xmlns="">
            <p:pic>
              <p:nvPicPr>
                <p:cNvPr id="61" name="Entrada de lápiz 60">
                  <a:extLst>
                    <a:ext uri="{FF2B5EF4-FFF2-40B4-BE49-F238E27FC236}">
                      <a16:creationId xmlns:a16="http://schemas.microsoft.com/office/drawing/2014/main" id="{7D05104C-1B08-6BC4-665E-47BA2A7FF515}"/>
                    </a:ext>
                  </a:extLst>
                </p:cNvPr>
                <p:cNvPicPr/>
                <p:nvPr/>
              </p:nvPicPr>
              <p:blipFill>
                <a:blip r:embed="rId13"/>
                <a:stretch>
                  <a:fillRect/>
                </a:stretch>
              </p:blipFill>
              <p:spPr>
                <a:xfrm>
                  <a:off x="10243108" y="5334785"/>
                  <a:ext cx="16668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2" name="Entrada de lápiz 61">
                  <a:extLst>
                    <a:ext uri="{FF2B5EF4-FFF2-40B4-BE49-F238E27FC236}">
                      <a16:creationId xmlns:a16="http://schemas.microsoft.com/office/drawing/2014/main" id="{B01EB07D-736E-5844-D39D-CB4CDA2771A5}"/>
                    </a:ext>
                  </a:extLst>
                </p14:cNvPr>
                <p14:cNvContentPartPr/>
                <p14:nvPr/>
              </p14:nvContentPartPr>
              <p14:xfrm>
                <a:off x="10474228" y="5297345"/>
                <a:ext cx="181080" cy="129240"/>
              </p14:xfrm>
            </p:contentPart>
          </mc:Choice>
          <mc:Fallback xmlns="">
            <p:pic>
              <p:nvPicPr>
                <p:cNvPr id="62" name="Entrada de lápiz 61">
                  <a:extLst>
                    <a:ext uri="{FF2B5EF4-FFF2-40B4-BE49-F238E27FC236}">
                      <a16:creationId xmlns:a16="http://schemas.microsoft.com/office/drawing/2014/main" id="{B01EB07D-736E-5844-D39D-CB4CDA2771A5}"/>
                    </a:ext>
                  </a:extLst>
                </p:cNvPr>
                <p:cNvPicPr/>
                <p:nvPr/>
              </p:nvPicPr>
              <p:blipFill>
                <a:blip r:embed="rId15"/>
                <a:stretch>
                  <a:fillRect/>
                </a:stretch>
              </p:blipFill>
              <p:spPr>
                <a:xfrm>
                  <a:off x="10456588" y="5279345"/>
                  <a:ext cx="21672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3" name="Entrada de lápiz 62">
                  <a:extLst>
                    <a:ext uri="{FF2B5EF4-FFF2-40B4-BE49-F238E27FC236}">
                      <a16:creationId xmlns:a16="http://schemas.microsoft.com/office/drawing/2014/main" id="{88199800-594A-0547-6D9A-9F81F564FC53}"/>
                    </a:ext>
                  </a:extLst>
                </p14:cNvPr>
                <p14:cNvContentPartPr/>
                <p14:nvPr/>
              </p14:nvContentPartPr>
              <p14:xfrm>
                <a:off x="10943668" y="5052905"/>
                <a:ext cx="123120" cy="556200"/>
              </p14:xfrm>
            </p:contentPart>
          </mc:Choice>
          <mc:Fallback xmlns="">
            <p:pic>
              <p:nvPicPr>
                <p:cNvPr id="63" name="Entrada de lápiz 62">
                  <a:extLst>
                    <a:ext uri="{FF2B5EF4-FFF2-40B4-BE49-F238E27FC236}">
                      <a16:creationId xmlns:a16="http://schemas.microsoft.com/office/drawing/2014/main" id="{88199800-594A-0547-6D9A-9F81F564FC53}"/>
                    </a:ext>
                  </a:extLst>
                </p:cNvPr>
                <p:cNvPicPr/>
                <p:nvPr/>
              </p:nvPicPr>
              <p:blipFill>
                <a:blip r:embed="rId17"/>
                <a:stretch>
                  <a:fillRect/>
                </a:stretch>
              </p:blipFill>
              <p:spPr>
                <a:xfrm>
                  <a:off x="10926028" y="5034905"/>
                  <a:ext cx="158760" cy="5918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4" name="Entrada de lápiz 63">
                  <a:extLst>
                    <a:ext uri="{FF2B5EF4-FFF2-40B4-BE49-F238E27FC236}">
                      <a16:creationId xmlns:a16="http://schemas.microsoft.com/office/drawing/2014/main" id="{342FF697-23CA-8258-E89E-1E10B839F550}"/>
                    </a:ext>
                  </a:extLst>
                </p14:cNvPr>
                <p14:cNvContentPartPr/>
                <p14:nvPr/>
              </p14:nvContentPartPr>
              <p14:xfrm>
                <a:off x="11103868" y="5275745"/>
                <a:ext cx="146160" cy="106920"/>
              </p14:xfrm>
            </p:contentPart>
          </mc:Choice>
          <mc:Fallback xmlns="">
            <p:pic>
              <p:nvPicPr>
                <p:cNvPr id="64" name="Entrada de lápiz 63">
                  <a:extLst>
                    <a:ext uri="{FF2B5EF4-FFF2-40B4-BE49-F238E27FC236}">
                      <a16:creationId xmlns:a16="http://schemas.microsoft.com/office/drawing/2014/main" id="{342FF697-23CA-8258-E89E-1E10B839F550}"/>
                    </a:ext>
                  </a:extLst>
                </p:cNvPr>
                <p:cNvPicPr/>
                <p:nvPr/>
              </p:nvPicPr>
              <p:blipFill>
                <a:blip r:embed="rId19"/>
                <a:stretch>
                  <a:fillRect/>
                </a:stretch>
              </p:blipFill>
              <p:spPr>
                <a:xfrm>
                  <a:off x="11085868" y="5258105"/>
                  <a:ext cx="18180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65" name="Entrada de lápiz 64">
                  <a:extLst>
                    <a:ext uri="{FF2B5EF4-FFF2-40B4-BE49-F238E27FC236}">
                      <a16:creationId xmlns:a16="http://schemas.microsoft.com/office/drawing/2014/main" id="{26EB9633-C7C3-C779-3F3C-1B1BFCFB4A62}"/>
                    </a:ext>
                  </a:extLst>
                </p14:cNvPr>
                <p14:cNvContentPartPr/>
                <p14:nvPr/>
              </p14:nvContentPartPr>
              <p14:xfrm>
                <a:off x="11250388" y="5203385"/>
                <a:ext cx="136080" cy="171360"/>
              </p14:xfrm>
            </p:contentPart>
          </mc:Choice>
          <mc:Fallback xmlns="">
            <p:pic>
              <p:nvPicPr>
                <p:cNvPr id="65" name="Entrada de lápiz 64">
                  <a:extLst>
                    <a:ext uri="{FF2B5EF4-FFF2-40B4-BE49-F238E27FC236}">
                      <a16:creationId xmlns:a16="http://schemas.microsoft.com/office/drawing/2014/main" id="{26EB9633-C7C3-C779-3F3C-1B1BFCFB4A62}"/>
                    </a:ext>
                  </a:extLst>
                </p:cNvPr>
                <p:cNvPicPr/>
                <p:nvPr/>
              </p:nvPicPr>
              <p:blipFill>
                <a:blip r:embed="rId21"/>
                <a:stretch>
                  <a:fillRect/>
                </a:stretch>
              </p:blipFill>
              <p:spPr>
                <a:xfrm>
                  <a:off x="11232748" y="5185385"/>
                  <a:ext cx="17172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66" name="Entrada de lápiz 65">
                  <a:extLst>
                    <a:ext uri="{FF2B5EF4-FFF2-40B4-BE49-F238E27FC236}">
                      <a16:creationId xmlns:a16="http://schemas.microsoft.com/office/drawing/2014/main" id="{3AE933B4-A32C-6563-0716-52094536E594}"/>
                    </a:ext>
                  </a:extLst>
                </p14:cNvPr>
                <p14:cNvContentPartPr/>
                <p14:nvPr/>
              </p14:nvContentPartPr>
              <p14:xfrm>
                <a:off x="11365588" y="5220305"/>
                <a:ext cx="124200" cy="131400"/>
              </p14:xfrm>
            </p:contentPart>
          </mc:Choice>
          <mc:Fallback xmlns="">
            <p:pic>
              <p:nvPicPr>
                <p:cNvPr id="66" name="Entrada de lápiz 65">
                  <a:extLst>
                    <a:ext uri="{FF2B5EF4-FFF2-40B4-BE49-F238E27FC236}">
                      <a16:creationId xmlns:a16="http://schemas.microsoft.com/office/drawing/2014/main" id="{3AE933B4-A32C-6563-0716-52094536E594}"/>
                    </a:ext>
                  </a:extLst>
                </p:cNvPr>
                <p:cNvPicPr/>
                <p:nvPr/>
              </p:nvPicPr>
              <p:blipFill>
                <a:blip r:embed="rId23"/>
                <a:stretch>
                  <a:fillRect/>
                </a:stretch>
              </p:blipFill>
              <p:spPr>
                <a:xfrm>
                  <a:off x="11347588" y="5202665"/>
                  <a:ext cx="15984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67" name="Entrada de lápiz 66">
                  <a:extLst>
                    <a:ext uri="{FF2B5EF4-FFF2-40B4-BE49-F238E27FC236}">
                      <a16:creationId xmlns:a16="http://schemas.microsoft.com/office/drawing/2014/main" id="{452D9541-282D-079A-CCEB-BA0C2303F3CE}"/>
                    </a:ext>
                  </a:extLst>
                </p14:cNvPr>
                <p14:cNvContentPartPr/>
                <p14:nvPr/>
              </p14:nvContentPartPr>
              <p14:xfrm>
                <a:off x="11509588" y="5215265"/>
                <a:ext cx="144360" cy="144720"/>
              </p14:xfrm>
            </p:contentPart>
          </mc:Choice>
          <mc:Fallback xmlns="">
            <p:pic>
              <p:nvPicPr>
                <p:cNvPr id="67" name="Entrada de lápiz 66">
                  <a:extLst>
                    <a:ext uri="{FF2B5EF4-FFF2-40B4-BE49-F238E27FC236}">
                      <a16:creationId xmlns:a16="http://schemas.microsoft.com/office/drawing/2014/main" id="{452D9541-282D-079A-CCEB-BA0C2303F3CE}"/>
                    </a:ext>
                  </a:extLst>
                </p:cNvPr>
                <p:cNvPicPr/>
                <p:nvPr/>
              </p:nvPicPr>
              <p:blipFill>
                <a:blip r:embed="rId25"/>
                <a:stretch>
                  <a:fillRect/>
                </a:stretch>
              </p:blipFill>
              <p:spPr>
                <a:xfrm>
                  <a:off x="11491948" y="5197265"/>
                  <a:ext cx="18000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68" name="Entrada de lápiz 67">
                  <a:extLst>
                    <a:ext uri="{FF2B5EF4-FFF2-40B4-BE49-F238E27FC236}">
                      <a16:creationId xmlns:a16="http://schemas.microsoft.com/office/drawing/2014/main" id="{4AC25BB0-0023-068B-93D6-CE8C2110E343}"/>
                    </a:ext>
                  </a:extLst>
                </p14:cNvPr>
                <p14:cNvContentPartPr/>
                <p14:nvPr/>
              </p14:nvContentPartPr>
              <p14:xfrm>
                <a:off x="11570788" y="4979465"/>
                <a:ext cx="162720" cy="341280"/>
              </p14:xfrm>
            </p:contentPart>
          </mc:Choice>
          <mc:Fallback xmlns="">
            <p:pic>
              <p:nvPicPr>
                <p:cNvPr id="68" name="Entrada de lápiz 67">
                  <a:extLst>
                    <a:ext uri="{FF2B5EF4-FFF2-40B4-BE49-F238E27FC236}">
                      <a16:creationId xmlns:a16="http://schemas.microsoft.com/office/drawing/2014/main" id="{4AC25BB0-0023-068B-93D6-CE8C2110E343}"/>
                    </a:ext>
                  </a:extLst>
                </p:cNvPr>
                <p:cNvPicPr/>
                <p:nvPr/>
              </p:nvPicPr>
              <p:blipFill>
                <a:blip r:embed="rId27"/>
                <a:stretch>
                  <a:fillRect/>
                </a:stretch>
              </p:blipFill>
              <p:spPr>
                <a:xfrm>
                  <a:off x="11552788" y="4961825"/>
                  <a:ext cx="198360" cy="3769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69" name="Entrada de lápiz 68">
                  <a:extLst>
                    <a:ext uri="{FF2B5EF4-FFF2-40B4-BE49-F238E27FC236}">
                      <a16:creationId xmlns:a16="http://schemas.microsoft.com/office/drawing/2014/main" id="{21DC708A-B4BF-536F-71B0-29E21FC41880}"/>
                    </a:ext>
                  </a:extLst>
                </p14:cNvPr>
                <p14:cNvContentPartPr/>
                <p14:nvPr/>
              </p14:nvContentPartPr>
              <p14:xfrm>
                <a:off x="11552068" y="5169905"/>
                <a:ext cx="132840" cy="19800"/>
              </p14:xfrm>
            </p:contentPart>
          </mc:Choice>
          <mc:Fallback xmlns="">
            <p:pic>
              <p:nvPicPr>
                <p:cNvPr id="69" name="Entrada de lápiz 68">
                  <a:extLst>
                    <a:ext uri="{FF2B5EF4-FFF2-40B4-BE49-F238E27FC236}">
                      <a16:creationId xmlns:a16="http://schemas.microsoft.com/office/drawing/2014/main" id="{21DC708A-B4BF-536F-71B0-29E21FC41880}"/>
                    </a:ext>
                  </a:extLst>
                </p:cNvPr>
                <p:cNvPicPr/>
                <p:nvPr/>
              </p:nvPicPr>
              <p:blipFill>
                <a:blip r:embed="rId29"/>
                <a:stretch>
                  <a:fillRect/>
                </a:stretch>
              </p:blipFill>
              <p:spPr>
                <a:xfrm>
                  <a:off x="11534428" y="5152265"/>
                  <a:ext cx="16848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5" name="Entrada de lápiz 14">
                  <a:extLst>
                    <a:ext uri="{FF2B5EF4-FFF2-40B4-BE49-F238E27FC236}">
                      <a16:creationId xmlns:a16="http://schemas.microsoft.com/office/drawing/2014/main" id="{3CE8F768-B683-74DA-7F5A-9C829A980476}"/>
                    </a:ext>
                  </a:extLst>
                </p14:cNvPr>
                <p14:cNvContentPartPr/>
                <p14:nvPr/>
              </p14:nvContentPartPr>
              <p14:xfrm>
                <a:off x="6575068" y="5593625"/>
                <a:ext cx="113400" cy="156240"/>
              </p14:xfrm>
            </p:contentPart>
          </mc:Choice>
          <mc:Fallback xmlns="">
            <p:pic>
              <p:nvPicPr>
                <p:cNvPr id="15" name="Entrada de lápiz 14">
                  <a:extLst>
                    <a:ext uri="{FF2B5EF4-FFF2-40B4-BE49-F238E27FC236}">
                      <a16:creationId xmlns:a16="http://schemas.microsoft.com/office/drawing/2014/main" id="{3CE8F768-B683-74DA-7F5A-9C829A980476}"/>
                    </a:ext>
                  </a:extLst>
                </p:cNvPr>
                <p:cNvPicPr/>
                <p:nvPr/>
              </p:nvPicPr>
              <p:blipFill>
                <a:blip r:embed="rId33"/>
                <a:stretch>
                  <a:fillRect/>
                </a:stretch>
              </p:blipFill>
              <p:spPr>
                <a:xfrm>
                  <a:off x="6557428" y="5575625"/>
                  <a:ext cx="14904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7" name="Entrada de lápiz 16">
                  <a:extLst>
                    <a:ext uri="{FF2B5EF4-FFF2-40B4-BE49-F238E27FC236}">
                      <a16:creationId xmlns:a16="http://schemas.microsoft.com/office/drawing/2014/main" id="{6432C56D-7039-1D7B-FFFF-55AAE3420A1D}"/>
                    </a:ext>
                  </a:extLst>
                </p14:cNvPr>
                <p14:cNvContentPartPr/>
                <p14:nvPr/>
              </p14:nvContentPartPr>
              <p14:xfrm>
                <a:off x="6887908" y="5475905"/>
                <a:ext cx="96840" cy="291960"/>
              </p14:xfrm>
            </p:contentPart>
          </mc:Choice>
          <mc:Fallback xmlns="">
            <p:pic>
              <p:nvPicPr>
                <p:cNvPr id="17" name="Entrada de lápiz 16">
                  <a:extLst>
                    <a:ext uri="{FF2B5EF4-FFF2-40B4-BE49-F238E27FC236}">
                      <a16:creationId xmlns:a16="http://schemas.microsoft.com/office/drawing/2014/main" id="{6432C56D-7039-1D7B-FFFF-55AAE3420A1D}"/>
                    </a:ext>
                  </a:extLst>
                </p:cNvPr>
                <p:cNvPicPr/>
                <p:nvPr/>
              </p:nvPicPr>
              <p:blipFill>
                <a:blip r:embed="rId35"/>
                <a:stretch>
                  <a:fillRect/>
                </a:stretch>
              </p:blipFill>
              <p:spPr>
                <a:xfrm>
                  <a:off x="6870268" y="5458265"/>
                  <a:ext cx="132480" cy="327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4" name="Entrada de lápiz 23">
                  <a:extLst>
                    <a:ext uri="{FF2B5EF4-FFF2-40B4-BE49-F238E27FC236}">
                      <a16:creationId xmlns:a16="http://schemas.microsoft.com/office/drawing/2014/main" id="{4CAFEC51-0F79-D979-13C4-D42B6B823262}"/>
                    </a:ext>
                  </a:extLst>
                </p14:cNvPr>
                <p14:cNvContentPartPr/>
                <p14:nvPr/>
              </p14:nvContentPartPr>
              <p14:xfrm>
                <a:off x="6990508" y="5473745"/>
                <a:ext cx="116640" cy="287640"/>
              </p14:xfrm>
            </p:contentPart>
          </mc:Choice>
          <mc:Fallback xmlns="">
            <p:pic>
              <p:nvPicPr>
                <p:cNvPr id="24" name="Entrada de lápiz 23">
                  <a:extLst>
                    <a:ext uri="{FF2B5EF4-FFF2-40B4-BE49-F238E27FC236}">
                      <a16:creationId xmlns:a16="http://schemas.microsoft.com/office/drawing/2014/main" id="{4CAFEC51-0F79-D979-13C4-D42B6B823262}"/>
                    </a:ext>
                  </a:extLst>
                </p:cNvPr>
                <p:cNvPicPr/>
                <p:nvPr/>
              </p:nvPicPr>
              <p:blipFill>
                <a:blip r:embed="rId37"/>
                <a:stretch>
                  <a:fillRect/>
                </a:stretch>
              </p:blipFill>
              <p:spPr>
                <a:xfrm>
                  <a:off x="6972508" y="5455745"/>
                  <a:ext cx="152280" cy="3232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6" name="Entrada de lápiz 25">
                  <a:extLst>
                    <a:ext uri="{FF2B5EF4-FFF2-40B4-BE49-F238E27FC236}">
                      <a16:creationId xmlns:a16="http://schemas.microsoft.com/office/drawing/2014/main" id="{2AD2FDBF-10AF-480D-9774-E8EAAB9F7408}"/>
                    </a:ext>
                  </a:extLst>
                </p14:cNvPr>
                <p14:cNvContentPartPr/>
                <p14:nvPr/>
              </p14:nvContentPartPr>
              <p14:xfrm>
                <a:off x="6826708" y="5556545"/>
                <a:ext cx="316800" cy="23760"/>
              </p14:xfrm>
            </p:contentPart>
          </mc:Choice>
          <mc:Fallback xmlns="">
            <p:pic>
              <p:nvPicPr>
                <p:cNvPr id="26" name="Entrada de lápiz 25">
                  <a:extLst>
                    <a:ext uri="{FF2B5EF4-FFF2-40B4-BE49-F238E27FC236}">
                      <a16:creationId xmlns:a16="http://schemas.microsoft.com/office/drawing/2014/main" id="{2AD2FDBF-10AF-480D-9774-E8EAAB9F7408}"/>
                    </a:ext>
                  </a:extLst>
                </p:cNvPr>
                <p:cNvPicPr/>
                <p:nvPr/>
              </p:nvPicPr>
              <p:blipFill>
                <a:blip r:embed="rId39"/>
                <a:stretch>
                  <a:fillRect/>
                </a:stretch>
              </p:blipFill>
              <p:spPr>
                <a:xfrm>
                  <a:off x="6808708" y="5538905"/>
                  <a:ext cx="35244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8" name="Entrada de lápiz 37">
                  <a:extLst>
                    <a:ext uri="{FF2B5EF4-FFF2-40B4-BE49-F238E27FC236}">
                      <a16:creationId xmlns:a16="http://schemas.microsoft.com/office/drawing/2014/main" id="{3EA2ED63-A02E-5CC7-4462-08387BB665D8}"/>
                    </a:ext>
                  </a:extLst>
                </p14:cNvPr>
                <p14:cNvContentPartPr/>
                <p14:nvPr/>
              </p14:nvContentPartPr>
              <p14:xfrm>
                <a:off x="6823108" y="5650865"/>
                <a:ext cx="290160" cy="28440"/>
              </p14:xfrm>
            </p:contentPart>
          </mc:Choice>
          <mc:Fallback xmlns="">
            <p:pic>
              <p:nvPicPr>
                <p:cNvPr id="38" name="Entrada de lápiz 37">
                  <a:extLst>
                    <a:ext uri="{FF2B5EF4-FFF2-40B4-BE49-F238E27FC236}">
                      <a16:creationId xmlns:a16="http://schemas.microsoft.com/office/drawing/2014/main" id="{3EA2ED63-A02E-5CC7-4462-08387BB665D8}"/>
                    </a:ext>
                  </a:extLst>
                </p:cNvPr>
                <p:cNvPicPr/>
                <p:nvPr/>
              </p:nvPicPr>
              <p:blipFill>
                <a:blip r:embed="rId41"/>
                <a:stretch>
                  <a:fillRect/>
                </a:stretch>
              </p:blipFill>
              <p:spPr>
                <a:xfrm>
                  <a:off x="6805108" y="5632865"/>
                  <a:ext cx="32580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9" name="Entrada de lápiz 38">
                  <a:extLst>
                    <a:ext uri="{FF2B5EF4-FFF2-40B4-BE49-F238E27FC236}">
                      <a16:creationId xmlns:a16="http://schemas.microsoft.com/office/drawing/2014/main" id="{B0C4551A-E96E-C586-0ABD-5771D0BB0010}"/>
                    </a:ext>
                  </a:extLst>
                </p14:cNvPr>
                <p14:cNvContentPartPr/>
                <p14:nvPr/>
              </p14:nvContentPartPr>
              <p14:xfrm>
                <a:off x="7268068" y="5587145"/>
                <a:ext cx="160200" cy="141480"/>
              </p14:xfrm>
            </p:contentPart>
          </mc:Choice>
          <mc:Fallback xmlns="">
            <p:pic>
              <p:nvPicPr>
                <p:cNvPr id="39" name="Entrada de lápiz 38">
                  <a:extLst>
                    <a:ext uri="{FF2B5EF4-FFF2-40B4-BE49-F238E27FC236}">
                      <a16:creationId xmlns:a16="http://schemas.microsoft.com/office/drawing/2014/main" id="{B0C4551A-E96E-C586-0ABD-5771D0BB0010}"/>
                    </a:ext>
                  </a:extLst>
                </p:cNvPr>
                <p:cNvPicPr/>
                <p:nvPr/>
              </p:nvPicPr>
              <p:blipFill>
                <a:blip r:embed="rId43"/>
                <a:stretch>
                  <a:fillRect/>
                </a:stretch>
              </p:blipFill>
              <p:spPr>
                <a:xfrm>
                  <a:off x="7250428" y="5569505"/>
                  <a:ext cx="19584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40" name="Entrada de lápiz 39">
                  <a:extLst>
                    <a:ext uri="{FF2B5EF4-FFF2-40B4-BE49-F238E27FC236}">
                      <a16:creationId xmlns:a16="http://schemas.microsoft.com/office/drawing/2014/main" id="{0A11A8BD-D25D-DF1F-F381-61470D472468}"/>
                    </a:ext>
                  </a:extLst>
                </p14:cNvPr>
                <p14:cNvContentPartPr/>
                <p14:nvPr/>
              </p14:nvContentPartPr>
              <p14:xfrm>
                <a:off x="7458148" y="5589305"/>
                <a:ext cx="115560" cy="136800"/>
              </p14:xfrm>
            </p:contentPart>
          </mc:Choice>
          <mc:Fallback xmlns="">
            <p:pic>
              <p:nvPicPr>
                <p:cNvPr id="40" name="Entrada de lápiz 39">
                  <a:extLst>
                    <a:ext uri="{FF2B5EF4-FFF2-40B4-BE49-F238E27FC236}">
                      <a16:creationId xmlns:a16="http://schemas.microsoft.com/office/drawing/2014/main" id="{0A11A8BD-D25D-DF1F-F381-61470D472468}"/>
                    </a:ext>
                  </a:extLst>
                </p:cNvPr>
                <p:cNvPicPr/>
                <p:nvPr/>
              </p:nvPicPr>
              <p:blipFill>
                <a:blip r:embed="rId45"/>
                <a:stretch>
                  <a:fillRect/>
                </a:stretch>
              </p:blipFill>
              <p:spPr>
                <a:xfrm>
                  <a:off x="7440148" y="5571305"/>
                  <a:ext cx="15120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3" name="Entrada de lápiz 42">
                  <a:extLst>
                    <a:ext uri="{FF2B5EF4-FFF2-40B4-BE49-F238E27FC236}">
                      <a16:creationId xmlns:a16="http://schemas.microsoft.com/office/drawing/2014/main" id="{8E0003DF-6766-D0BE-2EC3-1903BF6FF58C}"/>
                    </a:ext>
                  </a:extLst>
                </p14:cNvPr>
                <p14:cNvContentPartPr/>
                <p14:nvPr/>
              </p14:nvContentPartPr>
              <p14:xfrm>
                <a:off x="7600708" y="5393105"/>
                <a:ext cx="201240" cy="326880"/>
              </p14:xfrm>
            </p:contentPart>
          </mc:Choice>
          <mc:Fallback xmlns="">
            <p:pic>
              <p:nvPicPr>
                <p:cNvPr id="43" name="Entrada de lápiz 42">
                  <a:extLst>
                    <a:ext uri="{FF2B5EF4-FFF2-40B4-BE49-F238E27FC236}">
                      <a16:creationId xmlns:a16="http://schemas.microsoft.com/office/drawing/2014/main" id="{8E0003DF-6766-D0BE-2EC3-1903BF6FF58C}"/>
                    </a:ext>
                  </a:extLst>
                </p:cNvPr>
                <p:cNvPicPr/>
                <p:nvPr/>
              </p:nvPicPr>
              <p:blipFill>
                <a:blip r:embed="rId47"/>
                <a:stretch>
                  <a:fillRect/>
                </a:stretch>
              </p:blipFill>
              <p:spPr>
                <a:xfrm>
                  <a:off x="7583068" y="5375105"/>
                  <a:ext cx="236880" cy="3625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4" name="Entrada de lápiz 43">
                  <a:extLst>
                    <a:ext uri="{FF2B5EF4-FFF2-40B4-BE49-F238E27FC236}">
                      <a16:creationId xmlns:a16="http://schemas.microsoft.com/office/drawing/2014/main" id="{92B94762-E5C6-83AA-DB92-346B426D28DE}"/>
                    </a:ext>
                  </a:extLst>
                </p14:cNvPr>
                <p14:cNvContentPartPr/>
                <p14:nvPr/>
              </p14:nvContentPartPr>
              <p14:xfrm>
                <a:off x="7810588" y="5564105"/>
                <a:ext cx="145440" cy="111240"/>
              </p14:xfrm>
            </p:contentPart>
          </mc:Choice>
          <mc:Fallback xmlns="">
            <p:pic>
              <p:nvPicPr>
                <p:cNvPr id="44" name="Entrada de lápiz 43">
                  <a:extLst>
                    <a:ext uri="{FF2B5EF4-FFF2-40B4-BE49-F238E27FC236}">
                      <a16:creationId xmlns:a16="http://schemas.microsoft.com/office/drawing/2014/main" id="{92B94762-E5C6-83AA-DB92-346B426D28DE}"/>
                    </a:ext>
                  </a:extLst>
                </p:cNvPr>
                <p:cNvPicPr/>
                <p:nvPr/>
              </p:nvPicPr>
              <p:blipFill>
                <a:blip r:embed="rId49"/>
                <a:stretch>
                  <a:fillRect/>
                </a:stretch>
              </p:blipFill>
              <p:spPr>
                <a:xfrm>
                  <a:off x="7792588" y="5546105"/>
                  <a:ext cx="18108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5" name="Entrada de lápiz 44">
                  <a:extLst>
                    <a:ext uri="{FF2B5EF4-FFF2-40B4-BE49-F238E27FC236}">
                      <a16:creationId xmlns:a16="http://schemas.microsoft.com/office/drawing/2014/main" id="{B75B0033-1283-FF5E-99EB-F1B744720EE4}"/>
                    </a:ext>
                  </a:extLst>
                </p14:cNvPr>
                <p14:cNvContentPartPr/>
                <p14:nvPr/>
              </p14:nvContentPartPr>
              <p14:xfrm>
                <a:off x="7947388" y="5361425"/>
                <a:ext cx="86040" cy="300240"/>
              </p14:xfrm>
            </p:contentPart>
          </mc:Choice>
          <mc:Fallback xmlns="">
            <p:pic>
              <p:nvPicPr>
                <p:cNvPr id="45" name="Entrada de lápiz 44">
                  <a:extLst>
                    <a:ext uri="{FF2B5EF4-FFF2-40B4-BE49-F238E27FC236}">
                      <a16:creationId xmlns:a16="http://schemas.microsoft.com/office/drawing/2014/main" id="{B75B0033-1283-FF5E-99EB-F1B744720EE4}"/>
                    </a:ext>
                  </a:extLst>
                </p:cNvPr>
                <p:cNvPicPr/>
                <p:nvPr/>
              </p:nvPicPr>
              <p:blipFill>
                <a:blip r:embed="rId51"/>
                <a:stretch>
                  <a:fillRect/>
                </a:stretch>
              </p:blipFill>
              <p:spPr>
                <a:xfrm>
                  <a:off x="7929748" y="5343425"/>
                  <a:ext cx="121680" cy="3358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6" name="Entrada de lápiz 45">
                  <a:extLst>
                    <a:ext uri="{FF2B5EF4-FFF2-40B4-BE49-F238E27FC236}">
                      <a16:creationId xmlns:a16="http://schemas.microsoft.com/office/drawing/2014/main" id="{3B7E1E20-8439-8494-1FBC-2E8F25D1F62B}"/>
                    </a:ext>
                  </a:extLst>
                </p14:cNvPr>
                <p14:cNvContentPartPr/>
                <p14:nvPr/>
              </p14:nvContentPartPr>
              <p14:xfrm>
                <a:off x="8059708" y="5547185"/>
                <a:ext cx="154800" cy="110880"/>
              </p14:xfrm>
            </p:contentPart>
          </mc:Choice>
          <mc:Fallback xmlns="">
            <p:pic>
              <p:nvPicPr>
                <p:cNvPr id="46" name="Entrada de lápiz 45">
                  <a:extLst>
                    <a:ext uri="{FF2B5EF4-FFF2-40B4-BE49-F238E27FC236}">
                      <a16:creationId xmlns:a16="http://schemas.microsoft.com/office/drawing/2014/main" id="{3B7E1E20-8439-8494-1FBC-2E8F25D1F62B}"/>
                    </a:ext>
                  </a:extLst>
                </p:cNvPr>
                <p:cNvPicPr/>
                <p:nvPr/>
              </p:nvPicPr>
              <p:blipFill>
                <a:blip r:embed="rId53"/>
                <a:stretch>
                  <a:fillRect/>
                </a:stretch>
              </p:blipFill>
              <p:spPr>
                <a:xfrm>
                  <a:off x="8041708" y="5529545"/>
                  <a:ext cx="19044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7" name="Entrada de lápiz 46">
                  <a:extLst>
                    <a:ext uri="{FF2B5EF4-FFF2-40B4-BE49-F238E27FC236}">
                      <a16:creationId xmlns:a16="http://schemas.microsoft.com/office/drawing/2014/main" id="{B70B67A0-665B-C9F0-D87F-F2D8A040379C}"/>
                    </a:ext>
                  </a:extLst>
                </p14:cNvPr>
                <p14:cNvContentPartPr/>
                <p14:nvPr/>
              </p14:nvContentPartPr>
              <p14:xfrm>
                <a:off x="8233588" y="5529905"/>
                <a:ext cx="155160" cy="143640"/>
              </p14:xfrm>
            </p:contentPart>
          </mc:Choice>
          <mc:Fallback xmlns="">
            <p:pic>
              <p:nvPicPr>
                <p:cNvPr id="47" name="Entrada de lápiz 46">
                  <a:extLst>
                    <a:ext uri="{FF2B5EF4-FFF2-40B4-BE49-F238E27FC236}">
                      <a16:creationId xmlns:a16="http://schemas.microsoft.com/office/drawing/2014/main" id="{B70B67A0-665B-C9F0-D87F-F2D8A040379C}"/>
                    </a:ext>
                  </a:extLst>
                </p:cNvPr>
                <p:cNvPicPr/>
                <p:nvPr/>
              </p:nvPicPr>
              <p:blipFill>
                <a:blip r:embed="rId55"/>
                <a:stretch>
                  <a:fillRect/>
                </a:stretch>
              </p:blipFill>
              <p:spPr>
                <a:xfrm>
                  <a:off x="8215588" y="5512265"/>
                  <a:ext cx="19080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8" name="Entrada de lápiz 47">
                  <a:extLst>
                    <a:ext uri="{FF2B5EF4-FFF2-40B4-BE49-F238E27FC236}">
                      <a16:creationId xmlns:a16="http://schemas.microsoft.com/office/drawing/2014/main" id="{26394F7B-C83A-F310-1D17-87E647FBF795}"/>
                    </a:ext>
                  </a:extLst>
                </p14:cNvPr>
                <p14:cNvContentPartPr/>
                <p14:nvPr/>
              </p14:nvContentPartPr>
              <p14:xfrm>
                <a:off x="7321348" y="5384105"/>
                <a:ext cx="75240" cy="79560"/>
              </p14:xfrm>
            </p:contentPart>
          </mc:Choice>
          <mc:Fallback xmlns="">
            <p:pic>
              <p:nvPicPr>
                <p:cNvPr id="48" name="Entrada de lápiz 47">
                  <a:extLst>
                    <a:ext uri="{FF2B5EF4-FFF2-40B4-BE49-F238E27FC236}">
                      <a16:creationId xmlns:a16="http://schemas.microsoft.com/office/drawing/2014/main" id="{26394F7B-C83A-F310-1D17-87E647FBF795}"/>
                    </a:ext>
                  </a:extLst>
                </p:cNvPr>
                <p:cNvPicPr/>
                <p:nvPr/>
              </p:nvPicPr>
              <p:blipFill>
                <a:blip r:embed="rId57"/>
                <a:stretch>
                  <a:fillRect/>
                </a:stretch>
              </p:blipFill>
              <p:spPr>
                <a:xfrm>
                  <a:off x="7303708" y="5366105"/>
                  <a:ext cx="11088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50" name="Entrada de lápiz 49">
                  <a:extLst>
                    <a:ext uri="{FF2B5EF4-FFF2-40B4-BE49-F238E27FC236}">
                      <a16:creationId xmlns:a16="http://schemas.microsoft.com/office/drawing/2014/main" id="{F8A097FE-39CC-D37C-0BB2-C6FCF17AF170}"/>
                    </a:ext>
                  </a:extLst>
                </p14:cNvPr>
                <p14:cNvContentPartPr/>
                <p14:nvPr/>
              </p14:nvContentPartPr>
              <p14:xfrm>
                <a:off x="8608348" y="5491025"/>
                <a:ext cx="146160" cy="130680"/>
              </p14:xfrm>
            </p:contentPart>
          </mc:Choice>
          <mc:Fallback xmlns="">
            <p:pic>
              <p:nvPicPr>
                <p:cNvPr id="50" name="Entrada de lápiz 49">
                  <a:extLst>
                    <a:ext uri="{FF2B5EF4-FFF2-40B4-BE49-F238E27FC236}">
                      <a16:creationId xmlns:a16="http://schemas.microsoft.com/office/drawing/2014/main" id="{F8A097FE-39CC-D37C-0BB2-C6FCF17AF170}"/>
                    </a:ext>
                  </a:extLst>
                </p:cNvPr>
                <p:cNvPicPr/>
                <p:nvPr/>
              </p:nvPicPr>
              <p:blipFill>
                <a:blip r:embed="rId59"/>
                <a:stretch>
                  <a:fillRect/>
                </a:stretch>
              </p:blipFill>
              <p:spPr>
                <a:xfrm>
                  <a:off x="8590348" y="5473025"/>
                  <a:ext cx="18180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51" name="Entrada de lápiz 50">
                  <a:extLst>
                    <a:ext uri="{FF2B5EF4-FFF2-40B4-BE49-F238E27FC236}">
                      <a16:creationId xmlns:a16="http://schemas.microsoft.com/office/drawing/2014/main" id="{0910297C-3F7A-5F58-9959-A0A6872552DD}"/>
                    </a:ext>
                  </a:extLst>
                </p14:cNvPr>
                <p14:cNvContentPartPr/>
                <p14:nvPr/>
              </p14:nvContentPartPr>
              <p14:xfrm>
                <a:off x="8773228" y="5487065"/>
                <a:ext cx="147240" cy="127800"/>
              </p14:xfrm>
            </p:contentPart>
          </mc:Choice>
          <mc:Fallback xmlns="">
            <p:pic>
              <p:nvPicPr>
                <p:cNvPr id="51" name="Entrada de lápiz 50">
                  <a:extLst>
                    <a:ext uri="{FF2B5EF4-FFF2-40B4-BE49-F238E27FC236}">
                      <a16:creationId xmlns:a16="http://schemas.microsoft.com/office/drawing/2014/main" id="{0910297C-3F7A-5F58-9959-A0A6872552DD}"/>
                    </a:ext>
                  </a:extLst>
                </p:cNvPr>
                <p:cNvPicPr/>
                <p:nvPr/>
              </p:nvPicPr>
              <p:blipFill>
                <a:blip r:embed="rId61"/>
                <a:stretch>
                  <a:fillRect/>
                </a:stretch>
              </p:blipFill>
              <p:spPr>
                <a:xfrm>
                  <a:off x="8755228" y="5469065"/>
                  <a:ext cx="1828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52" name="Entrada de lápiz 51">
                  <a:extLst>
                    <a:ext uri="{FF2B5EF4-FFF2-40B4-BE49-F238E27FC236}">
                      <a16:creationId xmlns:a16="http://schemas.microsoft.com/office/drawing/2014/main" id="{3902E09C-B7B6-DDCD-FA09-140F15ECB658}"/>
                    </a:ext>
                  </a:extLst>
                </p14:cNvPr>
                <p14:cNvContentPartPr/>
                <p14:nvPr/>
              </p14:nvContentPartPr>
              <p14:xfrm>
                <a:off x="9160588" y="5467265"/>
                <a:ext cx="162720" cy="119880"/>
              </p14:xfrm>
            </p:contentPart>
          </mc:Choice>
          <mc:Fallback xmlns="">
            <p:pic>
              <p:nvPicPr>
                <p:cNvPr id="52" name="Entrada de lápiz 51">
                  <a:extLst>
                    <a:ext uri="{FF2B5EF4-FFF2-40B4-BE49-F238E27FC236}">
                      <a16:creationId xmlns:a16="http://schemas.microsoft.com/office/drawing/2014/main" id="{3902E09C-B7B6-DDCD-FA09-140F15ECB658}"/>
                    </a:ext>
                  </a:extLst>
                </p:cNvPr>
                <p:cNvPicPr/>
                <p:nvPr/>
              </p:nvPicPr>
              <p:blipFill>
                <a:blip r:embed="rId63"/>
                <a:stretch>
                  <a:fillRect/>
                </a:stretch>
              </p:blipFill>
              <p:spPr>
                <a:xfrm>
                  <a:off x="9142948" y="5449265"/>
                  <a:ext cx="19836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3" name="Entrada de lápiz 52">
                  <a:extLst>
                    <a:ext uri="{FF2B5EF4-FFF2-40B4-BE49-F238E27FC236}">
                      <a16:creationId xmlns:a16="http://schemas.microsoft.com/office/drawing/2014/main" id="{116DC0DD-A869-7DE8-29A1-BB3006775211}"/>
                    </a:ext>
                  </a:extLst>
                </p14:cNvPr>
                <p14:cNvContentPartPr/>
                <p14:nvPr/>
              </p14:nvContentPartPr>
              <p14:xfrm>
                <a:off x="9324028" y="5232185"/>
                <a:ext cx="52200" cy="279000"/>
              </p14:xfrm>
            </p:contentPart>
          </mc:Choice>
          <mc:Fallback xmlns="">
            <p:pic>
              <p:nvPicPr>
                <p:cNvPr id="53" name="Entrada de lápiz 52">
                  <a:extLst>
                    <a:ext uri="{FF2B5EF4-FFF2-40B4-BE49-F238E27FC236}">
                      <a16:creationId xmlns:a16="http://schemas.microsoft.com/office/drawing/2014/main" id="{116DC0DD-A869-7DE8-29A1-BB3006775211}"/>
                    </a:ext>
                  </a:extLst>
                </p:cNvPr>
                <p:cNvPicPr/>
                <p:nvPr/>
              </p:nvPicPr>
              <p:blipFill>
                <a:blip r:embed="rId65"/>
                <a:stretch>
                  <a:fillRect/>
                </a:stretch>
              </p:blipFill>
              <p:spPr>
                <a:xfrm>
                  <a:off x="9306028" y="5214545"/>
                  <a:ext cx="87840" cy="3146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73" name="Entrada de lápiz 72">
                  <a:extLst>
                    <a:ext uri="{FF2B5EF4-FFF2-40B4-BE49-F238E27FC236}">
                      <a16:creationId xmlns:a16="http://schemas.microsoft.com/office/drawing/2014/main" id="{CBC0D706-2E74-F2D0-02B6-7B9613E95143}"/>
                    </a:ext>
                  </a:extLst>
                </p14:cNvPr>
                <p14:cNvContentPartPr/>
                <p14:nvPr/>
              </p14:nvContentPartPr>
              <p14:xfrm>
                <a:off x="6196348" y="6141905"/>
                <a:ext cx="143280" cy="124920"/>
              </p14:xfrm>
            </p:contentPart>
          </mc:Choice>
          <mc:Fallback xmlns="">
            <p:pic>
              <p:nvPicPr>
                <p:cNvPr id="73" name="Entrada de lápiz 72">
                  <a:extLst>
                    <a:ext uri="{FF2B5EF4-FFF2-40B4-BE49-F238E27FC236}">
                      <a16:creationId xmlns:a16="http://schemas.microsoft.com/office/drawing/2014/main" id="{CBC0D706-2E74-F2D0-02B6-7B9613E95143}"/>
                    </a:ext>
                  </a:extLst>
                </p:cNvPr>
                <p:cNvPicPr/>
                <p:nvPr/>
              </p:nvPicPr>
              <p:blipFill>
                <a:blip r:embed="rId69"/>
                <a:stretch>
                  <a:fillRect/>
                </a:stretch>
              </p:blipFill>
              <p:spPr>
                <a:xfrm>
                  <a:off x="6178348" y="6123905"/>
                  <a:ext cx="17892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75" name="Entrada de lápiz 74">
                  <a:extLst>
                    <a:ext uri="{FF2B5EF4-FFF2-40B4-BE49-F238E27FC236}">
                      <a16:creationId xmlns:a16="http://schemas.microsoft.com/office/drawing/2014/main" id="{2E930F9F-2899-39B4-F713-540E2B8D04BF}"/>
                    </a:ext>
                  </a:extLst>
                </p14:cNvPr>
                <p14:cNvContentPartPr/>
                <p14:nvPr/>
              </p14:nvContentPartPr>
              <p14:xfrm>
                <a:off x="6459148" y="6144065"/>
                <a:ext cx="172080" cy="186120"/>
              </p14:xfrm>
            </p:contentPart>
          </mc:Choice>
          <mc:Fallback xmlns="">
            <p:pic>
              <p:nvPicPr>
                <p:cNvPr id="75" name="Entrada de lápiz 74">
                  <a:extLst>
                    <a:ext uri="{FF2B5EF4-FFF2-40B4-BE49-F238E27FC236}">
                      <a16:creationId xmlns:a16="http://schemas.microsoft.com/office/drawing/2014/main" id="{2E930F9F-2899-39B4-F713-540E2B8D04BF}"/>
                    </a:ext>
                  </a:extLst>
                </p:cNvPr>
                <p:cNvPicPr/>
                <p:nvPr/>
              </p:nvPicPr>
              <p:blipFill>
                <a:blip r:embed="rId71"/>
                <a:stretch>
                  <a:fillRect/>
                </a:stretch>
              </p:blipFill>
              <p:spPr>
                <a:xfrm>
                  <a:off x="6441508" y="6126425"/>
                  <a:ext cx="20772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76" name="Entrada de lápiz 75">
                  <a:extLst>
                    <a:ext uri="{FF2B5EF4-FFF2-40B4-BE49-F238E27FC236}">
                      <a16:creationId xmlns:a16="http://schemas.microsoft.com/office/drawing/2014/main" id="{0007DDE4-0A3F-67AC-E04D-269E86BB61DF}"/>
                    </a:ext>
                  </a:extLst>
                </p14:cNvPr>
                <p14:cNvContentPartPr/>
                <p14:nvPr/>
              </p14:nvContentPartPr>
              <p14:xfrm>
                <a:off x="6673348" y="6199505"/>
                <a:ext cx="34560" cy="164160"/>
              </p14:xfrm>
            </p:contentPart>
          </mc:Choice>
          <mc:Fallback xmlns="">
            <p:pic>
              <p:nvPicPr>
                <p:cNvPr id="76" name="Entrada de lápiz 75">
                  <a:extLst>
                    <a:ext uri="{FF2B5EF4-FFF2-40B4-BE49-F238E27FC236}">
                      <a16:creationId xmlns:a16="http://schemas.microsoft.com/office/drawing/2014/main" id="{0007DDE4-0A3F-67AC-E04D-269E86BB61DF}"/>
                    </a:ext>
                  </a:extLst>
                </p:cNvPr>
                <p:cNvPicPr/>
                <p:nvPr/>
              </p:nvPicPr>
              <p:blipFill>
                <a:blip r:embed="rId73"/>
                <a:stretch>
                  <a:fillRect/>
                </a:stretch>
              </p:blipFill>
              <p:spPr>
                <a:xfrm>
                  <a:off x="6655348" y="6181865"/>
                  <a:ext cx="7020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77" name="Entrada de lápiz 76">
                  <a:extLst>
                    <a:ext uri="{FF2B5EF4-FFF2-40B4-BE49-F238E27FC236}">
                      <a16:creationId xmlns:a16="http://schemas.microsoft.com/office/drawing/2014/main" id="{459D7C08-A79B-876E-1000-D21587FCE26B}"/>
                    </a:ext>
                  </a:extLst>
                </p14:cNvPr>
                <p14:cNvContentPartPr/>
                <p14:nvPr/>
              </p14:nvContentPartPr>
              <p14:xfrm>
                <a:off x="6644188" y="6154145"/>
                <a:ext cx="22680" cy="39960"/>
              </p14:xfrm>
            </p:contentPart>
          </mc:Choice>
          <mc:Fallback xmlns="">
            <p:pic>
              <p:nvPicPr>
                <p:cNvPr id="77" name="Entrada de lápiz 76">
                  <a:extLst>
                    <a:ext uri="{FF2B5EF4-FFF2-40B4-BE49-F238E27FC236}">
                      <a16:creationId xmlns:a16="http://schemas.microsoft.com/office/drawing/2014/main" id="{459D7C08-A79B-876E-1000-D21587FCE26B}"/>
                    </a:ext>
                  </a:extLst>
                </p:cNvPr>
                <p:cNvPicPr/>
                <p:nvPr/>
              </p:nvPicPr>
              <p:blipFill>
                <a:blip r:embed="rId75"/>
                <a:stretch>
                  <a:fillRect/>
                </a:stretch>
              </p:blipFill>
              <p:spPr>
                <a:xfrm>
                  <a:off x="6626188" y="6136505"/>
                  <a:ext cx="5832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78" name="Entrada de lápiz 77">
                  <a:extLst>
                    <a:ext uri="{FF2B5EF4-FFF2-40B4-BE49-F238E27FC236}">
                      <a16:creationId xmlns:a16="http://schemas.microsoft.com/office/drawing/2014/main" id="{9B6D8150-D6FE-B48D-4259-B9327D2240EA}"/>
                    </a:ext>
                  </a:extLst>
                </p14:cNvPr>
                <p14:cNvContentPartPr/>
                <p14:nvPr/>
              </p14:nvContentPartPr>
              <p14:xfrm>
                <a:off x="6710068" y="6192665"/>
                <a:ext cx="149400" cy="140040"/>
              </p14:xfrm>
            </p:contentPart>
          </mc:Choice>
          <mc:Fallback xmlns="">
            <p:pic>
              <p:nvPicPr>
                <p:cNvPr id="78" name="Entrada de lápiz 77">
                  <a:extLst>
                    <a:ext uri="{FF2B5EF4-FFF2-40B4-BE49-F238E27FC236}">
                      <a16:creationId xmlns:a16="http://schemas.microsoft.com/office/drawing/2014/main" id="{9B6D8150-D6FE-B48D-4259-B9327D2240EA}"/>
                    </a:ext>
                  </a:extLst>
                </p:cNvPr>
                <p:cNvPicPr/>
                <p:nvPr/>
              </p:nvPicPr>
              <p:blipFill>
                <a:blip r:embed="rId77"/>
                <a:stretch>
                  <a:fillRect/>
                </a:stretch>
              </p:blipFill>
              <p:spPr>
                <a:xfrm>
                  <a:off x="6692068" y="6174665"/>
                  <a:ext cx="18504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79" name="Entrada de lápiz 78">
                  <a:extLst>
                    <a:ext uri="{FF2B5EF4-FFF2-40B4-BE49-F238E27FC236}">
                      <a16:creationId xmlns:a16="http://schemas.microsoft.com/office/drawing/2014/main" id="{EA3D66CF-A30E-BB92-098E-1E8DB2E781C9}"/>
                    </a:ext>
                  </a:extLst>
                </p14:cNvPr>
                <p14:cNvContentPartPr/>
                <p14:nvPr/>
              </p14:nvContentPartPr>
              <p14:xfrm>
                <a:off x="6891868" y="6211745"/>
                <a:ext cx="153720" cy="122040"/>
              </p14:xfrm>
            </p:contentPart>
          </mc:Choice>
          <mc:Fallback xmlns="">
            <p:pic>
              <p:nvPicPr>
                <p:cNvPr id="79" name="Entrada de lápiz 78">
                  <a:extLst>
                    <a:ext uri="{FF2B5EF4-FFF2-40B4-BE49-F238E27FC236}">
                      <a16:creationId xmlns:a16="http://schemas.microsoft.com/office/drawing/2014/main" id="{EA3D66CF-A30E-BB92-098E-1E8DB2E781C9}"/>
                    </a:ext>
                  </a:extLst>
                </p:cNvPr>
                <p:cNvPicPr/>
                <p:nvPr/>
              </p:nvPicPr>
              <p:blipFill>
                <a:blip r:embed="rId79"/>
                <a:stretch>
                  <a:fillRect/>
                </a:stretch>
              </p:blipFill>
              <p:spPr>
                <a:xfrm>
                  <a:off x="6873868" y="6193745"/>
                  <a:ext cx="18936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80" name="Entrada de lápiz 79">
                  <a:extLst>
                    <a:ext uri="{FF2B5EF4-FFF2-40B4-BE49-F238E27FC236}">
                      <a16:creationId xmlns:a16="http://schemas.microsoft.com/office/drawing/2014/main" id="{45E65B15-76CB-559B-41F7-D84859C2D7F3}"/>
                    </a:ext>
                  </a:extLst>
                </p14:cNvPr>
                <p14:cNvContentPartPr/>
                <p14:nvPr/>
              </p14:nvContentPartPr>
              <p14:xfrm>
                <a:off x="7016428" y="5970185"/>
                <a:ext cx="84600" cy="356040"/>
              </p14:xfrm>
            </p:contentPart>
          </mc:Choice>
          <mc:Fallback xmlns="">
            <p:pic>
              <p:nvPicPr>
                <p:cNvPr id="80" name="Entrada de lápiz 79">
                  <a:extLst>
                    <a:ext uri="{FF2B5EF4-FFF2-40B4-BE49-F238E27FC236}">
                      <a16:creationId xmlns:a16="http://schemas.microsoft.com/office/drawing/2014/main" id="{45E65B15-76CB-559B-41F7-D84859C2D7F3}"/>
                    </a:ext>
                  </a:extLst>
                </p:cNvPr>
                <p:cNvPicPr/>
                <p:nvPr/>
              </p:nvPicPr>
              <p:blipFill>
                <a:blip r:embed="rId81"/>
                <a:stretch>
                  <a:fillRect/>
                </a:stretch>
              </p:blipFill>
              <p:spPr>
                <a:xfrm>
                  <a:off x="6998428" y="5952185"/>
                  <a:ext cx="120240" cy="3916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81" name="Entrada de lápiz 80">
                  <a:extLst>
                    <a:ext uri="{FF2B5EF4-FFF2-40B4-BE49-F238E27FC236}">
                      <a16:creationId xmlns:a16="http://schemas.microsoft.com/office/drawing/2014/main" id="{1463C561-7489-CB68-D0E2-0FA2CFA74470}"/>
                    </a:ext>
                  </a:extLst>
                </p14:cNvPr>
                <p14:cNvContentPartPr/>
                <p14:nvPr/>
              </p14:nvContentPartPr>
              <p14:xfrm>
                <a:off x="7462108" y="6155585"/>
                <a:ext cx="185040" cy="165240"/>
              </p14:xfrm>
            </p:contentPart>
          </mc:Choice>
          <mc:Fallback xmlns="">
            <p:pic>
              <p:nvPicPr>
                <p:cNvPr id="81" name="Entrada de lápiz 80">
                  <a:extLst>
                    <a:ext uri="{FF2B5EF4-FFF2-40B4-BE49-F238E27FC236}">
                      <a16:creationId xmlns:a16="http://schemas.microsoft.com/office/drawing/2014/main" id="{1463C561-7489-CB68-D0E2-0FA2CFA74470}"/>
                    </a:ext>
                  </a:extLst>
                </p:cNvPr>
                <p:cNvPicPr/>
                <p:nvPr/>
              </p:nvPicPr>
              <p:blipFill>
                <a:blip r:embed="rId83"/>
                <a:stretch>
                  <a:fillRect/>
                </a:stretch>
              </p:blipFill>
              <p:spPr>
                <a:xfrm>
                  <a:off x="7444468" y="6137945"/>
                  <a:ext cx="22068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82" name="Entrada de lápiz 81">
                  <a:extLst>
                    <a:ext uri="{FF2B5EF4-FFF2-40B4-BE49-F238E27FC236}">
                      <a16:creationId xmlns:a16="http://schemas.microsoft.com/office/drawing/2014/main" id="{69C1F40A-D198-4E10-9312-7E94E2A6C52F}"/>
                    </a:ext>
                  </a:extLst>
                </p14:cNvPr>
                <p14:cNvContentPartPr/>
                <p14:nvPr/>
              </p14:nvContentPartPr>
              <p14:xfrm>
                <a:off x="7677388" y="6135065"/>
                <a:ext cx="157320" cy="126720"/>
              </p14:xfrm>
            </p:contentPart>
          </mc:Choice>
          <mc:Fallback xmlns="">
            <p:pic>
              <p:nvPicPr>
                <p:cNvPr id="82" name="Entrada de lápiz 81">
                  <a:extLst>
                    <a:ext uri="{FF2B5EF4-FFF2-40B4-BE49-F238E27FC236}">
                      <a16:creationId xmlns:a16="http://schemas.microsoft.com/office/drawing/2014/main" id="{69C1F40A-D198-4E10-9312-7E94E2A6C52F}"/>
                    </a:ext>
                  </a:extLst>
                </p:cNvPr>
                <p:cNvPicPr/>
                <p:nvPr/>
              </p:nvPicPr>
              <p:blipFill>
                <a:blip r:embed="rId85"/>
                <a:stretch>
                  <a:fillRect/>
                </a:stretch>
              </p:blipFill>
              <p:spPr>
                <a:xfrm>
                  <a:off x="7659388" y="6117425"/>
                  <a:ext cx="19296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83" name="Entrada de lápiz 82">
                  <a:extLst>
                    <a:ext uri="{FF2B5EF4-FFF2-40B4-BE49-F238E27FC236}">
                      <a16:creationId xmlns:a16="http://schemas.microsoft.com/office/drawing/2014/main" id="{696ACE03-CDC8-8610-F690-35F8D4DD6AF4}"/>
                    </a:ext>
                  </a:extLst>
                </p14:cNvPr>
                <p14:cNvContentPartPr/>
                <p14:nvPr/>
              </p14:nvContentPartPr>
              <p14:xfrm>
                <a:off x="7834708" y="6154505"/>
                <a:ext cx="120240" cy="65520"/>
              </p14:xfrm>
            </p:contentPart>
          </mc:Choice>
          <mc:Fallback xmlns="">
            <p:pic>
              <p:nvPicPr>
                <p:cNvPr id="83" name="Entrada de lápiz 82">
                  <a:extLst>
                    <a:ext uri="{FF2B5EF4-FFF2-40B4-BE49-F238E27FC236}">
                      <a16:creationId xmlns:a16="http://schemas.microsoft.com/office/drawing/2014/main" id="{696ACE03-CDC8-8610-F690-35F8D4DD6AF4}"/>
                    </a:ext>
                  </a:extLst>
                </p:cNvPr>
                <p:cNvPicPr/>
                <p:nvPr/>
              </p:nvPicPr>
              <p:blipFill>
                <a:blip r:embed="rId87"/>
                <a:stretch>
                  <a:fillRect/>
                </a:stretch>
              </p:blipFill>
              <p:spPr>
                <a:xfrm>
                  <a:off x="7817068" y="6136865"/>
                  <a:ext cx="15588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84" name="Entrada de lápiz 83">
                  <a:extLst>
                    <a:ext uri="{FF2B5EF4-FFF2-40B4-BE49-F238E27FC236}">
                      <a16:creationId xmlns:a16="http://schemas.microsoft.com/office/drawing/2014/main" id="{9D04522F-F98D-9B2F-D7F0-6D81095F9D16}"/>
                    </a:ext>
                  </a:extLst>
                </p14:cNvPr>
                <p14:cNvContentPartPr/>
                <p14:nvPr/>
              </p14:nvContentPartPr>
              <p14:xfrm>
                <a:off x="7863868" y="6113825"/>
                <a:ext cx="100440" cy="168840"/>
              </p14:xfrm>
            </p:contentPart>
          </mc:Choice>
          <mc:Fallback xmlns="">
            <p:pic>
              <p:nvPicPr>
                <p:cNvPr id="84" name="Entrada de lápiz 83">
                  <a:extLst>
                    <a:ext uri="{FF2B5EF4-FFF2-40B4-BE49-F238E27FC236}">
                      <a16:creationId xmlns:a16="http://schemas.microsoft.com/office/drawing/2014/main" id="{9D04522F-F98D-9B2F-D7F0-6D81095F9D16}"/>
                    </a:ext>
                  </a:extLst>
                </p:cNvPr>
                <p:cNvPicPr/>
                <p:nvPr/>
              </p:nvPicPr>
              <p:blipFill>
                <a:blip r:embed="rId89"/>
                <a:stretch>
                  <a:fillRect/>
                </a:stretch>
              </p:blipFill>
              <p:spPr>
                <a:xfrm>
                  <a:off x="7845868" y="6095825"/>
                  <a:ext cx="13608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85" name="Entrada de lápiz 84">
                  <a:extLst>
                    <a:ext uri="{FF2B5EF4-FFF2-40B4-BE49-F238E27FC236}">
                      <a16:creationId xmlns:a16="http://schemas.microsoft.com/office/drawing/2014/main" id="{CDD9766A-31B8-E67D-1B5A-6A647C799D72}"/>
                    </a:ext>
                  </a:extLst>
                </p14:cNvPr>
                <p14:cNvContentPartPr/>
                <p14:nvPr/>
              </p14:nvContentPartPr>
              <p14:xfrm>
                <a:off x="7987348" y="6067745"/>
                <a:ext cx="62640" cy="202680"/>
              </p14:xfrm>
            </p:contentPart>
          </mc:Choice>
          <mc:Fallback xmlns="">
            <p:pic>
              <p:nvPicPr>
                <p:cNvPr id="85" name="Entrada de lápiz 84">
                  <a:extLst>
                    <a:ext uri="{FF2B5EF4-FFF2-40B4-BE49-F238E27FC236}">
                      <a16:creationId xmlns:a16="http://schemas.microsoft.com/office/drawing/2014/main" id="{CDD9766A-31B8-E67D-1B5A-6A647C799D72}"/>
                    </a:ext>
                  </a:extLst>
                </p:cNvPr>
                <p:cNvPicPr/>
                <p:nvPr/>
              </p:nvPicPr>
              <p:blipFill>
                <a:blip r:embed="rId91"/>
                <a:stretch>
                  <a:fillRect/>
                </a:stretch>
              </p:blipFill>
              <p:spPr>
                <a:xfrm>
                  <a:off x="7969708" y="6050105"/>
                  <a:ext cx="9828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86" name="Entrada de lápiz 85">
                  <a:extLst>
                    <a:ext uri="{FF2B5EF4-FFF2-40B4-BE49-F238E27FC236}">
                      <a16:creationId xmlns:a16="http://schemas.microsoft.com/office/drawing/2014/main" id="{64BC08D8-5683-B931-0C8F-3B1770561B50}"/>
                    </a:ext>
                  </a:extLst>
                </p14:cNvPr>
                <p14:cNvContentPartPr/>
                <p14:nvPr/>
              </p14:nvContentPartPr>
              <p14:xfrm>
                <a:off x="8112628" y="6149105"/>
                <a:ext cx="181080" cy="125640"/>
              </p14:xfrm>
            </p:contentPart>
          </mc:Choice>
          <mc:Fallback xmlns="">
            <p:pic>
              <p:nvPicPr>
                <p:cNvPr id="86" name="Entrada de lápiz 85">
                  <a:extLst>
                    <a:ext uri="{FF2B5EF4-FFF2-40B4-BE49-F238E27FC236}">
                      <a16:creationId xmlns:a16="http://schemas.microsoft.com/office/drawing/2014/main" id="{64BC08D8-5683-B931-0C8F-3B1770561B50}"/>
                    </a:ext>
                  </a:extLst>
                </p:cNvPr>
                <p:cNvPicPr/>
                <p:nvPr/>
              </p:nvPicPr>
              <p:blipFill>
                <a:blip r:embed="rId93"/>
                <a:stretch>
                  <a:fillRect/>
                </a:stretch>
              </p:blipFill>
              <p:spPr>
                <a:xfrm>
                  <a:off x="8094988" y="6131465"/>
                  <a:ext cx="21672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87" name="Entrada de lápiz 86">
                  <a:extLst>
                    <a:ext uri="{FF2B5EF4-FFF2-40B4-BE49-F238E27FC236}">
                      <a16:creationId xmlns:a16="http://schemas.microsoft.com/office/drawing/2014/main" id="{04F5AA78-56FA-81DA-73C0-10EA26F5218C}"/>
                    </a:ext>
                  </a:extLst>
                </p14:cNvPr>
                <p14:cNvContentPartPr/>
                <p14:nvPr/>
              </p14:nvContentPartPr>
              <p14:xfrm>
                <a:off x="8357068" y="6125705"/>
                <a:ext cx="141840" cy="111240"/>
              </p14:xfrm>
            </p:contentPart>
          </mc:Choice>
          <mc:Fallback xmlns="">
            <p:pic>
              <p:nvPicPr>
                <p:cNvPr id="87" name="Entrada de lápiz 86">
                  <a:extLst>
                    <a:ext uri="{FF2B5EF4-FFF2-40B4-BE49-F238E27FC236}">
                      <a16:creationId xmlns:a16="http://schemas.microsoft.com/office/drawing/2014/main" id="{04F5AA78-56FA-81DA-73C0-10EA26F5218C}"/>
                    </a:ext>
                  </a:extLst>
                </p:cNvPr>
                <p:cNvPicPr/>
                <p:nvPr/>
              </p:nvPicPr>
              <p:blipFill>
                <a:blip r:embed="rId95"/>
                <a:stretch>
                  <a:fillRect/>
                </a:stretch>
              </p:blipFill>
              <p:spPr>
                <a:xfrm>
                  <a:off x="8339428" y="6107705"/>
                  <a:ext cx="17748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88" name="Entrada de lápiz 87">
                  <a:extLst>
                    <a:ext uri="{FF2B5EF4-FFF2-40B4-BE49-F238E27FC236}">
                      <a16:creationId xmlns:a16="http://schemas.microsoft.com/office/drawing/2014/main" id="{8396EA39-DC5C-F554-6CC1-0F3AB1C3B59B}"/>
                    </a:ext>
                  </a:extLst>
                </p14:cNvPr>
                <p14:cNvContentPartPr/>
                <p14:nvPr/>
              </p14:nvContentPartPr>
              <p14:xfrm>
                <a:off x="7681708" y="5964785"/>
                <a:ext cx="84600" cy="98280"/>
              </p14:xfrm>
            </p:contentPart>
          </mc:Choice>
          <mc:Fallback xmlns="">
            <p:pic>
              <p:nvPicPr>
                <p:cNvPr id="88" name="Entrada de lápiz 87">
                  <a:extLst>
                    <a:ext uri="{FF2B5EF4-FFF2-40B4-BE49-F238E27FC236}">
                      <a16:creationId xmlns:a16="http://schemas.microsoft.com/office/drawing/2014/main" id="{8396EA39-DC5C-F554-6CC1-0F3AB1C3B59B}"/>
                    </a:ext>
                  </a:extLst>
                </p:cNvPr>
                <p:cNvPicPr/>
                <p:nvPr/>
              </p:nvPicPr>
              <p:blipFill>
                <a:blip r:embed="rId97"/>
                <a:stretch>
                  <a:fillRect/>
                </a:stretch>
              </p:blipFill>
              <p:spPr>
                <a:xfrm>
                  <a:off x="7664068" y="5947145"/>
                  <a:ext cx="12024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89" name="Entrada de lápiz 88">
                  <a:extLst>
                    <a:ext uri="{FF2B5EF4-FFF2-40B4-BE49-F238E27FC236}">
                      <a16:creationId xmlns:a16="http://schemas.microsoft.com/office/drawing/2014/main" id="{D1146D8F-B064-AE6F-B530-7F346BCF67F8}"/>
                    </a:ext>
                  </a:extLst>
                </p14:cNvPr>
                <p14:cNvContentPartPr/>
                <p14:nvPr/>
              </p14:nvContentPartPr>
              <p14:xfrm>
                <a:off x="8772868" y="6068465"/>
                <a:ext cx="137880" cy="124920"/>
              </p14:xfrm>
            </p:contentPart>
          </mc:Choice>
          <mc:Fallback xmlns="">
            <p:pic>
              <p:nvPicPr>
                <p:cNvPr id="89" name="Entrada de lápiz 88">
                  <a:extLst>
                    <a:ext uri="{FF2B5EF4-FFF2-40B4-BE49-F238E27FC236}">
                      <a16:creationId xmlns:a16="http://schemas.microsoft.com/office/drawing/2014/main" id="{D1146D8F-B064-AE6F-B530-7F346BCF67F8}"/>
                    </a:ext>
                  </a:extLst>
                </p:cNvPr>
                <p:cNvPicPr/>
                <p:nvPr/>
              </p:nvPicPr>
              <p:blipFill>
                <a:blip r:embed="rId99"/>
                <a:stretch>
                  <a:fillRect/>
                </a:stretch>
              </p:blipFill>
              <p:spPr>
                <a:xfrm>
                  <a:off x="8755228" y="6050825"/>
                  <a:ext cx="17352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90" name="Entrada de lápiz 89">
                  <a:extLst>
                    <a:ext uri="{FF2B5EF4-FFF2-40B4-BE49-F238E27FC236}">
                      <a16:creationId xmlns:a16="http://schemas.microsoft.com/office/drawing/2014/main" id="{1C80B499-578C-A88B-48D2-F7C8D32C1955}"/>
                    </a:ext>
                  </a:extLst>
                </p14:cNvPr>
                <p14:cNvContentPartPr/>
                <p14:nvPr/>
              </p14:nvContentPartPr>
              <p14:xfrm>
                <a:off x="8862868" y="5907545"/>
                <a:ext cx="219960" cy="291960"/>
              </p14:xfrm>
            </p:contentPart>
          </mc:Choice>
          <mc:Fallback xmlns="">
            <p:pic>
              <p:nvPicPr>
                <p:cNvPr id="90" name="Entrada de lápiz 89">
                  <a:extLst>
                    <a:ext uri="{FF2B5EF4-FFF2-40B4-BE49-F238E27FC236}">
                      <a16:creationId xmlns:a16="http://schemas.microsoft.com/office/drawing/2014/main" id="{1C80B499-578C-A88B-48D2-F7C8D32C1955}"/>
                    </a:ext>
                  </a:extLst>
                </p:cNvPr>
                <p:cNvPicPr/>
                <p:nvPr/>
              </p:nvPicPr>
              <p:blipFill>
                <a:blip r:embed="rId101"/>
                <a:stretch>
                  <a:fillRect/>
                </a:stretch>
              </p:blipFill>
              <p:spPr>
                <a:xfrm>
                  <a:off x="8844868" y="5889905"/>
                  <a:ext cx="255600" cy="3276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91" name="Entrada de lápiz 90">
                  <a:extLst>
                    <a:ext uri="{FF2B5EF4-FFF2-40B4-BE49-F238E27FC236}">
                      <a16:creationId xmlns:a16="http://schemas.microsoft.com/office/drawing/2014/main" id="{D4A4DD3B-DCA6-C00E-443F-0F5C52BFC1F2}"/>
                    </a:ext>
                  </a:extLst>
                </p14:cNvPr>
                <p14:cNvContentPartPr/>
                <p14:nvPr/>
              </p14:nvContentPartPr>
              <p14:xfrm>
                <a:off x="9375508" y="6067025"/>
                <a:ext cx="28800" cy="204480"/>
              </p14:xfrm>
            </p:contentPart>
          </mc:Choice>
          <mc:Fallback xmlns="">
            <p:pic>
              <p:nvPicPr>
                <p:cNvPr id="91" name="Entrada de lápiz 90">
                  <a:extLst>
                    <a:ext uri="{FF2B5EF4-FFF2-40B4-BE49-F238E27FC236}">
                      <a16:creationId xmlns:a16="http://schemas.microsoft.com/office/drawing/2014/main" id="{D4A4DD3B-DCA6-C00E-443F-0F5C52BFC1F2}"/>
                    </a:ext>
                  </a:extLst>
                </p:cNvPr>
                <p:cNvPicPr/>
                <p:nvPr/>
              </p:nvPicPr>
              <p:blipFill>
                <a:blip r:embed="rId103"/>
                <a:stretch>
                  <a:fillRect/>
                </a:stretch>
              </p:blipFill>
              <p:spPr>
                <a:xfrm>
                  <a:off x="9357508" y="6049385"/>
                  <a:ext cx="6444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92" name="Entrada de lápiz 91">
                  <a:extLst>
                    <a:ext uri="{FF2B5EF4-FFF2-40B4-BE49-F238E27FC236}">
                      <a16:creationId xmlns:a16="http://schemas.microsoft.com/office/drawing/2014/main" id="{42BC852D-BC6D-1460-C4C8-19D826D56D3C}"/>
                    </a:ext>
                  </a:extLst>
                </p14:cNvPr>
                <p14:cNvContentPartPr/>
                <p14:nvPr/>
              </p14:nvContentPartPr>
              <p14:xfrm>
                <a:off x="9319348" y="5998265"/>
                <a:ext cx="155880" cy="143640"/>
              </p14:xfrm>
            </p:contentPart>
          </mc:Choice>
          <mc:Fallback xmlns="">
            <p:pic>
              <p:nvPicPr>
                <p:cNvPr id="92" name="Entrada de lápiz 91">
                  <a:extLst>
                    <a:ext uri="{FF2B5EF4-FFF2-40B4-BE49-F238E27FC236}">
                      <a16:creationId xmlns:a16="http://schemas.microsoft.com/office/drawing/2014/main" id="{42BC852D-BC6D-1460-C4C8-19D826D56D3C}"/>
                    </a:ext>
                  </a:extLst>
                </p:cNvPr>
                <p:cNvPicPr/>
                <p:nvPr/>
              </p:nvPicPr>
              <p:blipFill>
                <a:blip r:embed="rId105"/>
                <a:stretch>
                  <a:fillRect/>
                </a:stretch>
              </p:blipFill>
              <p:spPr>
                <a:xfrm>
                  <a:off x="9301708" y="5980265"/>
                  <a:ext cx="19152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93" name="Entrada de lápiz 92">
                  <a:extLst>
                    <a:ext uri="{FF2B5EF4-FFF2-40B4-BE49-F238E27FC236}">
                      <a16:creationId xmlns:a16="http://schemas.microsoft.com/office/drawing/2014/main" id="{3DFDDD72-036A-97A2-5B5E-F3F69AFD9FB9}"/>
                    </a:ext>
                  </a:extLst>
                </p14:cNvPr>
                <p14:cNvContentPartPr/>
                <p14:nvPr/>
              </p14:nvContentPartPr>
              <p14:xfrm>
                <a:off x="9533548" y="6025625"/>
                <a:ext cx="91440" cy="101160"/>
              </p14:xfrm>
            </p:contentPart>
          </mc:Choice>
          <mc:Fallback xmlns="">
            <p:pic>
              <p:nvPicPr>
                <p:cNvPr id="93" name="Entrada de lápiz 92">
                  <a:extLst>
                    <a:ext uri="{FF2B5EF4-FFF2-40B4-BE49-F238E27FC236}">
                      <a16:creationId xmlns:a16="http://schemas.microsoft.com/office/drawing/2014/main" id="{3DFDDD72-036A-97A2-5B5E-F3F69AFD9FB9}"/>
                    </a:ext>
                  </a:extLst>
                </p:cNvPr>
                <p:cNvPicPr/>
                <p:nvPr/>
              </p:nvPicPr>
              <p:blipFill>
                <a:blip r:embed="rId107"/>
                <a:stretch>
                  <a:fillRect/>
                </a:stretch>
              </p:blipFill>
              <p:spPr>
                <a:xfrm>
                  <a:off x="9515548" y="6007985"/>
                  <a:ext cx="12708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94" name="Entrada de lápiz 93">
                  <a:extLst>
                    <a:ext uri="{FF2B5EF4-FFF2-40B4-BE49-F238E27FC236}">
                      <a16:creationId xmlns:a16="http://schemas.microsoft.com/office/drawing/2014/main" id="{C5E7FF72-72E1-3025-AE09-46273494CD15}"/>
                    </a:ext>
                  </a:extLst>
                </p14:cNvPr>
                <p14:cNvContentPartPr/>
                <p14:nvPr/>
              </p14:nvContentPartPr>
              <p14:xfrm>
                <a:off x="9611668" y="6021305"/>
                <a:ext cx="138600" cy="108000"/>
              </p14:xfrm>
            </p:contentPart>
          </mc:Choice>
          <mc:Fallback xmlns="">
            <p:pic>
              <p:nvPicPr>
                <p:cNvPr id="94" name="Entrada de lápiz 93">
                  <a:extLst>
                    <a:ext uri="{FF2B5EF4-FFF2-40B4-BE49-F238E27FC236}">
                      <a16:creationId xmlns:a16="http://schemas.microsoft.com/office/drawing/2014/main" id="{C5E7FF72-72E1-3025-AE09-46273494CD15}"/>
                    </a:ext>
                  </a:extLst>
                </p:cNvPr>
                <p:cNvPicPr/>
                <p:nvPr/>
              </p:nvPicPr>
              <p:blipFill>
                <a:blip r:embed="rId109"/>
                <a:stretch>
                  <a:fillRect/>
                </a:stretch>
              </p:blipFill>
              <p:spPr>
                <a:xfrm>
                  <a:off x="9593668" y="6003305"/>
                  <a:ext cx="17424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95" name="Entrada de lápiz 94">
                  <a:extLst>
                    <a:ext uri="{FF2B5EF4-FFF2-40B4-BE49-F238E27FC236}">
                      <a16:creationId xmlns:a16="http://schemas.microsoft.com/office/drawing/2014/main" id="{B8B414A1-C3B1-AFEE-C01B-0822BDE2A18C}"/>
                    </a:ext>
                  </a:extLst>
                </p14:cNvPr>
                <p14:cNvContentPartPr/>
                <p14:nvPr/>
              </p14:nvContentPartPr>
              <p14:xfrm>
                <a:off x="9768988" y="5763545"/>
                <a:ext cx="133560" cy="536760"/>
              </p14:xfrm>
            </p:contentPart>
          </mc:Choice>
          <mc:Fallback xmlns="">
            <p:pic>
              <p:nvPicPr>
                <p:cNvPr id="95" name="Entrada de lápiz 94">
                  <a:extLst>
                    <a:ext uri="{FF2B5EF4-FFF2-40B4-BE49-F238E27FC236}">
                      <a16:creationId xmlns:a16="http://schemas.microsoft.com/office/drawing/2014/main" id="{B8B414A1-C3B1-AFEE-C01B-0822BDE2A18C}"/>
                    </a:ext>
                  </a:extLst>
                </p:cNvPr>
                <p:cNvPicPr/>
                <p:nvPr/>
              </p:nvPicPr>
              <p:blipFill>
                <a:blip r:embed="rId111"/>
                <a:stretch>
                  <a:fillRect/>
                </a:stretch>
              </p:blipFill>
              <p:spPr>
                <a:xfrm>
                  <a:off x="9751348" y="5745545"/>
                  <a:ext cx="169200" cy="5724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96" name="Entrada de lápiz 95">
                  <a:extLst>
                    <a:ext uri="{FF2B5EF4-FFF2-40B4-BE49-F238E27FC236}">
                      <a16:creationId xmlns:a16="http://schemas.microsoft.com/office/drawing/2014/main" id="{B21B4C39-8BA6-AD86-124D-B3A1A89240F0}"/>
                    </a:ext>
                  </a:extLst>
                </p14:cNvPr>
                <p14:cNvContentPartPr/>
                <p14:nvPr/>
              </p14:nvContentPartPr>
              <p14:xfrm>
                <a:off x="9965548" y="6001865"/>
                <a:ext cx="198000" cy="142920"/>
              </p14:xfrm>
            </p:contentPart>
          </mc:Choice>
          <mc:Fallback xmlns="">
            <p:pic>
              <p:nvPicPr>
                <p:cNvPr id="96" name="Entrada de lápiz 95">
                  <a:extLst>
                    <a:ext uri="{FF2B5EF4-FFF2-40B4-BE49-F238E27FC236}">
                      <a16:creationId xmlns:a16="http://schemas.microsoft.com/office/drawing/2014/main" id="{B21B4C39-8BA6-AD86-124D-B3A1A89240F0}"/>
                    </a:ext>
                  </a:extLst>
                </p:cNvPr>
                <p:cNvPicPr/>
                <p:nvPr/>
              </p:nvPicPr>
              <p:blipFill>
                <a:blip r:embed="rId113"/>
                <a:stretch>
                  <a:fillRect/>
                </a:stretch>
              </p:blipFill>
              <p:spPr>
                <a:xfrm>
                  <a:off x="9947548" y="5984225"/>
                  <a:ext cx="23364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97" name="Entrada de lápiz 96">
                  <a:extLst>
                    <a:ext uri="{FF2B5EF4-FFF2-40B4-BE49-F238E27FC236}">
                      <a16:creationId xmlns:a16="http://schemas.microsoft.com/office/drawing/2014/main" id="{33CA01FB-36AC-550E-17B1-A3BAA1DB1945}"/>
                    </a:ext>
                  </a:extLst>
                </p14:cNvPr>
                <p14:cNvContentPartPr/>
                <p14:nvPr/>
              </p14:nvContentPartPr>
              <p14:xfrm>
                <a:off x="10186948" y="5968025"/>
                <a:ext cx="110160" cy="115560"/>
              </p14:xfrm>
            </p:contentPart>
          </mc:Choice>
          <mc:Fallback xmlns="">
            <p:pic>
              <p:nvPicPr>
                <p:cNvPr id="97" name="Entrada de lápiz 96">
                  <a:extLst>
                    <a:ext uri="{FF2B5EF4-FFF2-40B4-BE49-F238E27FC236}">
                      <a16:creationId xmlns:a16="http://schemas.microsoft.com/office/drawing/2014/main" id="{33CA01FB-36AC-550E-17B1-A3BAA1DB1945}"/>
                    </a:ext>
                  </a:extLst>
                </p:cNvPr>
                <p:cNvPicPr/>
                <p:nvPr/>
              </p:nvPicPr>
              <p:blipFill>
                <a:blip r:embed="rId115"/>
                <a:stretch>
                  <a:fillRect/>
                </a:stretch>
              </p:blipFill>
              <p:spPr>
                <a:xfrm>
                  <a:off x="10168948" y="5950385"/>
                  <a:ext cx="14580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98" name="Entrada de lápiz 97">
                  <a:extLst>
                    <a:ext uri="{FF2B5EF4-FFF2-40B4-BE49-F238E27FC236}">
                      <a16:creationId xmlns:a16="http://schemas.microsoft.com/office/drawing/2014/main" id="{6C603D85-1FE4-97AA-B493-EADA4F937D7D}"/>
                    </a:ext>
                  </a:extLst>
                </p14:cNvPr>
                <p14:cNvContentPartPr/>
                <p14:nvPr/>
              </p14:nvContentPartPr>
              <p14:xfrm>
                <a:off x="10362988" y="5905025"/>
                <a:ext cx="160560" cy="129960"/>
              </p14:xfrm>
            </p:contentPart>
          </mc:Choice>
          <mc:Fallback xmlns="">
            <p:pic>
              <p:nvPicPr>
                <p:cNvPr id="98" name="Entrada de lápiz 97">
                  <a:extLst>
                    <a:ext uri="{FF2B5EF4-FFF2-40B4-BE49-F238E27FC236}">
                      <a16:creationId xmlns:a16="http://schemas.microsoft.com/office/drawing/2014/main" id="{6C603D85-1FE4-97AA-B493-EADA4F937D7D}"/>
                    </a:ext>
                  </a:extLst>
                </p:cNvPr>
                <p:cNvPicPr/>
                <p:nvPr/>
              </p:nvPicPr>
              <p:blipFill>
                <a:blip r:embed="rId117"/>
                <a:stretch>
                  <a:fillRect/>
                </a:stretch>
              </p:blipFill>
              <p:spPr>
                <a:xfrm>
                  <a:off x="10345348" y="5887385"/>
                  <a:ext cx="19620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99" name="Entrada de lápiz 98">
                  <a:extLst>
                    <a:ext uri="{FF2B5EF4-FFF2-40B4-BE49-F238E27FC236}">
                      <a16:creationId xmlns:a16="http://schemas.microsoft.com/office/drawing/2014/main" id="{34ACBB77-D092-E15C-27C0-15C50798A9CF}"/>
                    </a:ext>
                  </a:extLst>
                </p14:cNvPr>
                <p14:cNvContentPartPr/>
                <p14:nvPr/>
              </p14:nvContentPartPr>
              <p14:xfrm>
                <a:off x="10455868" y="5773985"/>
                <a:ext cx="131040" cy="261360"/>
              </p14:xfrm>
            </p:contentPart>
          </mc:Choice>
          <mc:Fallback xmlns="">
            <p:pic>
              <p:nvPicPr>
                <p:cNvPr id="99" name="Entrada de lápiz 98">
                  <a:extLst>
                    <a:ext uri="{FF2B5EF4-FFF2-40B4-BE49-F238E27FC236}">
                      <a16:creationId xmlns:a16="http://schemas.microsoft.com/office/drawing/2014/main" id="{34ACBB77-D092-E15C-27C0-15C50798A9CF}"/>
                    </a:ext>
                  </a:extLst>
                </p:cNvPr>
                <p:cNvPicPr/>
                <p:nvPr/>
              </p:nvPicPr>
              <p:blipFill>
                <a:blip r:embed="rId119"/>
                <a:stretch>
                  <a:fillRect/>
                </a:stretch>
              </p:blipFill>
              <p:spPr>
                <a:xfrm>
                  <a:off x="10437868" y="5756345"/>
                  <a:ext cx="166680" cy="2970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00" name="Entrada de lápiz 99">
                  <a:extLst>
                    <a:ext uri="{FF2B5EF4-FFF2-40B4-BE49-F238E27FC236}">
                      <a16:creationId xmlns:a16="http://schemas.microsoft.com/office/drawing/2014/main" id="{0F121057-190D-D5DC-10AF-FCB1D1258240}"/>
                    </a:ext>
                  </a:extLst>
                </p14:cNvPr>
                <p14:cNvContentPartPr/>
                <p14:nvPr/>
              </p14:nvContentPartPr>
              <p14:xfrm>
                <a:off x="10527868" y="5859665"/>
                <a:ext cx="36000" cy="35280"/>
              </p14:xfrm>
            </p:contentPart>
          </mc:Choice>
          <mc:Fallback xmlns="">
            <p:pic>
              <p:nvPicPr>
                <p:cNvPr id="100" name="Entrada de lápiz 99">
                  <a:extLst>
                    <a:ext uri="{FF2B5EF4-FFF2-40B4-BE49-F238E27FC236}">
                      <a16:creationId xmlns:a16="http://schemas.microsoft.com/office/drawing/2014/main" id="{0F121057-190D-D5DC-10AF-FCB1D1258240}"/>
                    </a:ext>
                  </a:extLst>
                </p:cNvPr>
                <p:cNvPicPr/>
                <p:nvPr/>
              </p:nvPicPr>
              <p:blipFill>
                <a:blip r:embed="rId121"/>
                <a:stretch>
                  <a:fillRect/>
                </a:stretch>
              </p:blipFill>
              <p:spPr>
                <a:xfrm>
                  <a:off x="10509868" y="5841665"/>
                  <a:ext cx="7164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01" name="Entrada de lápiz 100">
                  <a:extLst>
                    <a:ext uri="{FF2B5EF4-FFF2-40B4-BE49-F238E27FC236}">
                      <a16:creationId xmlns:a16="http://schemas.microsoft.com/office/drawing/2014/main" id="{EE8A9A19-2518-88D7-87D5-B95B9E7DEAC1}"/>
                    </a:ext>
                  </a:extLst>
                </p14:cNvPr>
                <p14:cNvContentPartPr/>
                <p14:nvPr/>
              </p14:nvContentPartPr>
              <p14:xfrm>
                <a:off x="10601668" y="5730785"/>
                <a:ext cx="139320" cy="267840"/>
              </p14:xfrm>
            </p:contentPart>
          </mc:Choice>
          <mc:Fallback xmlns="">
            <p:pic>
              <p:nvPicPr>
                <p:cNvPr id="101" name="Entrada de lápiz 100">
                  <a:extLst>
                    <a:ext uri="{FF2B5EF4-FFF2-40B4-BE49-F238E27FC236}">
                      <a16:creationId xmlns:a16="http://schemas.microsoft.com/office/drawing/2014/main" id="{EE8A9A19-2518-88D7-87D5-B95B9E7DEAC1}"/>
                    </a:ext>
                  </a:extLst>
                </p:cNvPr>
                <p:cNvPicPr/>
                <p:nvPr/>
              </p:nvPicPr>
              <p:blipFill>
                <a:blip r:embed="rId123"/>
                <a:stretch>
                  <a:fillRect/>
                </a:stretch>
              </p:blipFill>
              <p:spPr>
                <a:xfrm>
                  <a:off x="10583668" y="5712785"/>
                  <a:ext cx="17496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02" name="Entrada de lápiz 101">
                  <a:extLst>
                    <a:ext uri="{FF2B5EF4-FFF2-40B4-BE49-F238E27FC236}">
                      <a16:creationId xmlns:a16="http://schemas.microsoft.com/office/drawing/2014/main" id="{8ED782DA-2747-2996-FFB3-2B25D6F64A3B}"/>
                    </a:ext>
                  </a:extLst>
                </p14:cNvPr>
                <p14:cNvContentPartPr/>
                <p14:nvPr/>
              </p14:nvContentPartPr>
              <p14:xfrm>
                <a:off x="10779508" y="5871545"/>
                <a:ext cx="145800" cy="110880"/>
              </p14:xfrm>
            </p:contentPart>
          </mc:Choice>
          <mc:Fallback xmlns="">
            <p:pic>
              <p:nvPicPr>
                <p:cNvPr id="102" name="Entrada de lápiz 101">
                  <a:extLst>
                    <a:ext uri="{FF2B5EF4-FFF2-40B4-BE49-F238E27FC236}">
                      <a16:creationId xmlns:a16="http://schemas.microsoft.com/office/drawing/2014/main" id="{8ED782DA-2747-2996-FFB3-2B25D6F64A3B}"/>
                    </a:ext>
                  </a:extLst>
                </p:cNvPr>
                <p:cNvPicPr/>
                <p:nvPr/>
              </p:nvPicPr>
              <p:blipFill>
                <a:blip r:embed="rId125"/>
                <a:stretch>
                  <a:fillRect/>
                </a:stretch>
              </p:blipFill>
              <p:spPr>
                <a:xfrm>
                  <a:off x="10761508" y="5853545"/>
                  <a:ext cx="18144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03" name="Entrada de lápiz 102">
                  <a:extLst>
                    <a:ext uri="{FF2B5EF4-FFF2-40B4-BE49-F238E27FC236}">
                      <a16:creationId xmlns:a16="http://schemas.microsoft.com/office/drawing/2014/main" id="{234760C4-F4DA-FC73-1AF1-DB9D2CBD50FF}"/>
                    </a:ext>
                  </a:extLst>
                </p14:cNvPr>
                <p14:cNvContentPartPr/>
                <p14:nvPr/>
              </p14:nvContentPartPr>
              <p14:xfrm>
                <a:off x="10928908" y="5863625"/>
                <a:ext cx="79920" cy="125640"/>
              </p14:xfrm>
            </p:contentPart>
          </mc:Choice>
          <mc:Fallback xmlns="">
            <p:pic>
              <p:nvPicPr>
                <p:cNvPr id="103" name="Entrada de lápiz 102">
                  <a:extLst>
                    <a:ext uri="{FF2B5EF4-FFF2-40B4-BE49-F238E27FC236}">
                      <a16:creationId xmlns:a16="http://schemas.microsoft.com/office/drawing/2014/main" id="{234760C4-F4DA-FC73-1AF1-DB9D2CBD50FF}"/>
                    </a:ext>
                  </a:extLst>
                </p:cNvPr>
                <p:cNvPicPr/>
                <p:nvPr/>
              </p:nvPicPr>
              <p:blipFill>
                <a:blip r:embed="rId127"/>
                <a:stretch>
                  <a:fillRect/>
                </a:stretch>
              </p:blipFill>
              <p:spPr>
                <a:xfrm>
                  <a:off x="10911268" y="5845625"/>
                  <a:ext cx="11556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04" name="Entrada de lápiz 103">
                  <a:extLst>
                    <a:ext uri="{FF2B5EF4-FFF2-40B4-BE49-F238E27FC236}">
                      <a16:creationId xmlns:a16="http://schemas.microsoft.com/office/drawing/2014/main" id="{7F35E531-942B-F40C-F320-2381FE5EC848}"/>
                    </a:ext>
                  </a:extLst>
                </p14:cNvPr>
                <p14:cNvContentPartPr/>
                <p14:nvPr/>
              </p14:nvContentPartPr>
              <p14:xfrm>
                <a:off x="10956628" y="5690105"/>
                <a:ext cx="124560" cy="254520"/>
              </p14:xfrm>
            </p:contentPart>
          </mc:Choice>
          <mc:Fallback xmlns="">
            <p:pic>
              <p:nvPicPr>
                <p:cNvPr id="104" name="Entrada de lápiz 103">
                  <a:extLst>
                    <a:ext uri="{FF2B5EF4-FFF2-40B4-BE49-F238E27FC236}">
                      <a16:creationId xmlns:a16="http://schemas.microsoft.com/office/drawing/2014/main" id="{7F35E531-942B-F40C-F320-2381FE5EC848}"/>
                    </a:ext>
                  </a:extLst>
                </p:cNvPr>
                <p:cNvPicPr/>
                <p:nvPr/>
              </p:nvPicPr>
              <p:blipFill>
                <a:blip r:embed="rId129"/>
                <a:stretch>
                  <a:fillRect/>
                </a:stretch>
              </p:blipFill>
              <p:spPr>
                <a:xfrm>
                  <a:off x="10938628" y="5672105"/>
                  <a:ext cx="16020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05" name="Entrada de lápiz 104">
                  <a:extLst>
                    <a:ext uri="{FF2B5EF4-FFF2-40B4-BE49-F238E27FC236}">
                      <a16:creationId xmlns:a16="http://schemas.microsoft.com/office/drawing/2014/main" id="{E834B1E1-7E9F-F26C-E1EA-72993464626A}"/>
                    </a:ext>
                  </a:extLst>
                </p14:cNvPr>
                <p14:cNvContentPartPr/>
                <p14:nvPr/>
              </p14:nvContentPartPr>
              <p14:xfrm>
                <a:off x="11336428" y="5784785"/>
                <a:ext cx="121320" cy="132840"/>
              </p14:xfrm>
            </p:contentPart>
          </mc:Choice>
          <mc:Fallback xmlns="">
            <p:pic>
              <p:nvPicPr>
                <p:cNvPr id="105" name="Entrada de lápiz 104">
                  <a:extLst>
                    <a:ext uri="{FF2B5EF4-FFF2-40B4-BE49-F238E27FC236}">
                      <a16:creationId xmlns:a16="http://schemas.microsoft.com/office/drawing/2014/main" id="{E834B1E1-7E9F-F26C-E1EA-72993464626A}"/>
                    </a:ext>
                  </a:extLst>
                </p:cNvPr>
                <p:cNvPicPr/>
                <p:nvPr/>
              </p:nvPicPr>
              <p:blipFill>
                <a:blip r:embed="rId131"/>
                <a:stretch>
                  <a:fillRect/>
                </a:stretch>
              </p:blipFill>
              <p:spPr>
                <a:xfrm>
                  <a:off x="11318788" y="5767145"/>
                  <a:ext cx="15696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06" name="Entrada de lápiz 105">
                  <a:extLst>
                    <a:ext uri="{FF2B5EF4-FFF2-40B4-BE49-F238E27FC236}">
                      <a16:creationId xmlns:a16="http://schemas.microsoft.com/office/drawing/2014/main" id="{97CA6354-096E-C377-677C-831EBC0BBBC7}"/>
                    </a:ext>
                  </a:extLst>
                </p14:cNvPr>
                <p14:cNvContentPartPr/>
                <p14:nvPr/>
              </p14:nvContentPartPr>
              <p14:xfrm>
                <a:off x="11435788" y="5646545"/>
                <a:ext cx="237240" cy="252000"/>
              </p14:xfrm>
            </p:contentPart>
          </mc:Choice>
          <mc:Fallback xmlns="">
            <p:pic>
              <p:nvPicPr>
                <p:cNvPr id="106" name="Entrada de lápiz 105">
                  <a:extLst>
                    <a:ext uri="{FF2B5EF4-FFF2-40B4-BE49-F238E27FC236}">
                      <a16:creationId xmlns:a16="http://schemas.microsoft.com/office/drawing/2014/main" id="{97CA6354-096E-C377-677C-831EBC0BBBC7}"/>
                    </a:ext>
                  </a:extLst>
                </p:cNvPr>
                <p:cNvPicPr/>
                <p:nvPr/>
              </p:nvPicPr>
              <p:blipFill>
                <a:blip r:embed="rId133"/>
                <a:stretch>
                  <a:fillRect/>
                </a:stretch>
              </p:blipFill>
              <p:spPr>
                <a:xfrm>
                  <a:off x="11418148" y="5628545"/>
                  <a:ext cx="27288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12" name="Entrada de lápiz 111">
                  <a:extLst>
                    <a:ext uri="{FF2B5EF4-FFF2-40B4-BE49-F238E27FC236}">
                      <a16:creationId xmlns:a16="http://schemas.microsoft.com/office/drawing/2014/main" id="{134D68A9-6AB0-843A-053E-F57DE890F1F0}"/>
                    </a:ext>
                  </a:extLst>
                </p14:cNvPr>
                <p14:cNvContentPartPr/>
                <p14:nvPr/>
              </p14:nvContentPartPr>
              <p14:xfrm>
                <a:off x="7367428" y="6492545"/>
                <a:ext cx="139320" cy="174960"/>
              </p14:xfrm>
            </p:contentPart>
          </mc:Choice>
          <mc:Fallback xmlns="">
            <p:pic>
              <p:nvPicPr>
                <p:cNvPr id="112" name="Entrada de lápiz 111">
                  <a:extLst>
                    <a:ext uri="{FF2B5EF4-FFF2-40B4-BE49-F238E27FC236}">
                      <a16:creationId xmlns:a16="http://schemas.microsoft.com/office/drawing/2014/main" id="{134D68A9-6AB0-843A-053E-F57DE890F1F0}"/>
                    </a:ext>
                  </a:extLst>
                </p:cNvPr>
                <p:cNvPicPr/>
                <p:nvPr/>
              </p:nvPicPr>
              <p:blipFill>
                <a:blip r:embed="rId135"/>
                <a:stretch>
                  <a:fillRect/>
                </a:stretch>
              </p:blipFill>
              <p:spPr>
                <a:xfrm>
                  <a:off x="7349788" y="6474545"/>
                  <a:ext cx="17496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13" name="Entrada de lápiz 112">
                  <a:extLst>
                    <a:ext uri="{FF2B5EF4-FFF2-40B4-BE49-F238E27FC236}">
                      <a16:creationId xmlns:a16="http://schemas.microsoft.com/office/drawing/2014/main" id="{46159B89-A63D-7BE8-D316-3B9B4B685972}"/>
                    </a:ext>
                  </a:extLst>
                </p14:cNvPr>
                <p14:cNvContentPartPr/>
                <p14:nvPr/>
              </p14:nvContentPartPr>
              <p14:xfrm>
                <a:off x="7479748" y="6553025"/>
                <a:ext cx="193320" cy="121320"/>
              </p14:xfrm>
            </p:contentPart>
          </mc:Choice>
          <mc:Fallback xmlns="">
            <p:pic>
              <p:nvPicPr>
                <p:cNvPr id="113" name="Entrada de lápiz 112">
                  <a:extLst>
                    <a:ext uri="{FF2B5EF4-FFF2-40B4-BE49-F238E27FC236}">
                      <a16:creationId xmlns:a16="http://schemas.microsoft.com/office/drawing/2014/main" id="{46159B89-A63D-7BE8-D316-3B9B4B685972}"/>
                    </a:ext>
                  </a:extLst>
                </p:cNvPr>
                <p:cNvPicPr/>
                <p:nvPr/>
              </p:nvPicPr>
              <p:blipFill>
                <a:blip r:embed="rId137"/>
                <a:stretch>
                  <a:fillRect/>
                </a:stretch>
              </p:blipFill>
              <p:spPr>
                <a:xfrm>
                  <a:off x="7462108" y="6535025"/>
                  <a:ext cx="22896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14" name="Entrada de lápiz 113">
                  <a:extLst>
                    <a:ext uri="{FF2B5EF4-FFF2-40B4-BE49-F238E27FC236}">
                      <a16:creationId xmlns:a16="http://schemas.microsoft.com/office/drawing/2014/main" id="{CC8615D6-454A-5B86-32CD-3A886C305450}"/>
                    </a:ext>
                  </a:extLst>
                </p14:cNvPr>
                <p14:cNvContentPartPr/>
                <p14:nvPr/>
              </p14:nvContentPartPr>
              <p14:xfrm>
                <a:off x="7671268" y="6556985"/>
                <a:ext cx="81720" cy="88920"/>
              </p14:xfrm>
            </p:contentPart>
          </mc:Choice>
          <mc:Fallback xmlns="">
            <p:pic>
              <p:nvPicPr>
                <p:cNvPr id="114" name="Entrada de lápiz 113">
                  <a:extLst>
                    <a:ext uri="{FF2B5EF4-FFF2-40B4-BE49-F238E27FC236}">
                      <a16:creationId xmlns:a16="http://schemas.microsoft.com/office/drawing/2014/main" id="{CC8615D6-454A-5B86-32CD-3A886C305450}"/>
                    </a:ext>
                  </a:extLst>
                </p:cNvPr>
                <p:cNvPicPr/>
                <p:nvPr/>
              </p:nvPicPr>
              <p:blipFill>
                <a:blip r:embed="rId139"/>
                <a:stretch>
                  <a:fillRect/>
                </a:stretch>
              </p:blipFill>
              <p:spPr>
                <a:xfrm>
                  <a:off x="7653268" y="6539345"/>
                  <a:ext cx="11736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15" name="Entrada de lápiz 114">
                  <a:extLst>
                    <a:ext uri="{FF2B5EF4-FFF2-40B4-BE49-F238E27FC236}">
                      <a16:creationId xmlns:a16="http://schemas.microsoft.com/office/drawing/2014/main" id="{DA0AFB97-7244-505D-12FF-DCB4B4E3BBD8}"/>
                    </a:ext>
                  </a:extLst>
                </p14:cNvPr>
                <p14:cNvContentPartPr/>
                <p14:nvPr/>
              </p14:nvContentPartPr>
              <p14:xfrm>
                <a:off x="7746148" y="6432425"/>
                <a:ext cx="61200" cy="205920"/>
              </p14:xfrm>
            </p:contentPart>
          </mc:Choice>
          <mc:Fallback xmlns="">
            <p:pic>
              <p:nvPicPr>
                <p:cNvPr id="115" name="Entrada de lápiz 114">
                  <a:extLst>
                    <a:ext uri="{FF2B5EF4-FFF2-40B4-BE49-F238E27FC236}">
                      <a16:creationId xmlns:a16="http://schemas.microsoft.com/office/drawing/2014/main" id="{DA0AFB97-7244-505D-12FF-DCB4B4E3BBD8}"/>
                    </a:ext>
                  </a:extLst>
                </p:cNvPr>
                <p:cNvPicPr/>
                <p:nvPr/>
              </p:nvPicPr>
              <p:blipFill>
                <a:blip r:embed="rId141"/>
                <a:stretch>
                  <a:fillRect/>
                </a:stretch>
              </p:blipFill>
              <p:spPr>
                <a:xfrm>
                  <a:off x="7728148" y="6414425"/>
                  <a:ext cx="9684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16" name="Entrada de lápiz 115">
                  <a:extLst>
                    <a:ext uri="{FF2B5EF4-FFF2-40B4-BE49-F238E27FC236}">
                      <a16:creationId xmlns:a16="http://schemas.microsoft.com/office/drawing/2014/main" id="{B55EC5DF-8F1E-75D5-5A4C-C047D5CAB2FF}"/>
                    </a:ext>
                  </a:extLst>
                </p14:cNvPr>
                <p14:cNvContentPartPr/>
                <p14:nvPr/>
              </p14:nvContentPartPr>
              <p14:xfrm>
                <a:off x="7831468" y="6548705"/>
                <a:ext cx="208440" cy="100440"/>
              </p14:xfrm>
            </p:contentPart>
          </mc:Choice>
          <mc:Fallback xmlns="">
            <p:pic>
              <p:nvPicPr>
                <p:cNvPr id="116" name="Entrada de lápiz 115">
                  <a:extLst>
                    <a:ext uri="{FF2B5EF4-FFF2-40B4-BE49-F238E27FC236}">
                      <a16:creationId xmlns:a16="http://schemas.microsoft.com/office/drawing/2014/main" id="{B55EC5DF-8F1E-75D5-5A4C-C047D5CAB2FF}"/>
                    </a:ext>
                  </a:extLst>
                </p:cNvPr>
                <p:cNvPicPr/>
                <p:nvPr/>
              </p:nvPicPr>
              <p:blipFill>
                <a:blip r:embed="rId143"/>
                <a:stretch>
                  <a:fillRect/>
                </a:stretch>
              </p:blipFill>
              <p:spPr>
                <a:xfrm>
                  <a:off x="7813468" y="6530705"/>
                  <a:ext cx="24408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18" name="Entrada de lápiz 117">
                  <a:extLst>
                    <a:ext uri="{FF2B5EF4-FFF2-40B4-BE49-F238E27FC236}">
                      <a16:creationId xmlns:a16="http://schemas.microsoft.com/office/drawing/2014/main" id="{5A167246-E02C-5C92-6D8D-2C65BA39303D}"/>
                    </a:ext>
                  </a:extLst>
                </p14:cNvPr>
                <p14:cNvContentPartPr/>
                <p14:nvPr/>
              </p14:nvContentPartPr>
              <p14:xfrm>
                <a:off x="8447428" y="6472745"/>
                <a:ext cx="211680" cy="122040"/>
              </p14:xfrm>
            </p:contentPart>
          </mc:Choice>
          <mc:Fallback xmlns="">
            <p:pic>
              <p:nvPicPr>
                <p:cNvPr id="118" name="Entrada de lápiz 117">
                  <a:extLst>
                    <a:ext uri="{FF2B5EF4-FFF2-40B4-BE49-F238E27FC236}">
                      <a16:creationId xmlns:a16="http://schemas.microsoft.com/office/drawing/2014/main" id="{5A167246-E02C-5C92-6D8D-2C65BA39303D}"/>
                    </a:ext>
                  </a:extLst>
                </p:cNvPr>
                <p:cNvPicPr/>
                <p:nvPr/>
              </p:nvPicPr>
              <p:blipFill>
                <a:blip r:embed="rId145"/>
                <a:stretch>
                  <a:fillRect/>
                </a:stretch>
              </p:blipFill>
              <p:spPr>
                <a:xfrm>
                  <a:off x="8429788" y="6454745"/>
                  <a:ext cx="24732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19" name="Entrada de lápiz 118">
                  <a:extLst>
                    <a:ext uri="{FF2B5EF4-FFF2-40B4-BE49-F238E27FC236}">
                      <a16:creationId xmlns:a16="http://schemas.microsoft.com/office/drawing/2014/main" id="{3C16D8FF-001A-B1B1-D787-942D2C6EA274}"/>
                    </a:ext>
                  </a:extLst>
                </p14:cNvPr>
                <p14:cNvContentPartPr/>
                <p14:nvPr/>
              </p14:nvContentPartPr>
              <p14:xfrm>
                <a:off x="8685748" y="6476705"/>
                <a:ext cx="101880" cy="120240"/>
              </p14:xfrm>
            </p:contentPart>
          </mc:Choice>
          <mc:Fallback xmlns="">
            <p:pic>
              <p:nvPicPr>
                <p:cNvPr id="119" name="Entrada de lápiz 118">
                  <a:extLst>
                    <a:ext uri="{FF2B5EF4-FFF2-40B4-BE49-F238E27FC236}">
                      <a16:creationId xmlns:a16="http://schemas.microsoft.com/office/drawing/2014/main" id="{3C16D8FF-001A-B1B1-D787-942D2C6EA274}"/>
                    </a:ext>
                  </a:extLst>
                </p:cNvPr>
                <p:cNvPicPr/>
                <p:nvPr/>
              </p:nvPicPr>
              <p:blipFill>
                <a:blip r:embed="rId147"/>
                <a:stretch>
                  <a:fillRect/>
                </a:stretch>
              </p:blipFill>
              <p:spPr>
                <a:xfrm>
                  <a:off x="8668108" y="6458705"/>
                  <a:ext cx="13752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21" name="Entrada de lápiz 120">
                  <a:extLst>
                    <a:ext uri="{FF2B5EF4-FFF2-40B4-BE49-F238E27FC236}">
                      <a16:creationId xmlns:a16="http://schemas.microsoft.com/office/drawing/2014/main" id="{6DEB09B0-35D3-DBAB-9A44-9CA92BC6A263}"/>
                    </a:ext>
                  </a:extLst>
                </p14:cNvPr>
                <p14:cNvContentPartPr/>
                <p14:nvPr/>
              </p14:nvContentPartPr>
              <p14:xfrm>
                <a:off x="8780788" y="6328745"/>
                <a:ext cx="262800" cy="269640"/>
              </p14:xfrm>
            </p:contentPart>
          </mc:Choice>
          <mc:Fallback xmlns="">
            <p:pic>
              <p:nvPicPr>
                <p:cNvPr id="121" name="Entrada de lápiz 120">
                  <a:extLst>
                    <a:ext uri="{FF2B5EF4-FFF2-40B4-BE49-F238E27FC236}">
                      <a16:creationId xmlns:a16="http://schemas.microsoft.com/office/drawing/2014/main" id="{6DEB09B0-35D3-DBAB-9A44-9CA92BC6A263}"/>
                    </a:ext>
                  </a:extLst>
                </p:cNvPr>
                <p:cNvPicPr/>
                <p:nvPr/>
              </p:nvPicPr>
              <p:blipFill>
                <a:blip r:embed="rId149"/>
                <a:stretch>
                  <a:fillRect/>
                </a:stretch>
              </p:blipFill>
              <p:spPr>
                <a:xfrm>
                  <a:off x="8763148" y="6310745"/>
                  <a:ext cx="298440" cy="3052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22" name="Entrada de lápiz 121">
                  <a:extLst>
                    <a:ext uri="{FF2B5EF4-FFF2-40B4-BE49-F238E27FC236}">
                      <a16:creationId xmlns:a16="http://schemas.microsoft.com/office/drawing/2014/main" id="{2EA06843-5419-A62C-1122-1D35F91F156B}"/>
                    </a:ext>
                  </a:extLst>
                </p14:cNvPr>
                <p14:cNvContentPartPr/>
                <p14:nvPr/>
              </p14:nvContentPartPr>
              <p14:xfrm>
                <a:off x="9063028" y="6468065"/>
                <a:ext cx="174240" cy="124560"/>
              </p14:xfrm>
            </p:contentPart>
          </mc:Choice>
          <mc:Fallback xmlns="">
            <p:pic>
              <p:nvPicPr>
                <p:cNvPr id="122" name="Entrada de lápiz 121">
                  <a:extLst>
                    <a:ext uri="{FF2B5EF4-FFF2-40B4-BE49-F238E27FC236}">
                      <a16:creationId xmlns:a16="http://schemas.microsoft.com/office/drawing/2014/main" id="{2EA06843-5419-A62C-1122-1D35F91F156B}"/>
                    </a:ext>
                  </a:extLst>
                </p:cNvPr>
                <p:cNvPicPr/>
                <p:nvPr/>
              </p:nvPicPr>
              <p:blipFill>
                <a:blip r:embed="rId151"/>
                <a:stretch>
                  <a:fillRect/>
                </a:stretch>
              </p:blipFill>
              <p:spPr>
                <a:xfrm>
                  <a:off x="9045028" y="6450065"/>
                  <a:ext cx="20988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23" name="Entrada de lápiz 122">
                  <a:extLst>
                    <a:ext uri="{FF2B5EF4-FFF2-40B4-BE49-F238E27FC236}">
                      <a16:creationId xmlns:a16="http://schemas.microsoft.com/office/drawing/2014/main" id="{04AAF463-B9D7-86D1-3B50-82449477D218}"/>
                    </a:ext>
                  </a:extLst>
                </p14:cNvPr>
                <p14:cNvContentPartPr/>
                <p14:nvPr/>
              </p14:nvContentPartPr>
              <p14:xfrm>
                <a:off x="9229708" y="6312905"/>
                <a:ext cx="98640" cy="245880"/>
              </p14:xfrm>
            </p:contentPart>
          </mc:Choice>
          <mc:Fallback xmlns="">
            <p:pic>
              <p:nvPicPr>
                <p:cNvPr id="123" name="Entrada de lápiz 122">
                  <a:extLst>
                    <a:ext uri="{FF2B5EF4-FFF2-40B4-BE49-F238E27FC236}">
                      <a16:creationId xmlns:a16="http://schemas.microsoft.com/office/drawing/2014/main" id="{04AAF463-B9D7-86D1-3B50-82449477D218}"/>
                    </a:ext>
                  </a:extLst>
                </p:cNvPr>
                <p:cNvPicPr/>
                <p:nvPr/>
              </p:nvPicPr>
              <p:blipFill>
                <a:blip r:embed="rId153"/>
                <a:stretch>
                  <a:fillRect/>
                </a:stretch>
              </p:blipFill>
              <p:spPr>
                <a:xfrm>
                  <a:off x="9212068" y="6295265"/>
                  <a:ext cx="134280" cy="28152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24" name="Entrada de lápiz 123">
                  <a:extLst>
                    <a:ext uri="{FF2B5EF4-FFF2-40B4-BE49-F238E27FC236}">
                      <a16:creationId xmlns:a16="http://schemas.microsoft.com/office/drawing/2014/main" id="{D0F56F81-A99B-7A41-9A91-7BA2583CAAD3}"/>
                    </a:ext>
                  </a:extLst>
                </p14:cNvPr>
                <p14:cNvContentPartPr/>
                <p14:nvPr/>
              </p14:nvContentPartPr>
              <p14:xfrm>
                <a:off x="8478748" y="6299225"/>
                <a:ext cx="64080" cy="73440"/>
              </p14:xfrm>
            </p:contentPart>
          </mc:Choice>
          <mc:Fallback xmlns="">
            <p:pic>
              <p:nvPicPr>
                <p:cNvPr id="124" name="Entrada de lápiz 123">
                  <a:extLst>
                    <a:ext uri="{FF2B5EF4-FFF2-40B4-BE49-F238E27FC236}">
                      <a16:creationId xmlns:a16="http://schemas.microsoft.com/office/drawing/2014/main" id="{D0F56F81-A99B-7A41-9A91-7BA2583CAAD3}"/>
                    </a:ext>
                  </a:extLst>
                </p:cNvPr>
                <p:cNvPicPr/>
                <p:nvPr/>
              </p:nvPicPr>
              <p:blipFill>
                <a:blip r:embed="rId155"/>
                <a:stretch>
                  <a:fillRect/>
                </a:stretch>
              </p:blipFill>
              <p:spPr>
                <a:xfrm>
                  <a:off x="8460748" y="6281225"/>
                  <a:ext cx="99720" cy="109080"/>
                </a:xfrm>
                <a:prstGeom prst="rect">
                  <a:avLst/>
                </a:prstGeom>
              </p:spPr>
            </p:pic>
          </mc:Fallback>
        </mc:AlternateContent>
      </p:grpSp>
      <p:sp>
        <p:nvSpPr>
          <p:cNvPr id="126" name="Rectangle 1">
            <a:extLst>
              <a:ext uri="{FF2B5EF4-FFF2-40B4-BE49-F238E27FC236}">
                <a16:creationId xmlns:a16="http://schemas.microsoft.com/office/drawing/2014/main" id="{9BE959BC-98C5-4754-0442-32E8A93A95DD}"/>
              </a:ext>
            </a:extLst>
          </p:cNvPr>
          <p:cNvSpPr>
            <a:spLocks noChangeArrowheads="1"/>
          </p:cNvSpPr>
          <p:nvPr/>
        </p:nvSpPr>
        <p:spPr bwMode="auto">
          <a:xfrm>
            <a:off x="1403308" y="6518954"/>
            <a:ext cx="2201594"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000000"/>
                </a:solidFill>
                <a:effectLst/>
                <a:latin typeface="Courier New" panose="02070309020205020404" pitchFamily="49" charset="0"/>
              </a:rPr>
              <a:t>0.9555555</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3" name="CuadroTexto 2">
            <a:extLst>
              <a:ext uri="{FF2B5EF4-FFF2-40B4-BE49-F238E27FC236}">
                <a16:creationId xmlns:a16="http://schemas.microsoft.com/office/drawing/2014/main" id="{B25823BB-FFCB-105C-338E-DC806942B97F}"/>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4" name="CuadroTexto 3">
            <a:extLst>
              <a:ext uri="{FF2B5EF4-FFF2-40B4-BE49-F238E27FC236}">
                <a16:creationId xmlns:a16="http://schemas.microsoft.com/office/drawing/2014/main" id="{3339C83B-B095-271E-8DAD-497CD80AC38A}"/>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5" name="CuadroTexto 4">
            <a:extLst>
              <a:ext uri="{FF2B5EF4-FFF2-40B4-BE49-F238E27FC236}">
                <a16:creationId xmlns:a16="http://schemas.microsoft.com/office/drawing/2014/main" id="{B2D407FA-399A-2115-B53A-3BC978748339}"/>
              </a:ext>
            </a:extLst>
          </p:cNvPr>
          <p:cNvSpPr txBox="1"/>
          <p:nvPr/>
        </p:nvSpPr>
        <p:spPr>
          <a:xfrm>
            <a:off x="164744" y="619671"/>
            <a:ext cx="5366277" cy="400110"/>
          </a:xfrm>
          <a:prstGeom prst="rect">
            <a:avLst/>
          </a:prstGeom>
          <a:noFill/>
        </p:spPr>
        <p:txBody>
          <a:bodyPr wrap="none" rtlCol="0">
            <a:spAutoFit/>
          </a:bodyPr>
          <a:lstStyle/>
          <a:p>
            <a:r>
              <a:rPr lang="es-ES" sz="2000" b="1" dirty="0">
                <a:solidFill>
                  <a:schemeClr val="accent1">
                    <a:lumMod val="50000"/>
                  </a:schemeClr>
                </a:solidFill>
              </a:rPr>
              <a:t>Bosques de Decisión en </a:t>
            </a:r>
            <a:r>
              <a:rPr lang="es-ES" sz="2000" b="1" dirty="0" err="1">
                <a:solidFill>
                  <a:schemeClr val="accent1">
                    <a:lumMod val="50000"/>
                  </a:schemeClr>
                </a:solidFill>
              </a:rPr>
              <a:t>Sklearn</a:t>
            </a:r>
            <a:r>
              <a:rPr lang="es-ES" sz="2000" b="1" dirty="0">
                <a:solidFill>
                  <a:schemeClr val="accent1">
                    <a:lumMod val="50000"/>
                  </a:schemeClr>
                </a:solidFill>
              </a:rPr>
              <a:t> (</a:t>
            </a:r>
            <a:r>
              <a:rPr lang="es-ES" sz="2000" b="1" dirty="0" err="1">
                <a:solidFill>
                  <a:schemeClr val="accent1">
                    <a:lumMod val="50000"/>
                  </a:schemeClr>
                </a:solidFill>
              </a:rPr>
              <a:t>Random</a:t>
            </a:r>
            <a:r>
              <a:rPr lang="es-ES" sz="2000" b="1" dirty="0">
                <a:solidFill>
                  <a:schemeClr val="accent1">
                    <a:lumMod val="50000"/>
                  </a:schemeClr>
                </a:solidFill>
              </a:rPr>
              <a:t> Forest)</a:t>
            </a:r>
          </a:p>
        </p:txBody>
      </p:sp>
      <mc:AlternateContent xmlns:mc="http://schemas.openxmlformats.org/markup-compatibility/2006" xmlns:p14="http://schemas.microsoft.com/office/powerpoint/2010/main">
        <mc:Choice Requires="p14">
          <p:contentPart p14:bwMode="auto" r:id="rId156">
            <p14:nvContentPartPr>
              <p14:cNvPr id="8" name="Entrada de lápiz 7">
                <a:extLst>
                  <a:ext uri="{FF2B5EF4-FFF2-40B4-BE49-F238E27FC236}">
                    <a16:creationId xmlns:a16="http://schemas.microsoft.com/office/drawing/2014/main" id="{DE03AF08-BD96-37B7-C1E3-19BBF71D0C43}"/>
                  </a:ext>
                </a:extLst>
              </p14:cNvPr>
              <p14:cNvContentPartPr/>
              <p14:nvPr/>
            </p14:nvContentPartPr>
            <p14:xfrm>
              <a:off x="4540500" y="5763240"/>
              <a:ext cx="2378160" cy="146880"/>
            </p14:xfrm>
          </p:contentPart>
        </mc:Choice>
        <mc:Fallback xmlns="">
          <p:pic>
            <p:nvPicPr>
              <p:cNvPr id="8" name="Entrada de lápiz 7">
                <a:extLst>
                  <a:ext uri="{FF2B5EF4-FFF2-40B4-BE49-F238E27FC236}">
                    <a16:creationId xmlns:a16="http://schemas.microsoft.com/office/drawing/2014/main" id="{DE03AF08-BD96-37B7-C1E3-19BBF71D0C43}"/>
                  </a:ext>
                </a:extLst>
              </p:cNvPr>
              <p:cNvPicPr/>
              <p:nvPr/>
            </p:nvPicPr>
            <p:blipFill>
              <a:blip r:embed="rId157"/>
              <a:stretch>
                <a:fillRect/>
              </a:stretch>
            </p:blipFill>
            <p:spPr>
              <a:xfrm>
                <a:off x="4504860" y="5727240"/>
                <a:ext cx="2449800" cy="218520"/>
              </a:xfrm>
              <a:prstGeom prst="rect">
                <a:avLst/>
              </a:prstGeom>
            </p:spPr>
          </p:pic>
        </mc:Fallback>
      </mc:AlternateContent>
      <p:grpSp>
        <p:nvGrpSpPr>
          <p:cNvPr id="12" name="Grupo 11">
            <a:extLst>
              <a:ext uri="{FF2B5EF4-FFF2-40B4-BE49-F238E27FC236}">
                <a16:creationId xmlns:a16="http://schemas.microsoft.com/office/drawing/2014/main" id="{4E49F7C6-23BB-2C17-0925-04E8DF338A7E}"/>
              </a:ext>
            </a:extLst>
          </p:cNvPr>
          <p:cNvGrpSpPr/>
          <p:nvPr/>
        </p:nvGrpSpPr>
        <p:grpSpPr>
          <a:xfrm>
            <a:off x="5888700" y="5671440"/>
            <a:ext cx="649080" cy="729360"/>
            <a:chOff x="5888700" y="5671440"/>
            <a:chExt cx="649080" cy="729360"/>
          </a:xfrm>
        </p:grpSpPr>
        <mc:AlternateContent xmlns:mc="http://schemas.openxmlformats.org/markup-compatibility/2006" xmlns:p14="http://schemas.microsoft.com/office/powerpoint/2010/main">
          <mc:Choice Requires="p14">
            <p:contentPart p14:bwMode="auto" r:id="rId158">
              <p14:nvContentPartPr>
                <p14:cNvPr id="9" name="Entrada de lápiz 8">
                  <a:extLst>
                    <a:ext uri="{FF2B5EF4-FFF2-40B4-BE49-F238E27FC236}">
                      <a16:creationId xmlns:a16="http://schemas.microsoft.com/office/drawing/2014/main" id="{E6BA9838-1619-50EA-81D1-AB5CA20025DC}"/>
                    </a:ext>
                  </a:extLst>
                </p14:cNvPr>
                <p14:cNvContentPartPr/>
                <p14:nvPr/>
              </p14:nvContentPartPr>
              <p14:xfrm>
                <a:off x="5888700" y="5671440"/>
                <a:ext cx="506880" cy="627120"/>
              </p14:xfrm>
            </p:contentPart>
          </mc:Choice>
          <mc:Fallback xmlns="">
            <p:pic>
              <p:nvPicPr>
                <p:cNvPr id="9" name="Entrada de lápiz 8">
                  <a:extLst>
                    <a:ext uri="{FF2B5EF4-FFF2-40B4-BE49-F238E27FC236}">
                      <a16:creationId xmlns:a16="http://schemas.microsoft.com/office/drawing/2014/main" id="{E6BA9838-1619-50EA-81D1-AB5CA20025DC}"/>
                    </a:ext>
                  </a:extLst>
                </p:cNvPr>
                <p:cNvPicPr/>
                <p:nvPr/>
              </p:nvPicPr>
              <p:blipFill>
                <a:blip r:embed="rId159"/>
                <a:stretch>
                  <a:fillRect/>
                </a:stretch>
              </p:blipFill>
              <p:spPr>
                <a:xfrm>
                  <a:off x="5853060" y="5635440"/>
                  <a:ext cx="578520" cy="6987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1" name="Entrada de lápiz 10">
                  <a:extLst>
                    <a:ext uri="{FF2B5EF4-FFF2-40B4-BE49-F238E27FC236}">
                      <a16:creationId xmlns:a16="http://schemas.microsoft.com/office/drawing/2014/main" id="{AA50486F-5094-A7BB-3D48-04C251764DB2}"/>
                    </a:ext>
                  </a:extLst>
                </p14:cNvPr>
                <p14:cNvContentPartPr/>
                <p14:nvPr/>
              </p14:nvContentPartPr>
              <p14:xfrm>
                <a:off x="6335820" y="6183720"/>
                <a:ext cx="201960" cy="217080"/>
              </p14:xfrm>
            </p:contentPart>
          </mc:Choice>
          <mc:Fallback xmlns="">
            <p:pic>
              <p:nvPicPr>
                <p:cNvPr id="11" name="Entrada de lápiz 10">
                  <a:extLst>
                    <a:ext uri="{FF2B5EF4-FFF2-40B4-BE49-F238E27FC236}">
                      <a16:creationId xmlns:a16="http://schemas.microsoft.com/office/drawing/2014/main" id="{AA50486F-5094-A7BB-3D48-04C251764DB2}"/>
                    </a:ext>
                  </a:extLst>
                </p:cNvPr>
                <p:cNvPicPr/>
                <p:nvPr/>
              </p:nvPicPr>
              <p:blipFill>
                <a:blip r:embed="rId161"/>
                <a:stretch>
                  <a:fillRect/>
                </a:stretch>
              </p:blipFill>
              <p:spPr>
                <a:xfrm>
                  <a:off x="6299820" y="6147720"/>
                  <a:ext cx="273600" cy="288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2">
            <p14:nvContentPartPr>
              <p14:cNvPr id="14" name="Entrada de lápiz 13">
                <a:extLst>
                  <a:ext uri="{FF2B5EF4-FFF2-40B4-BE49-F238E27FC236}">
                    <a16:creationId xmlns:a16="http://schemas.microsoft.com/office/drawing/2014/main" id="{6AFDED53-02CC-4682-5F64-A2236F71451B}"/>
                  </a:ext>
                </a:extLst>
              </p14:cNvPr>
              <p14:cNvContentPartPr/>
              <p14:nvPr/>
            </p14:nvContentPartPr>
            <p14:xfrm>
              <a:off x="1389420" y="6634800"/>
              <a:ext cx="1204200" cy="71280"/>
            </p14:xfrm>
          </p:contentPart>
        </mc:Choice>
        <mc:Fallback xmlns="">
          <p:pic>
            <p:nvPicPr>
              <p:cNvPr id="14" name="Entrada de lápiz 13">
                <a:extLst>
                  <a:ext uri="{FF2B5EF4-FFF2-40B4-BE49-F238E27FC236}">
                    <a16:creationId xmlns:a16="http://schemas.microsoft.com/office/drawing/2014/main" id="{6AFDED53-02CC-4682-5F64-A2236F71451B}"/>
                  </a:ext>
                </a:extLst>
              </p:cNvPr>
              <p:cNvPicPr/>
              <p:nvPr/>
            </p:nvPicPr>
            <p:blipFill>
              <a:blip r:embed="rId163"/>
              <a:stretch>
                <a:fillRect/>
              </a:stretch>
            </p:blipFill>
            <p:spPr>
              <a:xfrm>
                <a:off x="1317780" y="6491160"/>
                <a:ext cx="1347840" cy="358920"/>
              </a:xfrm>
              <a:prstGeom prst="rect">
                <a:avLst/>
              </a:prstGeom>
            </p:spPr>
          </p:pic>
        </mc:Fallback>
      </mc:AlternateContent>
      <p:sp>
        <p:nvSpPr>
          <p:cNvPr id="7" name="Rectángulo 6"/>
          <p:cNvSpPr/>
          <p:nvPr/>
        </p:nvSpPr>
        <p:spPr>
          <a:xfrm>
            <a:off x="6861592" y="4039720"/>
            <a:ext cx="3763200" cy="646331"/>
          </a:xfrm>
          <a:prstGeom prst="rect">
            <a:avLst/>
          </a:prstGeom>
          <a:ln>
            <a:solidFill>
              <a:schemeClr val="tx2"/>
            </a:solidFill>
          </a:ln>
        </p:spPr>
        <p:txBody>
          <a:bodyPr wrap="square">
            <a:spAutoFit/>
          </a:bodyPr>
          <a:lstStyle/>
          <a:p>
            <a:r>
              <a:rPr lang="es-ES" dirty="0" err="1">
                <a:solidFill>
                  <a:schemeClr val="accent1">
                    <a:lumMod val="50000"/>
                  </a:schemeClr>
                </a:solidFill>
              </a:rPr>
              <a:t>Bootstrap</a:t>
            </a:r>
            <a:r>
              <a:rPr lang="es-ES" dirty="0">
                <a:solidFill>
                  <a:schemeClr val="accent1">
                    <a:lumMod val="50000"/>
                  </a:schemeClr>
                </a:solidFill>
              </a:rPr>
              <a:t> → True por </a:t>
            </a:r>
            <a:r>
              <a:rPr lang="es-ES" dirty="0">
                <a:solidFill>
                  <a:schemeClr val="accent1">
                    <a:lumMod val="50000"/>
                  </a:schemeClr>
                </a:solidFill>
              </a:rPr>
              <a:t>defecto</a:t>
            </a:r>
          </a:p>
          <a:p>
            <a:r>
              <a:rPr lang="es-ES" dirty="0" err="1">
                <a:solidFill>
                  <a:schemeClr val="accent1">
                    <a:lumMod val="50000"/>
                  </a:schemeClr>
                </a:solidFill>
              </a:rPr>
              <a:t>max_features</a:t>
            </a:r>
            <a:r>
              <a:rPr lang="es-ES" dirty="0">
                <a:solidFill>
                  <a:schemeClr val="accent1">
                    <a:lumMod val="50000"/>
                  </a:schemeClr>
                </a:solidFill>
              </a:rPr>
              <a:t> </a:t>
            </a:r>
            <a:r>
              <a:rPr lang="es-ES" dirty="0">
                <a:solidFill>
                  <a:schemeClr val="accent1">
                    <a:lumMod val="50000"/>
                  </a:schemeClr>
                </a:solidFill>
              </a:rPr>
              <a:t>= "</a:t>
            </a:r>
            <a:r>
              <a:rPr lang="es-ES" dirty="0" err="1">
                <a:solidFill>
                  <a:schemeClr val="accent1">
                    <a:lumMod val="50000"/>
                  </a:schemeClr>
                </a:solidFill>
              </a:rPr>
              <a:t>sqrt</a:t>
            </a:r>
            <a:r>
              <a:rPr lang="es-ES" dirty="0">
                <a:solidFill>
                  <a:schemeClr val="accent1">
                    <a:lumMod val="50000"/>
                  </a:schemeClr>
                </a:solidFill>
              </a:rPr>
              <a:t>" en </a:t>
            </a:r>
            <a:r>
              <a:rPr lang="es-ES" dirty="0">
                <a:solidFill>
                  <a:schemeClr val="accent1">
                    <a:lumMod val="50000"/>
                  </a:schemeClr>
                </a:solidFill>
              </a:rPr>
              <a:t>clasificación</a:t>
            </a:r>
            <a:endParaRPr lang="es-ES" dirty="0">
              <a:solidFill>
                <a:schemeClr val="accent1">
                  <a:lumMod val="50000"/>
                </a:schemeClr>
              </a:solidFill>
            </a:endParaRPr>
          </a:p>
        </p:txBody>
      </p:sp>
      <p:cxnSp>
        <p:nvCxnSpPr>
          <p:cNvPr id="13" name="Conector angular 12"/>
          <p:cNvCxnSpPr>
            <a:endCxn id="7" idx="1"/>
          </p:cNvCxnSpPr>
          <p:nvPr/>
        </p:nvCxnSpPr>
        <p:spPr>
          <a:xfrm flipV="1">
            <a:off x="2291375" y="4362886"/>
            <a:ext cx="4570217" cy="1082479"/>
          </a:xfrm>
          <a:prstGeom prst="bentConnector3">
            <a:avLst>
              <a:gd name="adj1" fmla="val -383"/>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102590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3351B36-C549-53F8-7CDD-A5E66BE1BADF}"/>
              </a:ext>
            </a:extLst>
          </p:cNvPr>
          <p:cNvSpPr txBox="1"/>
          <p:nvPr/>
        </p:nvSpPr>
        <p:spPr>
          <a:xfrm>
            <a:off x="164745" y="1126707"/>
            <a:ext cx="12027256" cy="3693319"/>
          </a:xfrm>
          <a:prstGeom prst="rect">
            <a:avLst/>
          </a:prstGeom>
          <a:noFill/>
        </p:spPr>
        <p:txBody>
          <a:bodyPr wrap="square" rtlCol="0">
            <a:spAutoFit/>
          </a:bodyPr>
          <a:lstStyle/>
          <a:p>
            <a:pPr rtl="0"/>
            <a:r>
              <a:rPr lang="es-ES" dirty="0">
                <a:solidFill>
                  <a:schemeClr val="accent1">
                    <a:lumMod val="50000"/>
                  </a:schemeClr>
                </a:solidFill>
              </a:rPr>
              <a:t>Los “</a:t>
            </a:r>
            <a:r>
              <a:rPr lang="es-ES" dirty="0" err="1">
                <a:solidFill>
                  <a:schemeClr val="accent1">
                    <a:lumMod val="50000"/>
                  </a:schemeClr>
                </a:solidFill>
              </a:rPr>
              <a:t>random</a:t>
            </a:r>
            <a:r>
              <a:rPr lang="es-ES" dirty="0">
                <a:solidFill>
                  <a:schemeClr val="accent1">
                    <a:lumMod val="50000"/>
                  </a:schemeClr>
                </a:solidFill>
              </a:rPr>
              <a:t> </a:t>
            </a:r>
            <a:r>
              <a:rPr lang="es-ES" dirty="0" err="1">
                <a:solidFill>
                  <a:schemeClr val="accent1">
                    <a:lumMod val="50000"/>
                  </a:schemeClr>
                </a:solidFill>
              </a:rPr>
              <a:t>forests</a:t>
            </a:r>
            <a:r>
              <a:rPr lang="es-ES" dirty="0">
                <a:solidFill>
                  <a:schemeClr val="accent1">
                    <a:lumMod val="50000"/>
                  </a:schemeClr>
                </a:solidFill>
              </a:rPr>
              <a:t>” tienen por defecto los mismos parámetros que los árboles de decisión. Pero además: </a:t>
            </a:r>
          </a:p>
          <a:p>
            <a:pPr rtl="0"/>
            <a:endParaRPr lang="es-ES" dirty="0">
              <a:solidFill>
                <a:schemeClr val="accent1">
                  <a:lumMod val="50000"/>
                </a:schemeClr>
              </a:solidFill>
              <a:effectLst/>
            </a:endParaRPr>
          </a:p>
          <a:p>
            <a:pPr marL="285750" indent="-285750" rtl="0">
              <a:buFont typeface="Arial" panose="020B0604020202020204" pitchFamily="34" charset="0"/>
              <a:buChar char="•"/>
            </a:pPr>
            <a:r>
              <a:rPr lang="es-ES" dirty="0">
                <a:solidFill>
                  <a:schemeClr val="accent1">
                    <a:lumMod val="50000"/>
                  </a:schemeClr>
                </a:solidFill>
                <a:effectLst/>
              </a:rPr>
              <a:t>Se p</a:t>
            </a:r>
            <a:r>
              <a:rPr lang="es-ES" dirty="0">
                <a:solidFill>
                  <a:schemeClr val="accent1">
                    <a:lumMod val="50000"/>
                  </a:schemeClr>
                </a:solidFill>
              </a:rPr>
              <a:t>uede controlar si cada árbol se entrena con el mismo conjunto de datos o por el contrario se emplea </a:t>
            </a:r>
            <a:r>
              <a:rPr lang="es-ES" i="1" dirty="0" err="1">
                <a:solidFill>
                  <a:schemeClr val="accent1">
                    <a:lumMod val="50000"/>
                  </a:schemeClr>
                </a:solidFill>
              </a:rPr>
              <a:t>bootstrapping</a:t>
            </a:r>
            <a:r>
              <a:rPr lang="es-ES" dirty="0">
                <a:solidFill>
                  <a:schemeClr val="accent1">
                    <a:lumMod val="50000"/>
                  </a:schemeClr>
                </a:solidFill>
              </a:rPr>
              <a:t> (por defecto </a:t>
            </a:r>
            <a:r>
              <a:rPr lang="es-ES" b="1" dirty="0" err="1">
                <a:solidFill>
                  <a:schemeClr val="accent1">
                    <a:lumMod val="50000"/>
                  </a:schemeClr>
                </a:solidFill>
                <a:highlight>
                  <a:srgbClr val="FFFFFF"/>
                </a:highlight>
                <a:latin typeface="Courier New" panose="02070309020205020404" pitchFamily="49" charset="0"/>
                <a:cs typeface="Courier New" panose="02070309020205020404" pitchFamily="49" charset="0"/>
              </a:rPr>
              <a:t>bootstrap</a:t>
            </a:r>
            <a:r>
              <a:rPr lang="es-ES" b="1" dirty="0">
                <a:solidFill>
                  <a:schemeClr val="accent1">
                    <a:lumMod val="50000"/>
                  </a:schemeClr>
                </a:solidFill>
                <a:highlight>
                  <a:srgbClr val="FFFFFF"/>
                </a:highlight>
                <a:latin typeface="Courier New" panose="02070309020205020404" pitchFamily="49" charset="0"/>
                <a:cs typeface="Courier New" panose="02070309020205020404" pitchFamily="49" charset="0"/>
              </a:rPr>
              <a:t> = True</a:t>
            </a:r>
            <a:r>
              <a:rPr lang="es-ES" dirty="0">
                <a:solidFill>
                  <a:schemeClr val="accent1">
                    <a:lumMod val="50000"/>
                  </a:schemeClr>
                </a:solidFill>
              </a:rPr>
              <a:t>)</a:t>
            </a:r>
          </a:p>
          <a:p>
            <a:pPr marL="285750" indent="-285750" rtl="0">
              <a:buFont typeface="Arial" panose="020B0604020202020204" pitchFamily="34" charset="0"/>
              <a:buChar char="•"/>
            </a:pPr>
            <a:endParaRPr lang="es-ES" dirty="0">
              <a:solidFill>
                <a:schemeClr val="accent1">
                  <a:lumMod val="50000"/>
                </a:schemeClr>
              </a:solidFill>
              <a:effectLst/>
            </a:endParaRPr>
          </a:p>
          <a:p>
            <a:pPr marL="285750" indent="-285750">
              <a:buFont typeface="Arial" panose="020B0604020202020204" pitchFamily="34" charset="0"/>
              <a:buChar char="•"/>
            </a:pPr>
            <a:r>
              <a:rPr lang="es-ES" dirty="0">
                <a:solidFill>
                  <a:schemeClr val="accent1">
                    <a:lumMod val="50000"/>
                  </a:schemeClr>
                </a:solidFill>
              </a:rPr>
              <a:t>Se puede añadir aleatoriedad entrenando cada árbol no solo con diferentes datos de entrada sino también con diferentes variables de entrada (</a:t>
            </a:r>
            <a:r>
              <a:rPr lang="es-ES" dirty="0" err="1">
                <a:solidFill>
                  <a:schemeClr val="accent1">
                    <a:lumMod val="50000"/>
                  </a:schemeClr>
                </a:solidFill>
              </a:rPr>
              <a:t>features</a:t>
            </a:r>
            <a:r>
              <a:rPr lang="es-ES" dirty="0">
                <a:solidFill>
                  <a:schemeClr val="accent1">
                    <a:lumMod val="50000"/>
                  </a:schemeClr>
                </a:solidFill>
              </a:rPr>
              <a:t>) elegidas aleatoriamente </a:t>
            </a:r>
            <a:r>
              <a:rPr lang="es-ES" b="1" dirty="0" err="1">
                <a:solidFill>
                  <a:schemeClr val="accent1">
                    <a:lumMod val="50000"/>
                  </a:schemeClr>
                </a:solidFill>
                <a:highlight>
                  <a:srgbClr val="FFFFFF"/>
                </a:highlight>
                <a:latin typeface="Courier New" panose="02070309020205020404" pitchFamily="49" charset="0"/>
                <a:cs typeface="Courier New" panose="02070309020205020404" pitchFamily="49" charset="0"/>
              </a:rPr>
              <a:t>n_features_in</a:t>
            </a:r>
            <a:r>
              <a:rPr lang="es-ES" b="1" dirty="0">
                <a:solidFill>
                  <a:schemeClr val="accent1">
                    <a:lumMod val="50000"/>
                  </a:schemeClr>
                </a:solidFill>
                <a:highlight>
                  <a:srgbClr val="FFFFFF"/>
                </a:highlight>
                <a:latin typeface="Courier New" panose="02070309020205020404" pitchFamily="49" charset="0"/>
                <a:cs typeface="Courier New" panose="02070309020205020404" pitchFamily="49" charset="0"/>
              </a:rPr>
              <a:t>_ </a:t>
            </a:r>
            <a:r>
              <a:rPr lang="es-ES" dirty="0">
                <a:solidFill>
                  <a:schemeClr val="accent1">
                    <a:lumMod val="50000"/>
                  </a:schemeClr>
                </a:solidFill>
              </a:rPr>
              <a:t>(por defecto </a:t>
            </a:r>
            <a:r>
              <a:rPr lang="es-ES" altLang="es-ES" b="1" dirty="0" err="1">
                <a:solidFill>
                  <a:schemeClr val="accent1">
                    <a:lumMod val="50000"/>
                  </a:schemeClr>
                </a:solidFill>
                <a:highlight>
                  <a:srgbClr val="FFFFFF"/>
                </a:highlight>
                <a:latin typeface="Courier New" panose="02070309020205020404" pitchFamily="49" charset="0"/>
                <a:cs typeface="Courier New" panose="02070309020205020404" pitchFamily="49" charset="0"/>
              </a:rPr>
              <a:t>None</a:t>
            </a:r>
            <a:r>
              <a:rPr lang="es-ES" altLang="es-ES" dirty="0">
                <a:solidFill>
                  <a:schemeClr val="accent1">
                    <a:lumMod val="50000"/>
                  </a:schemeClr>
                </a:solidFill>
              </a:rPr>
              <a:t>, lo que indica que se pueden considerar todas las características disponibles</a:t>
            </a:r>
            <a:r>
              <a:rPr lang="es-ES" dirty="0">
                <a:solidFill>
                  <a:schemeClr val="accent1">
                    <a:lumMod val="50000"/>
                  </a:schemeClr>
                </a:solidFill>
              </a:rPr>
              <a:t>). Esto es útil en datos de alta dimensión por ejemplo en imágenes.</a:t>
            </a:r>
          </a:p>
          <a:p>
            <a:pPr marL="285750" indent="-285750" rtl="0">
              <a:buFont typeface="Arial" panose="020B0604020202020204" pitchFamily="34" charset="0"/>
              <a:buChar char="•"/>
            </a:pPr>
            <a:endParaRPr lang="es-ES" dirty="0">
              <a:solidFill>
                <a:schemeClr val="accent1">
                  <a:lumMod val="50000"/>
                </a:schemeClr>
              </a:solidFill>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s-ES" dirty="0">
                <a:solidFill>
                  <a:schemeClr val="accent1">
                    <a:lumMod val="50000"/>
                  </a:schemeClr>
                </a:solidFill>
              </a:rPr>
              <a:t>Para aliviar el coste computacional </a:t>
            </a:r>
            <a:r>
              <a:rPr lang="es-ES" altLang="es-ES" b="1" dirty="0" err="1">
                <a:solidFill>
                  <a:schemeClr val="accent1">
                    <a:lumMod val="50000"/>
                  </a:schemeClr>
                </a:solidFill>
                <a:highlight>
                  <a:srgbClr val="FFFFFF"/>
                </a:highlight>
                <a:latin typeface="Courier New" panose="02070309020205020404" pitchFamily="49" charset="0"/>
                <a:cs typeface="Courier New" panose="02070309020205020404" pitchFamily="49" charset="0"/>
              </a:rPr>
              <a:t>n_jobs</a:t>
            </a:r>
            <a:r>
              <a:rPr lang="es-ES" altLang="es-ES" b="1" dirty="0">
                <a:solidFill>
                  <a:schemeClr val="accent1">
                    <a:lumMod val="50000"/>
                  </a:schemeClr>
                </a:solidFill>
                <a:highlight>
                  <a:srgbClr val="FFFFFF"/>
                </a:highlight>
                <a:cs typeface="Courier New" panose="02070309020205020404" pitchFamily="49" charset="0"/>
              </a:rPr>
              <a:t> </a:t>
            </a:r>
            <a:r>
              <a:rPr lang="es-ES" altLang="es-ES" dirty="0">
                <a:solidFill>
                  <a:schemeClr val="accent1">
                    <a:lumMod val="50000"/>
                  </a:schemeClr>
                </a:solidFill>
              </a:rPr>
              <a:t>controla cuantos trabajos que se pueden correr en paralelo (por defecto </a:t>
            </a:r>
            <a:r>
              <a:rPr lang="es-ES" altLang="es-ES" b="1" dirty="0" err="1">
                <a:solidFill>
                  <a:schemeClr val="accent1">
                    <a:lumMod val="50000"/>
                  </a:schemeClr>
                </a:solidFill>
                <a:highlight>
                  <a:srgbClr val="FFFFFF"/>
                </a:highlight>
                <a:latin typeface="Courier New" panose="02070309020205020404" pitchFamily="49" charset="0"/>
                <a:cs typeface="Courier New" panose="02070309020205020404" pitchFamily="49" charset="0"/>
              </a:rPr>
              <a:t>None</a:t>
            </a:r>
            <a:r>
              <a:rPr lang="es-ES" altLang="es-ES" dirty="0">
                <a:solidFill>
                  <a:schemeClr val="accent1">
                    <a:lumMod val="50000"/>
                  </a:schemeClr>
                </a:solidFill>
              </a:rPr>
              <a:t>)</a:t>
            </a:r>
            <a:r>
              <a:rPr lang="es-ES" dirty="0">
                <a:solidFill>
                  <a:schemeClr val="accent1">
                    <a:lumMod val="50000"/>
                  </a:schemeClr>
                </a:solidFill>
              </a:rPr>
              <a:t> </a:t>
            </a:r>
          </a:p>
          <a:p>
            <a:pPr lvl="1"/>
            <a:endParaRPr lang="es-ES" dirty="0">
              <a:solidFill>
                <a:schemeClr val="accent1">
                  <a:lumMod val="50000"/>
                </a:schemeClr>
              </a:solidFill>
            </a:endParaRPr>
          </a:p>
          <a:p>
            <a:pPr marL="285750" indent="-285750">
              <a:buFont typeface="Arial" panose="020B0604020202020204" pitchFamily="34" charset="0"/>
              <a:buChar char="•"/>
            </a:pPr>
            <a:r>
              <a:rPr lang="es-ES" dirty="0">
                <a:solidFill>
                  <a:schemeClr val="accent1">
                    <a:lumMod val="50000"/>
                  </a:schemeClr>
                </a:solidFill>
              </a:rPr>
              <a:t>Los árboles de decisión pueden devolver la importancia de cada característica a la hora de hacer la predicción  a través del método/propiedad </a:t>
            </a:r>
            <a:r>
              <a:rPr lang="es-ES" b="1" i="0" dirty="0" err="1">
                <a:solidFill>
                  <a:schemeClr val="accent1">
                    <a:lumMod val="50000"/>
                  </a:schemeClr>
                </a:solidFill>
                <a:effectLst/>
                <a:highlight>
                  <a:srgbClr val="FFFFFF"/>
                </a:highlight>
                <a:latin typeface="Courier New" panose="02070309020205020404" pitchFamily="49" charset="0"/>
                <a:cs typeface="Courier New" panose="02070309020205020404" pitchFamily="49" charset="0"/>
              </a:rPr>
              <a:t>feature_importances</a:t>
            </a:r>
            <a:r>
              <a:rPr lang="es-ES" b="1" i="0" dirty="0">
                <a:solidFill>
                  <a:schemeClr val="accent1">
                    <a:lumMod val="50000"/>
                  </a:schemeClr>
                </a:solidFill>
                <a:effectLst/>
                <a:highlight>
                  <a:srgbClr val="FFFFFF"/>
                </a:highlight>
                <a:latin typeface="Courier New" panose="02070309020205020404" pitchFamily="49" charset="0"/>
                <a:cs typeface="Courier New" panose="02070309020205020404" pitchFamily="49" charset="0"/>
              </a:rPr>
              <a:t>_</a:t>
            </a:r>
            <a:r>
              <a:rPr lang="es-ES" dirty="0">
                <a:solidFill>
                  <a:schemeClr val="accent1">
                    <a:lumMod val="50000"/>
                  </a:schemeClr>
                </a:solidFill>
                <a:latin typeface="Courier New" panose="02070309020205020404" pitchFamily="49" charset="0"/>
                <a:cs typeface="Courier New" panose="02070309020205020404" pitchFamily="49" charset="0"/>
              </a:rPr>
              <a:t> </a:t>
            </a:r>
          </a:p>
        </p:txBody>
      </p:sp>
      <p:sp>
        <p:nvSpPr>
          <p:cNvPr id="7" name="CuadroTexto 6">
            <a:extLst>
              <a:ext uri="{FF2B5EF4-FFF2-40B4-BE49-F238E27FC236}">
                <a16:creationId xmlns:a16="http://schemas.microsoft.com/office/drawing/2014/main" id="{861128B3-887D-6DD5-2D43-AA4F8566DA0A}"/>
              </a:ext>
            </a:extLst>
          </p:cNvPr>
          <p:cNvSpPr txBox="1"/>
          <p:nvPr/>
        </p:nvSpPr>
        <p:spPr>
          <a:xfrm>
            <a:off x="529296" y="5011621"/>
            <a:ext cx="9803423" cy="646331"/>
          </a:xfrm>
          <a:prstGeom prst="rect">
            <a:avLst/>
          </a:prstGeom>
          <a:noFill/>
        </p:spPr>
        <p:txBody>
          <a:bodyPr wrap="square">
            <a:spAutoFit/>
          </a:bodyPr>
          <a:lstStyle/>
          <a:p>
            <a:r>
              <a:rPr lang="es-ES" sz="1600" b="1" dirty="0" err="1">
                <a:solidFill>
                  <a:schemeClr val="accent6">
                    <a:lumMod val="75000"/>
                  </a:schemeClr>
                </a:solidFill>
                <a:latin typeface="Courier New" panose="02070309020205020404" pitchFamily="49" charset="0"/>
                <a:cs typeface="Courier New" panose="02070309020205020404" pitchFamily="49" charset="0"/>
              </a:rPr>
              <a:t>for</a:t>
            </a:r>
            <a:r>
              <a:rPr lang="es-ES" dirty="0">
                <a:latin typeface="Courier New" panose="02070309020205020404" pitchFamily="49" charset="0"/>
                <a:cs typeface="Courier New" panose="02070309020205020404" pitchFamily="49" charset="0"/>
              </a:rPr>
              <a:t> </a:t>
            </a:r>
            <a:r>
              <a:rPr lang="es-ES" dirty="0" err="1">
                <a:latin typeface="Courier New" panose="02070309020205020404" pitchFamily="49" charset="0"/>
                <a:cs typeface="Courier New" panose="02070309020205020404" pitchFamily="49" charset="0"/>
              </a:rPr>
              <a:t>name</a:t>
            </a:r>
            <a:r>
              <a:rPr lang="es-ES" dirty="0">
                <a:latin typeface="Courier New" panose="02070309020205020404" pitchFamily="49" charset="0"/>
                <a:cs typeface="Courier New" panose="02070309020205020404" pitchFamily="49" charset="0"/>
              </a:rPr>
              <a:t>, score </a:t>
            </a:r>
            <a:r>
              <a:rPr lang="es-ES" sz="1600" b="1" dirty="0">
                <a:solidFill>
                  <a:schemeClr val="accent6">
                    <a:lumMod val="75000"/>
                  </a:schemeClr>
                </a:solidFill>
                <a:latin typeface="Courier New" panose="02070309020205020404" pitchFamily="49" charset="0"/>
                <a:cs typeface="Courier New" panose="02070309020205020404" pitchFamily="49" charset="0"/>
              </a:rPr>
              <a:t>in</a:t>
            </a:r>
            <a:r>
              <a:rPr lang="es-ES" dirty="0">
                <a:latin typeface="Courier New" panose="02070309020205020404" pitchFamily="49" charset="0"/>
                <a:cs typeface="Courier New" panose="02070309020205020404" pitchFamily="49" charset="0"/>
              </a:rPr>
              <a:t> </a:t>
            </a:r>
            <a:r>
              <a:rPr lang="es-ES" sz="1600" b="1" dirty="0">
                <a:solidFill>
                  <a:schemeClr val="accent6">
                    <a:lumMod val="75000"/>
                  </a:schemeClr>
                </a:solidFill>
                <a:latin typeface="Courier New" panose="02070309020205020404" pitchFamily="49" charset="0"/>
                <a:cs typeface="Courier New" panose="02070309020205020404" pitchFamily="49" charset="0"/>
              </a:rPr>
              <a:t>zip</a:t>
            </a:r>
            <a:r>
              <a:rPr lang="es-ES" dirty="0">
                <a:latin typeface="Courier New" panose="02070309020205020404" pitchFamily="49" charset="0"/>
                <a:cs typeface="Courier New" panose="02070309020205020404" pitchFamily="49" charset="0"/>
              </a:rPr>
              <a:t>(iris[</a:t>
            </a:r>
            <a:r>
              <a:rPr lang="es-ES" b="1" dirty="0">
                <a:solidFill>
                  <a:srgbClr val="A0453E"/>
                </a:solidFill>
                <a:latin typeface="Courier New" panose="02070309020205020404" pitchFamily="49" charset="0"/>
                <a:cs typeface="Courier New" panose="02070309020205020404" pitchFamily="49" charset="0"/>
              </a:rPr>
              <a:t>"</a:t>
            </a:r>
            <a:r>
              <a:rPr lang="es-ES" b="1" dirty="0" err="1">
                <a:solidFill>
                  <a:srgbClr val="A0453E"/>
                </a:solidFill>
                <a:latin typeface="Courier New" panose="02070309020205020404" pitchFamily="49" charset="0"/>
                <a:cs typeface="Courier New" panose="02070309020205020404" pitchFamily="49" charset="0"/>
              </a:rPr>
              <a:t>feature_names</a:t>
            </a:r>
            <a:r>
              <a:rPr lang="es-ES" b="1" dirty="0">
                <a:solidFill>
                  <a:srgbClr val="A0453E"/>
                </a:solidFill>
                <a:latin typeface="Courier New" panose="02070309020205020404" pitchFamily="49" charset="0"/>
                <a:cs typeface="Courier New" panose="02070309020205020404" pitchFamily="49" charset="0"/>
              </a:rPr>
              <a:t>"</a:t>
            </a:r>
            <a:r>
              <a:rPr lang="es-ES" dirty="0">
                <a:latin typeface="Courier New" panose="02070309020205020404" pitchFamily="49" charset="0"/>
                <a:cs typeface="Courier New" panose="02070309020205020404" pitchFamily="49" charset="0"/>
              </a:rPr>
              <a:t>], </a:t>
            </a:r>
            <a:r>
              <a:rPr lang="es-ES" dirty="0" err="1">
                <a:latin typeface="Courier New" panose="02070309020205020404" pitchFamily="49" charset="0"/>
                <a:cs typeface="Courier New" panose="02070309020205020404" pitchFamily="49" charset="0"/>
              </a:rPr>
              <a:t>rf.feature_importances</a:t>
            </a:r>
            <a:r>
              <a:rPr lang="es-ES" dirty="0">
                <a:latin typeface="Courier New" panose="02070309020205020404" pitchFamily="49" charset="0"/>
                <a:cs typeface="Courier New" panose="02070309020205020404" pitchFamily="49" charset="0"/>
              </a:rPr>
              <a:t>_):</a:t>
            </a:r>
          </a:p>
          <a:p>
            <a:r>
              <a:rPr lang="es-ES" dirty="0">
                <a:latin typeface="Courier New" panose="02070309020205020404" pitchFamily="49" charset="0"/>
                <a:cs typeface="Courier New" panose="02070309020205020404" pitchFamily="49" charset="0"/>
              </a:rPr>
              <a:t>    </a:t>
            </a:r>
            <a:r>
              <a:rPr lang="es-ES" sz="1600" b="1" dirty="0" err="1">
                <a:solidFill>
                  <a:schemeClr val="accent6">
                    <a:lumMod val="75000"/>
                  </a:schemeClr>
                </a:solidFill>
                <a:latin typeface="Courier New" panose="02070309020205020404" pitchFamily="49" charset="0"/>
                <a:cs typeface="Courier New" panose="02070309020205020404" pitchFamily="49" charset="0"/>
              </a:rPr>
              <a:t>print</a:t>
            </a:r>
            <a:r>
              <a:rPr lang="es-ES" dirty="0">
                <a:latin typeface="Courier New" panose="02070309020205020404" pitchFamily="49" charset="0"/>
                <a:cs typeface="Courier New" panose="02070309020205020404" pitchFamily="49" charset="0"/>
              </a:rPr>
              <a:t>(</a:t>
            </a:r>
            <a:r>
              <a:rPr lang="es-ES" dirty="0" err="1">
                <a:latin typeface="Courier New" panose="02070309020205020404" pitchFamily="49" charset="0"/>
                <a:cs typeface="Courier New" panose="02070309020205020404" pitchFamily="49" charset="0"/>
              </a:rPr>
              <a:t>name</a:t>
            </a:r>
            <a:r>
              <a:rPr lang="es-ES" dirty="0">
                <a:latin typeface="Courier New" panose="02070309020205020404" pitchFamily="49" charset="0"/>
                <a:cs typeface="Courier New" panose="02070309020205020404" pitchFamily="49" charset="0"/>
              </a:rPr>
              <a:t>, score)</a:t>
            </a:r>
          </a:p>
        </p:txBody>
      </p:sp>
      <p:sp>
        <p:nvSpPr>
          <p:cNvPr id="8" name="Rectangle 4">
            <a:extLst>
              <a:ext uri="{FF2B5EF4-FFF2-40B4-BE49-F238E27FC236}">
                <a16:creationId xmlns:a16="http://schemas.microsoft.com/office/drawing/2014/main" id="{D82647DD-A1D5-C7B0-2657-AF7D1A16A5B6}"/>
              </a:ext>
            </a:extLst>
          </p:cNvPr>
          <p:cNvSpPr>
            <a:spLocks noChangeArrowheads="1"/>
          </p:cNvSpPr>
          <p:nvPr/>
        </p:nvSpPr>
        <p:spPr bwMode="auto">
          <a:xfrm>
            <a:off x="3675177" y="5822832"/>
            <a:ext cx="4690387" cy="9848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sepal</a:t>
            </a:r>
            <a:r>
              <a:rPr kumimoji="0" lang="es-ES" altLang="es-E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s-ES" altLang="es-E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length</a:t>
            </a:r>
            <a:r>
              <a:rPr kumimoji="0" lang="es-ES" altLang="es-E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(cm) 0.07046382804635332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sepal</a:t>
            </a:r>
            <a:r>
              <a:rPr kumimoji="0" lang="es-ES" altLang="es-E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s-ES" altLang="es-E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width</a:t>
            </a:r>
            <a:r>
              <a:rPr kumimoji="0" lang="es-ES" altLang="es-E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(cm) 0.0339898864308716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petal</a:t>
            </a:r>
            <a:r>
              <a:rPr kumimoji="0" lang="es-ES" altLang="es-E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s-ES" altLang="es-E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length</a:t>
            </a:r>
            <a:r>
              <a:rPr kumimoji="0" lang="es-ES" altLang="es-E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(cm) 0.45069067647900474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petal</a:t>
            </a:r>
            <a:r>
              <a:rPr kumimoji="0" lang="es-ES" altLang="es-E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s-ES" altLang="es-ES" sz="16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width</a:t>
            </a:r>
            <a:r>
              <a:rPr kumimoji="0" lang="es-ES" altLang="es-ES" sz="16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(cm) 0.4448556090437704</a:t>
            </a:r>
            <a:r>
              <a:rPr kumimoji="0" lang="es-ES" altLang="es-ES" sz="16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p:txBody>
      </p:sp>
      <mc:AlternateContent xmlns:mc="http://schemas.openxmlformats.org/markup-compatibility/2006" xmlns:p14="http://schemas.microsoft.com/office/powerpoint/2010/main">
        <mc:Choice Requires="p14">
          <p:contentPart p14:bwMode="auto" r:id="rId2">
            <p14:nvContentPartPr>
              <p14:cNvPr id="9" name="Entrada de lápiz 8">
                <a:extLst>
                  <a:ext uri="{FF2B5EF4-FFF2-40B4-BE49-F238E27FC236}">
                    <a16:creationId xmlns:a16="http://schemas.microsoft.com/office/drawing/2014/main" id="{E55D4C29-25BD-3AC3-85A0-10E84F75CC4A}"/>
                  </a:ext>
                </a:extLst>
              </p14:cNvPr>
              <p14:cNvContentPartPr/>
              <p14:nvPr/>
            </p14:nvContentPartPr>
            <p14:xfrm>
              <a:off x="5198428" y="6454191"/>
              <a:ext cx="10800" cy="360"/>
            </p14:xfrm>
          </p:contentPart>
        </mc:Choice>
        <mc:Fallback xmlns="">
          <p:pic>
            <p:nvPicPr>
              <p:cNvPr id="9" name="Entrada de lápiz 8">
                <a:extLst>
                  <a:ext uri="{FF2B5EF4-FFF2-40B4-BE49-F238E27FC236}">
                    <a16:creationId xmlns:a16="http://schemas.microsoft.com/office/drawing/2014/main" id="{E55D4C29-25BD-3AC3-85A0-10E84F75CC4A}"/>
                  </a:ext>
                </a:extLst>
              </p:cNvPr>
              <p:cNvPicPr/>
              <p:nvPr/>
            </p:nvPicPr>
            <p:blipFill>
              <a:blip r:embed="rId3"/>
              <a:stretch>
                <a:fillRect/>
              </a:stretch>
            </p:blipFill>
            <p:spPr>
              <a:xfrm>
                <a:off x="5144428" y="6346191"/>
                <a:ext cx="1184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1" name="Entrada de lápiz 10">
                <a:extLst>
                  <a:ext uri="{FF2B5EF4-FFF2-40B4-BE49-F238E27FC236}">
                    <a16:creationId xmlns:a16="http://schemas.microsoft.com/office/drawing/2014/main" id="{A0081064-C529-44F4-3364-98ABE98E4F03}"/>
                  </a:ext>
                </a:extLst>
              </p14:cNvPr>
              <p14:cNvContentPartPr/>
              <p14:nvPr/>
            </p14:nvContentPartPr>
            <p14:xfrm>
              <a:off x="3633148" y="6448071"/>
              <a:ext cx="1585800" cy="37440"/>
            </p14:xfrm>
          </p:contentPart>
        </mc:Choice>
        <mc:Fallback xmlns="">
          <p:pic>
            <p:nvPicPr>
              <p:cNvPr id="11" name="Entrada de lápiz 10">
                <a:extLst>
                  <a:ext uri="{FF2B5EF4-FFF2-40B4-BE49-F238E27FC236}">
                    <a16:creationId xmlns:a16="http://schemas.microsoft.com/office/drawing/2014/main" id="{A0081064-C529-44F4-3364-98ABE98E4F03}"/>
                  </a:ext>
                </a:extLst>
              </p:cNvPr>
              <p:cNvPicPr/>
              <p:nvPr/>
            </p:nvPicPr>
            <p:blipFill>
              <a:blip r:embed="rId5"/>
              <a:stretch>
                <a:fillRect/>
              </a:stretch>
            </p:blipFill>
            <p:spPr>
              <a:xfrm>
                <a:off x="3579148" y="6340431"/>
                <a:ext cx="169344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Entrada de lápiz 11">
                <a:extLst>
                  <a:ext uri="{FF2B5EF4-FFF2-40B4-BE49-F238E27FC236}">
                    <a16:creationId xmlns:a16="http://schemas.microsoft.com/office/drawing/2014/main" id="{C36139DC-BF0E-EC9E-660B-AB630A2101EE}"/>
                  </a:ext>
                </a:extLst>
              </p14:cNvPr>
              <p14:cNvContentPartPr/>
              <p14:nvPr/>
            </p14:nvContentPartPr>
            <p14:xfrm>
              <a:off x="3632428" y="6661191"/>
              <a:ext cx="1517400" cy="67680"/>
            </p14:xfrm>
          </p:contentPart>
        </mc:Choice>
        <mc:Fallback xmlns="">
          <p:pic>
            <p:nvPicPr>
              <p:cNvPr id="12" name="Entrada de lápiz 11">
                <a:extLst>
                  <a:ext uri="{FF2B5EF4-FFF2-40B4-BE49-F238E27FC236}">
                    <a16:creationId xmlns:a16="http://schemas.microsoft.com/office/drawing/2014/main" id="{C36139DC-BF0E-EC9E-660B-AB630A2101EE}"/>
                  </a:ext>
                </a:extLst>
              </p:cNvPr>
              <p:cNvPicPr/>
              <p:nvPr/>
            </p:nvPicPr>
            <p:blipFill>
              <a:blip r:embed="rId7"/>
              <a:stretch>
                <a:fillRect/>
              </a:stretch>
            </p:blipFill>
            <p:spPr>
              <a:xfrm>
                <a:off x="3578428" y="6553191"/>
                <a:ext cx="162504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Entrada de lápiz 12">
                <a:extLst>
                  <a:ext uri="{FF2B5EF4-FFF2-40B4-BE49-F238E27FC236}">
                    <a16:creationId xmlns:a16="http://schemas.microsoft.com/office/drawing/2014/main" id="{22A08A7E-9B61-B0F1-DDB1-37E46091EE6E}"/>
                  </a:ext>
                </a:extLst>
              </p14:cNvPr>
              <p14:cNvContentPartPr/>
              <p14:nvPr/>
            </p14:nvContentPartPr>
            <p14:xfrm>
              <a:off x="5754628" y="6431871"/>
              <a:ext cx="628200" cy="50040"/>
            </p14:xfrm>
          </p:contentPart>
        </mc:Choice>
        <mc:Fallback xmlns="">
          <p:pic>
            <p:nvPicPr>
              <p:cNvPr id="13" name="Entrada de lápiz 12">
                <a:extLst>
                  <a:ext uri="{FF2B5EF4-FFF2-40B4-BE49-F238E27FC236}">
                    <a16:creationId xmlns:a16="http://schemas.microsoft.com/office/drawing/2014/main" id="{22A08A7E-9B61-B0F1-DDB1-37E46091EE6E}"/>
                  </a:ext>
                </a:extLst>
              </p:cNvPr>
              <p:cNvPicPr/>
              <p:nvPr/>
            </p:nvPicPr>
            <p:blipFill>
              <a:blip r:embed="rId9"/>
              <a:stretch>
                <a:fillRect/>
              </a:stretch>
            </p:blipFill>
            <p:spPr>
              <a:xfrm>
                <a:off x="5700628" y="6323871"/>
                <a:ext cx="73584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Entrada de lápiz 13">
                <a:extLst>
                  <a:ext uri="{FF2B5EF4-FFF2-40B4-BE49-F238E27FC236}">
                    <a16:creationId xmlns:a16="http://schemas.microsoft.com/office/drawing/2014/main" id="{A40AC6EB-7DAA-CE1E-2355-636A7323CD87}"/>
                  </a:ext>
                </a:extLst>
              </p14:cNvPr>
              <p14:cNvContentPartPr/>
              <p14:nvPr/>
            </p14:nvContentPartPr>
            <p14:xfrm>
              <a:off x="5696308" y="6646791"/>
              <a:ext cx="496800" cy="50400"/>
            </p14:xfrm>
          </p:contentPart>
        </mc:Choice>
        <mc:Fallback xmlns="">
          <p:pic>
            <p:nvPicPr>
              <p:cNvPr id="14" name="Entrada de lápiz 13">
                <a:extLst>
                  <a:ext uri="{FF2B5EF4-FFF2-40B4-BE49-F238E27FC236}">
                    <a16:creationId xmlns:a16="http://schemas.microsoft.com/office/drawing/2014/main" id="{A40AC6EB-7DAA-CE1E-2355-636A7323CD87}"/>
                  </a:ext>
                </a:extLst>
              </p:cNvPr>
              <p:cNvPicPr/>
              <p:nvPr/>
            </p:nvPicPr>
            <p:blipFill>
              <a:blip r:embed="rId11"/>
              <a:stretch>
                <a:fillRect/>
              </a:stretch>
            </p:blipFill>
            <p:spPr>
              <a:xfrm>
                <a:off x="5642308" y="6539151"/>
                <a:ext cx="604440" cy="266040"/>
              </a:xfrm>
              <a:prstGeom prst="rect">
                <a:avLst/>
              </a:prstGeom>
            </p:spPr>
          </p:pic>
        </mc:Fallback>
      </mc:AlternateContent>
      <p:sp>
        <p:nvSpPr>
          <p:cNvPr id="3" name="CuadroTexto 2">
            <a:extLst>
              <a:ext uri="{FF2B5EF4-FFF2-40B4-BE49-F238E27FC236}">
                <a16:creationId xmlns:a16="http://schemas.microsoft.com/office/drawing/2014/main" id="{11DBA9A0-EFCC-668F-C460-F310E62CE559}"/>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4" name="CuadroTexto 3">
            <a:extLst>
              <a:ext uri="{FF2B5EF4-FFF2-40B4-BE49-F238E27FC236}">
                <a16:creationId xmlns:a16="http://schemas.microsoft.com/office/drawing/2014/main" id="{DE21507C-1D3F-7AE2-CF8B-5AA84B640D25}"/>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5" name="CuadroTexto 4">
            <a:extLst>
              <a:ext uri="{FF2B5EF4-FFF2-40B4-BE49-F238E27FC236}">
                <a16:creationId xmlns:a16="http://schemas.microsoft.com/office/drawing/2014/main" id="{C64746A6-B676-F074-F4DB-078BF94B7555}"/>
              </a:ext>
            </a:extLst>
          </p:cNvPr>
          <p:cNvSpPr txBox="1"/>
          <p:nvPr/>
        </p:nvSpPr>
        <p:spPr>
          <a:xfrm>
            <a:off x="164744" y="619671"/>
            <a:ext cx="3539752" cy="400110"/>
          </a:xfrm>
          <a:prstGeom prst="rect">
            <a:avLst/>
          </a:prstGeom>
          <a:noFill/>
        </p:spPr>
        <p:txBody>
          <a:bodyPr wrap="none" rtlCol="0">
            <a:spAutoFit/>
          </a:bodyPr>
          <a:lstStyle/>
          <a:p>
            <a:r>
              <a:rPr lang="es-ES" sz="2000" b="1" dirty="0">
                <a:solidFill>
                  <a:schemeClr val="accent1">
                    <a:lumMod val="50000"/>
                  </a:schemeClr>
                </a:solidFill>
              </a:rPr>
              <a:t>Bosques de Decisión en </a:t>
            </a:r>
            <a:r>
              <a:rPr lang="es-ES" sz="2000" b="1" dirty="0" err="1">
                <a:solidFill>
                  <a:schemeClr val="accent1">
                    <a:lumMod val="50000"/>
                  </a:schemeClr>
                </a:solidFill>
              </a:rPr>
              <a:t>Sklearn</a:t>
            </a:r>
            <a:endParaRPr lang="es-ES" sz="2000" b="1" dirty="0">
              <a:solidFill>
                <a:schemeClr val="accent1">
                  <a:lumMod val="50000"/>
                </a:schemeClr>
              </a:solidFill>
            </a:endParaRPr>
          </a:p>
        </p:txBody>
      </p:sp>
    </p:spTree>
    <p:extLst>
      <p:ext uri="{BB962C8B-B14F-4D97-AF65-F5344CB8AC3E}">
        <p14:creationId xmlns:p14="http://schemas.microsoft.com/office/powerpoint/2010/main" val="248858821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D721802-0BDA-872F-633E-9FFD00DDC0B0}"/>
              </a:ext>
            </a:extLst>
          </p:cNvPr>
          <p:cNvSpPr>
            <a:spLocks noGrp="1"/>
          </p:cNvSpPr>
          <p:nvPr>
            <p:ph type="sldNum" sz="quarter" idx="12"/>
          </p:nvPr>
        </p:nvSpPr>
        <p:spPr/>
        <p:txBody>
          <a:bodyPr/>
          <a:lstStyle/>
          <a:p>
            <a:fld id="{5104FCC0-1602-4E53-A4A9-B84AD752D31B}" type="slidenum">
              <a:rPr lang="es-ES" smtClean="0">
                <a:solidFill>
                  <a:prstClr val="black">
                    <a:tint val="75000"/>
                  </a:prstClr>
                </a:solidFill>
              </a:rPr>
              <a:pPr/>
              <a:t>62</a:t>
            </a:fld>
            <a:endParaRPr lang="es-ES">
              <a:solidFill>
                <a:prstClr val="black">
                  <a:tint val="75000"/>
                </a:prstClr>
              </a:solidFill>
            </a:endParaRPr>
          </a:p>
        </p:txBody>
      </p:sp>
      <p:sp>
        <p:nvSpPr>
          <p:cNvPr id="3" name="CuadroTexto 2">
            <a:extLst>
              <a:ext uri="{FF2B5EF4-FFF2-40B4-BE49-F238E27FC236}">
                <a16:creationId xmlns:a16="http://schemas.microsoft.com/office/drawing/2014/main" id="{B721C4E8-F774-C602-C20C-95042CFF3868}"/>
              </a:ext>
            </a:extLst>
          </p:cNvPr>
          <p:cNvSpPr txBox="1"/>
          <p:nvPr/>
        </p:nvSpPr>
        <p:spPr>
          <a:xfrm>
            <a:off x="9108141" y="136523"/>
            <a:ext cx="2988431" cy="461665"/>
          </a:xfrm>
          <a:prstGeom prst="rect">
            <a:avLst/>
          </a:prstGeom>
          <a:noFill/>
        </p:spPr>
        <p:txBody>
          <a:bodyPr wrap="square" rtlCol="0">
            <a:spAutoFit/>
          </a:bodyPr>
          <a:lstStyle/>
          <a:p>
            <a:r>
              <a:rPr lang="es-ES" sz="2400" b="1" dirty="0">
                <a:solidFill>
                  <a:schemeClr val="accent1">
                    <a:lumMod val="50000"/>
                  </a:schemeClr>
                </a:solidFill>
              </a:rPr>
              <a:t>Árboles de Decisión</a:t>
            </a:r>
          </a:p>
        </p:txBody>
      </p:sp>
      <p:sp>
        <p:nvSpPr>
          <p:cNvPr id="11" name="CuadroTexto 10">
            <a:extLst>
              <a:ext uri="{FF2B5EF4-FFF2-40B4-BE49-F238E27FC236}">
                <a16:creationId xmlns:a16="http://schemas.microsoft.com/office/drawing/2014/main" id="{BE7A0595-F997-C90C-2B48-DD52AEEF89B2}"/>
              </a:ext>
            </a:extLst>
          </p:cNvPr>
          <p:cNvSpPr txBox="1"/>
          <p:nvPr/>
        </p:nvSpPr>
        <p:spPr>
          <a:xfrm>
            <a:off x="774154" y="558392"/>
            <a:ext cx="11051338" cy="5934830"/>
          </a:xfrm>
          <a:prstGeom prst="rect">
            <a:avLst/>
          </a:prstGeom>
          <a:noFill/>
        </p:spPr>
        <p:txBody>
          <a:bodyPr wrap="square">
            <a:spAutoFit/>
          </a:bodyPr>
          <a:lstStyle/>
          <a:p>
            <a:r>
              <a:rPr lang="es-ES" sz="2800" b="1" dirty="0">
                <a:solidFill>
                  <a:schemeClr val="accent5">
                    <a:lumMod val="20000"/>
                    <a:lumOff val="80000"/>
                  </a:schemeClr>
                </a:solidFill>
              </a:rPr>
              <a:t>Árboles de decisión:</a:t>
            </a:r>
          </a:p>
          <a:p>
            <a:endParaRPr lang="es-ES" sz="2800" b="1" dirty="0">
              <a:solidFill>
                <a:schemeClr val="accent1">
                  <a:lumMod val="50000"/>
                </a:schemeClr>
              </a:solidFill>
            </a:endParaRP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Construcción de Árboles de Decisión. </a:t>
            </a: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Criterios de Parada.</a:t>
            </a: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Árboles de Regresión. </a:t>
            </a: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Árboles de Decisión: Ventajas e inconvenientes. </a:t>
            </a:r>
          </a:p>
          <a:p>
            <a:pPr marL="457200" indent="-457200">
              <a:buFont typeface="Arial" panose="020B0604020202020204" pitchFamily="34" charset="0"/>
              <a:buChar char="•"/>
            </a:pPr>
            <a:endParaRPr lang="es-ES" sz="2800" b="1" dirty="0">
              <a:solidFill>
                <a:schemeClr val="accent1">
                  <a:lumMod val="50000"/>
                </a:schemeClr>
              </a:solidFill>
            </a:endParaRPr>
          </a:p>
          <a:p>
            <a:pPr>
              <a:lnSpc>
                <a:spcPct val="150000"/>
              </a:lnSpc>
            </a:pPr>
            <a:r>
              <a:rPr lang="es-ES" sz="2800" b="1" dirty="0">
                <a:solidFill>
                  <a:schemeClr val="accent1">
                    <a:lumMod val="50000"/>
                  </a:schemeClr>
                </a:solidFill>
              </a:rPr>
              <a:t>Bosques de Decisión y  Aprendizaje Conjunto (Ensemble </a:t>
            </a:r>
            <a:r>
              <a:rPr lang="es-ES" sz="2800" b="1" dirty="0" err="1">
                <a:solidFill>
                  <a:schemeClr val="accent1">
                    <a:lumMod val="50000"/>
                  </a:schemeClr>
                </a:solidFill>
              </a:rPr>
              <a:t>Methods</a:t>
            </a:r>
            <a:r>
              <a:rPr lang="es-ES" sz="2800" b="1" dirty="0">
                <a:solidFill>
                  <a:schemeClr val="accent1">
                    <a:lumMod val="50000"/>
                  </a:schemeClr>
                </a:solidFill>
              </a:rPr>
              <a:t>)</a:t>
            </a:r>
          </a:p>
          <a:p>
            <a:pPr marL="457200" indent="-457200">
              <a:lnSpc>
                <a:spcPct val="150000"/>
              </a:lnSpc>
              <a:buFont typeface="Arial" panose="020B0604020202020204" pitchFamily="34" charset="0"/>
              <a:buChar char="•"/>
            </a:pPr>
            <a:r>
              <a:rPr lang="es-ES" sz="2400" b="1" dirty="0">
                <a:solidFill>
                  <a:schemeClr val="accent5">
                    <a:lumMod val="20000"/>
                    <a:lumOff val="80000"/>
                  </a:schemeClr>
                </a:solidFill>
              </a:rPr>
              <a:t>Clasificación.</a:t>
            </a:r>
          </a:p>
          <a:p>
            <a:pPr marL="457200" indent="-457200">
              <a:lnSpc>
                <a:spcPct val="150000"/>
              </a:lnSpc>
              <a:buFont typeface="Arial" panose="020B0604020202020204" pitchFamily="34" charset="0"/>
              <a:buChar char="•"/>
            </a:pPr>
            <a:r>
              <a:rPr lang="es-ES" sz="2400" b="1" dirty="0" err="1">
                <a:solidFill>
                  <a:schemeClr val="accent5">
                    <a:lumMod val="20000"/>
                    <a:lumOff val="80000"/>
                  </a:schemeClr>
                </a:solidFill>
              </a:rPr>
              <a:t>Random</a:t>
            </a:r>
            <a:r>
              <a:rPr lang="es-ES" sz="2400" b="1" dirty="0">
                <a:solidFill>
                  <a:schemeClr val="accent5">
                    <a:lumMod val="20000"/>
                    <a:lumOff val="80000"/>
                  </a:schemeClr>
                </a:solidFill>
              </a:rPr>
              <a:t> Forest.</a:t>
            </a:r>
          </a:p>
          <a:p>
            <a:pPr marL="457200" indent="-457200">
              <a:lnSpc>
                <a:spcPct val="150000"/>
              </a:lnSpc>
              <a:buFont typeface="Arial" panose="020B0604020202020204" pitchFamily="34" charset="0"/>
              <a:buChar char="•"/>
            </a:pPr>
            <a:r>
              <a:rPr lang="es-ES" sz="2400" b="1" dirty="0" err="1">
                <a:solidFill>
                  <a:schemeClr val="accent1">
                    <a:lumMod val="50000"/>
                  </a:schemeClr>
                </a:solidFill>
              </a:rPr>
              <a:t>Boosting</a:t>
            </a:r>
            <a:r>
              <a:rPr lang="es-ES" sz="2400" b="1" dirty="0">
                <a:solidFill>
                  <a:schemeClr val="accent1">
                    <a:lumMod val="50000"/>
                  </a:schemeClr>
                </a:solidFill>
              </a:rPr>
              <a:t>.</a:t>
            </a:r>
            <a:r>
              <a:rPr lang="es-ES" sz="2400" b="1" dirty="0">
                <a:solidFill>
                  <a:schemeClr val="accent5">
                    <a:lumMod val="20000"/>
                    <a:lumOff val="80000"/>
                  </a:schemeClr>
                </a:solidFill>
              </a:rPr>
              <a:t> </a:t>
            </a:r>
          </a:p>
        </p:txBody>
      </p:sp>
    </p:spTree>
    <p:extLst>
      <p:ext uri="{BB962C8B-B14F-4D97-AF65-F5344CB8AC3E}">
        <p14:creationId xmlns:p14="http://schemas.microsoft.com/office/powerpoint/2010/main" val="270647888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3351B36-C549-53F8-7CDD-A5E66BE1BADF}"/>
              </a:ext>
            </a:extLst>
          </p:cNvPr>
          <p:cNvSpPr txBox="1"/>
          <p:nvPr/>
        </p:nvSpPr>
        <p:spPr>
          <a:xfrm>
            <a:off x="175735" y="1531943"/>
            <a:ext cx="11950505" cy="1754326"/>
          </a:xfrm>
          <a:prstGeom prst="rect">
            <a:avLst/>
          </a:prstGeom>
          <a:noFill/>
        </p:spPr>
        <p:txBody>
          <a:bodyPr wrap="square" rtlCol="0">
            <a:spAutoFit/>
          </a:bodyPr>
          <a:lstStyle/>
          <a:p>
            <a:pPr rtl="0"/>
            <a:r>
              <a:rPr lang="es-ES" dirty="0">
                <a:solidFill>
                  <a:schemeClr val="accent1">
                    <a:lumMod val="50000"/>
                  </a:schemeClr>
                </a:solidFill>
              </a:rPr>
              <a:t>Los estimadores se entrenan de modo secuencial de forma que cada nuevo estimador usa las predicciones del anterior para mejorarlas.</a:t>
            </a:r>
          </a:p>
          <a:p>
            <a:pPr rtl="0"/>
            <a:endParaRPr lang="es-ES" dirty="0">
              <a:solidFill>
                <a:schemeClr val="accent1">
                  <a:lumMod val="50000"/>
                </a:schemeClr>
              </a:solidFill>
            </a:endParaRPr>
          </a:p>
          <a:p>
            <a:pPr marL="285750" indent="-285750" rtl="0">
              <a:buFont typeface="Arial" panose="020B0604020202020204" pitchFamily="34" charset="0"/>
              <a:buChar char="•"/>
            </a:pPr>
            <a:r>
              <a:rPr lang="es-ES" b="1" dirty="0">
                <a:solidFill>
                  <a:schemeClr val="accent1">
                    <a:lumMod val="50000"/>
                  </a:schemeClr>
                </a:solidFill>
              </a:rPr>
              <a:t>Ada-</a:t>
            </a:r>
            <a:r>
              <a:rPr lang="es-ES" b="1" dirty="0" err="1">
                <a:solidFill>
                  <a:schemeClr val="accent1">
                    <a:lumMod val="50000"/>
                  </a:schemeClr>
                </a:solidFill>
              </a:rPr>
              <a:t>Boost</a:t>
            </a:r>
            <a:r>
              <a:rPr lang="es-ES" b="1" dirty="0">
                <a:solidFill>
                  <a:schemeClr val="accent1">
                    <a:lumMod val="50000"/>
                  </a:schemeClr>
                </a:solidFill>
              </a:rPr>
              <a:t>:</a:t>
            </a:r>
            <a:r>
              <a:rPr lang="es-ES" dirty="0">
                <a:solidFill>
                  <a:schemeClr val="accent1">
                    <a:lumMod val="50000"/>
                  </a:schemeClr>
                </a:solidFill>
              </a:rPr>
              <a:t> Cada nuevo estimador entrena con los mismos datos de entrada, solo que los datos que han sido incorrectamente predichos por el anterior estimador reciben mayor peso.</a:t>
            </a:r>
          </a:p>
          <a:p>
            <a:pPr rtl="0"/>
            <a:endParaRPr lang="es-ES" dirty="0">
              <a:effectLst/>
            </a:endParaRPr>
          </a:p>
        </p:txBody>
      </p:sp>
      <p:sp>
        <p:nvSpPr>
          <p:cNvPr id="3" name="Rectangle 1">
            <a:extLst>
              <a:ext uri="{FF2B5EF4-FFF2-40B4-BE49-F238E27FC236}">
                <a16:creationId xmlns:a16="http://schemas.microsoft.com/office/drawing/2014/main" id="{88EE0896-2F01-8602-A974-825AF90842DB}"/>
              </a:ext>
            </a:extLst>
          </p:cNvPr>
          <p:cNvSpPr>
            <a:spLocks noChangeArrowheads="1"/>
          </p:cNvSpPr>
          <p:nvPr/>
        </p:nvSpPr>
        <p:spPr bwMode="auto">
          <a:xfrm>
            <a:off x="379355" y="3391716"/>
            <a:ext cx="8454559" cy="1618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30000"/>
              </a:spcBef>
              <a:spcAft>
                <a:spcPct val="0"/>
              </a:spcAft>
              <a:buClrTx/>
              <a:buSzTx/>
              <a:buFontTx/>
              <a:buNone/>
              <a:tabLst/>
            </a:pPr>
            <a:r>
              <a:rPr lang="es-ES" altLang="es-ES" sz="1600" b="1" dirty="0" err="1">
                <a:solidFill>
                  <a:schemeClr val="accent6">
                    <a:lumMod val="75000"/>
                  </a:schemeClr>
                </a:solidFill>
                <a:latin typeface="Courier New" panose="02070309020205020404" pitchFamily="49" charset="0"/>
                <a:cs typeface="Courier New" panose="02070309020205020404" pitchFamily="49" charset="0"/>
              </a:rPr>
              <a:t>from</a:t>
            </a:r>
            <a:r>
              <a:rPr kumimoji="0" lang="es-ES" altLang="es-ES" sz="1600" b="0" i="0" u="none" strike="noStrike" cap="none" normalizeH="0" baseline="0" dirty="0">
                <a:ln>
                  <a:noFill/>
                </a:ln>
                <a:solidFill>
                  <a:srgbClr val="212121"/>
                </a:solidFill>
                <a:effectLst/>
                <a:latin typeface="Courier New" panose="02070309020205020404" pitchFamily="49" charset="0"/>
                <a:cs typeface="Courier New" panose="02070309020205020404" pitchFamily="49" charset="0"/>
              </a:rPr>
              <a:t> </a:t>
            </a:r>
            <a:r>
              <a:rPr kumimoji="0" lang="es-ES" altLang="es-ES" sz="1600" b="0" i="0" u="none" strike="noStrike" cap="none" normalizeH="0" baseline="0" dirty="0" err="1">
                <a:ln>
                  <a:noFill/>
                </a:ln>
                <a:solidFill>
                  <a:srgbClr val="212121"/>
                </a:solidFill>
                <a:effectLst/>
                <a:latin typeface="Courier New" panose="02070309020205020404" pitchFamily="49" charset="0"/>
                <a:cs typeface="Courier New" panose="02070309020205020404" pitchFamily="49" charset="0"/>
              </a:rPr>
              <a:t>sklearn.ensemble</a:t>
            </a:r>
            <a:r>
              <a:rPr kumimoji="0" lang="es-ES" altLang="es-ES" sz="1600" b="0" i="0" u="none" strike="noStrike" cap="none" normalizeH="0" baseline="0" dirty="0">
                <a:ln>
                  <a:noFill/>
                </a:ln>
                <a:solidFill>
                  <a:srgbClr val="212121"/>
                </a:solidFill>
                <a:effectLst/>
                <a:latin typeface="Courier New" panose="02070309020205020404" pitchFamily="49" charset="0"/>
                <a:cs typeface="Courier New" panose="02070309020205020404" pitchFamily="49" charset="0"/>
              </a:rPr>
              <a:t> </a:t>
            </a:r>
            <a:r>
              <a:rPr lang="es-ES" altLang="es-ES" sz="1600" b="1" dirty="0" err="1">
                <a:solidFill>
                  <a:schemeClr val="accent6">
                    <a:lumMod val="75000"/>
                  </a:schemeClr>
                </a:solidFill>
                <a:latin typeface="Courier New" panose="02070309020205020404" pitchFamily="49" charset="0"/>
                <a:cs typeface="Courier New" panose="02070309020205020404" pitchFamily="49" charset="0"/>
              </a:rPr>
              <a:t>import</a:t>
            </a:r>
            <a:r>
              <a:rPr kumimoji="0" lang="es-ES" altLang="es-ES" sz="1600" b="0" i="0" u="none" strike="noStrike" cap="none" normalizeH="0" baseline="0" dirty="0">
                <a:ln>
                  <a:noFill/>
                </a:ln>
                <a:solidFill>
                  <a:srgbClr val="212121"/>
                </a:solidFill>
                <a:effectLst/>
                <a:latin typeface="Courier New" panose="02070309020205020404" pitchFamily="49" charset="0"/>
                <a:cs typeface="Courier New" panose="02070309020205020404" pitchFamily="49" charset="0"/>
              </a:rPr>
              <a:t> </a:t>
            </a:r>
            <a:r>
              <a:rPr kumimoji="0" lang="es-ES" altLang="es-ES" sz="16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AdaBoostClassifier</a:t>
            </a:r>
            <a:r>
              <a:rPr kumimoji="0" lang="es-ES" altLang="es-ES" sz="1600" b="0" i="0" u="none" strike="noStrike" cap="none" normalizeH="0" baseline="0" dirty="0">
                <a:ln>
                  <a:noFill/>
                </a:ln>
                <a:solidFill>
                  <a:srgbClr val="21212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s-ES" altLang="es-ES" sz="16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ada_clf</a:t>
            </a:r>
            <a:r>
              <a:rPr kumimoji="0" lang="es-ES" altLang="es-ES" sz="1600" b="0" i="0" u="none" strike="noStrike" cap="none" normalizeH="0" baseline="0" dirty="0">
                <a:ln>
                  <a:noFill/>
                </a:ln>
                <a:solidFill>
                  <a:srgbClr val="212121"/>
                </a:solidFill>
                <a:effectLst/>
                <a:latin typeface="Courier New" panose="02070309020205020404" pitchFamily="49" charset="0"/>
                <a:cs typeface="Courier New" panose="02070309020205020404" pitchFamily="49" charset="0"/>
              </a:rPr>
              <a:t> </a:t>
            </a:r>
            <a:r>
              <a:rPr kumimoji="0" lang="es-ES" altLang="es-ES" sz="16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r>
              <a:rPr kumimoji="0" lang="es-ES" altLang="es-ES" sz="1600" b="0" i="0" u="none" strike="noStrike" cap="none" normalizeH="0" baseline="0" dirty="0">
                <a:ln>
                  <a:noFill/>
                </a:ln>
                <a:solidFill>
                  <a:srgbClr val="212121"/>
                </a:solidFill>
                <a:effectLst/>
                <a:latin typeface="Courier New" panose="02070309020205020404" pitchFamily="49" charset="0"/>
                <a:cs typeface="Courier New" panose="02070309020205020404" pitchFamily="49" charset="0"/>
              </a:rPr>
              <a:t> </a:t>
            </a:r>
            <a:r>
              <a:rPr kumimoji="0" lang="es-ES" altLang="es-ES" sz="16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AdaBoostClassifier</a:t>
            </a:r>
            <a:r>
              <a:rPr kumimoji="0" lang="es-ES" altLang="es-ES" sz="1600" b="0" i="0" u="none" strike="noStrike" cap="none" normalizeH="0" baseline="0" dirty="0">
                <a:ln>
                  <a:noFill/>
                </a:ln>
                <a:solidFill>
                  <a:srgbClr val="212121"/>
                </a:solidFill>
                <a:effectLst/>
                <a:latin typeface="Courier New" panose="02070309020205020404" pitchFamily="49" charset="0"/>
                <a:cs typeface="Courier New" panose="02070309020205020404" pitchFamily="49" charset="0"/>
              </a:rPr>
              <a:t>( </a:t>
            </a:r>
            <a:r>
              <a:rPr kumimoji="0" lang="es-ES" altLang="es-ES" sz="16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DecisionTreeClassifier</a:t>
            </a:r>
            <a:r>
              <a:rPr kumimoji="0" lang="es-ES" altLang="es-ES" sz="1600" b="0" i="0" u="none" strike="noStrike" cap="none" normalizeH="0" baseline="0" dirty="0">
                <a:ln>
                  <a:noFill/>
                </a:ln>
                <a:solidFill>
                  <a:srgbClr val="212121"/>
                </a:solidFill>
                <a:effectLst/>
                <a:latin typeface="Courier New" panose="02070309020205020404" pitchFamily="49" charset="0"/>
                <a:cs typeface="Courier New" panose="02070309020205020404" pitchFamily="49" charset="0"/>
              </a:rPr>
              <a:t>(</a:t>
            </a:r>
            <a:r>
              <a:rPr kumimoji="0" lang="es-ES" altLang="es-ES" sz="16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max_depth</a:t>
            </a:r>
            <a:r>
              <a:rPr kumimoji="0" lang="es-ES" altLang="es-ES" sz="16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r>
              <a:rPr lang="es-ES" altLang="es-ES" sz="1600" b="1" dirty="0">
                <a:solidFill>
                  <a:schemeClr val="accent6">
                    <a:lumMod val="75000"/>
                  </a:schemeClr>
                </a:solidFill>
                <a:latin typeface="Courier New" panose="02070309020205020404" pitchFamily="49" charset="0"/>
                <a:cs typeface="Courier New" panose="02070309020205020404" pitchFamily="49" charset="0"/>
              </a:rPr>
              <a:t>1</a:t>
            </a:r>
            <a:r>
              <a:rPr kumimoji="0" lang="es-ES" altLang="es-ES" sz="1600" b="0" i="0" u="none" strike="noStrike" cap="none" normalizeH="0" baseline="0" dirty="0">
                <a:ln>
                  <a:noFill/>
                </a:ln>
                <a:solidFill>
                  <a:srgbClr val="21212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lang="es-ES" altLang="es-ES" sz="1600" dirty="0">
                <a:solidFill>
                  <a:srgbClr val="212121"/>
                </a:solidFill>
                <a:latin typeface="Courier New" panose="02070309020205020404" pitchFamily="49" charset="0"/>
                <a:cs typeface="Courier New" panose="02070309020205020404" pitchFamily="49" charset="0"/>
              </a:rPr>
              <a:t>				</a:t>
            </a:r>
            <a:r>
              <a:rPr kumimoji="0" lang="es-ES" altLang="es-ES" sz="16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n_estimators</a:t>
            </a:r>
            <a:r>
              <a:rPr kumimoji="0" lang="es-ES" altLang="es-ES" sz="16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r>
              <a:rPr lang="es-ES" altLang="es-ES" sz="1600" b="1" dirty="0">
                <a:solidFill>
                  <a:schemeClr val="accent6">
                    <a:lumMod val="75000"/>
                  </a:schemeClr>
                </a:solidFill>
                <a:latin typeface="Courier New" panose="02070309020205020404" pitchFamily="49" charset="0"/>
                <a:cs typeface="Courier New" panose="02070309020205020404" pitchFamily="49" charset="0"/>
              </a:rPr>
              <a:t>200</a:t>
            </a:r>
            <a:r>
              <a:rPr kumimoji="0" lang="es-ES" altLang="es-ES" sz="1600" b="0" i="0" u="none" strike="noStrike" cap="none" normalizeH="0" baseline="0" dirty="0">
                <a:ln>
                  <a:noFill/>
                </a:ln>
                <a:solidFill>
                  <a:srgbClr val="212121"/>
                </a:solidFill>
                <a:effectLst/>
                <a:latin typeface="Courier New" panose="02070309020205020404" pitchFamily="49" charset="0"/>
                <a:cs typeface="Courier New" panose="02070309020205020404" pitchFamily="49" charset="0"/>
              </a:rPr>
              <a:t>, </a:t>
            </a:r>
            <a:endParaRPr kumimoji="0" lang="es-ES" altLang="es-ES" sz="16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lang="es-ES" altLang="es-ES" sz="1600" dirty="0">
                <a:latin typeface="Courier New" panose="02070309020205020404" pitchFamily="49" charset="0"/>
                <a:cs typeface="Courier New" panose="02070309020205020404" pitchFamily="49" charset="0"/>
              </a:rPr>
              <a:t>				</a:t>
            </a:r>
            <a:r>
              <a:rPr kumimoji="0" lang="es-ES" altLang="es-ES" sz="16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learning_rate</a:t>
            </a:r>
            <a:r>
              <a:rPr kumimoji="0" lang="es-ES" altLang="es-ES" sz="16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r>
              <a:rPr lang="es-ES" altLang="es-ES" sz="1600" b="1" dirty="0">
                <a:solidFill>
                  <a:schemeClr val="accent6">
                    <a:lumMod val="75000"/>
                  </a:schemeClr>
                </a:solidFill>
                <a:latin typeface="Courier New" panose="02070309020205020404" pitchFamily="49" charset="0"/>
                <a:cs typeface="Courier New" panose="02070309020205020404" pitchFamily="49" charset="0"/>
              </a:rPr>
              <a:t>0.5</a:t>
            </a:r>
            <a:r>
              <a:rPr kumimoji="0" lang="es-ES" altLang="es-ES" sz="1600" b="0" i="0" u="none" strike="noStrike" cap="none" normalizeH="0" baseline="0" dirty="0">
                <a:ln>
                  <a:noFill/>
                </a:ln>
                <a:solidFill>
                  <a:srgbClr val="21212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s-ES" altLang="es-ES" sz="16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ada_clf</a:t>
            </a:r>
            <a:r>
              <a:rPr kumimoji="0" lang="es-ES" altLang="es-ES" sz="16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a:t>
            </a:r>
            <a:r>
              <a:rPr kumimoji="0" lang="es-ES" altLang="es-ES" sz="16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fit</a:t>
            </a:r>
            <a:r>
              <a:rPr kumimoji="0" lang="es-ES" altLang="es-ES" sz="1600" b="0" i="0" u="none" strike="noStrike" cap="none" normalizeH="0" baseline="0" dirty="0">
                <a:ln>
                  <a:noFill/>
                </a:ln>
                <a:solidFill>
                  <a:srgbClr val="212121"/>
                </a:solidFill>
                <a:effectLst/>
                <a:latin typeface="Courier New" panose="02070309020205020404" pitchFamily="49" charset="0"/>
                <a:cs typeface="Courier New" panose="02070309020205020404" pitchFamily="49" charset="0"/>
              </a:rPr>
              <a:t>(</a:t>
            </a:r>
            <a:r>
              <a:rPr kumimoji="0" lang="es-ES" altLang="es-ES" sz="16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X_train</a:t>
            </a:r>
            <a:r>
              <a:rPr kumimoji="0" lang="es-ES" altLang="es-ES" sz="1600" b="0" i="0" u="none" strike="noStrike" cap="none" normalizeH="0" baseline="0" dirty="0">
                <a:ln>
                  <a:noFill/>
                </a:ln>
                <a:solidFill>
                  <a:srgbClr val="212121"/>
                </a:solidFill>
                <a:effectLst/>
                <a:latin typeface="Courier New" panose="02070309020205020404" pitchFamily="49" charset="0"/>
                <a:cs typeface="Courier New" panose="02070309020205020404" pitchFamily="49" charset="0"/>
              </a:rPr>
              <a:t>, </a:t>
            </a:r>
            <a:r>
              <a:rPr kumimoji="0" lang="es-ES" altLang="es-ES" sz="16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y_train</a:t>
            </a:r>
            <a:r>
              <a:rPr kumimoji="0" lang="es-ES" altLang="es-ES" sz="1600" b="0" i="0" u="none" strike="noStrike" cap="none" normalizeH="0" baseline="0" dirty="0">
                <a:ln>
                  <a:noFill/>
                </a:ln>
                <a:solidFill>
                  <a:srgbClr val="212121"/>
                </a:solidFill>
                <a:effectLst/>
                <a:latin typeface="Courier New" panose="02070309020205020404" pitchFamily="49" charset="0"/>
                <a:cs typeface="Courier New" panose="02070309020205020404" pitchFamily="49" charset="0"/>
              </a:rPr>
              <a:t>)</a:t>
            </a:r>
            <a:r>
              <a:rPr kumimoji="0" lang="es-ES" altLang="es-ES" sz="16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p:txBody>
      </p:sp>
      <p:sp>
        <p:nvSpPr>
          <p:cNvPr id="6" name="CuadroTexto 5">
            <a:extLst>
              <a:ext uri="{FF2B5EF4-FFF2-40B4-BE49-F238E27FC236}">
                <a16:creationId xmlns:a16="http://schemas.microsoft.com/office/drawing/2014/main" id="{B8C2B335-2E99-A59A-A7C6-8F1433CD6DD7}"/>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7" name="CuadroTexto 6">
            <a:extLst>
              <a:ext uri="{FF2B5EF4-FFF2-40B4-BE49-F238E27FC236}">
                <a16:creationId xmlns:a16="http://schemas.microsoft.com/office/drawing/2014/main" id="{0F9CD543-AC38-84C6-0E15-AB8528D29B1C}"/>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8" name="CuadroTexto 7">
            <a:extLst>
              <a:ext uri="{FF2B5EF4-FFF2-40B4-BE49-F238E27FC236}">
                <a16:creationId xmlns:a16="http://schemas.microsoft.com/office/drawing/2014/main" id="{10E707C6-41F2-CE01-5947-BCADACBC1A3C}"/>
              </a:ext>
            </a:extLst>
          </p:cNvPr>
          <p:cNvSpPr txBox="1"/>
          <p:nvPr/>
        </p:nvSpPr>
        <p:spPr>
          <a:xfrm>
            <a:off x="164744" y="619671"/>
            <a:ext cx="6101670" cy="400110"/>
          </a:xfrm>
          <a:prstGeom prst="rect">
            <a:avLst/>
          </a:prstGeom>
          <a:noFill/>
        </p:spPr>
        <p:txBody>
          <a:bodyPr wrap="none" rtlCol="0">
            <a:spAutoFit/>
          </a:bodyPr>
          <a:lstStyle/>
          <a:p>
            <a:r>
              <a:rPr lang="es-ES" sz="2000" b="1" dirty="0">
                <a:solidFill>
                  <a:schemeClr val="accent1">
                    <a:lumMod val="50000"/>
                  </a:schemeClr>
                </a:solidFill>
              </a:rPr>
              <a:t>Bosques de Decisión Secuenciales (</a:t>
            </a:r>
            <a:r>
              <a:rPr lang="es-ES" sz="2000" b="1" dirty="0" err="1">
                <a:solidFill>
                  <a:schemeClr val="accent1">
                    <a:lumMod val="50000"/>
                  </a:schemeClr>
                </a:solidFill>
              </a:rPr>
              <a:t>Boosting</a:t>
            </a:r>
            <a:r>
              <a:rPr lang="es-ES" sz="2000" b="1" dirty="0">
                <a:solidFill>
                  <a:schemeClr val="accent1">
                    <a:lumMod val="50000"/>
                  </a:schemeClr>
                </a:solidFill>
              </a:rPr>
              <a:t>) en </a:t>
            </a:r>
            <a:r>
              <a:rPr lang="es-ES" sz="2000" b="1" dirty="0" err="1">
                <a:solidFill>
                  <a:schemeClr val="accent1">
                    <a:lumMod val="50000"/>
                  </a:schemeClr>
                </a:solidFill>
              </a:rPr>
              <a:t>Sklearn</a:t>
            </a:r>
            <a:endParaRPr lang="es-ES" sz="2000" b="1" dirty="0">
              <a:solidFill>
                <a:schemeClr val="accent1">
                  <a:lumMod val="50000"/>
                </a:schemeClr>
              </a:solidFill>
            </a:endParaRPr>
          </a:p>
        </p:txBody>
      </p:sp>
      <p:grpSp>
        <p:nvGrpSpPr>
          <p:cNvPr id="163" name="Grupo 162">
            <a:extLst>
              <a:ext uri="{FF2B5EF4-FFF2-40B4-BE49-F238E27FC236}">
                <a16:creationId xmlns:a16="http://schemas.microsoft.com/office/drawing/2014/main" id="{7C7B0279-1FBF-49AD-20E0-E4EF150BC7C4}"/>
              </a:ext>
            </a:extLst>
          </p:cNvPr>
          <p:cNvGrpSpPr/>
          <p:nvPr/>
        </p:nvGrpSpPr>
        <p:grpSpPr>
          <a:xfrm>
            <a:off x="6672060" y="2977504"/>
            <a:ext cx="1364760" cy="777240"/>
            <a:chOff x="6672060" y="2977504"/>
            <a:chExt cx="1364760" cy="777240"/>
          </a:xfrm>
        </p:grpSpPr>
        <mc:AlternateContent xmlns:mc="http://schemas.openxmlformats.org/markup-compatibility/2006" xmlns:p14="http://schemas.microsoft.com/office/powerpoint/2010/main">
          <mc:Choice Requires="p14">
            <p:contentPart p14:bwMode="auto" r:id="rId2">
              <p14:nvContentPartPr>
                <p14:cNvPr id="9" name="Entrada de lápiz 8">
                  <a:extLst>
                    <a:ext uri="{FF2B5EF4-FFF2-40B4-BE49-F238E27FC236}">
                      <a16:creationId xmlns:a16="http://schemas.microsoft.com/office/drawing/2014/main" id="{AC83DD86-7832-72C6-393E-4BB30A87986D}"/>
                    </a:ext>
                  </a:extLst>
                </p14:cNvPr>
                <p14:cNvContentPartPr/>
                <p14:nvPr/>
              </p14:nvContentPartPr>
              <p14:xfrm>
                <a:off x="6672060" y="3289984"/>
                <a:ext cx="442800" cy="464760"/>
              </p14:xfrm>
            </p:contentPart>
          </mc:Choice>
          <mc:Fallback xmlns="">
            <p:pic>
              <p:nvPicPr>
                <p:cNvPr id="9" name="Entrada de lápiz 8">
                  <a:extLst>
                    <a:ext uri="{FF2B5EF4-FFF2-40B4-BE49-F238E27FC236}">
                      <a16:creationId xmlns:a16="http://schemas.microsoft.com/office/drawing/2014/main" id="{AC83DD86-7832-72C6-393E-4BB30A87986D}"/>
                    </a:ext>
                  </a:extLst>
                </p:cNvPr>
                <p:cNvPicPr/>
                <p:nvPr/>
              </p:nvPicPr>
              <p:blipFill>
                <a:blip r:embed="rId3"/>
                <a:stretch>
                  <a:fillRect/>
                </a:stretch>
              </p:blipFill>
              <p:spPr>
                <a:xfrm>
                  <a:off x="6663420" y="3280984"/>
                  <a:ext cx="460440" cy="482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1" name="Entrada de lápiz 10">
                  <a:extLst>
                    <a:ext uri="{FF2B5EF4-FFF2-40B4-BE49-F238E27FC236}">
                      <a16:creationId xmlns:a16="http://schemas.microsoft.com/office/drawing/2014/main" id="{6D2625DF-C0C6-8406-4C44-2A46F38EF737}"/>
                    </a:ext>
                  </a:extLst>
                </p14:cNvPr>
                <p14:cNvContentPartPr/>
                <p14:nvPr/>
              </p14:nvContentPartPr>
              <p14:xfrm>
                <a:off x="7073100" y="3189184"/>
                <a:ext cx="79200" cy="161280"/>
              </p14:xfrm>
            </p:contentPart>
          </mc:Choice>
          <mc:Fallback xmlns="">
            <p:pic>
              <p:nvPicPr>
                <p:cNvPr id="11" name="Entrada de lápiz 10">
                  <a:extLst>
                    <a:ext uri="{FF2B5EF4-FFF2-40B4-BE49-F238E27FC236}">
                      <a16:creationId xmlns:a16="http://schemas.microsoft.com/office/drawing/2014/main" id="{6D2625DF-C0C6-8406-4C44-2A46F38EF737}"/>
                    </a:ext>
                  </a:extLst>
                </p:cNvPr>
                <p:cNvPicPr/>
                <p:nvPr/>
              </p:nvPicPr>
              <p:blipFill>
                <a:blip r:embed="rId5"/>
                <a:stretch>
                  <a:fillRect/>
                </a:stretch>
              </p:blipFill>
              <p:spPr>
                <a:xfrm>
                  <a:off x="7064100" y="3180184"/>
                  <a:ext cx="9684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3" name="Entrada de lápiz 12">
                  <a:extLst>
                    <a:ext uri="{FF2B5EF4-FFF2-40B4-BE49-F238E27FC236}">
                      <a16:creationId xmlns:a16="http://schemas.microsoft.com/office/drawing/2014/main" id="{358BD106-88CA-AF51-34E2-B33989D15ECB}"/>
                    </a:ext>
                  </a:extLst>
                </p14:cNvPr>
                <p14:cNvContentPartPr/>
                <p14:nvPr/>
              </p14:nvContentPartPr>
              <p14:xfrm>
                <a:off x="7300980" y="3128704"/>
                <a:ext cx="41040" cy="180360"/>
              </p14:xfrm>
            </p:contentPart>
          </mc:Choice>
          <mc:Fallback xmlns="">
            <p:pic>
              <p:nvPicPr>
                <p:cNvPr id="13" name="Entrada de lápiz 12">
                  <a:extLst>
                    <a:ext uri="{FF2B5EF4-FFF2-40B4-BE49-F238E27FC236}">
                      <a16:creationId xmlns:a16="http://schemas.microsoft.com/office/drawing/2014/main" id="{358BD106-88CA-AF51-34E2-B33989D15ECB}"/>
                    </a:ext>
                  </a:extLst>
                </p:cNvPr>
                <p:cNvPicPr/>
                <p:nvPr/>
              </p:nvPicPr>
              <p:blipFill>
                <a:blip r:embed="rId7"/>
                <a:stretch>
                  <a:fillRect/>
                </a:stretch>
              </p:blipFill>
              <p:spPr>
                <a:xfrm>
                  <a:off x="7291980" y="3119704"/>
                  <a:ext cx="5868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Entrada de lápiz 13">
                  <a:extLst>
                    <a:ext uri="{FF2B5EF4-FFF2-40B4-BE49-F238E27FC236}">
                      <a16:creationId xmlns:a16="http://schemas.microsoft.com/office/drawing/2014/main" id="{AB3EB34E-10CC-4D2C-A733-36CFE87AFBD8}"/>
                    </a:ext>
                  </a:extLst>
                </p14:cNvPr>
                <p14:cNvContentPartPr/>
                <p14:nvPr/>
              </p14:nvContentPartPr>
              <p14:xfrm>
                <a:off x="7178940" y="3052744"/>
                <a:ext cx="234360" cy="60840"/>
              </p14:xfrm>
            </p:contentPart>
          </mc:Choice>
          <mc:Fallback xmlns="">
            <p:pic>
              <p:nvPicPr>
                <p:cNvPr id="14" name="Entrada de lápiz 13">
                  <a:extLst>
                    <a:ext uri="{FF2B5EF4-FFF2-40B4-BE49-F238E27FC236}">
                      <a16:creationId xmlns:a16="http://schemas.microsoft.com/office/drawing/2014/main" id="{AB3EB34E-10CC-4D2C-A733-36CFE87AFBD8}"/>
                    </a:ext>
                  </a:extLst>
                </p:cNvPr>
                <p:cNvPicPr/>
                <p:nvPr/>
              </p:nvPicPr>
              <p:blipFill>
                <a:blip r:embed="rId9"/>
                <a:stretch>
                  <a:fillRect/>
                </a:stretch>
              </p:blipFill>
              <p:spPr>
                <a:xfrm>
                  <a:off x="7170300" y="3043744"/>
                  <a:ext cx="25200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4" name="Entrada de lápiz 43">
                  <a:extLst>
                    <a:ext uri="{FF2B5EF4-FFF2-40B4-BE49-F238E27FC236}">
                      <a16:creationId xmlns:a16="http://schemas.microsoft.com/office/drawing/2014/main" id="{24CCF744-9A69-6A53-A912-ABD00F0E7421}"/>
                    </a:ext>
                  </a:extLst>
                </p14:cNvPr>
                <p14:cNvContentPartPr/>
                <p14:nvPr/>
              </p14:nvContentPartPr>
              <p14:xfrm>
                <a:off x="7405380" y="3192064"/>
                <a:ext cx="25200" cy="85320"/>
              </p14:xfrm>
            </p:contentPart>
          </mc:Choice>
          <mc:Fallback xmlns="">
            <p:pic>
              <p:nvPicPr>
                <p:cNvPr id="44" name="Entrada de lápiz 43">
                  <a:extLst>
                    <a:ext uri="{FF2B5EF4-FFF2-40B4-BE49-F238E27FC236}">
                      <a16:creationId xmlns:a16="http://schemas.microsoft.com/office/drawing/2014/main" id="{24CCF744-9A69-6A53-A912-ABD00F0E7421}"/>
                    </a:ext>
                  </a:extLst>
                </p:cNvPr>
                <p:cNvPicPr/>
                <p:nvPr/>
              </p:nvPicPr>
              <p:blipFill>
                <a:blip r:embed="rId11"/>
                <a:stretch>
                  <a:fillRect/>
                </a:stretch>
              </p:blipFill>
              <p:spPr>
                <a:xfrm>
                  <a:off x="7396740" y="3183064"/>
                  <a:ext cx="4284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2" name="Entrada de lápiz 51">
                  <a:extLst>
                    <a:ext uri="{FF2B5EF4-FFF2-40B4-BE49-F238E27FC236}">
                      <a16:creationId xmlns:a16="http://schemas.microsoft.com/office/drawing/2014/main" id="{F6B16871-08F2-4E5C-BC58-7B26EC7EADA7}"/>
                    </a:ext>
                  </a:extLst>
                </p14:cNvPr>
                <p14:cNvContentPartPr/>
                <p14:nvPr/>
              </p14:nvContentPartPr>
              <p14:xfrm>
                <a:off x="7404660" y="3105664"/>
                <a:ext cx="3600" cy="2880"/>
              </p14:xfrm>
            </p:contentPart>
          </mc:Choice>
          <mc:Fallback xmlns="">
            <p:pic>
              <p:nvPicPr>
                <p:cNvPr id="52" name="Entrada de lápiz 51">
                  <a:extLst>
                    <a:ext uri="{FF2B5EF4-FFF2-40B4-BE49-F238E27FC236}">
                      <a16:creationId xmlns:a16="http://schemas.microsoft.com/office/drawing/2014/main" id="{F6B16871-08F2-4E5C-BC58-7B26EC7EADA7}"/>
                    </a:ext>
                  </a:extLst>
                </p:cNvPr>
                <p:cNvPicPr/>
                <p:nvPr/>
              </p:nvPicPr>
              <p:blipFill>
                <a:blip r:embed="rId13"/>
                <a:stretch>
                  <a:fillRect/>
                </a:stretch>
              </p:blipFill>
              <p:spPr>
                <a:xfrm>
                  <a:off x="7396020" y="3096664"/>
                  <a:ext cx="2124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3" name="Entrada de lápiz 52">
                  <a:extLst>
                    <a:ext uri="{FF2B5EF4-FFF2-40B4-BE49-F238E27FC236}">
                      <a16:creationId xmlns:a16="http://schemas.microsoft.com/office/drawing/2014/main" id="{A2421959-4BDB-CBE9-6E9E-56B065C99858}"/>
                    </a:ext>
                  </a:extLst>
                </p14:cNvPr>
                <p14:cNvContentPartPr/>
                <p14:nvPr/>
              </p14:nvContentPartPr>
              <p14:xfrm>
                <a:off x="7478460" y="3185224"/>
                <a:ext cx="57240" cy="187200"/>
              </p14:xfrm>
            </p:contentPart>
          </mc:Choice>
          <mc:Fallback xmlns="">
            <p:pic>
              <p:nvPicPr>
                <p:cNvPr id="53" name="Entrada de lápiz 52">
                  <a:extLst>
                    <a:ext uri="{FF2B5EF4-FFF2-40B4-BE49-F238E27FC236}">
                      <a16:creationId xmlns:a16="http://schemas.microsoft.com/office/drawing/2014/main" id="{A2421959-4BDB-CBE9-6E9E-56B065C99858}"/>
                    </a:ext>
                  </a:extLst>
                </p:cNvPr>
                <p:cNvPicPr/>
                <p:nvPr/>
              </p:nvPicPr>
              <p:blipFill>
                <a:blip r:embed="rId15"/>
                <a:stretch>
                  <a:fillRect/>
                </a:stretch>
              </p:blipFill>
              <p:spPr>
                <a:xfrm>
                  <a:off x="7469820" y="3176584"/>
                  <a:ext cx="7488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4" name="Entrada de lápiz 53">
                  <a:extLst>
                    <a:ext uri="{FF2B5EF4-FFF2-40B4-BE49-F238E27FC236}">
                      <a16:creationId xmlns:a16="http://schemas.microsoft.com/office/drawing/2014/main" id="{07BABEAC-2FB1-9050-42FC-E6698689CCDD}"/>
                    </a:ext>
                  </a:extLst>
                </p14:cNvPr>
                <p14:cNvContentPartPr/>
                <p14:nvPr/>
              </p14:nvContentPartPr>
              <p14:xfrm>
                <a:off x="7444620" y="3165424"/>
                <a:ext cx="126000" cy="82800"/>
              </p14:xfrm>
            </p:contentPart>
          </mc:Choice>
          <mc:Fallback xmlns="">
            <p:pic>
              <p:nvPicPr>
                <p:cNvPr id="54" name="Entrada de lápiz 53">
                  <a:extLst>
                    <a:ext uri="{FF2B5EF4-FFF2-40B4-BE49-F238E27FC236}">
                      <a16:creationId xmlns:a16="http://schemas.microsoft.com/office/drawing/2014/main" id="{07BABEAC-2FB1-9050-42FC-E6698689CCDD}"/>
                    </a:ext>
                  </a:extLst>
                </p:cNvPr>
                <p:cNvPicPr/>
                <p:nvPr/>
              </p:nvPicPr>
              <p:blipFill>
                <a:blip r:embed="rId17"/>
                <a:stretch>
                  <a:fillRect/>
                </a:stretch>
              </p:blipFill>
              <p:spPr>
                <a:xfrm>
                  <a:off x="7435980" y="3156424"/>
                  <a:ext cx="14364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5" name="Entrada de lápiz 54">
                  <a:extLst>
                    <a:ext uri="{FF2B5EF4-FFF2-40B4-BE49-F238E27FC236}">
                      <a16:creationId xmlns:a16="http://schemas.microsoft.com/office/drawing/2014/main" id="{621FBDD1-BD16-DFB6-167C-A095833DB184}"/>
                    </a:ext>
                  </a:extLst>
                </p14:cNvPr>
                <p14:cNvContentPartPr/>
                <p14:nvPr/>
              </p14:nvContentPartPr>
              <p14:xfrm>
                <a:off x="7588980" y="3151024"/>
                <a:ext cx="98640" cy="105480"/>
              </p14:xfrm>
            </p:contentPart>
          </mc:Choice>
          <mc:Fallback xmlns="">
            <p:pic>
              <p:nvPicPr>
                <p:cNvPr id="55" name="Entrada de lápiz 54">
                  <a:extLst>
                    <a:ext uri="{FF2B5EF4-FFF2-40B4-BE49-F238E27FC236}">
                      <a16:creationId xmlns:a16="http://schemas.microsoft.com/office/drawing/2014/main" id="{621FBDD1-BD16-DFB6-167C-A095833DB184}"/>
                    </a:ext>
                  </a:extLst>
                </p:cNvPr>
                <p:cNvPicPr/>
                <p:nvPr/>
              </p:nvPicPr>
              <p:blipFill>
                <a:blip r:embed="rId19"/>
                <a:stretch>
                  <a:fillRect/>
                </a:stretch>
              </p:blipFill>
              <p:spPr>
                <a:xfrm>
                  <a:off x="7579980" y="3142384"/>
                  <a:ext cx="11628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6" name="Entrada de lápiz 55">
                  <a:extLst>
                    <a:ext uri="{FF2B5EF4-FFF2-40B4-BE49-F238E27FC236}">
                      <a16:creationId xmlns:a16="http://schemas.microsoft.com/office/drawing/2014/main" id="{18DD8F38-45A9-4946-50B2-A9BA6F2ABCB1}"/>
                    </a:ext>
                  </a:extLst>
                </p14:cNvPr>
                <p14:cNvContentPartPr/>
                <p14:nvPr/>
              </p14:nvContentPartPr>
              <p14:xfrm>
                <a:off x="7794540" y="3120784"/>
                <a:ext cx="100440" cy="93600"/>
              </p14:xfrm>
            </p:contentPart>
          </mc:Choice>
          <mc:Fallback xmlns="">
            <p:pic>
              <p:nvPicPr>
                <p:cNvPr id="56" name="Entrada de lápiz 55">
                  <a:extLst>
                    <a:ext uri="{FF2B5EF4-FFF2-40B4-BE49-F238E27FC236}">
                      <a16:creationId xmlns:a16="http://schemas.microsoft.com/office/drawing/2014/main" id="{18DD8F38-45A9-4946-50B2-A9BA6F2ABCB1}"/>
                    </a:ext>
                  </a:extLst>
                </p:cNvPr>
                <p:cNvPicPr/>
                <p:nvPr/>
              </p:nvPicPr>
              <p:blipFill>
                <a:blip r:embed="rId21"/>
                <a:stretch>
                  <a:fillRect/>
                </a:stretch>
              </p:blipFill>
              <p:spPr>
                <a:xfrm>
                  <a:off x="7785900" y="3112144"/>
                  <a:ext cx="11808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7" name="Entrada de lápiz 56">
                  <a:extLst>
                    <a:ext uri="{FF2B5EF4-FFF2-40B4-BE49-F238E27FC236}">
                      <a16:creationId xmlns:a16="http://schemas.microsoft.com/office/drawing/2014/main" id="{92664534-D97B-AB91-8C9C-3A36A361E13F}"/>
                    </a:ext>
                  </a:extLst>
                </p14:cNvPr>
                <p14:cNvContentPartPr/>
                <p14:nvPr/>
              </p14:nvContentPartPr>
              <p14:xfrm>
                <a:off x="7896060" y="2977504"/>
                <a:ext cx="59400" cy="276480"/>
              </p14:xfrm>
            </p:contentPart>
          </mc:Choice>
          <mc:Fallback xmlns="">
            <p:pic>
              <p:nvPicPr>
                <p:cNvPr id="57" name="Entrada de lápiz 56">
                  <a:extLst>
                    <a:ext uri="{FF2B5EF4-FFF2-40B4-BE49-F238E27FC236}">
                      <a16:creationId xmlns:a16="http://schemas.microsoft.com/office/drawing/2014/main" id="{92664534-D97B-AB91-8C9C-3A36A361E13F}"/>
                    </a:ext>
                  </a:extLst>
                </p:cNvPr>
                <p:cNvPicPr/>
                <p:nvPr/>
              </p:nvPicPr>
              <p:blipFill>
                <a:blip r:embed="rId23"/>
                <a:stretch>
                  <a:fillRect/>
                </a:stretch>
              </p:blipFill>
              <p:spPr>
                <a:xfrm>
                  <a:off x="7887060" y="2968864"/>
                  <a:ext cx="7704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58" name="Entrada de lápiz 57">
                  <a:extLst>
                    <a:ext uri="{FF2B5EF4-FFF2-40B4-BE49-F238E27FC236}">
                      <a16:creationId xmlns:a16="http://schemas.microsoft.com/office/drawing/2014/main" id="{BDD50B01-4FD9-128A-34F5-49D65DD54166}"/>
                    </a:ext>
                  </a:extLst>
                </p14:cNvPr>
                <p14:cNvContentPartPr/>
                <p14:nvPr/>
              </p14:nvContentPartPr>
              <p14:xfrm>
                <a:off x="7918740" y="3119344"/>
                <a:ext cx="118080" cy="105120"/>
              </p14:xfrm>
            </p:contentPart>
          </mc:Choice>
          <mc:Fallback xmlns="">
            <p:pic>
              <p:nvPicPr>
                <p:cNvPr id="58" name="Entrada de lápiz 57">
                  <a:extLst>
                    <a:ext uri="{FF2B5EF4-FFF2-40B4-BE49-F238E27FC236}">
                      <a16:creationId xmlns:a16="http://schemas.microsoft.com/office/drawing/2014/main" id="{BDD50B01-4FD9-128A-34F5-49D65DD54166}"/>
                    </a:ext>
                  </a:extLst>
                </p:cNvPr>
                <p:cNvPicPr/>
                <p:nvPr/>
              </p:nvPicPr>
              <p:blipFill>
                <a:blip r:embed="rId25"/>
                <a:stretch>
                  <a:fillRect/>
                </a:stretch>
              </p:blipFill>
              <p:spPr>
                <a:xfrm>
                  <a:off x="7910100" y="3110344"/>
                  <a:ext cx="135720" cy="122760"/>
                </a:xfrm>
                <a:prstGeom prst="rect">
                  <a:avLst/>
                </a:prstGeom>
              </p:spPr>
            </p:pic>
          </mc:Fallback>
        </mc:AlternateContent>
      </p:grpSp>
      <p:grpSp>
        <p:nvGrpSpPr>
          <p:cNvPr id="252" name="Grupo 251">
            <a:extLst>
              <a:ext uri="{FF2B5EF4-FFF2-40B4-BE49-F238E27FC236}">
                <a16:creationId xmlns:a16="http://schemas.microsoft.com/office/drawing/2014/main" id="{EE5D13A3-521D-CBB7-790B-C426226DC10B}"/>
              </a:ext>
            </a:extLst>
          </p:cNvPr>
          <p:cNvGrpSpPr/>
          <p:nvPr/>
        </p:nvGrpSpPr>
        <p:grpSpPr>
          <a:xfrm>
            <a:off x="8205300" y="2710384"/>
            <a:ext cx="3273120" cy="796320"/>
            <a:chOff x="8205300" y="2710384"/>
            <a:chExt cx="3273120" cy="796320"/>
          </a:xfrm>
        </p:grpSpPr>
        <mc:AlternateContent xmlns:mc="http://schemas.openxmlformats.org/markup-compatibility/2006" xmlns:p14="http://schemas.microsoft.com/office/powerpoint/2010/main">
          <mc:Choice Requires="p14">
            <p:contentPart p14:bwMode="auto" r:id="rId26">
              <p14:nvContentPartPr>
                <p14:cNvPr id="229" name="Entrada de lápiz 228">
                  <a:extLst>
                    <a:ext uri="{FF2B5EF4-FFF2-40B4-BE49-F238E27FC236}">
                      <a16:creationId xmlns:a16="http://schemas.microsoft.com/office/drawing/2014/main" id="{A64D29A9-CF5B-AFA1-5BF3-6E5FFADC3A64}"/>
                    </a:ext>
                  </a:extLst>
                </p14:cNvPr>
                <p14:cNvContentPartPr/>
                <p14:nvPr/>
              </p14:nvContentPartPr>
              <p14:xfrm>
                <a:off x="11172060" y="2710384"/>
                <a:ext cx="173520" cy="290880"/>
              </p14:xfrm>
            </p:contentPart>
          </mc:Choice>
          <mc:Fallback xmlns="">
            <p:pic>
              <p:nvPicPr>
                <p:cNvPr id="229" name="Entrada de lápiz 228">
                  <a:extLst>
                    <a:ext uri="{FF2B5EF4-FFF2-40B4-BE49-F238E27FC236}">
                      <a16:creationId xmlns:a16="http://schemas.microsoft.com/office/drawing/2014/main" id="{A64D29A9-CF5B-AFA1-5BF3-6E5FFADC3A64}"/>
                    </a:ext>
                  </a:extLst>
                </p:cNvPr>
                <p:cNvPicPr/>
                <p:nvPr/>
              </p:nvPicPr>
              <p:blipFill>
                <a:blip r:embed="rId27"/>
                <a:stretch>
                  <a:fillRect/>
                </a:stretch>
              </p:blipFill>
              <p:spPr>
                <a:xfrm>
                  <a:off x="11163060" y="2701384"/>
                  <a:ext cx="191160" cy="3085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73" name="Entrada de lápiz 72">
                  <a:extLst>
                    <a:ext uri="{FF2B5EF4-FFF2-40B4-BE49-F238E27FC236}">
                      <a16:creationId xmlns:a16="http://schemas.microsoft.com/office/drawing/2014/main" id="{B4C3D01D-6D5A-F037-F365-71ED7C8C2D0E}"/>
                    </a:ext>
                  </a:extLst>
                </p14:cNvPr>
                <p14:cNvContentPartPr/>
                <p14:nvPr/>
              </p14:nvContentPartPr>
              <p14:xfrm>
                <a:off x="8205300" y="3058864"/>
                <a:ext cx="102600" cy="104760"/>
              </p14:xfrm>
            </p:contentPart>
          </mc:Choice>
          <mc:Fallback xmlns="">
            <p:pic>
              <p:nvPicPr>
                <p:cNvPr id="73" name="Entrada de lápiz 72">
                  <a:extLst>
                    <a:ext uri="{FF2B5EF4-FFF2-40B4-BE49-F238E27FC236}">
                      <a16:creationId xmlns:a16="http://schemas.microsoft.com/office/drawing/2014/main" id="{B4C3D01D-6D5A-F037-F365-71ED7C8C2D0E}"/>
                    </a:ext>
                  </a:extLst>
                </p:cNvPr>
                <p:cNvPicPr/>
                <p:nvPr/>
              </p:nvPicPr>
              <p:blipFill>
                <a:blip r:embed="rId29"/>
                <a:stretch>
                  <a:fillRect/>
                </a:stretch>
              </p:blipFill>
              <p:spPr>
                <a:xfrm>
                  <a:off x="8196300" y="3049864"/>
                  <a:ext cx="12024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84" name="Entrada de lápiz 83">
                  <a:extLst>
                    <a:ext uri="{FF2B5EF4-FFF2-40B4-BE49-F238E27FC236}">
                      <a16:creationId xmlns:a16="http://schemas.microsoft.com/office/drawing/2014/main" id="{338D685D-AF84-D43D-34A7-F97F26F4E177}"/>
                    </a:ext>
                  </a:extLst>
                </p14:cNvPr>
                <p14:cNvContentPartPr/>
                <p14:nvPr/>
              </p14:nvContentPartPr>
              <p14:xfrm>
                <a:off x="8346060" y="3037624"/>
                <a:ext cx="82080" cy="116640"/>
              </p14:xfrm>
            </p:contentPart>
          </mc:Choice>
          <mc:Fallback xmlns="">
            <p:pic>
              <p:nvPicPr>
                <p:cNvPr id="84" name="Entrada de lápiz 83">
                  <a:extLst>
                    <a:ext uri="{FF2B5EF4-FFF2-40B4-BE49-F238E27FC236}">
                      <a16:creationId xmlns:a16="http://schemas.microsoft.com/office/drawing/2014/main" id="{338D685D-AF84-D43D-34A7-F97F26F4E177}"/>
                    </a:ext>
                  </a:extLst>
                </p:cNvPr>
                <p:cNvPicPr/>
                <p:nvPr/>
              </p:nvPicPr>
              <p:blipFill>
                <a:blip r:embed="rId31"/>
                <a:stretch>
                  <a:fillRect/>
                </a:stretch>
              </p:blipFill>
              <p:spPr>
                <a:xfrm>
                  <a:off x="8337420" y="3028984"/>
                  <a:ext cx="9972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03" name="Entrada de lápiz 102">
                  <a:extLst>
                    <a:ext uri="{FF2B5EF4-FFF2-40B4-BE49-F238E27FC236}">
                      <a16:creationId xmlns:a16="http://schemas.microsoft.com/office/drawing/2014/main" id="{A1520A33-4326-A1B7-E853-4B2BE904577A}"/>
                    </a:ext>
                  </a:extLst>
                </p14:cNvPr>
                <p14:cNvContentPartPr/>
                <p14:nvPr/>
              </p14:nvContentPartPr>
              <p14:xfrm>
                <a:off x="8436420" y="2866984"/>
                <a:ext cx="61560" cy="265680"/>
              </p14:xfrm>
            </p:contentPart>
          </mc:Choice>
          <mc:Fallback xmlns="">
            <p:pic>
              <p:nvPicPr>
                <p:cNvPr id="103" name="Entrada de lápiz 102">
                  <a:extLst>
                    <a:ext uri="{FF2B5EF4-FFF2-40B4-BE49-F238E27FC236}">
                      <a16:creationId xmlns:a16="http://schemas.microsoft.com/office/drawing/2014/main" id="{A1520A33-4326-A1B7-E853-4B2BE904577A}"/>
                    </a:ext>
                  </a:extLst>
                </p:cNvPr>
                <p:cNvPicPr/>
                <p:nvPr/>
              </p:nvPicPr>
              <p:blipFill>
                <a:blip r:embed="rId33"/>
                <a:stretch>
                  <a:fillRect/>
                </a:stretch>
              </p:blipFill>
              <p:spPr>
                <a:xfrm>
                  <a:off x="8427420" y="2858344"/>
                  <a:ext cx="7920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04" name="Entrada de lápiz 103">
                  <a:extLst>
                    <a:ext uri="{FF2B5EF4-FFF2-40B4-BE49-F238E27FC236}">
                      <a16:creationId xmlns:a16="http://schemas.microsoft.com/office/drawing/2014/main" id="{E06AEF7B-52BD-ECFA-0E1D-391FA91F4A6D}"/>
                    </a:ext>
                  </a:extLst>
                </p14:cNvPr>
                <p14:cNvContentPartPr/>
                <p14:nvPr/>
              </p14:nvContentPartPr>
              <p14:xfrm>
                <a:off x="8409060" y="3022144"/>
                <a:ext cx="113400" cy="21960"/>
              </p14:xfrm>
            </p:contentPart>
          </mc:Choice>
          <mc:Fallback xmlns="">
            <p:pic>
              <p:nvPicPr>
                <p:cNvPr id="104" name="Entrada de lápiz 103">
                  <a:extLst>
                    <a:ext uri="{FF2B5EF4-FFF2-40B4-BE49-F238E27FC236}">
                      <a16:creationId xmlns:a16="http://schemas.microsoft.com/office/drawing/2014/main" id="{E06AEF7B-52BD-ECFA-0E1D-391FA91F4A6D}"/>
                    </a:ext>
                  </a:extLst>
                </p:cNvPr>
                <p:cNvPicPr/>
                <p:nvPr/>
              </p:nvPicPr>
              <p:blipFill>
                <a:blip r:embed="rId35"/>
                <a:stretch>
                  <a:fillRect/>
                </a:stretch>
              </p:blipFill>
              <p:spPr>
                <a:xfrm>
                  <a:off x="8400420" y="3013504"/>
                  <a:ext cx="13104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05" name="Entrada de lápiz 104">
                  <a:extLst>
                    <a:ext uri="{FF2B5EF4-FFF2-40B4-BE49-F238E27FC236}">
                      <a16:creationId xmlns:a16="http://schemas.microsoft.com/office/drawing/2014/main" id="{C15C43F3-0103-6399-A210-DC521FD9DDA1}"/>
                    </a:ext>
                  </a:extLst>
                </p14:cNvPr>
                <p14:cNvContentPartPr/>
                <p14:nvPr/>
              </p14:nvContentPartPr>
              <p14:xfrm>
                <a:off x="8569620" y="2956624"/>
                <a:ext cx="39600" cy="160200"/>
              </p14:xfrm>
            </p:contentPart>
          </mc:Choice>
          <mc:Fallback xmlns="">
            <p:pic>
              <p:nvPicPr>
                <p:cNvPr id="105" name="Entrada de lápiz 104">
                  <a:extLst>
                    <a:ext uri="{FF2B5EF4-FFF2-40B4-BE49-F238E27FC236}">
                      <a16:creationId xmlns:a16="http://schemas.microsoft.com/office/drawing/2014/main" id="{C15C43F3-0103-6399-A210-DC521FD9DDA1}"/>
                    </a:ext>
                  </a:extLst>
                </p:cNvPr>
                <p:cNvPicPr/>
                <p:nvPr/>
              </p:nvPicPr>
              <p:blipFill>
                <a:blip r:embed="rId37"/>
                <a:stretch>
                  <a:fillRect/>
                </a:stretch>
              </p:blipFill>
              <p:spPr>
                <a:xfrm>
                  <a:off x="8560620" y="2947624"/>
                  <a:ext cx="5724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18" name="Entrada de lápiz 117">
                  <a:extLst>
                    <a:ext uri="{FF2B5EF4-FFF2-40B4-BE49-F238E27FC236}">
                      <a16:creationId xmlns:a16="http://schemas.microsoft.com/office/drawing/2014/main" id="{69777F52-1547-DC5C-E414-843B470B2027}"/>
                    </a:ext>
                  </a:extLst>
                </p14:cNvPr>
                <p14:cNvContentPartPr/>
                <p14:nvPr/>
              </p14:nvContentPartPr>
              <p14:xfrm>
                <a:off x="8634780" y="2998744"/>
                <a:ext cx="225360" cy="100440"/>
              </p14:xfrm>
            </p:contentPart>
          </mc:Choice>
          <mc:Fallback xmlns="">
            <p:pic>
              <p:nvPicPr>
                <p:cNvPr id="118" name="Entrada de lápiz 117">
                  <a:extLst>
                    <a:ext uri="{FF2B5EF4-FFF2-40B4-BE49-F238E27FC236}">
                      <a16:creationId xmlns:a16="http://schemas.microsoft.com/office/drawing/2014/main" id="{69777F52-1547-DC5C-E414-843B470B2027}"/>
                    </a:ext>
                  </a:extLst>
                </p:cNvPr>
                <p:cNvPicPr/>
                <p:nvPr/>
              </p:nvPicPr>
              <p:blipFill>
                <a:blip r:embed="rId39"/>
                <a:stretch>
                  <a:fillRect/>
                </a:stretch>
              </p:blipFill>
              <p:spPr>
                <a:xfrm>
                  <a:off x="8626140" y="2989744"/>
                  <a:ext cx="24300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33" name="Entrada de lápiz 132">
                  <a:extLst>
                    <a:ext uri="{FF2B5EF4-FFF2-40B4-BE49-F238E27FC236}">
                      <a16:creationId xmlns:a16="http://schemas.microsoft.com/office/drawing/2014/main" id="{29D2412F-2770-BB35-C7D2-794551FFDBFB}"/>
                    </a:ext>
                  </a:extLst>
                </p14:cNvPr>
                <p14:cNvContentPartPr/>
                <p14:nvPr/>
              </p14:nvContentPartPr>
              <p14:xfrm>
                <a:off x="8881020" y="2972104"/>
                <a:ext cx="103680" cy="101520"/>
              </p14:xfrm>
            </p:contentPart>
          </mc:Choice>
          <mc:Fallback xmlns="">
            <p:pic>
              <p:nvPicPr>
                <p:cNvPr id="133" name="Entrada de lápiz 132">
                  <a:extLst>
                    <a:ext uri="{FF2B5EF4-FFF2-40B4-BE49-F238E27FC236}">
                      <a16:creationId xmlns:a16="http://schemas.microsoft.com/office/drawing/2014/main" id="{29D2412F-2770-BB35-C7D2-794551FFDBFB}"/>
                    </a:ext>
                  </a:extLst>
                </p:cNvPr>
                <p:cNvPicPr/>
                <p:nvPr/>
              </p:nvPicPr>
              <p:blipFill>
                <a:blip r:embed="rId41"/>
                <a:stretch>
                  <a:fillRect/>
                </a:stretch>
              </p:blipFill>
              <p:spPr>
                <a:xfrm>
                  <a:off x="8872020" y="2963104"/>
                  <a:ext cx="12132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34" name="Entrada de lápiz 133">
                  <a:extLst>
                    <a:ext uri="{FF2B5EF4-FFF2-40B4-BE49-F238E27FC236}">
                      <a16:creationId xmlns:a16="http://schemas.microsoft.com/office/drawing/2014/main" id="{3F43ED16-F0DD-9170-BCD6-D9658A165590}"/>
                    </a:ext>
                  </a:extLst>
                </p14:cNvPr>
                <p14:cNvContentPartPr/>
                <p14:nvPr/>
              </p14:nvContentPartPr>
              <p14:xfrm>
                <a:off x="8990820" y="2982544"/>
                <a:ext cx="86760" cy="97920"/>
              </p14:xfrm>
            </p:contentPart>
          </mc:Choice>
          <mc:Fallback xmlns="">
            <p:pic>
              <p:nvPicPr>
                <p:cNvPr id="134" name="Entrada de lápiz 133">
                  <a:extLst>
                    <a:ext uri="{FF2B5EF4-FFF2-40B4-BE49-F238E27FC236}">
                      <a16:creationId xmlns:a16="http://schemas.microsoft.com/office/drawing/2014/main" id="{3F43ED16-F0DD-9170-BCD6-D9658A165590}"/>
                    </a:ext>
                  </a:extLst>
                </p:cNvPr>
                <p:cNvPicPr/>
                <p:nvPr/>
              </p:nvPicPr>
              <p:blipFill>
                <a:blip r:embed="rId43"/>
                <a:stretch>
                  <a:fillRect/>
                </a:stretch>
              </p:blipFill>
              <p:spPr>
                <a:xfrm>
                  <a:off x="8981820" y="2973544"/>
                  <a:ext cx="10440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38" name="Entrada de lápiz 137">
                  <a:extLst>
                    <a:ext uri="{FF2B5EF4-FFF2-40B4-BE49-F238E27FC236}">
                      <a16:creationId xmlns:a16="http://schemas.microsoft.com/office/drawing/2014/main" id="{F63C959B-7AA2-F6DF-3DEF-E533BBAED46C}"/>
                    </a:ext>
                  </a:extLst>
                </p14:cNvPr>
                <p14:cNvContentPartPr/>
                <p14:nvPr/>
              </p14:nvContentPartPr>
              <p14:xfrm>
                <a:off x="9036900" y="2845024"/>
                <a:ext cx="97560" cy="213480"/>
              </p14:xfrm>
            </p:contentPart>
          </mc:Choice>
          <mc:Fallback xmlns="">
            <p:pic>
              <p:nvPicPr>
                <p:cNvPr id="138" name="Entrada de lápiz 137">
                  <a:extLst>
                    <a:ext uri="{FF2B5EF4-FFF2-40B4-BE49-F238E27FC236}">
                      <a16:creationId xmlns:a16="http://schemas.microsoft.com/office/drawing/2014/main" id="{F63C959B-7AA2-F6DF-3DEF-E533BBAED46C}"/>
                    </a:ext>
                  </a:extLst>
                </p:cNvPr>
                <p:cNvPicPr/>
                <p:nvPr/>
              </p:nvPicPr>
              <p:blipFill>
                <a:blip r:embed="rId45"/>
                <a:stretch>
                  <a:fillRect/>
                </a:stretch>
              </p:blipFill>
              <p:spPr>
                <a:xfrm>
                  <a:off x="9027900" y="2836384"/>
                  <a:ext cx="11520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60" name="Entrada de lápiz 159">
                  <a:extLst>
                    <a:ext uri="{FF2B5EF4-FFF2-40B4-BE49-F238E27FC236}">
                      <a16:creationId xmlns:a16="http://schemas.microsoft.com/office/drawing/2014/main" id="{D0189B47-0105-4CFE-2D37-AAB170E55F3C}"/>
                    </a:ext>
                  </a:extLst>
                </p14:cNvPr>
                <p14:cNvContentPartPr/>
                <p14:nvPr/>
              </p14:nvContentPartPr>
              <p14:xfrm>
                <a:off x="9102420" y="2970664"/>
                <a:ext cx="109440" cy="90000"/>
              </p14:xfrm>
            </p:contentPart>
          </mc:Choice>
          <mc:Fallback xmlns="">
            <p:pic>
              <p:nvPicPr>
                <p:cNvPr id="160" name="Entrada de lápiz 159">
                  <a:extLst>
                    <a:ext uri="{FF2B5EF4-FFF2-40B4-BE49-F238E27FC236}">
                      <a16:creationId xmlns:a16="http://schemas.microsoft.com/office/drawing/2014/main" id="{D0189B47-0105-4CFE-2D37-AAB170E55F3C}"/>
                    </a:ext>
                  </a:extLst>
                </p:cNvPr>
                <p:cNvPicPr/>
                <p:nvPr/>
              </p:nvPicPr>
              <p:blipFill>
                <a:blip r:embed="rId47"/>
                <a:stretch>
                  <a:fillRect/>
                </a:stretch>
              </p:blipFill>
              <p:spPr>
                <a:xfrm>
                  <a:off x="9093420" y="2962024"/>
                  <a:ext cx="12708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61" name="Entrada de lápiz 160">
                  <a:extLst>
                    <a:ext uri="{FF2B5EF4-FFF2-40B4-BE49-F238E27FC236}">
                      <a16:creationId xmlns:a16="http://schemas.microsoft.com/office/drawing/2014/main" id="{12AC7E4E-2208-A012-0886-6239D670B421}"/>
                    </a:ext>
                  </a:extLst>
                </p14:cNvPr>
                <p14:cNvContentPartPr/>
                <p14:nvPr/>
              </p14:nvContentPartPr>
              <p14:xfrm>
                <a:off x="9210420" y="2937184"/>
                <a:ext cx="125280" cy="122040"/>
              </p14:xfrm>
            </p:contentPart>
          </mc:Choice>
          <mc:Fallback xmlns="">
            <p:pic>
              <p:nvPicPr>
                <p:cNvPr id="161" name="Entrada de lápiz 160">
                  <a:extLst>
                    <a:ext uri="{FF2B5EF4-FFF2-40B4-BE49-F238E27FC236}">
                      <a16:creationId xmlns:a16="http://schemas.microsoft.com/office/drawing/2014/main" id="{12AC7E4E-2208-A012-0886-6239D670B421}"/>
                    </a:ext>
                  </a:extLst>
                </p:cNvPr>
                <p:cNvPicPr/>
                <p:nvPr/>
              </p:nvPicPr>
              <p:blipFill>
                <a:blip r:embed="rId49"/>
                <a:stretch>
                  <a:fillRect/>
                </a:stretch>
              </p:blipFill>
              <p:spPr>
                <a:xfrm>
                  <a:off x="9201780" y="2928184"/>
                  <a:ext cx="14292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70" name="Entrada de lápiz 169">
                  <a:extLst>
                    <a:ext uri="{FF2B5EF4-FFF2-40B4-BE49-F238E27FC236}">
                      <a16:creationId xmlns:a16="http://schemas.microsoft.com/office/drawing/2014/main" id="{41007FB1-A87A-4E71-F95A-48CF07DE67EF}"/>
                    </a:ext>
                  </a:extLst>
                </p14:cNvPr>
                <p14:cNvContentPartPr/>
                <p14:nvPr/>
              </p14:nvContentPartPr>
              <p14:xfrm>
                <a:off x="9354060" y="3076144"/>
                <a:ext cx="23760" cy="21240"/>
              </p14:xfrm>
            </p:contentPart>
          </mc:Choice>
          <mc:Fallback xmlns="">
            <p:pic>
              <p:nvPicPr>
                <p:cNvPr id="170" name="Entrada de lápiz 169">
                  <a:extLst>
                    <a:ext uri="{FF2B5EF4-FFF2-40B4-BE49-F238E27FC236}">
                      <a16:creationId xmlns:a16="http://schemas.microsoft.com/office/drawing/2014/main" id="{41007FB1-A87A-4E71-F95A-48CF07DE67EF}"/>
                    </a:ext>
                  </a:extLst>
                </p:cNvPr>
                <p:cNvPicPr/>
                <p:nvPr/>
              </p:nvPicPr>
              <p:blipFill>
                <a:blip r:embed="rId51"/>
                <a:stretch>
                  <a:fillRect/>
                </a:stretch>
              </p:blipFill>
              <p:spPr>
                <a:xfrm>
                  <a:off x="9345420" y="3067504"/>
                  <a:ext cx="4140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79" name="Entrada de lápiz 178">
                  <a:extLst>
                    <a:ext uri="{FF2B5EF4-FFF2-40B4-BE49-F238E27FC236}">
                      <a16:creationId xmlns:a16="http://schemas.microsoft.com/office/drawing/2014/main" id="{59972EAF-35C0-41A9-49AB-F8697F544372}"/>
                    </a:ext>
                  </a:extLst>
                </p14:cNvPr>
                <p14:cNvContentPartPr/>
                <p14:nvPr/>
              </p14:nvContentPartPr>
              <p14:xfrm>
                <a:off x="9622980" y="2830984"/>
                <a:ext cx="141840" cy="276840"/>
              </p14:xfrm>
            </p:contentPart>
          </mc:Choice>
          <mc:Fallback xmlns="">
            <p:pic>
              <p:nvPicPr>
                <p:cNvPr id="179" name="Entrada de lápiz 178">
                  <a:extLst>
                    <a:ext uri="{FF2B5EF4-FFF2-40B4-BE49-F238E27FC236}">
                      <a16:creationId xmlns:a16="http://schemas.microsoft.com/office/drawing/2014/main" id="{59972EAF-35C0-41A9-49AB-F8697F544372}"/>
                    </a:ext>
                  </a:extLst>
                </p:cNvPr>
                <p:cNvPicPr/>
                <p:nvPr/>
              </p:nvPicPr>
              <p:blipFill>
                <a:blip r:embed="rId53"/>
                <a:stretch>
                  <a:fillRect/>
                </a:stretch>
              </p:blipFill>
              <p:spPr>
                <a:xfrm>
                  <a:off x="9613980" y="2822344"/>
                  <a:ext cx="15948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80" name="Entrada de lápiz 179">
                  <a:extLst>
                    <a:ext uri="{FF2B5EF4-FFF2-40B4-BE49-F238E27FC236}">
                      <a16:creationId xmlns:a16="http://schemas.microsoft.com/office/drawing/2014/main" id="{3D6F306C-AEAC-55FF-89DB-626135529C25}"/>
                    </a:ext>
                  </a:extLst>
                </p14:cNvPr>
                <p14:cNvContentPartPr/>
                <p14:nvPr/>
              </p14:nvContentPartPr>
              <p14:xfrm>
                <a:off x="9582300" y="2996224"/>
                <a:ext cx="128160" cy="20160"/>
              </p14:xfrm>
            </p:contentPart>
          </mc:Choice>
          <mc:Fallback xmlns="">
            <p:pic>
              <p:nvPicPr>
                <p:cNvPr id="180" name="Entrada de lápiz 179">
                  <a:extLst>
                    <a:ext uri="{FF2B5EF4-FFF2-40B4-BE49-F238E27FC236}">
                      <a16:creationId xmlns:a16="http://schemas.microsoft.com/office/drawing/2014/main" id="{3D6F306C-AEAC-55FF-89DB-626135529C25}"/>
                    </a:ext>
                  </a:extLst>
                </p:cNvPr>
                <p:cNvPicPr/>
                <p:nvPr/>
              </p:nvPicPr>
              <p:blipFill>
                <a:blip r:embed="rId55"/>
                <a:stretch>
                  <a:fillRect/>
                </a:stretch>
              </p:blipFill>
              <p:spPr>
                <a:xfrm>
                  <a:off x="9573300" y="2987224"/>
                  <a:ext cx="14580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81" name="Entrada de lápiz 180">
                  <a:extLst>
                    <a:ext uri="{FF2B5EF4-FFF2-40B4-BE49-F238E27FC236}">
                      <a16:creationId xmlns:a16="http://schemas.microsoft.com/office/drawing/2014/main" id="{F009E32C-0B58-BAC6-27EA-CC1FB0E93AF2}"/>
                    </a:ext>
                  </a:extLst>
                </p14:cNvPr>
                <p14:cNvContentPartPr/>
                <p14:nvPr/>
              </p14:nvContentPartPr>
              <p14:xfrm>
                <a:off x="9780660" y="2963464"/>
                <a:ext cx="80640" cy="127800"/>
              </p14:xfrm>
            </p:contentPart>
          </mc:Choice>
          <mc:Fallback xmlns="">
            <p:pic>
              <p:nvPicPr>
                <p:cNvPr id="181" name="Entrada de lápiz 180">
                  <a:extLst>
                    <a:ext uri="{FF2B5EF4-FFF2-40B4-BE49-F238E27FC236}">
                      <a16:creationId xmlns:a16="http://schemas.microsoft.com/office/drawing/2014/main" id="{F009E32C-0B58-BAC6-27EA-CC1FB0E93AF2}"/>
                    </a:ext>
                  </a:extLst>
                </p:cNvPr>
                <p:cNvPicPr/>
                <p:nvPr/>
              </p:nvPicPr>
              <p:blipFill>
                <a:blip r:embed="rId57"/>
                <a:stretch>
                  <a:fillRect/>
                </a:stretch>
              </p:blipFill>
              <p:spPr>
                <a:xfrm>
                  <a:off x="9772020" y="2954464"/>
                  <a:ext cx="9828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82" name="Entrada de lápiz 181">
                  <a:extLst>
                    <a:ext uri="{FF2B5EF4-FFF2-40B4-BE49-F238E27FC236}">
                      <a16:creationId xmlns:a16="http://schemas.microsoft.com/office/drawing/2014/main" id="{280E766C-8E55-5904-6142-FDB01D64AFC5}"/>
                    </a:ext>
                  </a:extLst>
                </p14:cNvPr>
                <p14:cNvContentPartPr/>
                <p14:nvPr/>
              </p14:nvContentPartPr>
              <p14:xfrm>
                <a:off x="9887220" y="2797144"/>
                <a:ext cx="181440" cy="298080"/>
              </p14:xfrm>
            </p:contentPart>
          </mc:Choice>
          <mc:Fallback xmlns="">
            <p:pic>
              <p:nvPicPr>
                <p:cNvPr id="182" name="Entrada de lápiz 181">
                  <a:extLst>
                    <a:ext uri="{FF2B5EF4-FFF2-40B4-BE49-F238E27FC236}">
                      <a16:creationId xmlns:a16="http://schemas.microsoft.com/office/drawing/2014/main" id="{280E766C-8E55-5904-6142-FDB01D64AFC5}"/>
                    </a:ext>
                  </a:extLst>
                </p:cNvPr>
                <p:cNvPicPr/>
                <p:nvPr/>
              </p:nvPicPr>
              <p:blipFill>
                <a:blip r:embed="rId59"/>
                <a:stretch>
                  <a:fillRect/>
                </a:stretch>
              </p:blipFill>
              <p:spPr>
                <a:xfrm>
                  <a:off x="9878220" y="2788504"/>
                  <a:ext cx="199080" cy="3157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83" name="Entrada de lápiz 182">
                  <a:extLst>
                    <a:ext uri="{FF2B5EF4-FFF2-40B4-BE49-F238E27FC236}">
                      <a16:creationId xmlns:a16="http://schemas.microsoft.com/office/drawing/2014/main" id="{0437AEF7-88B7-C581-7E55-79E6AAB6CD08}"/>
                    </a:ext>
                  </a:extLst>
                </p14:cNvPr>
                <p14:cNvContentPartPr/>
                <p14:nvPr/>
              </p14:nvContentPartPr>
              <p14:xfrm>
                <a:off x="10075140" y="2971024"/>
                <a:ext cx="106920" cy="106200"/>
              </p14:xfrm>
            </p:contentPart>
          </mc:Choice>
          <mc:Fallback xmlns="">
            <p:pic>
              <p:nvPicPr>
                <p:cNvPr id="183" name="Entrada de lápiz 182">
                  <a:extLst>
                    <a:ext uri="{FF2B5EF4-FFF2-40B4-BE49-F238E27FC236}">
                      <a16:creationId xmlns:a16="http://schemas.microsoft.com/office/drawing/2014/main" id="{0437AEF7-88B7-C581-7E55-79E6AAB6CD08}"/>
                    </a:ext>
                  </a:extLst>
                </p:cNvPr>
                <p:cNvPicPr/>
                <p:nvPr/>
              </p:nvPicPr>
              <p:blipFill>
                <a:blip r:embed="rId61"/>
                <a:stretch>
                  <a:fillRect/>
                </a:stretch>
              </p:blipFill>
              <p:spPr>
                <a:xfrm>
                  <a:off x="10066140" y="2962024"/>
                  <a:ext cx="12456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84" name="Entrada de lápiz 183">
                  <a:extLst>
                    <a:ext uri="{FF2B5EF4-FFF2-40B4-BE49-F238E27FC236}">
                      <a16:creationId xmlns:a16="http://schemas.microsoft.com/office/drawing/2014/main" id="{E4065A42-5BD2-06C7-726E-6952CC0AD326}"/>
                    </a:ext>
                  </a:extLst>
                </p14:cNvPr>
                <p14:cNvContentPartPr/>
                <p14:nvPr/>
              </p14:nvContentPartPr>
              <p14:xfrm>
                <a:off x="10178100" y="2750344"/>
                <a:ext cx="65160" cy="286200"/>
              </p14:xfrm>
            </p:contentPart>
          </mc:Choice>
          <mc:Fallback xmlns="">
            <p:pic>
              <p:nvPicPr>
                <p:cNvPr id="184" name="Entrada de lápiz 183">
                  <a:extLst>
                    <a:ext uri="{FF2B5EF4-FFF2-40B4-BE49-F238E27FC236}">
                      <a16:creationId xmlns:a16="http://schemas.microsoft.com/office/drawing/2014/main" id="{E4065A42-5BD2-06C7-726E-6952CC0AD326}"/>
                    </a:ext>
                  </a:extLst>
                </p:cNvPr>
                <p:cNvPicPr/>
                <p:nvPr/>
              </p:nvPicPr>
              <p:blipFill>
                <a:blip r:embed="rId63"/>
                <a:stretch>
                  <a:fillRect/>
                </a:stretch>
              </p:blipFill>
              <p:spPr>
                <a:xfrm>
                  <a:off x="10169100" y="2741704"/>
                  <a:ext cx="8280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85" name="Entrada de lápiz 184">
                  <a:extLst>
                    <a:ext uri="{FF2B5EF4-FFF2-40B4-BE49-F238E27FC236}">
                      <a16:creationId xmlns:a16="http://schemas.microsoft.com/office/drawing/2014/main" id="{14A36D7F-82AE-09A1-8C78-FD41A444DBE0}"/>
                    </a:ext>
                  </a:extLst>
                </p14:cNvPr>
                <p14:cNvContentPartPr/>
                <p14:nvPr/>
              </p14:nvContentPartPr>
              <p14:xfrm>
                <a:off x="10242540" y="2912704"/>
                <a:ext cx="117000" cy="138240"/>
              </p14:xfrm>
            </p:contentPart>
          </mc:Choice>
          <mc:Fallback xmlns="">
            <p:pic>
              <p:nvPicPr>
                <p:cNvPr id="185" name="Entrada de lápiz 184">
                  <a:extLst>
                    <a:ext uri="{FF2B5EF4-FFF2-40B4-BE49-F238E27FC236}">
                      <a16:creationId xmlns:a16="http://schemas.microsoft.com/office/drawing/2014/main" id="{14A36D7F-82AE-09A1-8C78-FD41A444DBE0}"/>
                    </a:ext>
                  </a:extLst>
                </p:cNvPr>
                <p:cNvPicPr/>
                <p:nvPr/>
              </p:nvPicPr>
              <p:blipFill>
                <a:blip r:embed="rId65"/>
                <a:stretch>
                  <a:fillRect/>
                </a:stretch>
              </p:blipFill>
              <p:spPr>
                <a:xfrm>
                  <a:off x="10233900" y="2903704"/>
                  <a:ext cx="13464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86" name="Entrada de lápiz 185">
                  <a:extLst>
                    <a:ext uri="{FF2B5EF4-FFF2-40B4-BE49-F238E27FC236}">
                      <a16:creationId xmlns:a16="http://schemas.microsoft.com/office/drawing/2014/main" id="{CD814196-6F40-93ED-4C79-4E985303741E}"/>
                    </a:ext>
                  </a:extLst>
                </p14:cNvPr>
                <p14:cNvContentPartPr/>
                <p14:nvPr/>
              </p14:nvContentPartPr>
              <p14:xfrm>
                <a:off x="10365300" y="2933584"/>
                <a:ext cx="110160" cy="142560"/>
              </p14:xfrm>
            </p:contentPart>
          </mc:Choice>
          <mc:Fallback xmlns="">
            <p:pic>
              <p:nvPicPr>
                <p:cNvPr id="186" name="Entrada de lápiz 185">
                  <a:extLst>
                    <a:ext uri="{FF2B5EF4-FFF2-40B4-BE49-F238E27FC236}">
                      <a16:creationId xmlns:a16="http://schemas.microsoft.com/office/drawing/2014/main" id="{CD814196-6F40-93ED-4C79-4E985303741E}"/>
                    </a:ext>
                  </a:extLst>
                </p:cNvPr>
                <p:cNvPicPr/>
                <p:nvPr/>
              </p:nvPicPr>
              <p:blipFill>
                <a:blip r:embed="rId67"/>
                <a:stretch>
                  <a:fillRect/>
                </a:stretch>
              </p:blipFill>
              <p:spPr>
                <a:xfrm>
                  <a:off x="10356660" y="2924944"/>
                  <a:ext cx="12780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88" name="Entrada de lápiz 187">
                  <a:extLst>
                    <a:ext uri="{FF2B5EF4-FFF2-40B4-BE49-F238E27FC236}">
                      <a16:creationId xmlns:a16="http://schemas.microsoft.com/office/drawing/2014/main" id="{49E1774B-E6A5-71B4-C4D6-25E9D6B21D14}"/>
                    </a:ext>
                  </a:extLst>
                </p14:cNvPr>
                <p14:cNvContentPartPr/>
                <p14:nvPr/>
              </p14:nvContentPartPr>
              <p14:xfrm>
                <a:off x="9674820" y="2739544"/>
                <a:ext cx="45360" cy="23400"/>
              </p14:xfrm>
            </p:contentPart>
          </mc:Choice>
          <mc:Fallback xmlns="">
            <p:pic>
              <p:nvPicPr>
                <p:cNvPr id="188" name="Entrada de lápiz 187">
                  <a:extLst>
                    <a:ext uri="{FF2B5EF4-FFF2-40B4-BE49-F238E27FC236}">
                      <a16:creationId xmlns:a16="http://schemas.microsoft.com/office/drawing/2014/main" id="{49E1774B-E6A5-71B4-C4D6-25E9D6B21D14}"/>
                    </a:ext>
                  </a:extLst>
                </p:cNvPr>
                <p:cNvPicPr/>
                <p:nvPr/>
              </p:nvPicPr>
              <p:blipFill>
                <a:blip r:embed="rId69"/>
                <a:stretch>
                  <a:fillRect/>
                </a:stretch>
              </p:blipFill>
              <p:spPr>
                <a:xfrm>
                  <a:off x="9665820" y="2730544"/>
                  <a:ext cx="6300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89" name="Entrada de lápiz 188">
                  <a:extLst>
                    <a:ext uri="{FF2B5EF4-FFF2-40B4-BE49-F238E27FC236}">
                      <a16:creationId xmlns:a16="http://schemas.microsoft.com/office/drawing/2014/main" id="{B26003A5-0CA6-10F2-E6A8-E6A0B0834C88}"/>
                    </a:ext>
                  </a:extLst>
                </p14:cNvPr>
                <p14:cNvContentPartPr/>
                <p14:nvPr/>
              </p14:nvContentPartPr>
              <p14:xfrm>
                <a:off x="10585260" y="2911264"/>
                <a:ext cx="108000" cy="141120"/>
              </p14:xfrm>
            </p:contentPart>
          </mc:Choice>
          <mc:Fallback xmlns="">
            <p:pic>
              <p:nvPicPr>
                <p:cNvPr id="189" name="Entrada de lápiz 188">
                  <a:extLst>
                    <a:ext uri="{FF2B5EF4-FFF2-40B4-BE49-F238E27FC236}">
                      <a16:creationId xmlns:a16="http://schemas.microsoft.com/office/drawing/2014/main" id="{B26003A5-0CA6-10F2-E6A8-E6A0B0834C88}"/>
                    </a:ext>
                  </a:extLst>
                </p:cNvPr>
                <p:cNvPicPr/>
                <p:nvPr/>
              </p:nvPicPr>
              <p:blipFill>
                <a:blip r:embed="rId71"/>
                <a:stretch>
                  <a:fillRect/>
                </a:stretch>
              </p:blipFill>
              <p:spPr>
                <a:xfrm>
                  <a:off x="10576260" y="2902264"/>
                  <a:ext cx="12564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93" name="Entrada de lápiz 192">
                  <a:extLst>
                    <a:ext uri="{FF2B5EF4-FFF2-40B4-BE49-F238E27FC236}">
                      <a16:creationId xmlns:a16="http://schemas.microsoft.com/office/drawing/2014/main" id="{8D42454B-9352-3B67-0FF8-5872336037D3}"/>
                    </a:ext>
                  </a:extLst>
                </p14:cNvPr>
                <p14:cNvContentPartPr/>
                <p14:nvPr/>
              </p14:nvContentPartPr>
              <p14:xfrm>
                <a:off x="10690380" y="2920984"/>
                <a:ext cx="115560" cy="126000"/>
              </p14:xfrm>
            </p:contentPart>
          </mc:Choice>
          <mc:Fallback xmlns="">
            <p:pic>
              <p:nvPicPr>
                <p:cNvPr id="193" name="Entrada de lápiz 192">
                  <a:extLst>
                    <a:ext uri="{FF2B5EF4-FFF2-40B4-BE49-F238E27FC236}">
                      <a16:creationId xmlns:a16="http://schemas.microsoft.com/office/drawing/2014/main" id="{8D42454B-9352-3B67-0FF8-5872336037D3}"/>
                    </a:ext>
                  </a:extLst>
                </p:cNvPr>
                <p:cNvPicPr/>
                <p:nvPr/>
              </p:nvPicPr>
              <p:blipFill>
                <a:blip r:embed="rId73"/>
                <a:stretch>
                  <a:fillRect/>
                </a:stretch>
              </p:blipFill>
              <p:spPr>
                <a:xfrm>
                  <a:off x="10681380" y="2911984"/>
                  <a:ext cx="13320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228" name="Entrada de lápiz 227">
                  <a:extLst>
                    <a:ext uri="{FF2B5EF4-FFF2-40B4-BE49-F238E27FC236}">
                      <a16:creationId xmlns:a16="http://schemas.microsoft.com/office/drawing/2014/main" id="{5E536224-64D0-6FD9-E35D-FF8A0D96BDCA}"/>
                    </a:ext>
                  </a:extLst>
                </p14:cNvPr>
                <p14:cNvContentPartPr/>
                <p14:nvPr/>
              </p14:nvContentPartPr>
              <p14:xfrm>
                <a:off x="10828260" y="2874904"/>
                <a:ext cx="156960" cy="129600"/>
              </p14:xfrm>
            </p:contentPart>
          </mc:Choice>
          <mc:Fallback xmlns="">
            <p:pic>
              <p:nvPicPr>
                <p:cNvPr id="228" name="Entrada de lápiz 227">
                  <a:extLst>
                    <a:ext uri="{FF2B5EF4-FFF2-40B4-BE49-F238E27FC236}">
                      <a16:creationId xmlns:a16="http://schemas.microsoft.com/office/drawing/2014/main" id="{5E536224-64D0-6FD9-E35D-FF8A0D96BDCA}"/>
                    </a:ext>
                  </a:extLst>
                </p:cNvPr>
                <p:cNvPicPr/>
                <p:nvPr/>
              </p:nvPicPr>
              <p:blipFill>
                <a:blip r:embed="rId75"/>
                <a:stretch>
                  <a:fillRect/>
                </a:stretch>
              </p:blipFill>
              <p:spPr>
                <a:xfrm>
                  <a:off x="10819260" y="2865904"/>
                  <a:ext cx="17460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231" name="Entrada de lápiz 230">
                  <a:extLst>
                    <a:ext uri="{FF2B5EF4-FFF2-40B4-BE49-F238E27FC236}">
                      <a16:creationId xmlns:a16="http://schemas.microsoft.com/office/drawing/2014/main" id="{738CAD18-4A58-0BE3-5751-4F002A9546F4}"/>
                    </a:ext>
                  </a:extLst>
                </p14:cNvPr>
                <p14:cNvContentPartPr/>
                <p14:nvPr/>
              </p14:nvContentPartPr>
              <p14:xfrm>
                <a:off x="9154620" y="3316984"/>
                <a:ext cx="103680" cy="119880"/>
              </p14:xfrm>
            </p:contentPart>
          </mc:Choice>
          <mc:Fallback xmlns="">
            <p:pic>
              <p:nvPicPr>
                <p:cNvPr id="231" name="Entrada de lápiz 230">
                  <a:extLst>
                    <a:ext uri="{FF2B5EF4-FFF2-40B4-BE49-F238E27FC236}">
                      <a16:creationId xmlns:a16="http://schemas.microsoft.com/office/drawing/2014/main" id="{738CAD18-4A58-0BE3-5751-4F002A9546F4}"/>
                    </a:ext>
                  </a:extLst>
                </p:cNvPr>
                <p:cNvPicPr/>
                <p:nvPr/>
              </p:nvPicPr>
              <p:blipFill>
                <a:blip r:embed="rId77"/>
                <a:stretch>
                  <a:fillRect/>
                </a:stretch>
              </p:blipFill>
              <p:spPr>
                <a:xfrm>
                  <a:off x="9145620" y="3308344"/>
                  <a:ext cx="12132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232" name="Entrada de lápiz 231">
                  <a:extLst>
                    <a:ext uri="{FF2B5EF4-FFF2-40B4-BE49-F238E27FC236}">
                      <a16:creationId xmlns:a16="http://schemas.microsoft.com/office/drawing/2014/main" id="{930BF0BA-590A-4A04-AF4A-C7F86D725589}"/>
                    </a:ext>
                  </a:extLst>
                </p14:cNvPr>
                <p14:cNvContentPartPr/>
                <p14:nvPr/>
              </p14:nvContentPartPr>
              <p14:xfrm>
                <a:off x="9270540" y="3299704"/>
                <a:ext cx="18360" cy="100440"/>
              </p14:xfrm>
            </p:contentPart>
          </mc:Choice>
          <mc:Fallback xmlns="">
            <p:pic>
              <p:nvPicPr>
                <p:cNvPr id="232" name="Entrada de lápiz 231">
                  <a:extLst>
                    <a:ext uri="{FF2B5EF4-FFF2-40B4-BE49-F238E27FC236}">
                      <a16:creationId xmlns:a16="http://schemas.microsoft.com/office/drawing/2014/main" id="{930BF0BA-590A-4A04-AF4A-C7F86D725589}"/>
                    </a:ext>
                  </a:extLst>
                </p:cNvPr>
                <p:cNvPicPr/>
                <p:nvPr/>
              </p:nvPicPr>
              <p:blipFill>
                <a:blip r:embed="rId79"/>
                <a:stretch>
                  <a:fillRect/>
                </a:stretch>
              </p:blipFill>
              <p:spPr>
                <a:xfrm>
                  <a:off x="9261900" y="3290704"/>
                  <a:ext cx="3600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233" name="Entrada de lápiz 232">
                  <a:extLst>
                    <a:ext uri="{FF2B5EF4-FFF2-40B4-BE49-F238E27FC236}">
                      <a16:creationId xmlns:a16="http://schemas.microsoft.com/office/drawing/2014/main" id="{0E43C3EF-D136-D8A1-0041-A5FB730AB8AA}"/>
                    </a:ext>
                  </a:extLst>
                </p14:cNvPr>
                <p14:cNvContentPartPr/>
                <p14:nvPr/>
              </p14:nvContentPartPr>
              <p14:xfrm>
                <a:off x="9235980" y="3260464"/>
                <a:ext cx="2520" cy="17640"/>
              </p14:xfrm>
            </p:contentPart>
          </mc:Choice>
          <mc:Fallback xmlns="">
            <p:pic>
              <p:nvPicPr>
                <p:cNvPr id="233" name="Entrada de lápiz 232">
                  <a:extLst>
                    <a:ext uri="{FF2B5EF4-FFF2-40B4-BE49-F238E27FC236}">
                      <a16:creationId xmlns:a16="http://schemas.microsoft.com/office/drawing/2014/main" id="{0E43C3EF-D136-D8A1-0041-A5FB730AB8AA}"/>
                    </a:ext>
                  </a:extLst>
                </p:cNvPr>
                <p:cNvPicPr/>
                <p:nvPr/>
              </p:nvPicPr>
              <p:blipFill>
                <a:blip r:embed="rId81"/>
                <a:stretch>
                  <a:fillRect/>
                </a:stretch>
              </p:blipFill>
              <p:spPr>
                <a:xfrm>
                  <a:off x="9227340" y="3251824"/>
                  <a:ext cx="2016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234" name="Entrada de lápiz 233">
                  <a:extLst>
                    <a:ext uri="{FF2B5EF4-FFF2-40B4-BE49-F238E27FC236}">
                      <a16:creationId xmlns:a16="http://schemas.microsoft.com/office/drawing/2014/main" id="{FC94F285-85AA-DF15-1E5E-A8635DEE068A}"/>
                    </a:ext>
                  </a:extLst>
                </p14:cNvPr>
                <p14:cNvContentPartPr/>
                <p14:nvPr/>
              </p14:nvContentPartPr>
              <p14:xfrm>
                <a:off x="9304740" y="3253984"/>
                <a:ext cx="141840" cy="118800"/>
              </p14:xfrm>
            </p:contentPart>
          </mc:Choice>
          <mc:Fallback xmlns="">
            <p:pic>
              <p:nvPicPr>
                <p:cNvPr id="234" name="Entrada de lápiz 233">
                  <a:extLst>
                    <a:ext uri="{FF2B5EF4-FFF2-40B4-BE49-F238E27FC236}">
                      <a16:creationId xmlns:a16="http://schemas.microsoft.com/office/drawing/2014/main" id="{FC94F285-85AA-DF15-1E5E-A8635DEE068A}"/>
                    </a:ext>
                  </a:extLst>
                </p:cNvPr>
                <p:cNvPicPr/>
                <p:nvPr/>
              </p:nvPicPr>
              <p:blipFill>
                <a:blip r:embed="rId83"/>
                <a:stretch>
                  <a:fillRect/>
                </a:stretch>
              </p:blipFill>
              <p:spPr>
                <a:xfrm>
                  <a:off x="9295740" y="3244984"/>
                  <a:ext cx="15948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235" name="Entrada de lápiz 234">
                  <a:extLst>
                    <a:ext uri="{FF2B5EF4-FFF2-40B4-BE49-F238E27FC236}">
                      <a16:creationId xmlns:a16="http://schemas.microsoft.com/office/drawing/2014/main" id="{56E7B3B1-6367-E9AC-3C29-BCE3182DF29C}"/>
                    </a:ext>
                  </a:extLst>
                </p14:cNvPr>
                <p14:cNvContentPartPr/>
                <p14:nvPr/>
              </p14:nvContentPartPr>
              <p14:xfrm>
                <a:off x="9462420" y="3278824"/>
                <a:ext cx="77760" cy="115200"/>
              </p14:xfrm>
            </p:contentPart>
          </mc:Choice>
          <mc:Fallback xmlns="">
            <p:pic>
              <p:nvPicPr>
                <p:cNvPr id="235" name="Entrada de lápiz 234">
                  <a:extLst>
                    <a:ext uri="{FF2B5EF4-FFF2-40B4-BE49-F238E27FC236}">
                      <a16:creationId xmlns:a16="http://schemas.microsoft.com/office/drawing/2014/main" id="{56E7B3B1-6367-E9AC-3C29-BCE3182DF29C}"/>
                    </a:ext>
                  </a:extLst>
                </p:cNvPr>
                <p:cNvPicPr/>
                <p:nvPr/>
              </p:nvPicPr>
              <p:blipFill>
                <a:blip r:embed="rId85"/>
                <a:stretch>
                  <a:fillRect/>
                </a:stretch>
              </p:blipFill>
              <p:spPr>
                <a:xfrm>
                  <a:off x="9453780" y="3270184"/>
                  <a:ext cx="9540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236" name="Entrada de lápiz 235">
                  <a:extLst>
                    <a:ext uri="{FF2B5EF4-FFF2-40B4-BE49-F238E27FC236}">
                      <a16:creationId xmlns:a16="http://schemas.microsoft.com/office/drawing/2014/main" id="{539C2E5C-51E5-4A2C-E4FA-F07AEE436F12}"/>
                    </a:ext>
                  </a:extLst>
                </p14:cNvPr>
                <p14:cNvContentPartPr/>
                <p14:nvPr/>
              </p14:nvContentPartPr>
              <p14:xfrm>
                <a:off x="9565020" y="3182344"/>
                <a:ext cx="30960" cy="196560"/>
              </p14:xfrm>
            </p:contentPart>
          </mc:Choice>
          <mc:Fallback xmlns="">
            <p:pic>
              <p:nvPicPr>
                <p:cNvPr id="236" name="Entrada de lápiz 235">
                  <a:extLst>
                    <a:ext uri="{FF2B5EF4-FFF2-40B4-BE49-F238E27FC236}">
                      <a16:creationId xmlns:a16="http://schemas.microsoft.com/office/drawing/2014/main" id="{539C2E5C-51E5-4A2C-E4FA-F07AEE436F12}"/>
                    </a:ext>
                  </a:extLst>
                </p:cNvPr>
                <p:cNvPicPr/>
                <p:nvPr/>
              </p:nvPicPr>
              <p:blipFill>
                <a:blip r:embed="rId87"/>
                <a:stretch>
                  <a:fillRect/>
                </a:stretch>
              </p:blipFill>
              <p:spPr>
                <a:xfrm>
                  <a:off x="9556020" y="3173344"/>
                  <a:ext cx="4860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237" name="Entrada de lápiz 236">
                  <a:extLst>
                    <a:ext uri="{FF2B5EF4-FFF2-40B4-BE49-F238E27FC236}">
                      <a16:creationId xmlns:a16="http://schemas.microsoft.com/office/drawing/2014/main" id="{FF33005E-A57A-0AFB-2443-D20C9F238A11}"/>
                    </a:ext>
                  </a:extLst>
                </p14:cNvPr>
                <p14:cNvContentPartPr/>
                <p14:nvPr/>
              </p14:nvContentPartPr>
              <p14:xfrm>
                <a:off x="9709380" y="3331024"/>
                <a:ext cx="96840" cy="90360"/>
              </p14:xfrm>
            </p:contentPart>
          </mc:Choice>
          <mc:Fallback xmlns="">
            <p:pic>
              <p:nvPicPr>
                <p:cNvPr id="237" name="Entrada de lápiz 236">
                  <a:extLst>
                    <a:ext uri="{FF2B5EF4-FFF2-40B4-BE49-F238E27FC236}">
                      <a16:creationId xmlns:a16="http://schemas.microsoft.com/office/drawing/2014/main" id="{FF33005E-A57A-0AFB-2443-D20C9F238A11}"/>
                    </a:ext>
                  </a:extLst>
                </p:cNvPr>
                <p:cNvPicPr/>
                <p:nvPr/>
              </p:nvPicPr>
              <p:blipFill>
                <a:blip r:embed="rId89"/>
                <a:stretch>
                  <a:fillRect/>
                </a:stretch>
              </p:blipFill>
              <p:spPr>
                <a:xfrm>
                  <a:off x="9700380" y="3322384"/>
                  <a:ext cx="11448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238" name="Entrada de lápiz 237">
                  <a:extLst>
                    <a:ext uri="{FF2B5EF4-FFF2-40B4-BE49-F238E27FC236}">
                      <a16:creationId xmlns:a16="http://schemas.microsoft.com/office/drawing/2014/main" id="{220CC31A-C651-4080-855C-4AE425B09237}"/>
                    </a:ext>
                  </a:extLst>
                </p14:cNvPr>
                <p14:cNvContentPartPr/>
                <p14:nvPr/>
              </p14:nvContentPartPr>
              <p14:xfrm>
                <a:off x="9784620" y="3188104"/>
                <a:ext cx="153360" cy="233640"/>
              </p14:xfrm>
            </p:contentPart>
          </mc:Choice>
          <mc:Fallback xmlns="">
            <p:pic>
              <p:nvPicPr>
                <p:cNvPr id="238" name="Entrada de lápiz 237">
                  <a:extLst>
                    <a:ext uri="{FF2B5EF4-FFF2-40B4-BE49-F238E27FC236}">
                      <a16:creationId xmlns:a16="http://schemas.microsoft.com/office/drawing/2014/main" id="{220CC31A-C651-4080-855C-4AE425B09237}"/>
                    </a:ext>
                  </a:extLst>
                </p:cNvPr>
                <p:cNvPicPr/>
                <p:nvPr/>
              </p:nvPicPr>
              <p:blipFill>
                <a:blip r:embed="rId91"/>
                <a:stretch>
                  <a:fillRect/>
                </a:stretch>
              </p:blipFill>
              <p:spPr>
                <a:xfrm>
                  <a:off x="9775980" y="3179464"/>
                  <a:ext cx="17100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240" name="Entrada de lápiz 239">
                  <a:extLst>
                    <a:ext uri="{FF2B5EF4-FFF2-40B4-BE49-F238E27FC236}">
                      <a16:creationId xmlns:a16="http://schemas.microsoft.com/office/drawing/2014/main" id="{67C24324-4301-204C-B24A-333D2D5E6DF3}"/>
                    </a:ext>
                  </a:extLst>
                </p14:cNvPr>
                <p14:cNvContentPartPr/>
                <p14:nvPr/>
              </p14:nvContentPartPr>
              <p14:xfrm>
                <a:off x="10129140" y="3338584"/>
                <a:ext cx="34200" cy="168120"/>
              </p14:xfrm>
            </p:contentPart>
          </mc:Choice>
          <mc:Fallback xmlns="">
            <p:pic>
              <p:nvPicPr>
                <p:cNvPr id="240" name="Entrada de lápiz 239">
                  <a:extLst>
                    <a:ext uri="{FF2B5EF4-FFF2-40B4-BE49-F238E27FC236}">
                      <a16:creationId xmlns:a16="http://schemas.microsoft.com/office/drawing/2014/main" id="{67C24324-4301-204C-B24A-333D2D5E6DF3}"/>
                    </a:ext>
                  </a:extLst>
                </p:cNvPr>
                <p:cNvPicPr/>
                <p:nvPr/>
              </p:nvPicPr>
              <p:blipFill>
                <a:blip r:embed="rId93"/>
                <a:stretch>
                  <a:fillRect/>
                </a:stretch>
              </p:blipFill>
              <p:spPr>
                <a:xfrm>
                  <a:off x="10120500" y="3329944"/>
                  <a:ext cx="5184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241" name="Entrada de lápiz 240">
                  <a:extLst>
                    <a:ext uri="{FF2B5EF4-FFF2-40B4-BE49-F238E27FC236}">
                      <a16:creationId xmlns:a16="http://schemas.microsoft.com/office/drawing/2014/main" id="{E3024D86-AF5D-2147-D944-9CDC149EE30F}"/>
                    </a:ext>
                  </a:extLst>
                </p14:cNvPr>
                <p14:cNvContentPartPr/>
                <p14:nvPr/>
              </p14:nvContentPartPr>
              <p14:xfrm>
                <a:off x="10110780" y="3292144"/>
                <a:ext cx="130320" cy="110160"/>
              </p14:xfrm>
            </p:contentPart>
          </mc:Choice>
          <mc:Fallback xmlns="">
            <p:pic>
              <p:nvPicPr>
                <p:cNvPr id="241" name="Entrada de lápiz 240">
                  <a:extLst>
                    <a:ext uri="{FF2B5EF4-FFF2-40B4-BE49-F238E27FC236}">
                      <a16:creationId xmlns:a16="http://schemas.microsoft.com/office/drawing/2014/main" id="{E3024D86-AF5D-2147-D944-9CDC149EE30F}"/>
                    </a:ext>
                  </a:extLst>
                </p:cNvPr>
                <p:cNvPicPr/>
                <p:nvPr/>
              </p:nvPicPr>
              <p:blipFill>
                <a:blip r:embed="rId95"/>
                <a:stretch>
                  <a:fillRect/>
                </a:stretch>
              </p:blipFill>
              <p:spPr>
                <a:xfrm>
                  <a:off x="10101780" y="3283504"/>
                  <a:ext cx="14796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242" name="Entrada de lápiz 241">
                  <a:extLst>
                    <a:ext uri="{FF2B5EF4-FFF2-40B4-BE49-F238E27FC236}">
                      <a16:creationId xmlns:a16="http://schemas.microsoft.com/office/drawing/2014/main" id="{01CCBDBD-C7BF-5082-C5E6-98DB5A1F4920}"/>
                    </a:ext>
                  </a:extLst>
                </p14:cNvPr>
                <p14:cNvContentPartPr/>
                <p14:nvPr/>
              </p14:nvContentPartPr>
              <p14:xfrm>
                <a:off x="10277460" y="3274144"/>
                <a:ext cx="127080" cy="93600"/>
              </p14:xfrm>
            </p:contentPart>
          </mc:Choice>
          <mc:Fallback xmlns="">
            <p:pic>
              <p:nvPicPr>
                <p:cNvPr id="242" name="Entrada de lápiz 241">
                  <a:extLst>
                    <a:ext uri="{FF2B5EF4-FFF2-40B4-BE49-F238E27FC236}">
                      <a16:creationId xmlns:a16="http://schemas.microsoft.com/office/drawing/2014/main" id="{01CCBDBD-C7BF-5082-C5E6-98DB5A1F4920}"/>
                    </a:ext>
                  </a:extLst>
                </p:cNvPr>
                <p:cNvPicPr/>
                <p:nvPr/>
              </p:nvPicPr>
              <p:blipFill>
                <a:blip r:embed="rId97"/>
                <a:stretch>
                  <a:fillRect/>
                </a:stretch>
              </p:blipFill>
              <p:spPr>
                <a:xfrm>
                  <a:off x="10268460" y="3265504"/>
                  <a:ext cx="14472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243" name="Entrada de lápiz 242">
                  <a:extLst>
                    <a:ext uri="{FF2B5EF4-FFF2-40B4-BE49-F238E27FC236}">
                      <a16:creationId xmlns:a16="http://schemas.microsoft.com/office/drawing/2014/main" id="{6DCE96AB-A6CD-E18E-D98D-A38C3A7C7FAC}"/>
                    </a:ext>
                  </a:extLst>
                </p14:cNvPr>
                <p14:cNvContentPartPr/>
                <p14:nvPr/>
              </p14:nvContentPartPr>
              <p14:xfrm>
                <a:off x="10376100" y="3287104"/>
                <a:ext cx="98280" cy="96480"/>
              </p14:xfrm>
            </p:contentPart>
          </mc:Choice>
          <mc:Fallback xmlns="">
            <p:pic>
              <p:nvPicPr>
                <p:cNvPr id="243" name="Entrada de lápiz 242">
                  <a:extLst>
                    <a:ext uri="{FF2B5EF4-FFF2-40B4-BE49-F238E27FC236}">
                      <a16:creationId xmlns:a16="http://schemas.microsoft.com/office/drawing/2014/main" id="{6DCE96AB-A6CD-E18E-D98D-A38C3A7C7FAC}"/>
                    </a:ext>
                  </a:extLst>
                </p:cNvPr>
                <p:cNvPicPr/>
                <p:nvPr/>
              </p:nvPicPr>
              <p:blipFill>
                <a:blip r:embed="rId99"/>
                <a:stretch>
                  <a:fillRect/>
                </a:stretch>
              </p:blipFill>
              <p:spPr>
                <a:xfrm>
                  <a:off x="10367100" y="3278464"/>
                  <a:ext cx="11592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244" name="Entrada de lápiz 243">
                  <a:extLst>
                    <a:ext uri="{FF2B5EF4-FFF2-40B4-BE49-F238E27FC236}">
                      <a16:creationId xmlns:a16="http://schemas.microsoft.com/office/drawing/2014/main" id="{FBBB4554-DB47-6CE7-597B-6F2A38143F1F}"/>
                    </a:ext>
                  </a:extLst>
                </p14:cNvPr>
                <p14:cNvContentPartPr/>
                <p14:nvPr/>
              </p14:nvContentPartPr>
              <p14:xfrm>
                <a:off x="10472940" y="3160384"/>
                <a:ext cx="103320" cy="343440"/>
              </p14:xfrm>
            </p:contentPart>
          </mc:Choice>
          <mc:Fallback xmlns="">
            <p:pic>
              <p:nvPicPr>
                <p:cNvPr id="244" name="Entrada de lápiz 243">
                  <a:extLst>
                    <a:ext uri="{FF2B5EF4-FFF2-40B4-BE49-F238E27FC236}">
                      <a16:creationId xmlns:a16="http://schemas.microsoft.com/office/drawing/2014/main" id="{FBBB4554-DB47-6CE7-597B-6F2A38143F1F}"/>
                    </a:ext>
                  </a:extLst>
                </p:cNvPr>
                <p:cNvPicPr/>
                <p:nvPr/>
              </p:nvPicPr>
              <p:blipFill>
                <a:blip r:embed="rId101"/>
                <a:stretch>
                  <a:fillRect/>
                </a:stretch>
              </p:blipFill>
              <p:spPr>
                <a:xfrm>
                  <a:off x="10464300" y="3151744"/>
                  <a:ext cx="120960" cy="3610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245" name="Entrada de lápiz 244">
                  <a:extLst>
                    <a:ext uri="{FF2B5EF4-FFF2-40B4-BE49-F238E27FC236}">
                      <a16:creationId xmlns:a16="http://schemas.microsoft.com/office/drawing/2014/main" id="{08C8C9CE-2ACA-9928-6426-7EC3CE7E1F9E}"/>
                    </a:ext>
                  </a:extLst>
                </p14:cNvPr>
                <p14:cNvContentPartPr/>
                <p14:nvPr/>
              </p14:nvContentPartPr>
              <p14:xfrm>
                <a:off x="10604700" y="3270904"/>
                <a:ext cx="307440" cy="137160"/>
              </p14:xfrm>
            </p:contentPart>
          </mc:Choice>
          <mc:Fallback xmlns="">
            <p:pic>
              <p:nvPicPr>
                <p:cNvPr id="245" name="Entrada de lápiz 244">
                  <a:extLst>
                    <a:ext uri="{FF2B5EF4-FFF2-40B4-BE49-F238E27FC236}">
                      <a16:creationId xmlns:a16="http://schemas.microsoft.com/office/drawing/2014/main" id="{08C8C9CE-2ACA-9928-6426-7EC3CE7E1F9E}"/>
                    </a:ext>
                  </a:extLst>
                </p:cNvPr>
                <p:cNvPicPr/>
                <p:nvPr/>
              </p:nvPicPr>
              <p:blipFill>
                <a:blip r:embed="rId103"/>
                <a:stretch>
                  <a:fillRect/>
                </a:stretch>
              </p:blipFill>
              <p:spPr>
                <a:xfrm>
                  <a:off x="10595700" y="3261904"/>
                  <a:ext cx="32508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246" name="Entrada de lápiz 245">
                  <a:extLst>
                    <a:ext uri="{FF2B5EF4-FFF2-40B4-BE49-F238E27FC236}">
                      <a16:creationId xmlns:a16="http://schemas.microsoft.com/office/drawing/2014/main" id="{FE2AAD5B-B5F0-5753-C83C-D0176FF6C60A}"/>
                    </a:ext>
                  </a:extLst>
                </p14:cNvPr>
                <p14:cNvContentPartPr/>
                <p14:nvPr/>
              </p14:nvContentPartPr>
              <p14:xfrm>
                <a:off x="10896660" y="3160384"/>
                <a:ext cx="194400" cy="221040"/>
              </p14:xfrm>
            </p:contentPart>
          </mc:Choice>
          <mc:Fallback xmlns="">
            <p:pic>
              <p:nvPicPr>
                <p:cNvPr id="246" name="Entrada de lápiz 245">
                  <a:extLst>
                    <a:ext uri="{FF2B5EF4-FFF2-40B4-BE49-F238E27FC236}">
                      <a16:creationId xmlns:a16="http://schemas.microsoft.com/office/drawing/2014/main" id="{FE2AAD5B-B5F0-5753-C83C-D0176FF6C60A}"/>
                    </a:ext>
                  </a:extLst>
                </p:cNvPr>
                <p:cNvPicPr/>
                <p:nvPr/>
              </p:nvPicPr>
              <p:blipFill>
                <a:blip r:embed="rId105"/>
                <a:stretch>
                  <a:fillRect/>
                </a:stretch>
              </p:blipFill>
              <p:spPr>
                <a:xfrm>
                  <a:off x="10888020" y="3151744"/>
                  <a:ext cx="21204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247" name="Entrada de lápiz 246">
                  <a:extLst>
                    <a:ext uri="{FF2B5EF4-FFF2-40B4-BE49-F238E27FC236}">
                      <a16:creationId xmlns:a16="http://schemas.microsoft.com/office/drawing/2014/main" id="{05414B2D-A835-846C-BFDB-B3CEDBE6F3C3}"/>
                    </a:ext>
                  </a:extLst>
                </p14:cNvPr>
                <p14:cNvContentPartPr/>
                <p14:nvPr/>
              </p14:nvContentPartPr>
              <p14:xfrm>
                <a:off x="11077020" y="3216184"/>
                <a:ext cx="9720" cy="15480"/>
              </p14:xfrm>
            </p:contentPart>
          </mc:Choice>
          <mc:Fallback xmlns="">
            <p:pic>
              <p:nvPicPr>
                <p:cNvPr id="247" name="Entrada de lápiz 246">
                  <a:extLst>
                    <a:ext uri="{FF2B5EF4-FFF2-40B4-BE49-F238E27FC236}">
                      <a16:creationId xmlns:a16="http://schemas.microsoft.com/office/drawing/2014/main" id="{05414B2D-A835-846C-BFDB-B3CEDBE6F3C3}"/>
                    </a:ext>
                  </a:extLst>
                </p:cNvPr>
                <p:cNvPicPr/>
                <p:nvPr/>
              </p:nvPicPr>
              <p:blipFill>
                <a:blip r:embed="rId107"/>
                <a:stretch>
                  <a:fillRect/>
                </a:stretch>
              </p:blipFill>
              <p:spPr>
                <a:xfrm>
                  <a:off x="11068020" y="3207184"/>
                  <a:ext cx="2736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248" name="Entrada de lápiz 247">
                  <a:extLst>
                    <a:ext uri="{FF2B5EF4-FFF2-40B4-BE49-F238E27FC236}">
                      <a16:creationId xmlns:a16="http://schemas.microsoft.com/office/drawing/2014/main" id="{1EC0ADFD-572A-C09C-EEC1-45AB28F37A27}"/>
                    </a:ext>
                  </a:extLst>
                </p14:cNvPr>
                <p14:cNvContentPartPr/>
                <p14:nvPr/>
              </p14:nvContentPartPr>
              <p14:xfrm>
                <a:off x="11113380" y="3145264"/>
                <a:ext cx="101880" cy="207360"/>
              </p14:xfrm>
            </p:contentPart>
          </mc:Choice>
          <mc:Fallback xmlns="">
            <p:pic>
              <p:nvPicPr>
                <p:cNvPr id="248" name="Entrada de lápiz 247">
                  <a:extLst>
                    <a:ext uri="{FF2B5EF4-FFF2-40B4-BE49-F238E27FC236}">
                      <a16:creationId xmlns:a16="http://schemas.microsoft.com/office/drawing/2014/main" id="{1EC0ADFD-572A-C09C-EEC1-45AB28F37A27}"/>
                    </a:ext>
                  </a:extLst>
                </p:cNvPr>
                <p:cNvPicPr/>
                <p:nvPr/>
              </p:nvPicPr>
              <p:blipFill>
                <a:blip r:embed="rId109"/>
                <a:stretch>
                  <a:fillRect/>
                </a:stretch>
              </p:blipFill>
              <p:spPr>
                <a:xfrm>
                  <a:off x="11104380" y="3136624"/>
                  <a:ext cx="11952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249" name="Entrada de lápiz 248">
                  <a:extLst>
                    <a:ext uri="{FF2B5EF4-FFF2-40B4-BE49-F238E27FC236}">
                      <a16:creationId xmlns:a16="http://schemas.microsoft.com/office/drawing/2014/main" id="{20ACDA14-C9E0-BAD9-2210-5D950F9B05C6}"/>
                    </a:ext>
                  </a:extLst>
                </p14:cNvPr>
                <p14:cNvContentPartPr/>
                <p14:nvPr/>
              </p14:nvContentPartPr>
              <p14:xfrm>
                <a:off x="11222100" y="3243904"/>
                <a:ext cx="132120" cy="100080"/>
              </p14:xfrm>
            </p:contentPart>
          </mc:Choice>
          <mc:Fallback xmlns="">
            <p:pic>
              <p:nvPicPr>
                <p:cNvPr id="249" name="Entrada de lápiz 248">
                  <a:extLst>
                    <a:ext uri="{FF2B5EF4-FFF2-40B4-BE49-F238E27FC236}">
                      <a16:creationId xmlns:a16="http://schemas.microsoft.com/office/drawing/2014/main" id="{20ACDA14-C9E0-BAD9-2210-5D950F9B05C6}"/>
                    </a:ext>
                  </a:extLst>
                </p:cNvPr>
                <p:cNvPicPr/>
                <p:nvPr/>
              </p:nvPicPr>
              <p:blipFill>
                <a:blip r:embed="rId111"/>
                <a:stretch>
                  <a:fillRect/>
                </a:stretch>
              </p:blipFill>
              <p:spPr>
                <a:xfrm>
                  <a:off x="11213460" y="3234904"/>
                  <a:ext cx="14976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250" name="Entrada de lápiz 249">
                  <a:extLst>
                    <a:ext uri="{FF2B5EF4-FFF2-40B4-BE49-F238E27FC236}">
                      <a16:creationId xmlns:a16="http://schemas.microsoft.com/office/drawing/2014/main" id="{4C4EBE02-5003-B7A7-1DE7-5F01CC7A93B0}"/>
                    </a:ext>
                  </a:extLst>
                </p14:cNvPr>
                <p14:cNvContentPartPr/>
                <p14:nvPr/>
              </p14:nvContentPartPr>
              <p14:xfrm>
                <a:off x="11368260" y="3233464"/>
                <a:ext cx="66600" cy="127800"/>
              </p14:xfrm>
            </p:contentPart>
          </mc:Choice>
          <mc:Fallback xmlns="">
            <p:pic>
              <p:nvPicPr>
                <p:cNvPr id="250" name="Entrada de lápiz 249">
                  <a:extLst>
                    <a:ext uri="{FF2B5EF4-FFF2-40B4-BE49-F238E27FC236}">
                      <a16:creationId xmlns:a16="http://schemas.microsoft.com/office/drawing/2014/main" id="{4C4EBE02-5003-B7A7-1DE7-5F01CC7A93B0}"/>
                    </a:ext>
                  </a:extLst>
                </p:cNvPr>
                <p:cNvPicPr/>
                <p:nvPr/>
              </p:nvPicPr>
              <p:blipFill>
                <a:blip r:embed="rId113"/>
                <a:stretch>
                  <a:fillRect/>
                </a:stretch>
              </p:blipFill>
              <p:spPr>
                <a:xfrm>
                  <a:off x="11359620" y="3224464"/>
                  <a:ext cx="8424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251" name="Entrada de lápiz 250">
                  <a:extLst>
                    <a:ext uri="{FF2B5EF4-FFF2-40B4-BE49-F238E27FC236}">
                      <a16:creationId xmlns:a16="http://schemas.microsoft.com/office/drawing/2014/main" id="{2100F3A3-9D2B-9E88-4C06-D428771745B4}"/>
                    </a:ext>
                  </a:extLst>
                </p14:cNvPr>
                <p14:cNvContentPartPr/>
                <p14:nvPr/>
              </p14:nvContentPartPr>
              <p14:xfrm>
                <a:off x="11399940" y="3087664"/>
                <a:ext cx="78480" cy="291600"/>
              </p14:xfrm>
            </p:contentPart>
          </mc:Choice>
          <mc:Fallback xmlns="">
            <p:pic>
              <p:nvPicPr>
                <p:cNvPr id="251" name="Entrada de lápiz 250">
                  <a:extLst>
                    <a:ext uri="{FF2B5EF4-FFF2-40B4-BE49-F238E27FC236}">
                      <a16:creationId xmlns:a16="http://schemas.microsoft.com/office/drawing/2014/main" id="{2100F3A3-9D2B-9E88-4C06-D428771745B4}"/>
                    </a:ext>
                  </a:extLst>
                </p:cNvPr>
                <p:cNvPicPr/>
                <p:nvPr/>
              </p:nvPicPr>
              <p:blipFill>
                <a:blip r:embed="rId115"/>
                <a:stretch>
                  <a:fillRect/>
                </a:stretch>
              </p:blipFill>
              <p:spPr>
                <a:xfrm>
                  <a:off x="11390940" y="3078664"/>
                  <a:ext cx="96120" cy="309240"/>
                </a:xfrm>
                <a:prstGeom prst="rect">
                  <a:avLst/>
                </a:prstGeom>
              </p:spPr>
            </p:pic>
          </mc:Fallback>
        </mc:AlternateContent>
      </p:grpSp>
      <p:grpSp>
        <p:nvGrpSpPr>
          <p:cNvPr id="284" name="Grupo 283">
            <a:extLst>
              <a:ext uri="{FF2B5EF4-FFF2-40B4-BE49-F238E27FC236}">
                <a16:creationId xmlns:a16="http://schemas.microsoft.com/office/drawing/2014/main" id="{703C2249-7123-9925-B66A-36FCA4BC2491}"/>
              </a:ext>
            </a:extLst>
          </p:cNvPr>
          <p:cNvGrpSpPr/>
          <p:nvPr/>
        </p:nvGrpSpPr>
        <p:grpSpPr>
          <a:xfrm>
            <a:off x="6317460" y="4100344"/>
            <a:ext cx="1240560" cy="315720"/>
            <a:chOff x="6317460" y="4100344"/>
            <a:chExt cx="1240560" cy="315720"/>
          </a:xfrm>
        </p:grpSpPr>
        <mc:AlternateContent xmlns:mc="http://schemas.openxmlformats.org/markup-compatibility/2006" xmlns:p14="http://schemas.microsoft.com/office/powerpoint/2010/main">
          <mc:Choice Requires="p14">
            <p:contentPart p14:bwMode="auto" r:id="rId116">
              <p14:nvContentPartPr>
                <p14:cNvPr id="253" name="Entrada de lápiz 252">
                  <a:extLst>
                    <a:ext uri="{FF2B5EF4-FFF2-40B4-BE49-F238E27FC236}">
                      <a16:creationId xmlns:a16="http://schemas.microsoft.com/office/drawing/2014/main" id="{BD26307D-9020-0546-CA7D-4B019977BCEE}"/>
                    </a:ext>
                  </a:extLst>
                </p14:cNvPr>
                <p14:cNvContentPartPr/>
                <p14:nvPr/>
              </p14:nvContentPartPr>
              <p14:xfrm>
                <a:off x="6317460" y="4141384"/>
                <a:ext cx="570600" cy="214560"/>
              </p14:xfrm>
            </p:contentPart>
          </mc:Choice>
          <mc:Fallback xmlns="">
            <p:pic>
              <p:nvPicPr>
                <p:cNvPr id="253" name="Entrada de lápiz 252">
                  <a:extLst>
                    <a:ext uri="{FF2B5EF4-FFF2-40B4-BE49-F238E27FC236}">
                      <a16:creationId xmlns:a16="http://schemas.microsoft.com/office/drawing/2014/main" id="{BD26307D-9020-0546-CA7D-4B019977BCEE}"/>
                    </a:ext>
                  </a:extLst>
                </p:cNvPr>
                <p:cNvPicPr/>
                <p:nvPr/>
              </p:nvPicPr>
              <p:blipFill>
                <a:blip r:embed="rId117"/>
                <a:stretch>
                  <a:fillRect/>
                </a:stretch>
              </p:blipFill>
              <p:spPr>
                <a:xfrm>
                  <a:off x="6308820" y="4132744"/>
                  <a:ext cx="58824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254" name="Entrada de lápiz 253">
                  <a:extLst>
                    <a:ext uri="{FF2B5EF4-FFF2-40B4-BE49-F238E27FC236}">
                      <a16:creationId xmlns:a16="http://schemas.microsoft.com/office/drawing/2014/main" id="{1BC203A8-B2AF-BAE9-A88F-3DFBC84775CA}"/>
                    </a:ext>
                  </a:extLst>
                </p14:cNvPr>
                <p14:cNvContentPartPr/>
                <p14:nvPr/>
              </p14:nvContentPartPr>
              <p14:xfrm>
                <a:off x="6852420" y="4251184"/>
                <a:ext cx="72720" cy="164880"/>
              </p14:xfrm>
            </p:contentPart>
          </mc:Choice>
          <mc:Fallback xmlns="">
            <p:pic>
              <p:nvPicPr>
                <p:cNvPr id="254" name="Entrada de lápiz 253">
                  <a:extLst>
                    <a:ext uri="{FF2B5EF4-FFF2-40B4-BE49-F238E27FC236}">
                      <a16:creationId xmlns:a16="http://schemas.microsoft.com/office/drawing/2014/main" id="{1BC203A8-B2AF-BAE9-A88F-3DFBC84775CA}"/>
                    </a:ext>
                  </a:extLst>
                </p:cNvPr>
                <p:cNvPicPr/>
                <p:nvPr/>
              </p:nvPicPr>
              <p:blipFill>
                <a:blip r:embed="rId119"/>
                <a:stretch>
                  <a:fillRect/>
                </a:stretch>
              </p:blipFill>
              <p:spPr>
                <a:xfrm>
                  <a:off x="6843420" y="4242544"/>
                  <a:ext cx="9036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256" name="Entrada de lápiz 255">
                  <a:extLst>
                    <a:ext uri="{FF2B5EF4-FFF2-40B4-BE49-F238E27FC236}">
                      <a16:creationId xmlns:a16="http://schemas.microsoft.com/office/drawing/2014/main" id="{0792DE99-625F-AED5-6420-2E93AB0B34FF}"/>
                    </a:ext>
                  </a:extLst>
                </p14:cNvPr>
                <p14:cNvContentPartPr/>
                <p14:nvPr/>
              </p14:nvContentPartPr>
              <p14:xfrm>
                <a:off x="7030980" y="4135624"/>
                <a:ext cx="167040" cy="256320"/>
              </p14:xfrm>
            </p:contentPart>
          </mc:Choice>
          <mc:Fallback xmlns="">
            <p:pic>
              <p:nvPicPr>
                <p:cNvPr id="256" name="Entrada de lápiz 255">
                  <a:extLst>
                    <a:ext uri="{FF2B5EF4-FFF2-40B4-BE49-F238E27FC236}">
                      <a16:creationId xmlns:a16="http://schemas.microsoft.com/office/drawing/2014/main" id="{0792DE99-625F-AED5-6420-2E93AB0B34FF}"/>
                    </a:ext>
                  </a:extLst>
                </p:cNvPr>
                <p:cNvPicPr/>
                <p:nvPr/>
              </p:nvPicPr>
              <p:blipFill>
                <a:blip r:embed="rId121"/>
                <a:stretch>
                  <a:fillRect/>
                </a:stretch>
              </p:blipFill>
              <p:spPr>
                <a:xfrm>
                  <a:off x="7021980" y="4126624"/>
                  <a:ext cx="18468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257" name="Entrada de lápiz 256">
                  <a:extLst>
                    <a:ext uri="{FF2B5EF4-FFF2-40B4-BE49-F238E27FC236}">
                      <a16:creationId xmlns:a16="http://schemas.microsoft.com/office/drawing/2014/main" id="{674D654C-2D07-1C9F-2027-9C96D2B46503}"/>
                    </a:ext>
                  </a:extLst>
                </p14:cNvPr>
                <p14:cNvContentPartPr/>
                <p14:nvPr/>
              </p14:nvContentPartPr>
              <p14:xfrm>
                <a:off x="7266420" y="4208344"/>
                <a:ext cx="37080" cy="22320"/>
              </p14:xfrm>
            </p:contentPart>
          </mc:Choice>
          <mc:Fallback xmlns="">
            <p:pic>
              <p:nvPicPr>
                <p:cNvPr id="257" name="Entrada de lápiz 256">
                  <a:extLst>
                    <a:ext uri="{FF2B5EF4-FFF2-40B4-BE49-F238E27FC236}">
                      <a16:creationId xmlns:a16="http://schemas.microsoft.com/office/drawing/2014/main" id="{674D654C-2D07-1C9F-2027-9C96D2B46503}"/>
                    </a:ext>
                  </a:extLst>
                </p:cNvPr>
                <p:cNvPicPr/>
                <p:nvPr/>
              </p:nvPicPr>
              <p:blipFill>
                <a:blip r:embed="rId123"/>
                <a:stretch>
                  <a:fillRect/>
                </a:stretch>
              </p:blipFill>
              <p:spPr>
                <a:xfrm>
                  <a:off x="7257420" y="4199704"/>
                  <a:ext cx="5472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258" name="Entrada de lápiz 257">
                  <a:extLst>
                    <a:ext uri="{FF2B5EF4-FFF2-40B4-BE49-F238E27FC236}">
                      <a16:creationId xmlns:a16="http://schemas.microsoft.com/office/drawing/2014/main" id="{1F5EAD18-EDC0-7884-9BF3-0323A3C48AD0}"/>
                    </a:ext>
                  </a:extLst>
                </p14:cNvPr>
                <p14:cNvContentPartPr/>
                <p14:nvPr/>
              </p14:nvContentPartPr>
              <p14:xfrm>
                <a:off x="7258860" y="4100344"/>
                <a:ext cx="47520" cy="51120"/>
              </p14:xfrm>
            </p:contentPart>
          </mc:Choice>
          <mc:Fallback xmlns="">
            <p:pic>
              <p:nvPicPr>
                <p:cNvPr id="258" name="Entrada de lápiz 257">
                  <a:extLst>
                    <a:ext uri="{FF2B5EF4-FFF2-40B4-BE49-F238E27FC236}">
                      <a16:creationId xmlns:a16="http://schemas.microsoft.com/office/drawing/2014/main" id="{1F5EAD18-EDC0-7884-9BF3-0323A3C48AD0}"/>
                    </a:ext>
                  </a:extLst>
                </p:cNvPr>
                <p:cNvPicPr/>
                <p:nvPr/>
              </p:nvPicPr>
              <p:blipFill>
                <a:blip r:embed="rId125"/>
                <a:stretch>
                  <a:fillRect/>
                </a:stretch>
              </p:blipFill>
              <p:spPr>
                <a:xfrm>
                  <a:off x="7249860" y="4091344"/>
                  <a:ext cx="6516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259" name="Entrada de lápiz 258">
                  <a:extLst>
                    <a:ext uri="{FF2B5EF4-FFF2-40B4-BE49-F238E27FC236}">
                      <a16:creationId xmlns:a16="http://schemas.microsoft.com/office/drawing/2014/main" id="{12A4C671-A2DF-A6B4-788D-25981F356E27}"/>
                    </a:ext>
                  </a:extLst>
                </p14:cNvPr>
                <p14:cNvContentPartPr/>
                <p14:nvPr/>
              </p14:nvContentPartPr>
              <p14:xfrm>
                <a:off x="7362540" y="4274584"/>
                <a:ext cx="100440" cy="114120"/>
              </p14:xfrm>
            </p:contentPart>
          </mc:Choice>
          <mc:Fallback xmlns="">
            <p:pic>
              <p:nvPicPr>
                <p:cNvPr id="259" name="Entrada de lápiz 258">
                  <a:extLst>
                    <a:ext uri="{FF2B5EF4-FFF2-40B4-BE49-F238E27FC236}">
                      <a16:creationId xmlns:a16="http://schemas.microsoft.com/office/drawing/2014/main" id="{12A4C671-A2DF-A6B4-788D-25981F356E27}"/>
                    </a:ext>
                  </a:extLst>
                </p:cNvPr>
                <p:cNvPicPr/>
                <p:nvPr/>
              </p:nvPicPr>
              <p:blipFill>
                <a:blip r:embed="rId127"/>
                <a:stretch>
                  <a:fillRect/>
                </a:stretch>
              </p:blipFill>
              <p:spPr>
                <a:xfrm>
                  <a:off x="7353540" y="4265944"/>
                  <a:ext cx="11808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260" name="Entrada de lápiz 259">
                  <a:extLst>
                    <a:ext uri="{FF2B5EF4-FFF2-40B4-BE49-F238E27FC236}">
                      <a16:creationId xmlns:a16="http://schemas.microsoft.com/office/drawing/2014/main" id="{59767735-3286-F5B4-029E-95DBEAA579CF}"/>
                    </a:ext>
                  </a:extLst>
                </p14:cNvPr>
                <p14:cNvContentPartPr/>
                <p14:nvPr/>
              </p14:nvContentPartPr>
              <p14:xfrm>
                <a:off x="7448940" y="4128784"/>
                <a:ext cx="19440" cy="226080"/>
              </p14:xfrm>
            </p:contentPart>
          </mc:Choice>
          <mc:Fallback xmlns="">
            <p:pic>
              <p:nvPicPr>
                <p:cNvPr id="260" name="Entrada de lápiz 259">
                  <a:extLst>
                    <a:ext uri="{FF2B5EF4-FFF2-40B4-BE49-F238E27FC236}">
                      <a16:creationId xmlns:a16="http://schemas.microsoft.com/office/drawing/2014/main" id="{59767735-3286-F5B4-029E-95DBEAA579CF}"/>
                    </a:ext>
                  </a:extLst>
                </p:cNvPr>
                <p:cNvPicPr/>
                <p:nvPr/>
              </p:nvPicPr>
              <p:blipFill>
                <a:blip r:embed="rId129"/>
                <a:stretch>
                  <a:fillRect/>
                </a:stretch>
              </p:blipFill>
              <p:spPr>
                <a:xfrm>
                  <a:off x="7439940" y="4119784"/>
                  <a:ext cx="3708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261" name="Entrada de lápiz 260">
                  <a:extLst>
                    <a:ext uri="{FF2B5EF4-FFF2-40B4-BE49-F238E27FC236}">
                      <a16:creationId xmlns:a16="http://schemas.microsoft.com/office/drawing/2014/main" id="{96F2724B-C27E-A235-FB26-42B297449B5C}"/>
                    </a:ext>
                  </a:extLst>
                </p14:cNvPr>
                <p14:cNvContentPartPr/>
                <p14:nvPr/>
              </p14:nvContentPartPr>
              <p14:xfrm>
                <a:off x="7460460" y="4266664"/>
                <a:ext cx="97560" cy="96840"/>
              </p14:xfrm>
            </p:contentPart>
          </mc:Choice>
          <mc:Fallback xmlns="">
            <p:pic>
              <p:nvPicPr>
                <p:cNvPr id="261" name="Entrada de lápiz 260">
                  <a:extLst>
                    <a:ext uri="{FF2B5EF4-FFF2-40B4-BE49-F238E27FC236}">
                      <a16:creationId xmlns:a16="http://schemas.microsoft.com/office/drawing/2014/main" id="{96F2724B-C27E-A235-FB26-42B297449B5C}"/>
                    </a:ext>
                  </a:extLst>
                </p:cNvPr>
                <p:cNvPicPr/>
                <p:nvPr/>
              </p:nvPicPr>
              <p:blipFill>
                <a:blip r:embed="rId131"/>
                <a:stretch>
                  <a:fillRect/>
                </a:stretch>
              </p:blipFill>
              <p:spPr>
                <a:xfrm>
                  <a:off x="7451460" y="4258024"/>
                  <a:ext cx="115200" cy="114480"/>
                </a:xfrm>
                <a:prstGeom prst="rect">
                  <a:avLst/>
                </a:prstGeom>
              </p:spPr>
            </p:pic>
          </mc:Fallback>
        </mc:AlternateContent>
      </p:grpSp>
      <p:grpSp>
        <p:nvGrpSpPr>
          <p:cNvPr id="283" name="Grupo 282">
            <a:extLst>
              <a:ext uri="{FF2B5EF4-FFF2-40B4-BE49-F238E27FC236}">
                <a16:creationId xmlns:a16="http://schemas.microsoft.com/office/drawing/2014/main" id="{A0D50831-5565-BE17-A23C-E555B5DEA8DE}"/>
              </a:ext>
            </a:extLst>
          </p:cNvPr>
          <p:cNvGrpSpPr/>
          <p:nvPr/>
        </p:nvGrpSpPr>
        <p:grpSpPr>
          <a:xfrm>
            <a:off x="7727580" y="4067584"/>
            <a:ext cx="857160" cy="312840"/>
            <a:chOff x="7727580" y="4067584"/>
            <a:chExt cx="857160" cy="312840"/>
          </a:xfrm>
        </p:grpSpPr>
        <mc:AlternateContent xmlns:mc="http://schemas.openxmlformats.org/markup-compatibility/2006" xmlns:p14="http://schemas.microsoft.com/office/powerpoint/2010/main">
          <mc:Choice Requires="p14">
            <p:contentPart p14:bwMode="auto" r:id="rId132">
              <p14:nvContentPartPr>
                <p14:cNvPr id="262" name="Entrada de lápiz 261">
                  <a:extLst>
                    <a:ext uri="{FF2B5EF4-FFF2-40B4-BE49-F238E27FC236}">
                      <a16:creationId xmlns:a16="http://schemas.microsoft.com/office/drawing/2014/main" id="{2B216CB1-523D-1C4D-28AD-C909CCF9BEA8}"/>
                    </a:ext>
                  </a:extLst>
                </p14:cNvPr>
                <p14:cNvContentPartPr/>
                <p14:nvPr/>
              </p14:nvContentPartPr>
              <p14:xfrm>
                <a:off x="7727580" y="4256584"/>
                <a:ext cx="99720" cy="104400"/>
              </p14:xfrm>
            </p:contentPart>
          </mc:Choice>
          <mc:Fallback xmlns="">
            <p:pic>
              <p:nvPicPr>
                <p:cNvPr id="262" name="Entrada de lápiz 261">
                  <a:extLst>
                    <a:ext uri="{FF2B5EF4-FFF2-40B4-BE49-F238E27FC236}">
                      <a16:creationId xmlns:a16="http://schemas.microsoft.com/office/drawing/2014/main" id="{2B216CB1-523D-1C4D-28AD-C909CCF9BEA8}"/>
                    </a:ext>
                  </a:extLst>
                </p:cNvPr>
                <p:cNvPicPr/>
                <p:nvPr/>
              </p:nvPicPr>
              <p:blipFill>
                <a:blip r:embed="rId133"/>
                <a:stretch>
                  <a:fillRect/>
                </a:stretch>
              </p:blipFill>
              <p:spPr>
                <a:xfrm>
                  <a:off x="7718940" y="4247944"/>
                  <a:ext cx="11736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263" name="Entrada de lápiz 262">
                  <a:extLst>
                    <a:ext uri="{FF2B5EF4-FFF2-40B4-BE49-F238E27FC236}">
                      <a16:creationId xmlns:a16="http://schemas.microsoft.com/office/drawing/2014/main" id="{DC9FCEC1-8247-2BDE-8046-326CFB739401}"/>
                    </a:ext>
                  </a:extLst>
                </p14:cNvPr>
                <p14:cNvContentPartPr/>
                <p14:nvPr/>
              </p14:nvContentPartPr>
              <p14:xfrm>
                <a:off x="7862940" y="4250464"/>
                <a:ext cx="105120" cy="99000"/>
              </p14:xfrm>
            </p:contentPart>
          </mc:Choice>
          <mc:Fallback xmlns="">
            <p:pic>
              <p:nvPicPr>
                <p:cNvPr id="263" name="Entrada de lápiz 262">
                  <a:extLst>
                    <a:ext uri="{FF2B5EF4-FFF2-40B4-BE49-F238E27FC236}">
                      <a16:creationId xmlns:a16="http://schemas.microsoft.com/office/drawing/2014/main" id="{DC9FCEC1-8247-2BDE-8046-326CFB739401}"/>
                    </a:ext>
                  </a:extLst>
                </p:cNvPr>
                <p:cNvPicPr/>
                <p:nvPr/>
              </p:nvPicPr>
              <p:blipFill>
                <a:blip r:embed="rId135"/>
                <a:stretch>
                  <a:fillRect/>
                </a:stretch>
              </p:blipFill>
              <p:spPr>
                <a:xfrm>
                  <a:off x="7854300" y="4241824"/>
                  <a:ext cx="12276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264" name="Entrada de lápiz 263">
                  <a:extLst>
                    <a:ext uri="{FF2B5EF4-FFF2-40B4-BE49-F238E27FC236}">
                      <a16:creationId xmlns:a16="http://schemas.microsoft.com/office/drawing/2014/main" id="{A8240C37-BF70-8343-260E-9C27125F5AD5}"/>
                    </a:ext>
                  </a:extLst>
                </p14:cNvPr>
                <p14:cNvContentPartPr/>
                <p14:nvPr/>
              </p14:nvContentPartPr>
              <p14:xfrm>
                <a:off x="8004420" y="4081264"/>
                <a:ext cx="142560" cy="299160"/>
              </p14:xfrm>
            </p:contentPart>
          </mc:Choice>
          <mc:Fallback xmlns="">
            <p:pic>
              <p:nvPicPr>
                <p:cNvPr id="264" name="Entrada de lápiz 263">
                  <a:extLst>
                    <a:ext uri="{FF2B5EF4-FFF2-40B4-BE49-F238E27FC236}">
                      <a16:creationId xmlns:a16="http://schemas.microsoft.com/office/drawing/2014/main" id="{A8240C37-BF70-8343-260E-9C27125F5AD5}"/>
                    </a:ext>
                  </a:extLst>
                </p:cNvPr>
                <p:cNvPicPr/>
                <p:nvPr/>
              </p:nvPicPr>
              <p:blipFill>
                <a:blip r:embed="rId137"/>
                <a:stretch>
                  <a:fillRect/>
                </a:stretch>
              </p:blipFill>
              <p:spPr>
                <a:xfrm>
                  <a:off x="7995420" y="4072624"/>
                  <a:ext cx="160200"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265" name="Entrada de lápiz 264">
                  <a:extLst>
                    <a:ext uri="{FF2B5EF4-FFF2-40B4-BE49-F238E27FC236}">
                      <a16:creationId xmlns:a16="http://schemas.microsoft.com/office/drawing/2014/main" id="{B3369EDF-1190-D746-921B-F52F0FE21FBF}"/>
                    </a:ext>
                  </a:extLst>
                </p14:cNvPr>
                <p14:cNvContentPartPr/>
                <p14:nvPr/>
              </p14:nvContentPartPr>
              <p14:xfrm>
                <a:off x="8141580" y="4249384"/>
                <a:ext cx="123120" cy="114120"/>
              </p14:xfrm>
            </p:contentPart>
          </mc:Choice>
          <mc:Fallback xmlns="">
            <p:pic>
              <p:nvPicPr>
                <p:cNvPr id="265" name="Entrada de lápiz 264">
                  <a:extLst>
                    <a:ext uri="{FF2B5EF4-FFF2-40B4-BE49-F238E27FC236}">
                      <a16:creationId xmlns:a16="http://schemas.microsoft.com/office/drawing/2014/main" id="{B3369EDF-1190-D746-921B-F52F0FE21FBF}"/>
                    </a:ext>
                  </a:extLst>
                </p:cNvPr>
                <p:cNvPicPr/>
                <p:nvPr/>
              </p:nvPicPr>
              <p:blipFill>
                <a:blip r:embed="rId139"/>
                <a:stretch>
                  <a:fillRect/>
                </a:stretch>
              </p:blipFill>
              <p:spPr>
                <a:xfrm>
                  <a:off x="8132580" y="4240384"/>
                  <a:ext cx="14076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266" name="Entrada de lápiz 265">
                  <a:extLst>
                    <a:ext uri="{FF2B5EF4-FFF2-40B4-BE49-F238E27FC236}">
                      <a16:creationId xmlns:a16="http://schemas.microsoft.com/office/drawing/2014/main" id="{B0ED4781-29D8-5BDB-327B-3720938F23AD}"/>
                    </a:ext>
                  </a:extLst>
                </p14:cNvPr>
                <p14:cNvContentPartPr/>
                <p14:nvPr/>
              </p14:nvContentPartPr>
              <p14:xfrm>
                <a:off x="8290980" y="4087384"/>
                <a:ext cx="19440" cy="252000"/>
              </p14:xfrm>
            </p:contentPart>
          </mc:Choice>
          <mc:Fallback xmlns="">
            <p:pic>
              <p:nvPicPr>
                <p:cNvPr id="266" name="Entrada de lápiz 265">
                  <a:extLst>
                    <a:ext uri="{FF2B5EF4-FFF2-40B4-BE49-F238E27FC236}">
                      <a16:creationId xmlns:a16="http://schemas.microsoft.com/office/drawing/2014/main" id="{B0ED4781-29D8-5BDB-327B-3720938F23AD}"/>
                    </a:ext>
                  </a:extLst>
                </p:cNvPr>
                <p:cNvPicPr/>
                <p:nvPr/>
              </p:nvPicPr>
              <p:blipFill>
                <a:blip r:embed="rId141"/>
                <a:stretch>
                  <a:fillRect/>
                </a:stretch>
              </p:blipFill>
              <p:spPr>
                <a:xfrm>
                  <a:off x="8282340" y="4078384"/>
                  <a:ext cx="3708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267" name="Entrada de lápiz 266">
                  <a:extLst>
                    <a:ext uri="{FF2B5EF4-FFF2-40B4-BE49-F238E27FC236}">
                      <a16:creationId xmlns:a16="http://schemas.microsoft.com/office/drawing/2014/main" id="{4540790A-FB2A-F537-3FBC-1B3DD8F927F2}"/>
                    </a:ext>
                  </a:extLst>
                </p14:cNvPr>
                <p14:cNvContentPartPr/>
                <p14:nvPr/>
              </p14:nvContentPartPr>
              <p14:xfrm>
                <a:off x="8334180" y="4227784"/>
                <a:ext cx="137520" cy="126720"/>
              </p14:xfrm>
            </p:contentPart>
          </mc:Choice>
          <mc:Fallback xmlns="">
            <p:pic>
              <p:nvPicPr>
                <p:cNvPr id="267" name="Entrada de lápiz 266">
                  <a:extLst>
                    <a:ext uri="{FF2B5EF4-FFF2-40B4-BE49-F238E27FC236}">
                      <a16:creationId xmlns:a16="http://schemas.microsoft.com/office/drawing/2014/main" id="{4540790A-FB2A-F537-3FBC-1B3DD8F927F2}"/>
                    </a:ext>
                  </a:extLst>
                </p:cNvPr>
                <p:cNvPicPr/>
                <p:nvPr/>
              </p:nvPicPr>
              <p:blipFill>
                <a:blip r:embed="rId143"/>
                <a:stretch>
                  <a:fillRect/>
                </a:stretch>
              </p:blipFill>
              <p:spPr>
                <a:xfrm>
                  <a:off x="8325540" y="4219144"/>
                  <a:ext cx="15516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268" name="Entrada de lápiz 267">
                  <a:extLst>
                    <a:ext uri="{FF2B5EF4-FFF2-40B4-BE49-F238E27FC236}">
                      <a16:creationId xmlns:a16="http://schemas.microsoft.com/office/drawing/2014/main" id="{257D2699-1486-1408-9CEE-CD120696D565}"/>
                    </a:ext>
                  </a:extLst>
                </p14:cNvPr>
                <p14:cNvContentPartPr/>
                <p14:nvPr/>
              </p14:nvContentPartPr>
              <p14:xfrm>
                <a:off x="8469540" y="4219864"/>
                <a:ext cx="115200" cy="145440"/>
              </p14:xfrm>
            </p:contentPart>
          </mc:Choice>
          <mc:Fallback xmlns="">
            <p:pic>
              <p:nvPicPr>
                <p:cNvPr id="268" name="Entrada de lápiz 267">
                  <a:extLst>
                    <a:ext uri="{FF2B5EF4-FFF2-40B4-BE49-F238E27FC236}">
                      <a16:creationId xmlns:a16="http://schemas.microsoft.com/office/drawing/2014/main" id="{257D2699-1486-1408-9CEE-CD120696D565}"/>
                    </a:ext>
                  </a:extLst>
                </p:cNvPr>
                <p:cNvPicPr/>
                <p:nvPr/>
              </p:nvPicPr>
              <p:blipFill>
                <a:blip r:embed="rId145"/>
                <a:stretch>
                  <a:fillRect/>
                </a:stretch>
              </p:blipFill>
              <p:spPr>
                <a:xfrm>
                  <a:off x="8460540" y="4210864"/>
                  <a:ext cx="13284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269" name="Entrada de lápiz 268">
                  <a:extLst>
                    <a:ext uri="{FF2B5EF4-FFF2-40B4-BE49-F238E27FC236}">
                      <a16:creationId xmlns:a16="http://schemas.microsoft.com/office/drawing/2014/main" id="{080B9315-048B-75EB-4014-402EFB05A78F}"/>
                    </a:ext>
                  </a:extLst>
                </p14:cNvPr>
                <p14:cNvContentPartPr/>
                <p14:nvPr/>
              </p14:nvContentPartPr>
              <p14:xfrm>
                <a:off x="7734420" y="4067584"/>
                <a:ext cx="54000" cy="63720"/>
              </p14:xfrm>
            </p:contentPart>
          </mc:Choice>
          <mc:Fallback xmlns="">
            <p:pic>
              <p:nvPicPr>
                <p:cNvPr id="269" name="Entrada de lápiz 268">
                  <a:extLst>
                    <a:ext uri="{FF2B5EF4-FFF2-40B4-BE49-F238E27FC236}">
                      <a16:creationId xmlns:a16="http://schemas.microsoft.com/office/drawing/2014/main" id="{080B9315-048B-75EB-4014-402EFB05A78F}"/>
                    </a:ext>
                  </a:extLst>
                </p:cNvPr>
                <p:cNvPicPr/>
                <p:nvPr/>
              </p:nvPicPr>
              <p:blipFill>
                <a:blip r:embed="rId147"/>
                <a:stretch>
                  <a:fillRect/>
                </a:stretch>
              </p:blipFill>
              <p:spPr>
                <a:xfrm>
                  <a:off x="7725420" y="4058584"/>
                  <a:ext cx="71640" cy="81360"/>
                </a:xfrm>
                <a:prstGeom prst="rect">
                  <a:avLst/>
                </a:prstGeom>
              </p:spPr>
            </p:pic>
          </mc:Fallback>
        </mc:AlternateContent>
      </p:grpSp>
      <p:grpSp>
        <p:nvGrpSpPr>
          <p:cNvPr id="282" name="Grupo 281">
            <a:extLst>
              <a:ext uri="{FF2B5EF4-FFF2-40B4-BE49-F238E27FC236}">
                <a16:creationId xmlns:a16="http://schemas.microsoft.com/office/drawing/2014/main" id="{E902945F-FACD-F3E4-2CE3-44A6F88220C4}"/>
              </a:ext>
            </a:extLst>
          </p:cNvPr>
          <p:cNvGrpSpPr/>
          <p:nvPr/>
        </p:nvGrpSpPr>
        <p:grpSpPr>
          <a:xfrm>
            <a:off x="8780940" y="4200064"/>
            <a:ext cx="109440" cy="127080"/>
            <a:chOff x="8780940" y="4200064"/>
            <a:chExt cx="109440" cy="127080"/>
          </a:xfrm>
        </p:grpSpPr>
        <mc:AlternateContent xmlns:mc="http://schemas.openxmlformats.org/markup-compatibility/2006" xmlns:p14="http://schemas.microsoft.com/office/powerpoint/2010/main">
          <mc:Choice Requires="p14">
            <p:contentPart p14:bwMode="auto" r:id="rId148">
              <p14:nvContentPartPr>
                <p14:cNvPr id="270" name="Entrada de lápiz 269">
                  <a:extLst>
                    <a:ext uri="{FF2B5EF4-FFF2-40B4-BE49-F238E27FC236}">
                      <a16:creationId xmlns:a16="http://schemas.microsoft.com/office/drawing/2014/main" id="{CA6C333D-2C14-96A9-5864-6A51802CAF76}"/>
                    </a:ext>
                  </a:extLst>
                </p14:cNvPr>
                <p14:cNvContentPartPr/>
                <p14:nvPr/>
              </p14:nvContentPartPr>
              <p14:xfrm>
                <a:off x="8791380" y="4200064"/>
                <a:ext cx="86040" cy="10800"/>
              </p14:xfrm>
            </p:contentPart>
          </mc:Choice>
          <mc:Fallback xmlns="">
            <p:pic>
              <p:nvPicPr>
                <p:cNvPr id="270" name="Entrada de lápiz 269">
                  <a:extLst>
                    <a:ext uri="{FF2B5EF4-FFF2-40B4-BE49-F238E27FC236}">
                      <a16:creationId xmlns:a16="http://schemas.microsoft.com/office/drawing/2014/main" id="{CA6C333D-2C14-96A9-5864-6A51802CAF76}"/>
                    </a:ext>
                  </a:extLst>
                </p:cNvPr>
                <p:cNvPicPr/>
                <p:nvPr/>
              </p:nvPicPr>
              <p:blipFill>
                <a:blip r:embed="rId149"/>
                <a:stretch>
                  <a:fillRect/>
                </a:stretch>
              </p:blipFill>
              <p:spPr>
                <a:xfrm>
                  <a:off x="8782740" y="4191424"/>
                  <a:ext cx="10368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271" name="Entrada de lápiz 270">
                  <a:extLst>
                    <a:ext uri="{FF2B5EF4-FFF2-40B4-BE49-F238E27FC236}">
                      <a16:creationId xmlns:a16="http://schemas.microsoft.com/office/drawing/2014/main" id="{1C024402-F1B2-CAF8-C74B-501BA40D832A}"/>
                    </a:ext>
                  </a:extLst>
                </p14:cNvPr>
                <p14:cNvContentPartPr/>
                <p14:nvPr/>
              </p14:nvContentPartPr>
              <p14:xfrm>
                <a:off x="8780940" y="4273864"/>
                <a:ext cx="98280" cy="12240"/>
              </p14:xfrm>
            </p:contentPart>
          </mc:Choice>
          <mc:Fallback xmlns="">
            <p:pic>
              <p:nvPicPr>
                <p:cNvPr id="271" name="Entrada de lápiz 270">
                  <a:extLst>
                    <a:ext uri="{FF2B5EF4-FFF2-40B4-BE49-F238E27FC236}">
                      <a16:creationId xmlns:a16="http://schemas.microsoft.com/office/drawing/2014/main" id="{1C024402-F1B2-CAF8-C74B-501BA40D832A}"/>
                    </a:ext>
                  </a:extLst>
                </p:cNvPr>
                <p:cNvPicPr/>
                <p:nvPr/>
              </p:nvPicPr>
              <p:blipFill>
                <a:blip r:embed="rId151"/>
                <a:stretch>
                  <a:fillRect/>
                </a:stretch>
              </p:blipFill>
              <p:spPr>
                <a:xfrm>
                  <a:off x="8771940" y="4265224"/>
                  <a:ext cx="11592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272" name="Entrada de lápiz 271">
                  <a:extLst>
                    <a:ext uri="{FF2B5EF4-FFF2-40B4-BE49-F238E27FC236}">
                      <a16:creationId xmlns:a16="http://schemas.microsoft.com/office/drawing/2014/main" id="{C571F5C5-0196-D5A6-187C-F4A7FB870EF1}"/>
                    </a:ext>
                  </a:extLst>
                </p14:cNvPr>
                <p14:cNvContentPartPr/>
                <p14:nvPr/>
              </p14:nvContentPartPr>
              <p14:xfrm>
                <a:off x="8799660" y="4322104"/>
                <a:ext cx="90720" cy="5040"/>
              </p14:xfrm>
            </p:contentPart>
          </mc:Choice>
          <mc:Fallback xmlns="">
            <p:pic>
              <p:nvPicPr>
                <p:cNvPr id="272" name="Entrada de lápiz 271">
                  <a:extLst>
                    <a:ext uri="{FF2B5EF4-FFF2-40B4-BE49-F238E27FC236}">
                      <a16:creationId xmlns:a16="http://schemas.microsoft.com/office/drawing/2014/main" id="{C571F5C5-0196-D5A6-187C-F4A7FB870EF1}"/>
                    </a:ext>
                  </a:extLst>
                </p:cNvPr>
                <p:cNvPicPr/>
                <p:nvPr/>
              </p:nvPicPr>
              <p:blipFill>
                <a:blip r:embed="rId153"/>
                <a:stretch>
                  <a:fillRect/>
                </a:stretch>
              </p:blipFill>
              <p:spPr>
                <a:xfrm>
                  <a:off x="8791020" y="4313464"/>
                  <a:ext cx="108360" cy="22680"/>
                </a:xfrm>
                <a:prstGeom prst="rect">
                  <a:avLst/>
                </a:prstGeom>
              </p:spPr>
            </p:pic>
          </mc:Fallback>
        </mc:AlternateContent>
      </p:grpSp>
      <p:grpSp>
        <p:nvGrpSpPr>
          <p:cNvPr id="281" name="Grupo 280">
            <a:extLst>
              <a:ext uri="{FF2B5EF4-FFF2-40B4-BE49-F238E27FC236}">
                <a16:creationId xmlns:a16="http://schemas.microsoft.com/office/drawing/2014/main" id="{C4940672-1352-CAC0-F4E6-1B4B90D4AFCD}"/>
              </a:ext>
            </a:extLst>
          </p:cNvPr>
          <p:cNvGrpSpPr/>
          <p:nvPr/>
        </p:nvGrpSpPr>
        <p:grpSpPr>
          <a:xfrm>
            <a:off x="9067500" y="3933304"/>
            <a:ext cx="566280" cy="385560"/>
            <a:chOff x="9067500" y="3933304"/>
            <a:chExt cx="566280" cy="385560"/>
          </a:xfrm>
        </p:grpSpPr>
        <mc:AlternateContent xmlns:mc="http://schemas.openxmlformats.org/markup-compatibility/2006" xmlns:p14="http://schemas.microsoft.com/office/powerpoint/2010/main">
          <mc:Choice Requires="p14">
            <p:contentPart p14:bwMode="auto" r:id="rId154">
              <p14:nvContentPartPr>
                <p14:cNvPr id="273" name="Entrada de lápiz 272">
                  <a:extLst>
                    <a:ext uri="{FF2B5EF4-FFF2-40B4-BE49-F238E27FC236}">
                      <a16:creationId xmlns:a16="http://schemas.microsoft.com/office/drawing/2014/main" id="{BF4E471C-EF72-172D-030B-99CF077E58FA}"/>
                    </a:ext>
                  </a:extLst>
                </p14:cNvPr>
                <p14:cNvContentPartPr/>
                <p14:nvPr/>
              </p14:nvContentPartPr>
              <p14:xfrm>
                <a:off x="9098100" y="4081984"/>
                <a:ext cx="9720" cy="202320"/>
              </p14:xfrm>
            </p:contentPart>
          </mc:Choice>
          <mc:Fallback xmlns="">
            <p:pic>
              <p:nvPicPr>
                <p:cNvPr id="273" name="Entrada de lápiz 272">
                  <a:extLst>
                    <a:ext uri="{FF2B5EF4-FFF2-40B4-BE49-F238E27FC236}">
                      <a16:creationId xmlns:a16="http://schemas.microsoft.com/office/drawing/2014/main" id="{BF4E471C-EF72-172D-030B-99CF077E58FA}"/>
                    </a:ext>
                  </a:extLst>
                </p:cNvPr>
                <p:cNvPicPr/>
                <p:nvPr/>
              </p:nvPicPr>
              <p:blipFill>
                <a:blip r:embed="rId155"/>
                <a:stretch>
                  <a:fillRect/>
                </a:stretch>
              </p:blipFill>
              <p:spPr>
                <a:xfrm>
                  <a:off x="9089100" y="4072984"/>
                  <a:ext cx="2736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274" name="Entrada de lápiz 273">
                  <a:extLst>
                    <a:ext uri="{FF2B5EF4-FFF2-40B4-BE49-F238E27FC236}">
                      <a16:creationId xmlns:a16="http://schemas.microsoft.com/office/drawing/2014/main" id="{84812DA1-08C4-FB35-99CF-18C7B4FE2940}"/>
                    </a:ext>
                  </a:extLst>
                </p14:cNvPr>
                <p14:cNvContentPartPr/>
                <p14:nvPr/>
              </p14:nvContentPartPr>
              <p14:xfrm>
                <a:off x="9067500" y="4090264"/>
                <a:ext cx="191880" cy="205200"/>
              </p14:xfrm>
            </p:contentPart>
          </mc:Choice>
          <mc:Fallback xmlns="">
            <p:pic>
              <p:nvPicPr>
                <p:cNvPr id="274" name="Entrada de lápiz 273">
                  <a:extLst>
                    <a:ext uri="{FF2B5EF4-FFF2-40B4-BE49-F238E27FC236}">
                      <a16:creationId xmlns:a16="http://schemas.microsoft.com/office/drawing/2014/main" id="{84812DA1-08C4-FB35-99CF-18C7B4FE2940}"/>
                    </a:ext>
                  </a:extLst>
                </p:cNvPr>
                <p:cNvPicPr/>
                <p:nvPr/>
              </p:nvPicPr>
              <p:blipFill>
                <a:blip r:embed="rId157"/>
                <a:stretch>
                  <a:fillRect/>
                </a:stretch>
              </p:blipFill>
              <p:spPr>
                <a:xfrm>
                  <a:off x="9058860" y="4081624"/>
                  <a:ext cx="20952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275" name="Entrada de lápiz 274">
                  <a:extLst>
                    <a:ext uri="{FF2B5EF4-FFF2-40B4-BE49-F238E27FC236}">
                      <a16:creationId xmlns:a16="http://schemas.microsoft.com/office/drawing/2014/main" id="{5DE1C844-018B-CCFF-D331-0293942473B2}"/>
                    </a:ext>
                  </a:extLst>
                </p14:cNvPr>
                <p14:cNvContentPartPr/>
                <p14:nvPr/>
              </p14:nvContentPartPr>
              <p14:xfrm>
                <a:off x="9304740" y="4075144"/>
                <a:ext cx="23040" cy="16200"/>
              </p14:xfrm>
            </p:contentPart>
          </mc:Choice>
          <mc:Fallback xmlns="">
            <p:pic>
              <p:nvPicPr>
                <p:cNvPr id="275" name="Entrada de lápiz 274">
                  <a:extLst>
                    <a:ext uri="{FF2B5EF4-FFF2-40B4-BE49-F238E27FC236}">
                      <a16:creationId xmlns:a16="http://schemas.microsoft.com/office/drawing/2014/main" id="{5DE1C844-018B-CCFF-D331-0293942473B2}"/>
                    </a:ext>
                  </a:extLst>
                </p:cNvPr>
                <p:cNvPicPr/>
                <p:nvPr/>
              </p:nvPicPr>
              <p:blipFill>
                <a:blip r:embed="rId159"/>
                <a:stretch>
                  <a:fillRect/>
                </a:stretch>
              </p:blipFill>
              <p:spPr>
                <a:xfrm>
                  <a:off x="9295740" y="4066504"/>
                  <a:ext cx="4068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276" name="Entrada de lápiz 275">
                  <a:extLst>
                    <a:ext uri="{FF2B5EF4-FFF2-40B4-BE49-F238E27FC236}">
                      <a16:creationId xmlns:a16="http://schemas.microsoft.com/office/drawing/2014/main" id="{2E0649A4-1CAE-BAEC-7755-F59FD7798ECF}"/>
                    </a:ext>
                  </a:extLst>
                </p14:cNvPr>
                <p14:cNvContentPartPr/>
                <p14:nvPr/>
              </p14:nvContentPartPr>
              <p14:xfrm>
                <a:off x="9300060" y="3974344"/>
                <a:ext cx="23400" cy="26640"/>
              </p14:xfrm>
            </p:contentPart>
          </mc:Choice>
          <mc:Fallback xmlns="">
            <p:pic>
              <p:nvPicPr>
                <p:cNvPr id="276" name="Entrada de lápiz 275">
                  <a:extLst>
                    <a:ext uri="{FF2B5EF4-FFF2-40B4-BE49-F238E27FC236}">
                      <a16:creationId xmlns:a16="http://schemas.microsoft.com/office/drawing/2014/main" id="{2E0649A4-1CAE-BAEC-7755-F59FD7798ECF}"/>
                    </a:ext>
                  </a:extLst>
                </p:cNvPr>
                <p:cNvPicPr/>
                <p:nvPr/>
              </p:nvPicPr>
              <p:blipFill>
                <a:blip r:embed="rId161"/>
                <a:stretch>
                  <a:fillRect/>
                </a:stretch>
              </p:blipFill>
              <p:spPr>
                <a:xfrm>
                  <a:off x="9291060" y="3965704"/>
                  <a:ext cx="4104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277" name="Entrada de lápiz 276">
                  <a:extLst>
                    <a:ext uri="{FF2B5EF4-FFF2-40B4-BE49-F238E27FC236}">
                      <a16:creationId xmlns:a16="http://schemas.microsoft.com/office/drawing/2014/main" id="{0B02C8F1-E4F9-76F7-7063-1197B8E50D99}"/>
                    </a:ext>
                  </a:extLst>
                </p14:cNvPr>
                <p14:cNvContentPartPr/>
                <p14:nvPr/>
              </p14:nvContentPartPr>
              <p14:xfrm>
                <a:off x="9239220" y="3933304"/>
                <a:ext cx="65880" cy="65160"/>
              </p14:xfrm>
            </p:contentPart>
          </mc:Choice>
          <mc:Fallback xmlns="">
            <p:pic>
              <p:nvPicPr>
                <p:cNvPr id="277" name="Entrada de lápiz 276">
                  <a:extLst>
                    <a:ext uri="{FF2B5EF4-FFF2-40B4-BE49-F238E27FC236}">
                      <a16:creationId xmlns:a16="http://schemas.microsoft.com/office/drawing/2014/main" id="{0B02C8F1-E4F9-76F7-7063-1197B8E50D99}"/>
                    </a:ext>
                  </a:extLst>
                </p:cNvPr>
                <p:cNvPicPr/>
                <p:nvPr/>
              </p:nvPicPr>
              <p:blipFill>
                <a:blip r:embed="rId163"/>
                <a:stretch>
                  <a:fillRect/>
                </a:stretch>
              </p:blipFill>
              <p:spPr>
                <a:xfrm>
                  <a:off x="9230220" y="3924664"/>
                  <a:ext cx="8352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278" name="Entrada de lápiz 277">
                  <a:extLst>
                    <a:ext uri="{FF2B5EF4-FFF2-40B4-BE49-F238E27FC236}">
                      <a16:creationId xmlns:a16="http://schemas.microsoft.com/office/drawing/2014/main" id="{3D1F4F8F-C760-0E9A-1A2D-920B5A6F9770}"/>
                    </a:ext>
                  </a:extLst>
                </p14:cNvPr>
                <p14:cNvContentPartPr/>
                <p14:nvPr/>
              </p14:nvContentPartPr>
              <p14:xfrm>
                <a:off x="9263340" y="4056424"/>
                <a:ext cx="52920" cy="25920"/>
              </p14:xfrm>
            </p:contentPart>
          </mc:Choice>
          <mc:Fallback xmlns="">
            <p:pic>
              <p:nvPicPr>
                <p:cNvPr id="278" name="Entrada de lápiz 277">
                  <a:extLst>
                    <a:ext uri="{FF2B5EF4-FFF2-40B4-BE49-F238E27FC236}">
                      <a16:creationId xmlns:a16="http://schemas.microsoft.com/office/drawing/2014/main" id="{3D1F4F8F-C760-0E9A-1A2D-920B5A6F9770}"/>
                    </a:ext>
                  </a:extLst>
                </p:cNvPr>
                <p:cNvPicPr/>
                <p:nvPr/>
              </p:nvPicPr>
              <p:blipFill>
                <a:blip r:embed="rId165"/>
                <a:stretch>
                  <a:fillRect/>
                </a:stretch>
              </p:blipFill>
              <p:spPr>
                <a:xfrm>
                  <a:off x="9254340" y="4047784"/>
                  <a:ext cx="705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279" name="Entrada de lápiz 278">
                  <a:extLst>
                    <a:ext uri="{FF2B5EF4-FFF2-40B4-BE49-F238E27FC236}">
                      <a16:creationId xmlns:a16="http://schemas.microsoft.com/office/drawing/2014/main" id="{94D5A46C-EF8C-3F5D-733D-5CE37F09B6B9}"/>
                    </a:ext>
                  </a:extLst>
                </p14:cNvPr>
                <p14:cNvContentPartPr/>
                <p14:nvPr/>
              </p14:nvContentPartPr>
              <p14:xfrm>
                <a:off x="9387180" y="4202224"/>
                <a:ext cx="92880" cy="107280"/>
              </p14:xfrm>
            </p:contentPart>
          </mc:Choice>
          <mc:Fallback xmlns="">
            <p:pic>
              <p:nvPicPr>
                <p:cNvPr id="279" name="Entrada de lápiz 278">
                  <a:extLst>
                    <a:ext uri="{FF2B5EF4-FFF2-40B4-BE49-F238E27FC236}">
                      <a16:creationId xmlns:a16="http://schemas.microsoft.com/office/drawing/2014/main" id="{94D5A46C-EF8C-3F5D-733D-5CE37F09B6B9}"/>
                    </a:ext>
                  </a:extLst>
                </p:cNvPr>
                <p:cNvPicPr/>
                <p:nvPr/>
              </p:nvPicPr>
              <p:blipFill>
                <a:blip r:embed="rId167"/>
                <a:stretch>
                  <a:fillRect/>
                </a:stretch>
              </p:blipFill>
              <p:spPr>
                <a:xfrm>
                  <a:off x="9378540" y="4193584"/>
                  <a:ext cx="11052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280" name="Entrada de lápiz 279">
                  <a:extLst>
                    <a:ext uri="{FF2B5EF4-FFF2-40B4-BE49-F238E27FC236}">
                      <a16:creationId xmlns:a16="http://schemas.microsoft.com/office/drawing/2014/main" id="{F5F3CBDC-88A4-C1B2-5EAF-DEE286E071C5}"/>
                    </a:ext>
                  </a:extLst>
                </p14:cNvPr>
                <p14:cNvContentPartPr/>
                <p14:nvPr/>
              </p14:nvContentPartPr>
              <p14:xfrm>
                <a:off x="9470700" y="4096384"/>
                <a:ext cx="163080" cy="222480"/>
              </p14:xfrm>
            </p:contentPart>
          </mc:Choice>
          <mc:Fallback xmlns="">
            <p:pic>
              <p:nvPicPr>
                <p:cNvPr id="280" name="Entrada de lápiz 279">
                  <a:extLst>
                    <a:ext uri="{FF2B5EF4-FFF2-40B4-BE49-F238E27FC236}">
                      <a16:creationId xmlns:a16="http://schemas.microsoft.com/office/drawing/2014/main" id="{F5F3CBDC-88A4-C1B2-5EAF-DEE286E071C5}"/>
                    </a:ext>
                  </a:extLst>
                </p:cNvPr>
                <p:cNvPicPr/>
                <p:nvPr/>
              </p:nvPicPr>
              <p:blipFill>
                <a:blip r:embed="rId169"/>
                <a:stretch>
                  <a:fillRect/>
                </a:stretch>
              </p:blipFill>
              <p:spPr>
                <a:xfrm>
                  <a:off x="9462060" y="4087384"/>
                  <a:ext cx="180720" cy="240120"/>
                </a:xfrm>
                <a:prstGeom prst="rect">
                  <a:avLst/>
                </a:prstGeom>
              </p:spPr>
            </p:pic>
          </mc:Fallback>
        </mc:AlternateContent>
      </p:grpSp>
      <p:grpSp>
        <p:nvGrpSpPr>
          <p:cNvPr id="297" name="Grupo 296">
            <a:extLst>
              <a:ext uri="{FF2B5EF4-FFF2-40B4-BE49-F238E27FC236}">
                <a16:creationId xmlns:a16="http://schemas.microsoft.com/office/drawing/2014/main" id="{E93CD61B-2209-9176-C7A1-B2BB1B3A52EC}"/>
              </a:ext>
            </a:extLst>
          </p:cNvPr>
          <p:cNvGrpSpPr/>
          <p:nvPr/>
        </p:nvGrpSpPr>
        <p:grpSpPr>
          <a:xfrm>
            <a:off x="9772380" y="4013224"/>
            <a:ext cx="1276560" cy="306360"/>
            <a:chOff x="9772380" y="4013224"/>
            <a:chExt cx="1276560" cy="306360"/>
          </a:xfrm>
        </p:grpSpPr>
        <mc:AlternateContent xmlns:mc="http://schemas.openxmlformats.org/markup-compatibility/2006" xmlns:p14="http://schemas.microsoft.com/office/powerpoint/2010/main">
          <mc:Choice Requires="p14">
            <p:contentPart p14:bwMode="auto" r:id="rId170">
              <p14:nvContentPartPr>
                <p14:cNvPr id="285" name="Entrada de lápiz 284">
                  <a:extLst>
                    <a:ext uri="{FF2B5EF4-FFF2-40B4-BE49-F238E27FC236}">
                      <a16:creationId xmlns:a16="http://schemas.microsoft.com/office/drawing/2014/main" id="{14B95E29-FEFC-623A-5124-6F69D91433A6}"/>
                    </a:ext>
                  </a:extLst>
                </p14:cNvPr>
                <p14:cNvContentPartPr/>
                <p14:nvPr/>
              </p14:nvContentPartPr>
              <p14:xfrm>
                <a:off x="9777780" y="4183504"/>
                <a:ext cx="19440" cy="111600"/>
              </p14:xfrm>
            </p:contentPart>
          </mc:Choice>
          <mc:Fallback xmlns="">
            <p:pic>
              <p:nvPicPr>
                <p:cNvPr id="285" name="Entrada de lápiz 284">
                  <a:extLst>
                    <a:ext uri="{FF2B5EF4-FFF2-40B4-BE49-F238E27FC236}">
                      <a16:creationId xmlns:a16="http://schemas.microsoft.com/office/drawing/2014/main" id="{14B95E29-FEFC-623A-5124-6F69D91433A6}"/>
                    </a:ext>
                  </a:extLst>
                </p:cNvPr>
                <p:cNvPicPr/>
                <p:nvPr/>
              </p:nvPicPr>
              <p:blipFill>
                <a:blip r:embed="rId171"/>
                <a:stretch>
                  <a:fillRect/>
                </a:stretch>
              </p:blipFill>
              <p:spPr>
                <a:xfrm>
                  <a:off x="9769140" y="4174864"/>
                  <a:ext cx="3708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286" name="Entrada de lápiz 285">
                  <a:extLst>
                    <a:ext uri="{FF2B5EF4-FFF2-40B4-BE49-F238E27FC236}">
                      <a16:creationId xmlns:a16="http://schemas.microsoft.com/office/drawing/2014/main" id="{8751A9D9-387C-7AF1-AAC3-A6A5521E81E4}"/>
                    </a:ext>
                  </a:extLst>
                </p14:cNvPr>
                <p14:cNvContentPartPr/>
                <p14:nvPr/>
              </p14:nvContentPartPr>
              <p14:xfrm>
                <a:off x="9772380" y="4115824"/>
                <a:ext cx="5760" cy="7920"/>
              </p14:xfrm>
            </p:contentPart>
          </mc:Choice>
          <mc:Fallback xmlns="">
            <p:pic>
              <p:nvPicPr>
                <p:cNvPr id="286" name="Entrada de lápiz 285">
                  <a:extLst>
                    <a:ext uri="{FF2B5EF4-FFF2-40B4-BE49-F238E27FC236}">
                      <a16:creationId xmlns:a16="http://schemas.microsoft.com/office/drawing/2014/main" id="{8751A9D9-387C-7AF1-AAC3-A6A5521E81E4}"/>
                    </a:ext>
                  </a:extLst>
                </p:cNvPr>
                <p:cNvPicPr/>
                <p:nvPr/>
              </p:nvPicPr>
              <p:blipFill>
                <a:blip r:embed="rId173"/>
                <a:stretch>
                  <a:fillRect/>
                </a:stretch>
              </p:blipFill>
              <p:spPr>
                <a:xfrm>
                  <a:off x="9763740" y="4107184"/>
                  <a:ext cx="2340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287" name="Entrada de lápiz 286">
                  <a:extLst>
                    <a:ext uri="{FF2B5EF4-FFF2-40B4-BE49-F238E27FC236}">
                      <a16:creationId xmlns:a16="http://schemas.microsoft.com/office/drawing/2014/main" id="{9D80F5A5-7A1F-DC1D-3ED2-D0DDEDE188A5}"/>
                    </a:ext>
                  </a:extLst>
                </p14:cNvPr>
                <p14:cNvContentPartPr/>
                <p14:nvPr/>
              </p14:nvContentPartPr>
              <p14:xfrm>
                <a:off x="9854460" y="4013224"/>
                <a:ext cx="16920" cy="306360"/>
              </p14:xfrm>
            </p:contentPart>
          </mc:Choice>
          <mc:Fallback xmlns="">
            <p:pic>
              <p:nvPicPr>
                <p:cNvPr id="287" name="Entrada de lápiz 286">
                  <a:extLst>
                    <a:ext uri="{FF2B5EF4-FFF2-40B4-BE49-F238E27FC236}">
                      <a16:creationId xmlns:a16="http://schemas.microsoft.com/office/drawing/2014/main" id="{9D80F5A5-7A1F-DC1D-3ED2-D0DDEDE188A5}"/>
                    </a:ext>
                  </a:extLst>
                </p:cNvPr>
                <p:cNvPicPr/>
                <p:nvPr/>
              </p:nvPicPr>
              <p:blipFill>
                <a:blip r:embed="rId175"/>
                <a:stretch>
                  <a:fillRect/>
                </a:stretch>
              </p:blipFill>
              <p:spPr>
                <a:xfrm>
                  <a:off x="9845820" y="4004224"/>
                  <a:ext cx="34560" cy="3240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288" name="Entrada de lápiz 287">
                  <a:extLst>
                    <a:ext uri="{FF2B5EF4-FFF2-40B4-BE49-F238E27FC236}">
                      <a16:creationId xmlns:a16="http://schemas.microsoft.com/office/drawing/2014/main" id="{A9E9D355-AD8A-15AD-36C0-85B32350004B}"/>
                    </a:ext>
                  </a:extLst>
                </p14:cNvPr>
                <p14:cNvContentPartPr/>
                <p14:nvPr/>
              </p14:nvContentPartPr>
              <p14:xfrm>
                <a:off x="9830340" y="4094584"/>
                <a:ext cx="92880" cy="22320"/>
              </p14:xfrm>
            </p:contentPart>
          </mc:Choice>
          <mc:Fallback xmlns="">
            <p:pic>
              <p:nvPicPr>
                <p:cNvPr id="288" name="Entrada de lápiz 287">
                  <a:extLst>
                    <a:ext uri="{FF2B5EF4-FFF2-40B4-BE49-F238E27FC236}">
                      <a16:creationId xmlns:a16="http://schemas.microsoft.com/office/drawing/2014/main" id="{A9E9D355-AD8A-15AD-36C0-85B32350004B}"/>
                    </a:ext>
                  </a:extLst>
                </p:cNvPr>
                <p:cNvPicPr/>
                <p:nvPr/>
              </p:nvPicPr>
              <p:blipFill>
                <a:blip r:embed="rId177"/>
                <a:stretch>
                  <a:fillRect/>
                </a:stretch>
              </p:blipFill>
              <p:spPr>
                <a:xfrm>
                  <a:off x="9821700" y="4085944"/>
                  <a:ext cx="11052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289" name="Entrada de lápiz 288">
                  <a:extLst>
                    <a:ext uri="{FF2B5EF4-FFF2-40B4-BE49-F238E27FC236}">
                      <a16:creationId xmlns:a16="http://schemas.microsoft.com/office/drawing/2014/main" id="{0A9942A2-811F-6BE9-056A-835D441E9395}"/>
                    </a:ext>
                  </a:extLst>
                </p14:cNvPr>
                <p14:cNvContentPartPr/>
                <p14:nvPr/>
              </p14:nvContentPartPr>
              <p14:xfrm>
                <a:off x="9900180" y="4155784"/>
                <a:ext cx="108360" cy="117000"/>
              </p14:xfrm>
            </p:contentPart>
          </mc:Choice>
          <mc:Fallback xmlns="">
            <p:pic>
              <p:nvPicPr>
                <p:cNvPr id="289" name="Entrada de lápiz 288">
                  <a:extLst>
                    <a:ext uri="{FF2B5EF4-FFF2-40B4-BE49-F238E27FC236}">
                      <a16:creationId xmlns:a16="http://schemas.microsoft.com/office/drawing/2014/main" id="{0A9942A2-811F-6BE9-056A-835D441E9395}"/>
                    </a:ext>
                  </a:extLst>
                </p:cNvPr>
                <p:cNvPicPr/>
                <p:nvPr/>
              </p:nvPicPr>
              <p:blipFill>
                <a:blip r:embed="rId179"/>
                <a:stretch>
                  <a:fillRect/>
                </a:stretch>
              </p:blipFill>
              <p:spPr>
                <a:xfrm>
                  <a:off x="9891540" y="4147144"/>
                  <a:ext cx="12600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290" name="Entrada de lápiz 289">
                  <a:extLst>
                    <a:ext uri="{FF2B5EF4-FFF2-40B4-BE49-F238E27FC236}">
                      <a16:creationId xmlns:a16="http://schemas.microsoft.com/office/drawing/2014/main" id="{9DC20206-2AE1-F26B-E138-BFB023B207B3}"/>
                    </a:ext>
                  </a:extLst>
                </p14:cNvPr>
                <p14:cNvContentPartPr/>
                <p14:nvPr/>
              </p14:nvContentPartPr>
              <p14:xfrm>
                <a:off x="10024380" y="4152904"/>
                <a:ext cx="101880" cy="119880"/>
              </p14:xfrm>
            </p:contentPart>
          </mc:Choice>
          <mc:Fallback xmlns="">
            <p:pic>
              <p:nvPicPr>
                <p:cNvPr id="290" name="Entrada de lápiz 289">
                  <a:extLst>
                    <a:ext uri="{FF2B5EF4-FFF2-40B4-BE49-F238E27FC236}">
                      <a16:creationId xmlns:a16="http://schemas.microsoft.com/office/drawing/2014/main" id="{9DC20206-2AE1-F26B-E138-BFB023B207B3}"/>
                    </a:ext>
                  </a:extLst>
                </p:cNvPr>
                <p:cNvPicPr/>
                <p:nvPr/>
              </p:nvPicPr>
              <p:blipFill>
                <a:blip r:embed="rId181"/>
                <a:stretch>
                  <a:fillRect/>
                </a:stretch>
              </p:blipFill>
              <p:spPr>
                <a:xfrm>
                  <a:off x="10015740" y="4143904"/>
                  <a:ext cx="11952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291" name="Entrada de lápiz 290">
                  <a:extLst>
                    <a:ext uri="{FF2B5EF4-FFF2-40B4-BE49-F238E27FC236}">
                      <a16:creationId xmlns:a16="http://schemas.microsoft.com/office/drawing/2014/main" id="{45979B95-5346-FC28-E641-A27413E76499}"/>
                    </a:ext>
                  </a:extLst>
                </p14:cNvPr>
                <p14:cNvContentPartPr/>
                <p14:nvPr/>
              </p14:nvContentPartPr>
              <p14:xfrm>
                <a:off x="10123380" y="4157944"/>
                <a:ext cx="88560" cy="102240"/>
              </p14:xfrm>
            </p:contentPart>
          </mc:Choice>
          <mc:Fallback xmlns="">
            <p:pic>
              <p:nvPicPr>
                <p:cNvPr id="291" name="Entrada de lápiz 290">
                  <a:extLst>
                    <a:ext uri="{FF2B5EF4-FFF2-40B4-BE49-F238E27FC236}">
                      <a16:creationId xmlns:a16="http://schemas.microsoft.com/office/drawing/2014/main" id="{45979B95-5346-FC28-E641-A27413E76499}"/>
                    </a:ext>
                  </a:extLst>
                </p:cNvPr>
                <p:cNvPicPr/>
                <p:nvPr/>
              </p:nvPicPr>
              <p:blipFill>
                <a:blip r:embed="rId183"/>
                <a:stretch>
                  <a:fillRect/>
                </a:stretch>
              </p:blipFill>
              <p:spPr>
                <a:xfrm>
                  <a:off x="10114740" y="4149304"/>
                  <a:ext cx="10620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292" name="Entrada de lápiz 291">
                  <a:extLst>
                    <a:ext uri="{FF2B5EF4-FFF2-40B4-BE49-F238E27FC236}">
                      <a16:creationId xmlns:a16="http://schemas.microsoft.com/office/drawing/2014/main" id="{4E42D9A2-963C-C6B3-B326-E36422E7ACC3}"/>
                    </a:ext>
                  </a:extLst>
                </p14:cNvPr>
                <p14:cNvContentPartPr/>
                <p14:nvPr/>
              </p14:nvContentPartPr>
              <p14:xfrm>
                <a:off x="10252260" y="4140304"/>
                <a:ext cx="187200" cy="123840"/>
              </p14:xfrm>
            </p:contentPart>
          </mc:Choice>
          <mc:Fallback xmlns="">
            <p:pic>
              <p:nvPicPr>
                <p:cNvPr id="292" name="Entrada de lápiz 291">
                  <a:extLst>
                    <a:ext uri="{FF2B5EF4-FFF2-40B4-BE49-F238E27FC236}">
                      <a16:creationId xmlns:a16="http://schemas.microsoft.com/office/drawing/2014/main" id="{4E42D9A2-963C-C6B3-B326-E36422E7ACC3}"/>
                    </a:ext>
                  </a:extLst>
                </p:cNvPr>
                <p:cNvPicPr/>
                <p:nvPr/>
              </p:nvPicPr>
              <p:blipFill>
                <a:blip r:embed="rId185"/>
                <a:stretch>
                  <a:fillRect/>
                </a:stretch>
              </p:blipFill>
              <p:spPr>
                <a:xfrm>
                  <a:off x="10243260" y="4131304"/>
                  <a:ext cx="20484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293" name="Entrada de lápiz 292">
                  <a:extLst>
                    <a:ext uri="{FF2B5EF4-FFF2-40B4-BE49-F238E27FC236}">
                      <a16:creationId xmlns:a16="http://schemas.microsoft.com/office/drawing/2014/main" id="{680AE8C7-9FDB-C9C7-36F8-F37F7D1BAF75}"/>
                    </a:ext>
                  </a:extLst>
                </p14:cNvPr>
                <p14:cNvContentPartPr/>
                <p14:nvPr/>
              </p14:nvContentPartPr>
              <p14:xfrm>
                <a:off x="10373220" y="4075504"/>
                <a:ext cx="21960" cy="23760"/>
              </p14:xfrm>
            </p:contentPart>
          </mc:Choice>
          <mc:Fallback xmlns="">
            <p:pic>
              <p:nvPicPr>
                <p:cNvPr id="293" name="Entrada de lápiz 292">
                  <a:extLst>
                    <a:ext uri="{FF2B5EF4-FFF2-40B4-BE49-F238E27FC236}">
                      <a16:creationId xmlns:a16="http://schemas.microsoft.com/office/drawing/2014/main" id="{680AE8C7-9FDB-C9C7-36F8-F37F7D1BAF75}"/>
                    </a:ext>
                  </a:extLst>
                </p:cNvPr>
                <p:cNvPicPr/>
                <p:nvPr/>
              </p:nvPicPr>
              <p:blipFill>
                <a:blip r:embed="rId187"/>
                <a:stretch>
                  <a:fillRect/>
                </a:stretch>
              </p:blipFill>
              <p:spPr>
                <a:xfrm>
                  <a:off x="10364220" y="4066504"/>
                  <a:ext cx="3960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294" name="Entrada de lápiz 293">
                  <a:extLst>
                    <a:ext uri="{FF2B5EF4-FFF2-40B4-BE49-F238E27FC236}">
                      <a16:creationId xmlns:a16="http://schemas.microsoft.com/office/drawing/2014/main" id="{B56C94EB-5F67-34A1-1346-CFC24714D8B5}"/>
                    </a:ext>
                  </a:extLst>
                </p14:cNvPr>
                <p14:cNvContentPartPr/>
                <p14:nvPr/>
              </p14:nvContentPartPr>
              <p14:xfrm>
                <a:off x="10454940" y="4124104"/>
                <a:ext cx="100440" cy="117720"/>
              </p14:xfrm>
            </p:contentPart>
          </mc:Choice>
          <mc:Fallback xmlns="">
            <p:pic>
              <p:nvPicPr>
                <p:cNvPr id="294" name="Entrada de lápiz 293">
                  <a:extLst>
                    <a:ext uri="{FF2B5EF4-FFF2-40B4-BE49-F238E27FC236}">
                      <a16:creationId xmlns:a16="http://schemas.microsoft.com/office/drawing/2014/main" id="{B56C94EB-5F67-34A1-1346-CFC24714D8B5}"/>
                    </a:ext>
                  </a:extLst>
                </p:cNvPr>
                <p:cNvPicPr/>
                <p:nvPr/>
              </p:nvPicPr>
              <p:blipFill>
                <a:blip r:embed="rId189"/>
                <a:stretch>
                  <a:fillRect/>
                </a:stretch>
              </p:blipFill>
              <p:spPr>
                <a:xfrm>
                  <a:off x="10446300" y="4115464"/>
                  <a:ext cx="11808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295" name="Entrada de lápiz 294">
                  <a:extLst>
                    <a:ext uri="{FF2B5EF4-FFF2-40B4-BE49-F238E27FC236}">
                      <a16:creationId xmlns:a16="http://schemas.microsoft.com/office/drawing/2014/main" id="{D41E679A-7AB8-EAA0-D876-F965372CC580}"/>
                    </a:ext>
                  </a:extLst>
                </p14:cNvPr>
                <p14:cNvContentPartPr/>
                <p14:nvPr/>
              </p14:nvContentPartPr>
              <p14:xfrm>
                <a:off x="10574460" y="4103224"/>
                <a:ext cx="179280" cy="120240"/>
              </p14:xfrm>
            </p:contentPart>
          </mc:Choice>
          <mc:Fallback xmlns="">
            <p:pic>
              <p:nvPicPr>
                <p:cNvPr id="295" name="Entrada de lápiz 294">
                  <a:extLst>
                    <a:ext uri="{FF2B5EF4-FFF2-40B4-BE49-F238E27FC236}">
                      <a16:creationId xmlns:a16="http://schemas.microsoft.com/office/drawing/2014/main" id="{D41E679A-7AB8-EAA0-D876-F965372CC580}"/>
                    </a:ext>
                  </a:extLst>
                </p:cNvPr>
                <p:cNvPicPr/>
                <p:nvPr/>
              </p:nvPicPr>
              <p:blipFill>
                <a:blip r:embed="rId191"/>
                <a:stretch>
                  <a:fillRect/>
                </a:stretch>
              </p:blipFill>
              <p:spPr>
                <a:xfrm>
                  <a:off x="10565820" y="4094584"/>
                  <a:ext cx="19692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296" name="Entrada de lápiz 295">
                  <a:extLst>
                    <a:ext uri="{FF2B5EF4-FFF2-40B4-BE49-F238E27FC236}">
                      <a16:creationId xmlns:a16="http://schemas.microsoft.com/office/drawing/2014/main" id="{2F16B0A0-1E90-3DA0-69E0-CE84A0848D09}"/>
                    </a:ext>
                  </a:extLst>
                </p14:cNvPr>
                <p14:cNvContentPartPr/>
                <p14:nvPr/>
              </p14:nvContentPartPr>
              <p14:xfrm>
                <a:off x="10773180" y="4074064"/>
                <a:ext cx="275760" cy="176400"/>
              </p14:xfrm>
            </p:contentPart>
          </mc:Choice>
          <mc:Fallback xmlns="">
            <p:pic>
              <p:nvPicPr>
                <p:cNvPr id="296" name="Entrada de lápiz 295">
                  <a:extLst>
                    <a:ext uri="{FF2B5EF4-FFF2-40B4-BE49-F238E27FC236}">
                      <a16:creationId xmlns:a16="http://schemas.microsoft.com/office/drawing/2014/main" id="{2F16B0A0-1E90-3DA0-69E0-CE84A0848D09}"/>
                    </a:ext>
                  </a:extLst>
                </p:cNvPr>
                <p:cNvPicPr/>
                <p:nvPr/>
              </p:nvPicPr>
              <p:blipFill>
                <a:blip r:embed="rId193"/>
                <a:stretch>
                  <a:fillRect/>
                </a:stretch>
              </p:blipFill>
              <p:spPr>
                <a:xfrm>
                  <a:off x="10764540" y="4065424"/>
                  <a:ext cx="293400" cy="194040"/>
                </a:xfrm>
                <a:prstGeom prst="rect">
                  <a:avLst/>
                </a:prstGeom>
              </p:spPr>
            </p:pic>
          </mc:Fallback>
        </mc:AlternateContent>
      </p:grpSp>
      <p:grpSp>
        <p:nvGrpSpPr>
          <p:cNvPr id="319" name="Grupo 318">
            <a:extLst>
              <a:ext uri="{FF2B5EF4-FFF2-40B4-BE49-F238E27FC236}">
                <a16:creationId xmlns:a16="http://schemas.microsoft.com/office/drawing/2014/main" id="{F16E6FBC-8C50-E825-AF5F-91D535DEFA67}"/>
              </a:ext>
            </a:extLst>
          </p:cNvPr>
          <p:cNvGrpSpPr/>
          <p:nvPr/>
        </p:nvGrpSpPr>
        <p:grpSpPr>
          <a:xfrm>
            <a:off x="5251500" y="4653664"/>
            <a:ext cx="1073880" cy="663480"/>
            <a:chOff x="5251500" y="4653664"/>
            <a:chExt cx="1073880" cy="663480"/>
          </a:xfrm>
        </p:grpSpPr>
        <mc:AlternateContent xmlns:mc="http://schemas.openxmlformats.org/markup-compatibility/2006" xmlns:p14="http://schemas.microsoft.com/office/powerpoint/2010/main">
          <mc:Choice Requires="p14">
            <p:contentPart p14:bwMode="auto" r:id="rId194">
              <p14:nvContentPartPr>
                <p14:cNvPr id="298" name="Entrada de lápiz 297">
                  <a:extLst>
                    <a:ext uri="{FF2B5EF4-FFF2-40B4-BE49-F238E27FC236}">
                      <a16:creationId xmlns:a16="http://schemas.microsoft.com/office/drawing/2014/main" id="{DB76EDAA-902E-E8AA-0050-AD9A0D8C75D2}"/>
                    </a:ext>
                  </a:extLst>
                </p14:cNvPr>
                <p14:cNvContentPartPr/>
                <p14:nvPr/>
              </p14:nvContentPartPr>
              <p14:xfrm>
                <a:off x="5251500" y="4653664"/>
                <a:ext cx="120600" cy="601200"/>
              </p14:xfrm>
            </p:contentPart>
          </mc:Choice>
          <mc:Fallback xmlns="">
            <p:pic>
              <p:nvPicPr>
                <p:cNvPr id="298" name="Entrada de lápiz 297">
                  <a:extLst>
                    <a:ext uri="{FF2B5EF4-FFF2-40B4-BE49-F238E27FC236}">
                      <a16:creationId xmlns:a16="http://schemas.microsoft.com/office/drawing/2014/main" id="{DB76EDAA-902E-E8AA-0050-AD9A0D8C75D2}"/>
                    </a:ext>
                  </a:extLst>
                </p:cNvPr>
                <p:cNvPicPr/>
                <p:nvPr/>
              </p:nvPicPr>
              <p:blipFill>
                <a:blip r:embed="rId195"/>
                <a:stretch>
                  <a:fillRect/>
                </a:stretch>
              </p:blipFill>
              <p:spPr>
                <a:xfrm>
                  <a:off x="5242860" y="4645024"/>
                  <a:ext cx="138240" cy="6188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299" name="Entrada de lápiz 298">
                  <a:extLst>
                    <a:ext uri="{FF2B5EF4-FFF2-40B4-BE49-F238E27FC236}">
                      <a16:creationId xmlns:a16="http://schemas.microsoft.com/office/drawing/2014/main" id="{2A91F665-EF58-EEF3-E4D6-78E5D4701BE3}"/>
                    </a:ext>
                  </a:extLst>
                </p14:cNvPr>
                <p14:cNvContentPartPr/>
                <p14:nvPr/>
              </p14:nvContentPartPr>
              <p14:xfrm>
                <a:off x="5372820" y="5179264"/>
                <a:ext cx="91800" cy="137880"/>
              </p14:xfrm>
            </p:contentPart>
          </mc:Choice>
          <mc:Fallback xmlns="">
            <p:pic>
              <p:nvPicPr>
                <p:cNvPr id="299" name="Entrada de lápiz 298">
                  <a:extLst>
                    <a:ext uri="{FF2B5EF4-FFF2-40B4-BE49-F238E27FC236}">
                      <a16:creationId xmlns:a16="http://schemas.microsoft.com/office/drawing/2014/main" id="{2A91F665-EF58-EEF3-E4D6-78E5D4701BE3}"/>
                    </a:ext>
                  </a:extLst>
                </p:cNvPr>
                <p:cNvPicPr/>
                <p:nvPr/>
              </p:nvPicPr>
              <p:blipFill>
                <a:blip r:embed="rId197"/>
                <a:stretch>
                  <a:fillRect/>
                </a:stretch>
              </p:blipFill>
              <p:spPr>
                <a:xfrm>
                  <a:off x="5364180" y="5170264"/>
                  <a:ext cx="10944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300" name="Entrada de lápiz 299">
                  <a:extLst>
                    <a:ext uri="{FF2B5EF4-FFF2-40B4-BE49-F238E27FC236}">
                      <a16:creationId xmlns:a16="http://schemas.microsoft.com/office/drawing/2014/main" id="{14EBF5F5-4F6A-09C5-BEBE-2016F41B8297}"/>
                    </a:ext>
                  </a:extLst>
                </p14:cNvPr>
                <p14:cNvContentPartPr/>
                <p14:nvPr/>
              </p14:nvContentPartPr>
              <p14:xfrm>
                <a:off x="5643540" y="5035264"/>
                <a:ext cx="33480" cy="212400"/>
              </p14:xfrm>
            </p:contentPart>
          </mc:Choice>
          <mc:Fallback xmlns="">
            <p:pic>
              <p:nvPicPr>
                <p:cNvPr id="300" name="Entrada de lápiz 299">
                  <a:extLst>
                    <a:ext uri="{FF2B5EF4-FFF2-40B4-BE49-F238E27FC236}">
                      <a16:creationId xmlns:a16="http://schemas.microsoft.com/office/drawing/2014/main" id="{14EBF5F5-4F6A-09C5-BEBE-2016F41B8297}"/>
                    </a:ext>
                  </a:extLst>
                </p:cNvPr>
                <p:cNvPicPr/>
                <p:nvPr/>
              </p:nvPicPr>
              <p:blipFill>
                <a:blip r:embed="rId199"/>
                <a:stretch>
                  <a:fillRect/>
                </a:stretch>
              </p:blipFill>
              <p:spPr>
                <a:xfrm>
                  <a:off x="5634540" y="5026624"/>
                  <a:ext cx="5112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301" name="Entrada de lápiz 300">
                  <a:extLst>
                    <a:ext uri="{FF2B5EF4-FFF2-40B4-BE49-F238E27FC236}">
                      <a16:creationId xmlns:a16="http://schemas.microsoft.com/office/drawing/2014/main" id="{2CFD3206-82F3-6FDE-5CC2-0FC68F722D18}"/>
                    </a:ext>
                  </a:extLst>
                </p14:cNvPr>
                <p14:cNvContentPartPr/>
                <p14:nvPr/>
              </p14:nvContentPartPr>
              <p14:xfrm>
                <a:off x="5586300" y="4979824"/>
                <a:ext cx="223920" cy="60480"/>
              </p14:xfrm>
            </p:contentPart>
          </mc:Choice>
          <mc:Fallback xmlns="">
            <p:pic>
              <p:nvPicPr>
                <p:cNvPr id="301" name="Entrada de lápiz 300">
                  <a:extLst>
                    <a:ext uri="{FF2B5EF4-FFF2-40B4-BE49-F238E27FC236}">
                      <a16:creationId xmlns:a16="http://schemas.microsoft.com/office/drawing/2014/main" id="{2CFD3206-82F3-6FDE-5CC2-0FC68F722D18}"/>
                    </a:ext>
                  </a:extLst>
                </p:cNvPr>
                <p:cNvPicPr/>
                <p:nvPr/>
              </p:nvPicPr>
              <p:blipFill>
                <a:blip r:embed="rId201"/>
                <a:stretch>
                  <a:fillRect/>
                </a:stretch>
              </p:blipFill>
              <p:spPr>
                <a:xfrm>
                  <a:off x="5577660" y="4970824"/>
                  <a:ext cx="24156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302" name="Entrada de lápiz 301">
                  <a:extLst>
                    <a:ext uri="{FF2B5EF4-FFF2-40B4-BE49-F238E27FC236}">
                      <a16:creationId xmlns:a16="http://schemas.microsoft.com/office/drawing/2014/main" id="{6B43D2CA-5C8A-BDC4-E9A5-0B7E8ED312C1}"/>
                    </a:ext>
                  </a:extLst>
                </p14:cNvPr>
                <p14:cNvContentPartPr/>
                <p14:nvPr/>
              </p14:nvContentPartPr>
              <p14:xfrm>
                <a:off x="5629860" y="5145784"/>
                <a:ext cx="109440" cy="23760"/>
              </p14:xfrm>
            </p:contentPart>
          </mc:Choice>
          <mc:Fallback xmlns="">
            <p:pic>
              <p:nvPicPr>
                <p:cNvPr id="302" name="Entrada de lápiz 301">
                  <a:extLst>
                    <a:ext uri="{FF2B5EF4-FFF2-40B4-BE49-F238E27FC236}">
                      <a16:creationId xmlns:a16="http://schemas.microsoft.com/office/drawing/2014/main" id="{6B43D2CA-5C8A-BDC4-E9A5-0B7E8ED312C1}"/>
                    </a:ext>
                  </a:extLst>
                </p:cNvPr>
                <p:cNvPicPr/>
                <p:nvPr/>
              </p:nvPicPr>
              <p:blipFill>
                <a:blip r:embed="rId203"/>
                <a:stretch>
                  <a:fillRect/>
                </a:stretch>
              </p:blipFill>
              <p:spPr>
                <a:xfrm>
                  <a:off x="5621220" y="5136784"/>
                  <a:ext cx="12708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303" name="Entrada de lápiz 302">
                  <a:extLst>
                    <a:ext uri="{FF2B5EF4-FFF2-40B4-BE49-F238E27FC236}">
                      <a16:creationId xmlns:a16="http://schemas.microsoft.com/office/drawing/2014/main" id="{D2751CD8-12DA-EE8B-7B27-22D74862807E}"/>
                    </a:ext>
                  </a:extLst>
                </p14:cNvPr>
                <p14:cNvContentPartPr/>
                <p14:nvPr/>
              </p14:nvContentPartPr>
              <p14:xfrm>
                <a:off x="5767740" y="5106184"/>
                <a:ext cx="109440" cy="125640"/>
              </p14:xfrm>
            </p:contentPart>
          </mc:Choice>
          <mc:Fallback xmlns="">
            <p:pic>
              <p:nvPicPr>
                <p:cNvPr id="303" name="Entrada de lápiz 302">
                  <a:extLst>
                    <a:ext uri="{FF2B5EF4-FFF2-40B4-BE49-F238E27FC236}">
                      <a16:creationId xmlns:a16="http://schemas.microsoft.com/office/drawing/2014/main" id="{D2751CD8-12DA-EE8B-7B27-22D74862807E}"/>
                    </a:ext>
                  </a:extLst>
                </p:cNvPr>
                <p:cNvPicPr/>
                <p:nvPr/>
              </p:nvPicPr>
              <p:blipFill>
                <a:blip r:embed="rId205"/>
                <a:stretch>
                  <a:fillRect/>
                </a:stretch>
              </p:blipFill>
              <p:spPr>
                <a:xfrm>
                  <a:off x="5758740" y="5097184"/>
                  <a:ext cx="12708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304" name="Entrada de lápiz 303">
                  <a:extLst>
                    <a:ext uri="{FF2B5EF4-FFF2-40B4-BE49-F238E27FC236}">
                      <a16:creationId xmlns:a16="http://schemas.microsoft.com/office/drawing/2014/main" id="{8B5F9C74-3952-BD38-404E-C41221503F3F}"/>
                    </a:ext>
                  </a:extLst>
                </p14:cNvPr>
                <p14:cNvContentPartPr/>
                <p14:nvPr/>
              </p14:nvContentPartPr>
              <p14:xfrm>
                <a:off x="5889420" y="5093224"/>
                <a:ext cx="114120" cy="142200"/>
              </p14:xfrm>
            </p:contentPart>
          </mc:Choice>
          <mc:Fallback xmlns="">
            <p:pic>
              <p:nvPicPr>
                <p:cNvPr id="304" name="Entrada de lápiz 303">
                  <a:extLst>
                    <a:ext uri="{FF2B5EF4-FFF2-40B4-BE49-F238E27FC236}">
                      <a16:creationId xmlns:a16="http://schemas.microsoft.com/office/drawing/2014/main" id="{8B5F9C74-3952-BD38-404E-C41221503F3F}"/>
                    </a:ext>
                  </a:extLst>
                </p:cNvPr>
                <p:cNvPicPr/>
                <p:nvPr/>
              </p:nvPicPr>
              <p:blipFill>
                <a:blip r:embed="rId207"/>
                <a:stretch>
                  <a:fillRect/>
                </a:stretch>
              </p:blipFill>
              <p:spPr>
                <a:xfrm>
                  <a:off x="5880420" y="5084584"/>
                  <a:ext cx="13176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305" name="Entrada de lápiz 304">
                  <a:extLst>
                    <a:ext uri="{FF2B5EF4-FFF2-40B4-BE49-F238E27FC236}">
                      <a16:creationId xmlns:a16="http://schemas.microsoft.com/office/drawing/2014/main" id="{FF894C8F-5513-3220-CECD-BFAE6B1693BA}"/>
                    </a:ext>
                  </a:extLst>
                </p14:cNvPr>
                <p14:cNvContentPartPr/>
                <p14:nvPr/>
              </p14:nvContentPartPr>
              <p14:xfrm>
                <a:off x="6026580" y="4895224"/>
                <a:ext cx="19080" cy="293400"/>
              </p14:xfrm>
            </p:contentPart>
          </mc:Choice>
          <mc:Fallback xmlns="">
            <p:pic>
              <p:nvPicPr>
                <p:cNvPr id="305" name="Entrada de lápiz 304">
                  <a:extLst>
                    <a:ext uri="{FF2B5EF4-FFF2-40B4-BE49-F238E27FC236}">
                      <a16:creationId xmlns:a16="http://schemas.microsoft.com/office/drawing/2014/main" id="{FF894C8F-5513-3220-CECD-BFAE6B1693BA}"/>
                    </a:ext>
                  </a:extLst>
                </p:cNvPr>
                <p:cNvPicPr/>
                <p:nvPr/>
              </p:nvPicPr>
              <p:blipFill>
                <a:blip r:embed="rId209"/>
                <a:stretch>
                  <a:fillRect/>
                </a:stretch>
              </p:blipFill>
              <p:spPr>
                <a:xfrm>
                  <a:off x="6017580" y="4886584"/>
                  <a:ext cx="3672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306" name="Entrada de lápiz 305">
                  <a:extLst>
                    <a:ext uri="{FF2B5EF4-FFF2-40B4-BE49-F238E27FC236}">
                      <a16:creationId xmlns:a16="http://schemas.microsoft.com/office/drawing/2014/main" id="{6693F4DE-2D32-292A-1B8A-D43444D7D264}"/>
                    </a:ext>
                  </a:extLst>
                </p14:cNvPr>
                <p14:cNvContentPartPr/>
                <p14:nvPr/>
              </p14:nvContentPartPr>
              <p14:xfrm>
                <a:off x="5971500" y="5093584"/>
                <a:ext cx="64440" cy="34920"/>
              </p14:xfrm>
            </p:contentPart>
          </mc:Choice>
          <mc:Fallback xmlns="">
            <p:pic>
              <p:nvPicPr>
                <p:cNvPr id="306" name="Entrada de lápiz 305">
                  <a:extLst>
                    <a:ext uri="{FF2B5EF4-FFF2-40B4-BE49-F238E27FC236}">
                      <a16:creationId xmlns:a16="http://schemas.microsoft.com/office/drawing/2014/main" id="{6693F4DE-2D32-292A-1B8A-D43444D7D264}"/>
                    </a:ext>
                  </a:extLst>
                </p:cNvPr>
                <p:cNvPicPr/>
                <p:nvPr/>
              </p:nvPicPr>
              <p:blipFill>
                <a:blip r:embed="rId211"/>
                <a:stretch>
                  <a:fillRect/>
                </a:stretch>
              </p:blipFill>
              <p:spPr>
                <a:xfrm>
                  <a:off x="5962860" y="5084584"/>
                  <a:ext cx="8208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307" name="Entrada de lápiz 306">
                  <a:extLst>
                    <a:ext uri="{FF2B5EF4-FFF2-40B4-BE49-F238E27FC236}">
                      <a16:creationId xmlns:a16="http://schemas.microsoft.com/office/drawing/2014/main" id="{374F3982-4C05-6705-386E-5DE67AB0A422}"/>
                    </a:ext>
                  </a:extLst>
                </p14:cNvPr>
                <p14:cNvContentPartPr/>
                <p14:nvPr/>
              </p14:nvContentPartPr>
              <p14:xfrm>
                <a:off x="6067980" y="5074864"/>
                <a:ext cx="126720" cy="113040"/>
              </p14:xfrm>
            </p:contentPart>
          </mc:Choice>
          <mc:Fallback xmlns="">
            <p:pic>
              <p:nvPicPr>
                <p:cNvPr id="307" name="Entrada de lápiz 306">
                  <a:extLst>
                    <a:ext uri="{FF2B5EF4-FFF2-40B4-BE49-F238E27FC236}">
                      <a16:creationId xmlns:a16="http://schemas.microsoft.com/office/drawing/2014/main" id="{374F3982-4C05-6705-386E-5DE67AB0A422}"/>
                    </a:ext>
                  </a:extLst>
                </p:cNvPr>
                <p:cNvPicPr/>
                <p:nvPr/>
              </p:nvPicPr>
              <p:blipFill>
                <a:blip r:embed="rId213"/>
                <a:stretch>
                  <a:fillRect/>
                </a:stretch>
              </p:blipFill>
              <p:spPr>
                <a:xfrm>
                  <a:off x="6059340" y="5065864"/>
                  <a:ext cx="14436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308" name="Entrada de lápiz 307">
                  <a:extLst>
                    <a:ext uri="{FF2B5EF4-FFF2-40B4-BE49-F238E27FC236}">
                      <a16:creationId xmlns:a16="http://schemas.microsoft.com/office/drawing/2014/main" id="{FC656B8D-96E2-DABC-AD40-F904908570D8}"/>
                    </a:ext>
                  </a:extLst>
                </p14:cNvPr>
                <p14:cNvContentPartPr/>
                <p14:nvPr/>
              </p14:nvContentPartPr>
              <p14:xfrm>
                <a:off x="6217380" y="5046064"/>
                <a:ext cx="108000" cy="117720"/>
              </p14:xfrm>
            </p:contentPart>
          </mc:Choice>
          <mc:Fallback xmlns="">
            <p:pic>
              <p:nvPicPr>
                <p:cNvPr id="308" name="Entrada de lápiz 307">
                  <a:extLst>
                    <a:ext uri="{FF2B5EF4-FFF2-40B4-BE49-F238E27FC236}">
                      <a16:creationId xmlns:a16="http://schemas.microsoft.com/office/drawing/2014/main" id="{FC656B8D-96E2-DABC-AD40-F904908570D8}"/>
                    </a:ext>
                  </a:extLst>
                </p:cNvPr>
                <p:cNvPicPr/>
                <p:nvPr/>
              </p:nvPicPr>
              <p:blipFill>
                <a:blip r:embed="rId215"/>
                <a:stretch>
                  <a:fillRect/>
                </a:stretch>
              </p:blipFill>
              <p:spPr>
                <a:xfrm>
                  <a:off x="6208740" y="5037064"/>
                  <a:ext cx="125640" cy="135360"/>
                </a:xfrm>
                <a:prstGeom prst="rect">
                  <a:avLst/>
                </a:prstGeom>
              </p:spPr>
            </p:pic>
          </mc:Fallback>
        </mc:AlternateContent>
      </p:grpSp>
      <p:grpSp>
        <p:nvGrpSpPr>
          <p:cNvPr id="318" name="Grupo 317">
            <a:extLst>
              <a:ext uri="{FF2B5EF4-FFF2-40B4-BE49-F238E27FC236}">
                <a16:creationId xmlns:a16="http://schemas.microsoft.com/office/drawing/2014/main" id="{F0548D42-4E9C-60C1-CFD6-2E2280511A7E}"/>
              </a:ext>
            </a:extLst>
          </p:cNvPr>
          <p:cNvGrpSpPr/>
          <p:nvPr/>
        </p:nvGrpSpPr>
        <p:grpSpPr>
          <a:xfrm>
            <a:off x="6551100" y="4779664"/>
            <a:ext cx="792360" cy="506520"/>
            <a:chOff x="6551100" y="4779664"/>
            <a:chExt cx="792360" cy="506520"/>
          </a:xfrm>
        </p:grpSpPr>
        <mc:AlternateContent xmlns:mc="http://schemas.openxmlformats.org/markup-compatibility/2006" xmlns:p14="http://schemas.microsoft.com/office/powerpoint/2010/main">
          <mc:Choice Requires="p14">
            <p:contentPart p14:bwMode="auto" r:id="rId216">
              <p14:nvContentPartPr>
                <p14:cNvPr id="309" name="Entrada de lápiz 308">
                  <a:extLst>
                    <a:ext uri="{FF2B5EF4-FFF2-40B4-BE49-F238E27FC236}">
                      <a16:creationId xmlns:a16="http://schemas.microsoft.com/office/drawing/2014/main" id="{71AEF752-3347-3D69-4DC4-C126AD4460AB}"/>
                    </a:ext>
                  </a:extLst>
                </p14:cNvPr>
                <p14:cNvContentPartPr/>
                <p14:nvPr/>
              </p14:nvContentPartPr>
              <p14:xfrm>
                <a:off x="6618420" y="5073064"/>
                <a:ext cx="13320" cy="213120"/>
              </p14:xfrm>
            </p:contentPart>
          </mc:Choice>
          <mc:Fallback xmlns="">
            <p:pic>
              <p:nvPicPr>
                <p:cNvPr id="309" name="Entrada de lápiz 308">
                  <a:extLst>
                    <a:ext uri="{FF2B5EF4-FFF2-40B4-BE49-F238E27FC236}">
                      <a16:creationId xmlns:a16="http://schemas.microsoft.com/office/drawing/2014/main" id="{71AEF752-3347-3D69-4DC4-C126AD4460AB}"/>
                    </a:ext>
                  </a:extLst>
                </p:cNvPr>
                <p:cNvPicPr/>
                <p:nvPr/>
              </p:nvPicPr>
              <p:blipFill>
                <a:blip r:embed="rId217"/>
                <a:stretch>
                  <a:fillRect/>
                </a:stretch>
              </p:blipFill>
              <p:spPr>
                <a:xfrm>
                  <a:off x="6609420" y="5064064"/>
                  <a:ext cx="3096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310" name="Entrada de lápiz 309">
                  <a:extLst>
                    <a:ext uri="{FF2B5EF4-FFF2-40B4-BE49-F238E27FC236}">
                      <a16:creationId xmlns:a16="http://schemas.microsoft.com/office/drawing/2014/main" id="{985545BF-3CE8-472E-77D4-0F80A0EAFAA3}"/>
                    </a:ext>
                  </a:extLst>
                </p14:cNvPr>
                <p14:cNvContentPartPr/>
                <p14:nvPr/>
              </p14:nvContentPartPr>
              <p14:xfrm>
                <a:off x="6551100" y="5014384"/>
                <a:ext cx="182160" cy="138960"/>
              </p14:xfrm>
            </p:contentPart>
          </mc:Choice>
          <mc:Fallback xmlns="">
            <p:pic>
              <p:nvPicPr>
                <p:cNvPr id="310" name="Entrada de lápiz 309">
                  <a:extLst>
                    <a:ext uri="{FF2B5EF4-FFF2-40B4-BE49-F238E27FC236}">
                      <a16:creationId xmlns:a16="http://schemas.microsoft.com/office/drawing/2014/main" id="{985545BF-3CE8-472E-77D4-0F80A0EAFAA3}"/>
                    </a:ext>
                  </a:extLst>
                </p:cNvPr>
                <p:cNvPicPr/>
                <p:nvPr/>
              </p:nvPicPr>
              <p:blipFill>
                <a:blip r:embed="rId219"/>
                <a:stretch>
                  <a:fillRect/>
                </a:stretch>
              </p:blipFill>
              <p:spPr>
                <a:xfrm>
                  <a:off x="6542460" y="5005384"/>
                  <a:ext cx="19980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311" name="Entrada de lápiz 310">
                  <a:extLst>
                    <a:ext uri="{FF2B5EF4-FFF2-40B4-BE49-F238E27FC236}">
                      <a16:creationId xmlns:a16="http://schemas.microsoft.com/office/drawing/2014/main" id="{12F78C67-176C-62B4-66CC-672126F58BC6}"/>
                    </a:ext>
                  </a:extLst>
                </p14:cNvPr>
                <p14:cNvContentPartPr/>
                <p14:nvPr/>
              </p14:nvContentPartPr>
              <p14:xfrm>
                <a:off x="6734340" y="5046784"/>
                <a:ext cx="111600" cy="119160"/>
              </p14:xfrm>
            </p:contentPart>
          </mc:Choice>
          <mc:Fallback xmlns="">
            <p:pic>
              <p:nvPicPr>
                <p:cNvPr id="311" name="Entrada de lápiz 310">
                  <a:extLst>
                    <a:ext uri="{FF2B5EF4-FFF2-40B4-BE49-F238E27FC236}">
                      <a16:creationId xmlns:a16="http://schemas.microsoft.com/office/drawing/2014/main" id="{12F78C67-176C-62B4-66CC-672126F58BC6}"/>
                    </a:ext>
                  </a:extLst>
                </p:cNvPr>
                <p:cNvPicPr/>
                <p:nvPr/>
              </p:nvPicPr>
              <p:blipFill>
                <a:blip r:embed="rId221"/>
                <a:stretch>
                  <a:fillRect/>
                </a:stretch>
              </p:blipFill>
              <p:spPr>
                <a:xfrm>
                  <a:off x="6725340" y="5037784"/>
                  <a:ext cx="12924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312" name="Entrada de lápiz 311">
                  <a:extLst>
                    <a:ext uri="{FF2B5EF4-FFF2-40B4-BE49-F238E27FC236}">
                      <a16:creationId xmlns:a16="http://schemas.microsoft.com/office/drawing/2014/main" id="{8B278389-B078-DA3B-B17D-E886B5B616A7}"/>
                    </a:ext>
                  </a:extLst>
                </p14:cNvPr>
                <p14:cNvContentPartPr/>
                <p14:nvPr/>
              </p14:nvContentPartPr>
              <p14:xfrm>
                <a:off x="6890580" y="5024104"/>
                <a:ext cx="123480" cy="117720"/>
              </p14:xfrm>
            </p:contentPart>
          </mc:Choice>
          <mc:Fallback xmlns="">
            <p:pic>
              <p:nvPicPr>
                <p:cNvPr id="312" name="Entrada de lápiz 311">
                  <a:extLst>
                    <a:ext uri="{FF2B5EF4-FFF2-40B4-BE49-F238E27FC236}">
                      <a16:creationId xmlns:a16="http://schemas.microsoft.com/office/drawing/2014/main" id="{8B278389-B078-DA3B-B17D-E886B5B616A7}"/>
                    </a:ext>
                  </a:extLst>
                </p:cNvPr>
                <p:cNvPicPr/>
                <p:nvPr/>
              </p:nvPicPr>
              <p:blipFill>
                <a:blip r:embed="rId223"/>
                <a:stretch>
                  <a:fillRect/>
                </a:stretch>
              </p:blipFill>
              <p:spPr>
                <a:xfrm>
                  <a:off x="6881580" y="5015104"/>
                  <a:ext cx="14112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313" name="Entrada de lápiz 312">
                  <a:extLst>
                    <a:ext uri="{FF2B5EF4-FFF2-40B4-BE49-F238E27FC236}">
                      <a16:creationId xmlns:a16="http://schemas.microsoft.com/office/drawing/2014/main" id="{FE8E392C-C901-2479-7550-F526DADA07E2}"/>
                    </a:ext>
                  </a:extLst>
                </p14:cNvPr>
                <p14:cNvContentPartPr/>
                <p14:nvPr/>
              </p14:nvContentPartPr>
              <p14:xfrm>
                <a:off x="7168500" y="4997824"/>
                <a:ext cx="150120" cy="132480"/>
              </p14:xfrm>
            </p:contentPart>
          </mc:Choice>
          <mc:Fallback xmlns="">
            <p:pic>
              <p:nvPicPr>
                <p:cNvPr id="313" name="Entrada de lápiz 312">
                  <a:extLst>
                    <a:ext uri="{FF2B5EF4-FFF2-40B4-BE49-F238E27FC236}">
                      <a16:creationId xmlns:a16="http://schemas.microsoft.com/office/drawing/2014/main" id="{FE8E392C-C901-2479-7550-F526DADA07E2}"/>
                    </a:ext>
                  </a:extLst>
                </p:cNvPr>
                <p:cNvPicPr/>
                <p:nvPr/>
              </p:nvPicPr>
              <p:blipFill>
                <a:blip r:embed="rId225"/>
                <a:stretch>
                  <a:fillRect/>
                </a:stretch>
              </p:blipFill>
              <p:spPr>
                <a:xfrm>
                  <a:off x="7159500" y="4988824"/>
                  <a:ext cx="16776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314" name="Entrada de lápiz 313">
                  <a:extLst>
                    <a:ext uri="{FF2B5EF4-FFF2-40B4-BE49-F238E27FC236}">
                      <a16:creationId xmlns:a16="http://schemas.microsoft.com/office/drawing/2014/main" id="{9E2DFB95-1376-137A-C38D-90A9B0925D64}"/>
                    </a:ext>
                  </a:extLst>
                </p14:cNvPr>
                <p14:cNvContentPartPr/>
                <p14:nvPr/>
              </p14:nvContentPartPr>
              <p14:xfrm>
                <a:off x="7319340" y="4779664"/>
                <a:ext cx="24120" cy="316080"/>
              </p14:xfrm>
            </p:contentPart>
          </mc:Choice>
          <mc:Fallback xmlns="">
            <p:pic>
              <p:nvPicPr>
                <p:cNvPr id="314" name="Entrada de lápiz 313">
                  <a:extLst>
                    <a:ext uri="{FF2B5EF4-FFF2-40B4-BE49-F238E27FC236}">
                      <a16:creationId xmlns:a16="http://schemas.microsoft.com/office/drawing/2014/main" id="{9E2DFB95-1376-137A-C38D-90A9B0925D64}"/>
                    </a:ext>
                  </a:extLst>
                </p:cNvPr>
                <p:cNvPicPr/>
                <p:nvPr/>
              </p:nvPicPr>
              <p:blipFill>
                <a:blip r:embed="rId227"/>
                <a:stretch>
                  <a:fillRect/>
                </a:stretch>
              </p:blipFill>
              <p:spPr>
                <a:xfrm>
                  <a:off x="7310700" y="4770664"/>
                  <a:ext cx="41760" cy="333720"/>
                </a:xfrm>
                <a:prstGeom prst="rect">
                  <a:avLst/>
                </a:prstGeom>
              </p:spPr>
            </p:pic>
          </mc:Fallback>
        </mc:AlternateContent>
      </p:grpSp>
      <p:grpSp>
        <p:nvGrpSpPr>
          <p:cNvPr id="317" name="Grupo 316">
            <a:extLst>
              <a:ext uri="{FF2B5EF4-FFF2-40B4-BE49-F238E27FC236}">
                <a16:creationId xmlns:a16="http://schemas.microsoft.com/office/drawing/2014/main" id="{F757664F-AAF1-3D8B-D514-97FC200C7421}"/>
              </a:ext>
            </a:extLst>
          </p:cNvPr>
          <p:cNvGrpSpPr/>
          <p:nvPr/>
        </p:nvGrpSpPr>
        <p:grpSpPr>
          <a:xfrm>
            <a:off x="7533540" y="4949584"/>
            <a:ext cx="424080" cy="335160"/>
            <a:chOff x="7533540" y="4949584"/>
            <a:chExt cx="424080" cy="335160"/>
          </a:xfrm>
        </p:grpSpPr>
        <mc:AlternateContent xmlns:mc="http://schemas.openxmlformats.org/markup-compatibility/2006" xmlns:p14="http://schemas.microsoft.com/office/powerpoint/2010/main">
          <mc:Choice Requires="p14">
            <p:contentPart p14:bwMode="auto" r:id="rId228">
              <p14:nvContentPartPr>
                <p14:cNvPr id="315" name="Entrada de lápiz 314">
                  <a:extLst>
                    <a:ext uri="{FF2B5EF4-FFF2-40B4-BE49-F238E27FC236}">
                      <a16:creationId xmlns:a16="http://schemas.microsoft.com/office/drawing/2014/main" id="{B295A23B-F022-EAF6-7569-3014A00741C2}"/>
                    </a:ext>
                  </a:extLst>
                </p14:cNvPr>
                <p14:cNvContentPartPr/>
                <p14:nvPr/>
              </p14:nvContentPartPr>
              <p14:xfrm>
                <a:off x="7533540" y="4961824"/>
                <a:ext cx="125280" cy="322920"/>
              </p14:xfrm>
            </p:contentPart>
          </mc:Choice>
          <mc:Fallback xmlns="">
            <p:pic>
              <p:nvPicPr>
                <p:cNvPr id="315" name="Entrada de lápiz 314">
                  <a:extLst>
                    <a:ext uri="{FF2B5EF4-FFF2-40B4-BE49-F238E27FC236}">
                      <a16:creationId xmlns:a16="http://schemas.microsoft.com/office/drawing/2014/main" id="{B295A23B-F022-EAF6-7569-3014A00741C2}"/>
                    </a:ext>
                  </a:extLst>
                </p:cNvPr>
                <p:cNvPicPr/>
                <p:nvPr/>
              </p:nvPicPr>
              <p:blipFill>
                <a:blip r:embed="rId229"/>
                <a:stretch>
                  <a:fillRect/>
                </a:stretch>
              </p:blipFill>
              <p:spPr>
                <a:xfrm>
                  <a:off x="7524900" y="4953184"/>
                  <a:ext cx="142920" cy="34056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316" name="Entrada de lápiz 315">
                  <a:extLst>
                    <a:ext uri="{FF2B5EF4-FFF2-40B4-BE49-F238E27FC236}">
                      <a16:creationId xmlns:a16="http://schemas.microsoft.com/office/drawing/2014/main" id="{013414E3-41DF-B03F-5241-D4591A213B6A}"/>
                    </a:ext>
                  </a:extLst>
                </p14:cNvPr>
                <p14:cNvContentPartPr/>
                <p14:nvPr/>
              </p14:nvContentPartPr>
              <p14:xfrm>
                <a:off x="7608780" y="4949584"/>
                <a:ext cx="348840" cy="176040"/>
              </p14:xfrm>
            </p:contentPart>
          </mc:Choice>
          <mc:Fallback xmlns="">
            <p:pic>
              <p:nvPicPr>
                <p:cNvPr id="316" name="Entrada de lápiz 315">
                  <a:extLst>
                    <a:ext uri="{FF2B5EF4-FFF2-40B4-BE49-F238E27FC236}">
                      <a16:creationId xmlns:a16="http://schemas.microsoft.com/office/drawing/2014/main" id="{013414E3-41DF-B03F-5241-D4591A213B6A}"/>
                    </a:ext>
                  </a:extLst>
                </p:cNvPr>
                <p:cNvPicPr/>
                <p:nvPr/>
              </p:nvPicPr>
              <p:blipFill>
                <a:blip r:embed="rId231"/>
                <a:stretch>
                  <a:fillRect/>
                </a:stretch>
              </p:blipFill>
              <p:spPr>
                <a:xfrm>
                  <a:off x="7599780" y="4940944"/>
                  <a:ext cx="366480" cy="193680"/>
                </a:xfrm>
                <a:prstGeom prst="rect">
                  <a:avLst/>
                </a:prstGeom>
              </p:spPr>
            </p:pic>
          </mc:Fallback>
        </mc:AlternateContent>
      </p:grpSp>
      <p:grpSp>
        <p:nvGrpSpPr>
          <p:cNvPr id="337" name="Grupo 336">
            <a:extLst>
              <a:ext uri="{FF2B5EF4-FFF2-40B4-BE49-F238E27FC236}">
                <a16:creationId xmlns:a16="http://schemas.microsoft.com/office/drawing/2014/main" id="{26479B0E-3F9E-06C9-0787-8A60970F0726}"/>
              </a:ext>
            </a:extLst>
          </p:cNvPr>
          <p:cNvGrpSpPr/>
          <p:nvPr/>
        </p:nvGrpSpPr>
        <p:grpSpPr>
          <a:xfrm>
            <a:off x="8125740" y="4958584"/>
            <a:ext cx="263520" cy="154800"/>
            <a:chOff x="8125740" y="4958584"/>
            <a:chExt cx="263520" cy="154800"/>
          </a:xfrm>
        </p:grpSpPr>
        <mc:AlternateContent xmlns:mc="http://schemas.openxmlformats.org/markup-compatibility/2006" xmlns:p14="http://schemas.microsoft.com/office/powerpoint/2010/main">
          <mc:Choice Requires="p14">
            <p:contentPart p14:bwMode="auto" r:id="rId232">
              <p14:nvContentPartPr>
                <p14:cNvPr id="320" name="Entrada de lápiz 319">
                  <a:extLst>
                    <a:ext uri="{FF2B5EF4-FFF2-40B4-BE49-F238E27FC236}">
                      <a16:creationId xmlns:a16="http://schemas.microsoft.com/office/drawing/2014/main" id="{429736CF-525E-B898-F8DC-4D5D9D6030E5}"/>
                    </a:ext>
                  </a:extLst>
                </p14:cNvPr>
                <p14:cNvContentPartPr/>
                <p14:nvPr/>
              </p14:nvContentPartPr>
              <p14:xfrm>
                <a:off x="8125740" y="4958584"/>
                <a:ext cx="116280" cy="154800"/>
              </p14:xfrm>
            </p:contentPart>
          </mc:Choice>
          <mc:Fallback xmlns="">
            <p:pic>
              <p:nvPicPr>
                <p:cNvPr id="320" name="Entrada de lápiz 319">
                  <a:extLst>
                    <a:ext uri="{FF2B5EF4-FFF2-40B4-BE49-F238E27FC236}">
                      <a16:creationId xmlns:a16="http://schemas.microsoft.com/office/drawing/2014/main" id="{429736CF-525E-B898-F8DC-4D5D9D6030E5}"/>
                    </a:ext>
                  </a:extLst>
                </p:cNvPr>
                <p:cNvPicPr/>
                <p:nvPr/>
              </p:nvPicPr>
              <p:blipFill>
                <a:blip r:embed="rId233"/>
                <a:stretch>
                  <a:fillRect/>
                </a:stretch>
              </p:blipFill>
              <p:spPr>
                <a:xfrm>
                  <a:off x="8117100" y="4949944"/>
                  <a:ext cx="13392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321" name="Entrada de lápiz 320">
                  <a:extLst>
                    <a:ext uri="{FF2B5EF4-FFF2-40B4-BE49-F238E27FC236}">
                      <a16:creationId xmlns:a16="http://schemas.microsoft.com/office/drawing/2014/main" id="{45AEDB26-355D-1B8C-72FF-E55714860444}"/>
                    </a:ext>
                  </a:extLst>
                </p14:cNvPr>
                <p14:cNvContentPartPr/>
                <p14:nvPr/>
              </p14:nvContentPartPr>
              <p14:xfrm>
                <a:off x="8261460" y="4958944"/>
                <a:ext cx="127800" cy="121320"/>
              </p14:xfrm>
            </p:contentPart>
          </mc:Choice>
          <mc:Fallback xmlns="">
            <p:pic>
              <p:nvPicPr>
                <p:cNvPr id="321" name="Entrada de lápiz 320">
                  <a:extLst>
                    <a:ext uri="{FF2B5EF4-FFF2-40B4-BE49-F238E27FC236}">
                      <a16:creationId xmlns:a16="http://schemas.microsoft.com/office/drawing/2014/main" id="{45AEDB26-355D-1B8C-72FF-E55714860444}"/>
                    </a:ext>
                  </a:extLst>
                </p:cNvPr>
                <p:cNvPicPr/>
                <p:nvPr/>
              </p:nvPicPr>
              <p:blipFill>
                <a:blip r:embed="rId235"/>
                <a:stretch>
                  <a:fillRect/>
                </a:stretch>
              </p:blipFill>
              <p:spPr>
                <a:xfrm>
                  <a:off x="8252820" y="4949944"/>
                  <a:ext cx="145440" cy="138960"/>
                </a:xfrm>
                <a:prstGeom prst="rect">
                  <a:avLst/>
                </a:prstGeom>
              </p:spPr>
            </p:pic>
          </mc:Fallback>
        </mc:AlternateContent>
      </p:grpSp>
      <p:grpSp>
        <p:nvGrpSpPr>
          <p:cNvPr id="340" name="Grupo 339">
            <a:extLst>
              <a:ext uri="{FF2B5EF4-FFF2-40B4-BE49-F238E27FC236}">
                <a16:creationId xmlns:a16="http://schemas.microsoft.com/office/drawing/2014/main" id="{763DE7CA-F457-497F-93F3-966C7EFC67AD}"/>
              </a:ext>
            </a:extLst>
          </p:cNvPr>
          <p:cNvGrpSpPr/>
          <p:nvPr/>
        </p:nvGrpSpPr>
        <p:grpSpPr>
          <a:xfrm>
            <a:off x="10135980" y="4576624"/>
            <a:ext cx="241200" cy="319320"/>
            <a:chOff x="10135980" y="4576624"/>
            <a:chExt cx="241200" cy="319320"/>
          </a:xfrm>
        </p:grpSpPr>
        <mc:AlternateContent xmlns:mc="http://schemas.openxmlformats.org/markup-compatibility/2006" xmlns:p14="http://schemas.microsoft.com/office/powerpoint/2010/main">
          <mc:Choice Requires="p14">
            <p:contentPart p14:bwMode="auto" r:id="rId236">
              <p14:nvContentPartPr>
                <p14:cNvPr id="338" name="Entrada de lápiz 337">
                  <a:extLst>
                    <a:ext uri="{FF2B5EF4-FFF2-40B4-BE49-F238E27FC236}">
                      <a16:creationId xmlns:a16="http://schemas.microsoft.com/office/drawing/2014/main" id="{321F247B-2A4B-3EAB-FB82-F6F3397875D4}"/>
                    </a:ext>
                  </a:extLst>
                </p14:cNvPr>
                <p14:cNvContentPartPr/>
                <p14:nvPr/>
              </p14:nvContentPartPr>
              <p14:xfrm>
                <a:off x="10135980" y="4769584"/>
                <a:ext cx="132480" cy="126360"/>
              </p14:xfrm>
            </p:contentPart>
          </mc:Choice>
          <mc:Fallback xmlns="">
            <p:pic>
              <p:nvPicPr>
                <p:cNvPr id="338" name="Entrada de lápiz 337">
                  <a:extLst>
                    <a:ext uri="{FF2B5EF4-FFF2-40B4-BE49-F238E27FC236}">
                      <a16:creationId xmlns:a16="http://schemas.microsoft.com/office/drawing/2014/main" id="{321F247B-2A4B-3EAB-FB82-F6F3397875D4}"/>
                    </a:ext>
                  </a:extLst>
                </p:cNvPr>
                <p:cNvPicPr/>
                <p:nvPr/>
              </p:nvPicPr>
              <p:blipFill>
                <a:blip r:embed="rId237"/>
                <a:stretch>
                  <a:fillRect/>
                </a:stretch>
              </p:blipFill>
              <p:spPr>
                <a:xfrm>
                  <a:off x="10127340" y="4760944"/>
                  <a:ext cx="15012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339" name="Entrada de lápiz 338">
                  <a:extLst>
                    <a:ext uri="{FF2B5EF4-FFF2-40B4-BE49-F238E27FC236}">
                      <a16:creationId xmlns:a16="http://schemas.microsoft.com/office/drawing/2014/main" id="{344DCF89-109D-2D4A-2233-1194768523B7}"/>
                    </a:ext>
                  </a:extLst>
                </p14:cNvPr>
                <p14:cNvContentPartPr/>
                <p14:nvPr/>
              </p14:nvContentPartPr>
              <p14:xfrm>
                <a:off x="10360260" y="4576624"/>
                <a:ext cx="16920" cy="274680"/>
              </p14:xfrm>
            </p:contentPart>
          </mc:Choice>
          <mc:Fallback xmlns="">
            <p:pic>
              <p:nvPicPr>
                <p:cNvPr id="339" name="Entrada de lápiz 338">
                  <a:extLst>
                    <a:ext uri="{FF2B5EF4-FFF2-40B4-BE49-F238E27FC236}">
                      <a16:creationId xmlns:a16="http://schemas.microsoft.com/office/drawing/2014/main" id="{344DCF89-109D-2D4A-2233-1194768523B7}"/>
                    </a:ext>
                  </a:extLst>
                </p:cNvPr>
                <p:cNvPicPr/>
                <p:nvPr/>
              </p:nvPicPr>
              <p:blipFill>
                <a:blip r:embed="rId239"/>
                <a:stretch>
                  <a:fillRect/>
                </a:stretch>
              </p:blipFill>
              <p:spPr>
                <a:xfrm>
                  <a:off x="10351260" y="4567984"/>
                  <a:ext cx="34560" cy="292320"/>
                </a:xfrm>
                <a:prstGeom prst="rect">
                  <a:avLst/>
                </a:prstGeom>
              </p:spPr>
            </p:pic>
          </mc:Fallback>
        </mc:AlternateContent>
      </p:grpSp>
      <p:grpSp>
        <p:nvGrpSpPr>
          <p:cNvPr id="346" name="Grupo 345">
            <a:extLst>
              <a:ext uri="{FF2B5EF4-FFF2-40B4-BE49-F238E27FC236}">
                <a16:creationId xmlns:a16="http://schemas.microsoft.com/office/drawing/2014/main" id="{395B3AEC-78E4-74E8-917B-326400F0C075}"/>
              </a:ext>
            </a:extLst>
          </p:cNvPr>
          <p:cNvGrpSpPr/>
          <p:nvPr/>
        </p:nvGrpSpPr>
        <p:grpSpPr>
          <a:xfrm>
            <a:off x="10591020" y="4743304"/>
            <a:ext cx="581400" cy="238320"/>
            <a:chOff x="10591020" y="4743304"/>
            <a:chExt cx="581400" cy="238320"/>
          </a:xfrm>
        </p:grpSpPr>
        <mc:AlternateContent xmlns:mc="http://schemas.openxmlformats.org/markup-compatibility/2006" xmlns:p14="http://schemas.microsoft.com/office/powerpoint/2010/main">
          <mc:Choice Requires="p14">
            <p:contentPart p14:bwMode="auto" r:id="rId240">
              <p14:nvContentPartPr>
                <p14:cNvPr id="341" name="Entrada de lápiz 340">
                  <a:extLst>
                    <a:ext uri="{FF2B5EF4-FFF2-40B4-BE49-F238E27FC236}">
                      <a16:creationId xmlns:a16="http://schemas.microsoft.com/office/drawing/2014/main" id="{46336715-303C-83B6-C05A-3B9C06415C85}"/>
                    </a:ext>
                  </a:extLst>
                </p14:cNvPr>
                <p14:cNvContentPartPr/>
                <p14:nvPr/>
              </p14:nvContentPartPr>
              <p14:xfrm>
                <a:off x="10646820" y="4776424"/>
                <a:ext cx="28800" cy="205200"/>
              </p14:xfrm>
            </p:contentPart>
          </mc:Choice>
          <mc:Fallback xmlns="">
            <p:pic>
              <p:nvPicPr>
                <p:cNvPr id="341" name="Entrada de lápiz 340">
                  <a:extLst>
                    <a:ext uri="{FF2B5EF4-FFF2-40B4-BE49-F238E27FC236}">
                      <a16:creationId xmlns:a16="http://schemas.microsoft.com/office/drawing/2014/main" id="{46336715-303C-83B6-C05A-3B9C06415C85}"/>
                    </a:ext>
                  </a:extLst>
                </p:cNvPr>
                <p:cNvPicPr/>
                <p:nvPr/>
              </p:nvPicPr>
              <p:blipFill>
                <a:blip r:embed="rId241"/>
                <a:stretch>
                  <a:fillRect/>
                </a:stretch>
              </p:blipFill>
              <p:spPr>
                <a:xfrm>
                  <a:off x="10638180" y="4767784"/>
                  <a:ext cx="4644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342" name="Entrada de lápiz 341">
                  <a:extLst>
                    <a:ext uri="{FF2B5EF4-FFF2-40B4-BE49-F238E27FC236}">
                      <a16:creationId xmlns:a16="http://schemas.microsoft.com/office/drawing/2014/main" id="{3CEC7D0D-E69C-CAEA-5DA4-49D0AC26784D}"/>
                    </a:ext>
                  </a:extLst>
                </p14:cNvPr>
                <p14:cNvContentPartPr/>
                <p14:nvPr/>
              </p14:nvContentPartPr>
              <p14:xfrm>
                <a:off x="10591020" y="4744384"/>
                <a:ext cx="187200" cy="132120"/>
              </p14:xfrm>
            </p:contentPart>
          </mc:Choice>
          <mc:Fallback xmlns="">
            <p:pic>
              <p:nvPicPr>
                <p:cNvPr id="342" name="Entrada de lápiz 341">
                  <a:extLst>
                    <a:ext uri="{FF2B5EF4-FFF2-40B4-BE49-F238E27FC236}">
                      <a16:creationId xmlns:a16="http://schemas.microsoft.com/office/drawing/2014/main" id="{3CEC7D0D-E69C-CAEA-5DA4-49D0AC26784D}"/>
                    </a:ext>
                  </a:extLst>
                </p:cNvPr>
                <p:cNvPicPr/>
                <p:nvPr/>
              </p:nvPicPr>
              <p:blipFill>
                <a:blip r:embed="rId243"/>
                <a:stretch>
                  <a:fillRect/>
                </a:stretch>
              </p:blipFill>
              <p:spPr>
                <a:xfrm>
                  <a:off x="10582380" y="4735384"/>
                  <a:ext cx="20484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343" name="Entrada de lápiz 342">
                  <a:extLst>
                    <a:ext uri="{FF2B5EF4-FFF2-40B4-BE49-F238E27FC236}">
                      <a16:creationId xmlns:a16="http://schemas.microsoft.com/office/drawing/2014/main" id="{35CB2255-D270-C655-BBA9-3218AF163E86}"/>
                    </a:ext>
                  </a:extLst>
                </p14:cNvPr>
                <p14:cNvContentPartPr/>
                <p14:nvPr/>
              </p14:nvContentPartPr>
              <p14:xfrm>
                <a:off x="10770300" y="4747984"/>
                <a:ext cx="109800" cy="121680"/>
              </p14:xfrm>
            </p:contentPart>
          </mc:Choice>
          <mc:Fallback xmlns="">
            <p:pic>
              <p:nvPicPr>
                <p:cNvPr id="343" name="Entrada de lápiz 342">
                  <a:extLst>
                    <a:ext uri="{FF2B5EF4-FFF2-40B4-BE49-F238E27FC236}">
                      <a16:creationId xmlns:a16="http://schemas.microsoft.com/office/drawing/2014/main" id="{35CB2255-D270-C655-BBA9-3218AF163E86}"/>
                    </a:ext>
                  </a:extLst>
                </p:cNvPr>
                <p:cNvPicPr/>
                <p:nvPr/>
              </p:nvPicPr>
              <p:blipFill>
                <a:blip r:embed="rId245"/>
                <a:stretch>
                  <a:fillRect/>
                </a:stretch>
              </p:blipFill>
              <p:spPr>
                <a:xfrm>
                  <a:off x="10761300" y="4738984"/>
                  <a:ext cx="12744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344" name="Entrada de lápiz 343">
                  <a:extLst>
                    <a:ext uri="{FF2B5EF4-FFF2-40B4-BE49-F238E27FC236}">
                      <a16:creationId xmlns:a16="http://schemas.microsoft.com/office/drawing/2014/main" id="{5D19D6E5-5C4F-D898-C735-E94DC3625967}"/>
                    </a:ext>
                  </a:extLst>
                </p14:cNvPr>
                <p14:cNvContentPartPr/>
                <p14:nvPr/>
              </p14:nvContentPartPr>
              <p14:xfrm>
                <a:off x="10901340" y="4743304"/>
                <a:ext cx="118080" cy="157320"/>
              </p14:xfrm>
            </p:contentPart>
          </mc:Choice>
          <mc:Fallback xmlns="">
            <p:pic>
              <p:nvPicPr>
                <p:cNvPr id="344" name="Entrada de lápiz 343">
                  <a:extLst>
                    <a:ext uri="{FF2B5EF4-FFF2-40B4-BE49-F238E27FC236}">
                      <a16:creationId xmlns:a16="http://schemas.microsoft.com/office/drawing/2014/main" id="{5D19D6E5-5C4F-D898-C735-E94DC3625967}"/>
                    </a:ext>
                  </a:extLst>
                </p:cNvPr>
                <p:cNvPicPr/>
                <p:nvPr/>
              </p:nvPicPr>
              <p:blipFill>
                <a:blip r:embed="rId247"/>
                <a:stretch>
                  <a:fillRect/>
                </a:stretch>
              </p:blipFill>
              <p:spPr>
                <a:xfrm>
                  <a:off x="10892700" y="4734664"/>
                  <a:ext cx="13572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345" name="Entrada de lápiz 344">
                  <a:extLst>
                    <a:ext uri="{FF2B5EF4-FFF2-40B4-BE49-F238E27FC236}">
                      <a16:creationId xmlns:a16="http://schemas.microsoft.com/office/drawing/2014/main" id="{7D83A57D-3F09-7C7F-AFFF-2E066F304A04}"/>
                    </a:ext>
                  </a:extLst>
                </p14:cNvPr>
                <p14:cNvContentPartPr/>
                <p14:nvPr/>
              </p14:nvContentPartPr>
              <p14:xfrm>
                <a:off x="11036700" y="4779304"/>
                <a:ext cx="135720" cy="111240"/>
              </p14:xfrm>
            </p:contentPart>
          </mc:Choice>
          <mc:Fallback xmlns="">
            <p:pic>
              <p:nvPicPr>
                <p:cNvPr id="345" name="Entrada de lápiz 344">
                  <a:extLst>
                    <a:ext uri="{FF2B5EF4-FFF2-40B4-BE49-F238E27FC236}">
                      <a16:creationId xmlns:a16="http://schemas.microsoft.com/office/drawing/2014/main" id="{7D83A57D-3F09-7C7F-AFFF-2E066F304A04}"/>
                    </a:ext>
                  </a:extLst>
                </p:cNvPr>
                <p:cNvPicPr/>
                <p:nvPr/>
              </p:nvPicPr>
              <p:blipFill>
                <a:blip r:embed="rId249"/>
                <a:stretch>
                  <a:fillRect/>
                </a:stretch>
              </p:blipFill>
              <p:spPr>
                <a:xfrm>
                  <a:off x="11027700" y="4770304"/>
                  <a:ext cx="153360" cy="128880"/>
                </a:xfrm>
                <a:prstGeom prst="rect">
                  <a:avLst/>
                </a:prstGeom>
              </p:spPr>
            </p:pic>
          </mc:Fallback>
        </mc:AlternateContent>
      </p:grpSp>
      <p:grpSp>
        <p:nvGrpSpPr>
          <p:cNvPr id="357" name="Grupo 356">
            <a:extLst>
              <a:ext uri="{FF2B5EF4-FFF2-40B4-BE49-F238E27FC236}">
                <a16:creationId xmlns:a16="http://schemas.microsoft.com/office/drawing/2014/main" id="{A2F6BF39-01B6-40A9-B815-C31ACBBCB4E7}"/>
              </a:ext>
            </a:extLst>
          </p:cNvPr>
          <p:cNvGrpSpPr/>
          <p:nvPr/>
        </p:nvGrpSpPr>
        <p:grpSpPr>
          <a:xfrm>
            <a:off x="8634060" y="4667344"/>
            <a:ext cx="1293840" cy="478080"/>
            <a:chOff x="8634060" y="4667344"/>
            <a:chExt cx="1293840" cy="478080"/>
          </a:xfrm>
        </p:grpSpPr>
        <mc:AlternateContent xmlns:mc="http://schemas.openxmlformats.org/markup-compatibility/2006" xmlns:p14="http://schemas.microsoft.com/office/powerpoint/2010/main">
          <mc:Choice Requires="p14">
            <p:contentPart p14:bwMode="auto" r:id="rId250">
              <p14:nvContentPartPr>
                <p14:cNvPr id="322" name="Entrada de lápiz 321">
                  <a:extLst>
                    <a:ext uri="{FF2B5EF4-FFF2-40B4-BE49-F238E27FC236}">
                      <a16:creationId xmlns:a16="http://schemas.microsoft.com/office/drawing/2014/main" id="{5D755B06-78CB-6E7C-0029-754ACD31DF28}"/>
                    </a:ext>
                  </a:extLst>
                </p14:cNvPr>
                <p14:cNvContentPartPr/>
                <p14:nvPr/>
              </p14:nvContentPartPr>
              <p14:xfrm>
                <a:off x="8634060" y="4931584"/>
                <a:ext cx="435600" cy="145800"/>
              </p14:xfrm>
            </p:contentPart>
          </mc:Choice>
          <mc:Fallback xmlns="">
            <p:pic>
              <p:nvPicPr>
                <p:cNvPr id="322" name="Entrada de lápiz 321">
                  <a:extLst>
                    <a:ext uri="{FF2B5EF4-FFF2-40B4-BE49-F238E27FC236}">
                      <a16:creationId xmlns:a16="http://schemas.microsoft.com/office/drawing/2014/main" id="{5D755B06-78CB-6E7C-0029-754ACD31DF28}"/>
                    </a:ext>
                  </a:extLst>
                </p:cNvPr>
                <p:cNvPicPr/>
                <p:nvPr/>
              </p:nvPicPr>
              <p:blipFill>
                <a:blip r:embed="rId251"/>
                <a:stretch>
                  <a:fillRect/>
                </a:stretch>
              </p:blipFill>
              <p:spPr>
                <a:xfrm>
                  <a:off x="8625060" y="4922584"/>
                  <a:ext cx="45324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327" name="Entrada de lápiz 326">
                  <a:extLst>
                    <a:ext uri="{FF2B5EF4-FFF2-40B4-BE49-F238E27FC236}">
                      <a16:creationId xmlns:a16="http://schemas.microsoft.com/office/drawing/2014/main" id="{A3E2F843-2671-0821-A446-82C4916B86C4}"/>
                    </a:ext>
                  </a:extLst>
                </p14:cNvPr>
                <p14:cNvContentPartPr/>
                <p14:nvPr/>
              </p14:nvContentPartPr>
              <p14:xfrm>
                <a:off x="9196020" y="4854904"/>
                <a:ext cx="73800" cy="19800"/>
              </p14:xfrm>
            </p:contentPart>
          </mc:Choice>
          <mc:Fallback xmlns="">
            <p:pic>
              <p:nvPicPr>
                <p:cNvPr id="327" name="Entrada de lápiz 326">
                  <a:extLst>
                    <a:ext uri="{FF2B5EF4-FFF2-40B4-BE49-F238E27FC236}">
                      <a16:creationId xmlns:a16="http://schemas.microsoft.com/office/drawing/2014/main" id="{A3E2F843-2671-0821-A446-82C4916B86C4}"/>
                    </a:ext>
                  </a:extLst>
                </p:cNvPr>
                <p:cNvPicPr/>
                <p:nvPr/>
              </p:nvPicPr>
              <p:blipFill>
                <a:blip r:embed="rId253"/>
                <a:stretch>
                  <a:fillRect/>
                </a:stretch>
              </p:blipFill>
              <p:spPr>
                <a:xfrm>
                  <a:off x="9187020" y="4845904"/>
                  <a:ext cx="9144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328" name="Entrada de lápiz 327">
                  <a:extLst>
                    <a:ext uri="{FF2B5EF4-FFF2-40B4-BE49-F238E27FC236}">
                      <a16:creationId xmlns:a16="http://schemas.microsoft.com/office/drawing/2014/main" id="{979F6E4F-31B1-DFF4-96C5-11C162B58E62}"/>
                    </a:ext>
                  </a:extLst>
                </p14:cNvPr>
                <p14:cNvContentPartPr/>
                <p14:nvPr/>
              </p14:nvContentPartPr>
              <p14:xfrm>
                <a:off x="9309780" y="4842664"/>
                <a:ext cx="12960" cy="150120"/>
              </p14:xfrm>
            </p:contentPart>
          </mc:Choice>
          <mc:Fallback xmlns="">
            <p:pic>
              <p:nvPicPr>
                <p:cNvPr id="328" name="Entrada de lápiz 327">
                  <a:extLst>
                    <a:ext uri="{FF2B5EF4-FFF2-40B4-BE49-F238E27FC236}">
                      <a16:creationId xmlns:a16="http://schemas.microsoft.com/office/drawing/2014/main" id="{979F6E4F-31B1-DFF4-96C5-11C162B58E62}"/>
                    </a:ext>
                  </a:extLst>
                </p:cNvPr>
                <p:cNvPicPr/>
                <p:nvPr/>
              </p:nvPicPr>
              <p:blipFill>
                <a:blip r:embed="rId255"/>
                <a:stretch>
                  <a:fillRect/>
                </a:stretch>
              </p:blipFill>
              <p:spPr>
                <a:xfrm>
                  <a:off x="9301140" y="4834024"/>
                  <a:ext cx="3060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329" name="Entrada de lápiz 328">
                  <a:extLst>
                    <a:ext uri="{FF2B5EF4-FFF2-40B4-BE49-F238E27FC236}">
                      <a16:creationId xmlns:a16="http://schemas.microsoft.com/office/drawing/2014/main" id="{6A7217D1-C5C6-1A0C-18D1-D77B2A89CF14}"/>
                    </a:ext>
                  </a:extLst>
                </p14:cNvPr>
                <p14:cNvContentPartPr/>
                <p14:nvPr/>
              </p14:nvContentPartPr>
              <p14:xfrm>
                <a:off x="9394740" y="4886224"/>
                <a:ext cx="6840" cy="259200"/>
              </p14:xfrm>
            </p:contentPart>
          </mc:Choice>
          <mc:Fallback xmlns="">
            <p:pic>
              <p:nvPicPr>
                <p:cNvPr id="329" name="Entrada de lápiz 328">
                  <a:extLst>
                    <a:ext uri="{FF2B5EF4-FFF2-40B4-BE49-F238E27FC236}">
                      <a16:creationId xmlns:a16="http://schemas.microsoft.com/office/drawing/2014/main" id="{6A7217D1-C5C6-1A0C-18D1-D77B2A89CF14}"/>
                    </a:ext>
                  </a:extLst>
                </p:cNvPr>
                <p:cNvPicPr/>
                <p:nvPr/>
              </p:nvPicPr>
              <p:blipFill>
                <a:blip r:embed="rId257"/>
                <a:stretch>
                  <a:fillRect/>
                </a:stretch>
              </p:blipFill>
              <p:spPr>
                <a:xfrm>
                  <a:off x="9386100" y="4877584"/>
                  <a:ext cx="2448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330" name="Entrada de lápiz 329">
                  <a:extLst>
                    <a:ext uri="{FF2B5EF4-FFF2-40B4-BE49-F238E27FC236}">
                      <a16:creationId xmlns:a16="http://schemas.microsoft.com/office/drawing/2014/main" id="{EEB06CBF-E805-FE18-3E02-7578EEFE7520}"/>
                    </a:ext>
                  </a:extLst>
                </p14:cNvPr>
                <p14:cNvContentPartPr/>
                <p14:nvPr/>
              </p14:nvContentPartPr>
              <p14:xfrm>
                <a:off x="9361980" y="4852384"/>
                <a:ext cx="144720" cy="119160"/>
              </p14:xfrm>
            </p:contentPart>
          </mc:Choice>
          <mc:Fallback xmlns="">
            <p:pic>
              <p:nvPicPr>
                <p:cNvPr id="330" name="Entrada de lápiz 329">
                  <a:extLst>
                    <a:ext uri="{FF2B5EF4-FFF2-40B4-BE49-F238E27FC236}">
                      <a16:creationId xmlns:a16="http://schemas.microsoft.com/office/drawing/2014/main" id="{EEB06CBF-E805-FE18-3E02-7578EEFE7520}"/>
                    </a:ext>
                  </a:extLst>
                </p:cNvPr>
                <p:cNvPicPr/>
                <p:nvPr/>
              </p:nvPicPr>
              <p:blipFill>
                <a:blip r:embed="rId259"/>
                <a:stretch>
                  <a:fillRect/>
                </a:stretch>
              </p:blipFill>
              <p:spPr>
                <a:xfrm>
                  <a:off x="9352980" y="4843744"/>
                  <a:ext cx="16236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331" name="Entrada de lápiz 330">
                  <a:extLst>
                    <a:ext uri="{FF2B5EF4-FFF2-40B4-BE49-F238E27FC236}">
                      <a16:creationId xmlns:a16="http://schemas.microsoft.com/office/drawing/2014/main" id="{703BBCB2-4DF8-BB8B-F2C8-F37F13C780B2}"/>
                    </a:ext>
                  </a:extLst>
                </p14:cNvPr>
                <p14:cNvContentPartPr/>
                <p14:nvPr/>
              </p14:nvContentPartPr>
              <p14:xfrm>
                <a:off x="9517500" y="4698304"/>
                <a:ext cx="29880" cy="246960"/>
              </p14:xfrm>
            </p:contentPart>
          </mc:Choice>
          <mc:Fallback xmlns="">
            <p:pic>
              <p:nvPicPr>
                <p:cNvPr id="331" name="Entrada de lápiz 330">
                  <a:extLst>
                    <a:ext uri="{FF2B5EF4-FFF2-40B4-BE49-F238E27FC236}">
                      <a16:creationId xmlns:a16="http://schemas.microsoft.com/office/drawing/2014/main" id="{703BBCB2-4DF8-BB8B-F2C8-F37F13C780B2}"/>
                    </a:ext>
                  </a:extLst>
                </p:cNvPr>
                <p:cNvPicPr/>
                <p:nvPr/>
              </p:nvPicPr>
              <p:blipFill>
                <a:blip r:embed="rId261"/>
                <a:stretch>
                  <a:fillRect/>
                </a:stretch>
              </p:blipFill>
              <p:spPr>
                <a:xfrm>
                  <a:off x="9508500" y="4689304"/>
                  <a:ext cx="4752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332" name="Entrada de lápiz 331">
                  <a:extLst>
                    <a:ext uri="{FF2B5EF4-FFF2-40B4-BE49-F238E27FC236}">
                      <a16:creationId xmlns:a16="http://schemas.microsoft.com/office/drawing/2014/main" id="{CF6F0723-4677-B0E5-60E3-A121F392AFBF}"/>
                    </a:ext>
                  </a:extLst>
                </p14:cNvPr>
                <p14:cNvContentPartPr/>
                <p14:nvPr/>
              </p14:nvContentPartPr>
              <p14:xfrm>
                <a:off x="9607860" y="4853824"/>
                <a:ext cx="12240" cy="105840"/>
              </p14:xfrm>
            </p:contentPart>
          </mc:Choice>
          <mc:Fallback xmlns="">
            <p:pic>
              <p:nvPicPr>
                <p:cNvPr id="332" name="Entrada de lápiz 331">
                  <a:extLst>
                    <a:ext uri="{FF2B5EF4-FFF2-40B4-BE49-F238E27FC236}">
                      <a16:creationId xmlns:a16="http://schemas.microsoft.com/office/drawing/2014/main" id="{CF6F0723-4677-B0E5-60E3-A121F392AFBF}"/>
                    </a:ext>
                  </a:extLst>
                </p:cNvPr>
                <p:cNvPicPr/>
                <p:nvPr/>
              </p:nvPicPr>
              <p:blipFill>
                <a:blip r:embed="rId263"/>
                <a:stretch>
                  <a:fillRect/>
                </a:stretch>
              </p:blipFill>
              <p:spPr>
                <a:xfrm>
                  <a:off x="9598860" y="4845184"/>
                  <a:ext cx="2988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333" name="Entrada de lápiz 332">
                  <a:extLst>
                    <a:ext uri="{FF2B5EF4-FFF2-40B4-BE49-F238E27FC236}">
                      <a16:creationId xmlns:a16="http://schemas.microsoft.com/office/drawing/2014/main" id="{12119FDD-7C23-898B-F87D-37BDC9F88FDA}"/>
                    </a:ext>
                  </a:extLst>
                </p14:cNvPr>
                <p14:cNvContentPartPr/>
                <p14:nvPr/>
              </p14:nvContentPartPr>
              <p14:xfrm>
                <a:off x="9608580" y="4796944"/>
                <a:ext cx="30600" cy="29880"/>
              </p14:xfrm>
            </p:contentPart>
          </mc:Choice>
          <mc:Fallback xmlns="">
            <p:pic>
              <p:nvPicPr>
                <p:cNvPr id="333" name="Entrada de lápiz 332">
                  <a:extLst>
                    <a:ext uri="{FF2B5EF4-FFF2-40B4-BE49-F238E27FC236}">
                      <a16:creationId xmlns:a16="http://schemas.microsoft.com/office/drawing/2014/main" id="{12119FDD-7C23-898B-F87D-37BDC9F88FDA}"/>
                    </a:ext>
                  </a:extLst>
                </p:cNvPr>
                <p:cNvPicPr/>
                <p:nvPr/>
              </p:nvPicPr>
              <p:blipFill>
                <a:blip r:embed="rId265"/>
                <a:stretch>
                  <a:fillRect/>
                </a:stretch>
              </p:blipFill>
              <p:spPr>
                <a:xfrm>
                  <a:off x="9599580" y="4787944"/>
                  <a:ext cx="4824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334" name="Entrada de lápiz 333">
                  <a:extLst>
                    <a:ext uri="{FF2B5EF4-FFF2-40B4-BE49-F238E27FC236}">
                      <a16:creationId xmlns:a16="http://schemas.microsoft.com/office/drawing/2014/main" id="{6C76A425-8725-3A2A-570E-AF44224965CB}"/>
                    </a:ext>
                  </a:extLst>
                </p14:cNvPr>
                <p14:cNvContentPartPr/>
                <p14:nvPr/>
              </p14:nvContentPartPr>
              <p14:xfrm>
                <a:off x="9682740" y="4834744"/>
                <a:ext cx="110520" cy="131760"/>
              </p14:xfrm>
            </p:contentPart>
          </mc:Choice>
          <mc:Fallback xmlns="">
            <p:pic>
              <p:nvPicPr>
                <p:cNvPr id="334" name="Entrada de lápiz 333">
                  <a:extLst>
                    <a:ext uri="{FF2B5EF4-FFF2-40B4-BE49-F238E27FC236}">
                      <a16:creationId xmlns:a16="http://schemas.microsoft.com/office/drawing/2014/main" id="{6C76A425-8725-3A2A-570E-AF44224965CB}"/>
                    </a:ext>
                  </a:extLst>
                </p:cNvPr>
                <p:cNvPicPr/>
                <p:nvPr/>
              </p:nvPicPr>
              <p:blipFill>
                <a:blip r:embed="rId267"/>
                <a:stretch>
                  <a:fillRect/>
                </a:stretch>
              </p:blipFill>
              <p:spPr>
                <a:xfrm>
                  <a:off x="9673740" y="4826104"/>
                  <a:ext cx="12816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335" name="Entrada de lápiz 334">
                  <a:extLst>
                    <a:ext uri="{FF2B5EF4-FFF2-40B4-BE49-F238E27FC236}">
                      <a16:creationId xmlns:a16="http://schemas.microsoft.com/office/drawing/2014/main" id="{15773BE9-DC58-074F-F965-0DAD6CDD41FA}"/>
                    </a:ext>
                  </a:extLst>
                </p14:cNvPr>
                <p14:cNvContentPartPr/>
                <p14:nvPr/>
              </p14:nvContentPartPr>
              <p14:xfrm>
                <a:off x="9786420" y="4853824"/>
                <a:ext cx="141480" cy="83880"/>
              </p14:xfrm>
            </p:contentPart>
          </mc:Choice>
          <mc:Fallback xmlns="">
            <p:pic>
              <p:nvPicPr>
                <p:cNvPr id="335" name="Entrada de lápiz 334">
                  <a:extLst>
                    <a:ext uri="{FF2B5EF4-FFF2-40B4-BE49-F238E27FC236}">
                      <a16:creationId xmlns:a16="http://schemas.microsoft.com/office/drawing/2014/main" id="{15773BE9-DC58-074F-F965-0DAD6CDD41FA}"/>
                    </a:ext>
                  </a:extLst>
                </p:cNvPr>
                <p:cNvPicPr/>
                <p:nvPr/>
              </p:nvPicPr>
              <p:blipFill>
                <a:blip r:embed="rId269"/>
                <a:stretch>
                  <a:fillRect/>
                </a:stretch>
              </p:blipFill>
              <p:spPr>
                <a:xfrm>
                  <a:off x="9777780" y="4845184"/>
                  <a:ext cx="15912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353" name="Entrada de lápiz 352">
                  <a:extLst>
                    <a:ext uri="{FF2B5EF4-FFF2-40B4-BE49-F238E27FC236}">
                      <a16:creationId xmlns:a16="http://schemas.microsoft.com/office/drawing/2014/main" id="{85531236-238F-A6C7-12E5-D63A48081102}"/>
                    </a:ext>
                  </a:extLst>
                </p14:cNvPr>
                <p14:cNvContentPartPr/>
                <p14:nvPr/>
              </p14:nvContentPartPr>
              <p14:xfrm>
                <a:off x="9080460" y="4692184"/>
                <a:ext cx="29520" cy="344160"/>
              </p14:xfrm>
            </p:contentPart>
          </mc:Choice>
          <mc:Fallback xmlns="">
            <p:pic>
              <p:nvPicPr>
                <p:cNvPr id="353" name="Entrada de lápiz 352">
                  <a:extLst>
                    <a:ext uri="{FF2B5EF4-FFF2-40B4-BE49-F238E27FC236}">
                      <a16:creationId xmlns:a16="http://schemas.microsoft.com/office/drawing/2014/main" id="{85531236-238F-A6C7-12E5-D63A48081102}"/>
                    </a:ext>
                  </a:extLst>
                </p:cNvPr>
                <p:cNvPicPr/>
                <p:nvPr/>
              </p:nvPicPr>
              <p:blipFill>
                <a:blip r:embed="rId271"/>
                <a:stretch>
                  <a:fillRect/>
                </a:stretch>
              </p:blipFill>
              <p:spPr>
                <a:xfrm>
                  <a:off x="9071460" y="4683544"/>
                  <a:ext cx="47160" cy="36180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355" name="Entrada de lápiz 354">
                  <a:extLst>
                    <a:ext uri="{FF2B5EF4-FFF2-40B4-BE49-F238E27FC236}">
                      <a16:creationId xmlns:a16="http://schemas.microsoft.com/office/drawing/2014/main" id="{64E1FDDE-90D7-FE63-F9C3-F8EA67D472D2}"/>
                    </a:ext>
                  </a:extLst>
                </p14:cNvPr>
                <p14:cNvContentPartPr/>
                <p14:nvPr/>
              </p14:nvContentPartPr>
              <p14:xfrm>
                <a:off x="9181260" y="4667344"/>
                <a:ext cx="69480" cy="299160"/>
              </p14:xfrm>
            </p:contentPart>
          </mc:Choice>
          <mc:Fallback xmlns="">
            <p:pic>
              <p:nvPicPr>
                <p:cNvPr id="355" name="Entrada de lápiz 354">
                  <a:extLst>
                    <a:ext uri="{FF2B5EF4-FFF2-40B4-BE49-F238E27FC236}">
                      <a16:creationId xmlns:a16="http://schemas.microsoft.com/office/drawing/2014/main" id="{64E1FDDE-90D7-FE63-F9C3-F8EA67D472D2}"/>
                    </a:ext>
                  </a:extLst>
                </p:cNvPr>
                <p:cNvPicPr/>
                <p:nvPr/>
              </p:nvPicPr>
              <p:blipFill>
                <a:blip r:embed="rId273"/>
                <a:stretch>
                  <a:fillRect/>
                </a:stretch>
              </p:blipFill>
              <p:spPr>
                <a:xfrm>
                  <a:off x="9172260" y="4658704"/>
                  <a:ext cx="87120"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356" name="Entrada de lápiz 355">
                  <a:extLst>
                    <a:ext uri="{FF2B5EF4-FFF2-40B4-BE49-F238E27FC236}">
                      <a16:creationId xmlns:a16="http://schemas.microsoft.com/office/drawing/2014/main" id="{7F8A83F6-42E8-F3A8-810E-46B8C3C0693B}"/>
                    </a:ext>
                  </a:extLst>
                </p14:cNvPr>
                <p14:cNvContentPartPr/>
                <p14:nvPr/>
              </p14:nvContentPartPr>
              <p14:xfrm>
                <a:off x="9154260" y="4838344"/>
                <a:ext cx="81720" cy="25920"/>
              </p14:xfrm>
            </p:contentPart>
          </mc:Choice>
          <mc:Fallback xmlns="">
            <p:pic>
              <p:nvPicPr>
                <p:cNvPr id="356" name="Entrada de lápiz 355">
                  <a:extLst>
                    <a:ext uri="{FF2B5EF4-FFF2-40B4-BE49-F238E27FC236}">
                      <a16:creationId xmlns:a16="http://schemas.microsoft.com/office/drawing/2014/main" id="{7F8A83F6-42E8-F3A8-810E-46B8C3C0693B}"/>
                    </a:ext>
                  </a:extLst>
                </p:cNvPr>
                <p:cNvPicPr/>
                <p:nvPr/>
              </p:nvPicPr>
              <p:blipFill>
                <a:blip r:embed="rId275"/>
                <a:stretch>
                  <a:fillRect/>
                </a:stretch>
              </p:blipFill>
              <p:spPr>
                <a:xfrm>
                  <a:off x="9145260" y="4829344"/>
                  <a:ext cx="99360" cy="43560"/>
                </a:xfrm>
                <a:prstGeom prst="rect">
                  <a:avLst/>
                </a:prstGeom>
              </p:spPr>
            </p:pic>
          </mc:Fallback>
        </mc:AlternateContent>
      </p:grpSp>
      <p:grpSp>
        <p:nvGrpSpPr>
          <p:cNvPr id="367" name="Grupo 366">
            <a:extLst>
              <a:ext uri="{FF2B5EF4-FFF2-40B4-BE49-F238E27FC236}">
                <a16:creationId xmlns:a16="http://schemas.microsoft.com/office/drawing/2014/main" id="{EBF9B00B-33C2-C587-438E-3217DEB51815}"/>
              </a:ext>
            </a:extLst>
          </p:cNvPr>
          <p:cNvGrpSpPr/>
          <p:nvPr/>
        </p:nvGrpSpPr>
        <p:grpSpPr>
          <a:xfrm>
            <a:off x="5649660" y="5355664"/>
            <a:ext cx="256680" cy="332280"/>
            <a:chOff x="5649660" y="5355664"/>
            <a:chExt cx="256680" cy="332280"/>
          </a:xfrm>
        </p:grpSpPr>
        <mc:AlternateContent xmlns:mc="http://schemas.openxmlformats.org/markup-compatibility/2006" xmlns:p14="http://schemas.microsoft.com/office/powerpoint/2010/main">
          <mc:Choice Requires="p14">
            <p:contentPart p14:bwMode="auto" r:id="rId276">
              <p14:nvContentPartPr>
                <p14:cNvPr id="358" name="Entrada de lápiz 357">
                  <a:extLst>
                    <a:ext uri="{FF2B5EF4-FFF2-40B4-BE49-F238E27FC236}">
                      <a16:creationId xmlns:a16="http://schemas.microsoft.com/office/drawing/2014/main" id="{72505475-CA30-564D-B567-4B30106CF29B}"/>
                    </a:ext>
                  </a:extLst>
                </p14:cNvPr>
                <p14:cNvContentPartPr/>
                <p14:nvPr/>
              </p14:nvContentPartPr>
              <p14:xfrm>
                <a:off x="5649660" y="5528104"/>
                <a:ext cx="127440" cy="159840"/>
              </p14:xfrm>
            </p:contentPart>
          </mc:Choice>
          <mc:Fallback xmlns="">
            <p:pic>
              <p:nvPicPr>
                <p:cNvPr id="358" name="Entrada de lápiz 357">
                  <a:extLst>
                    <a:ext uri="{FF2B5EF4-FFF2-40B4-BE49-F238E27FC236}">
                      <a16:creationId xmlns:a16="http://schemas.microsoft.com/office/drawing/2014/main" id="{72505475-CA30-564D-B567-4B30106CF29B}"/>
                    </a:ext>
                  </a:extLst>
                </p:cNvPr>
                <p:cNvPicPr/>
                <p:nvPr/>
              </p:nvPicPr>
              <p:blipFill>
                <a:blip r:embed="rId277"/>
                <a:stretch>
                  <a:fillRect/>
                </a:stretch>
              </p:blipFill>
              <p:spPr>
                <a:xfrm>
                  <a:off x="5640660" y="5519104"/>
                  <a:ext cx="14508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359" name="Entrada de lápiz 358">
                  <a:extLst>
                    <a:ext uri="{FF2B5EF4-FFF2-40B4-BE49-F238E27FC236}">
                      <a16:creationId xmlns:a16="http://schemas.microsoft.com/office/drawing/2014/main" id="{24557D5F-98BB-AC29-3BC9-0F6DFD79F538}"/>
                    </a:ext>
                  </a:extLst>
                </p14:cNvPr>
                <p14:cNvContentPartPr/>
                <p14:nvPr/>
              </p14:nvContentPartPr>
              <p14:xfrm>
                <a:off x="5785020" y="5355664"/>
                <a:ext cx="25200" cy="319320"/>
              </p14:xfrm>
            </p:contentPart>
          </mc:Choice>
          <mc:Fallback xmlns="">
            <p:pic>
              <p:nvPicPr>
                <p:cNvPr id="359" name="Entrada de lápiz 358">
                  <a:extLst>
                    <a:ext uri="{FF2B5EF4-FFF2-40B4-BE49-F238E27FC236}">
                      <a16:creationId xmlns:a16="http://schemas.microsoft.com/office/drawing/2014/main" id="{24557D5F-98BB-AC29-3BC9-0F6DFD79F538}"/>
                    </a:ext>
                  </a:extLst>
                </p:cNvPr>
                <p:cNvPicPr/>
                <p:nvPr/>
              </p:nvPicPr>
              <p:blipFill>
                <a:blip r:embed="rId279"/>
                <a:stretch>
                  <a:fillRect/>
                </a:stretch>
              </p:blipFill>
              <p:spPr>
                <a:xfrm>
                  <a:off x="5776020" y="5347024"/>
                  <a:ext cx="42840" cy="33696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360" name="Entrada de lápiz 359">
                  <a:extLst>
                    <a:ext uri="{FF2B5EF4-FFF2-40B4-BE49-F238E27FC236}">
                      <a16:creationId xmlns:a16="http://schemas.microsoft.com/office/drawing/2014/main" id="{F0800336-924F-315A-789B-6863A91B0718}"/>
                    </a:ext>
                  </a:extLst>
                </p14:cNvPr>
                <p14:cNvContentPartPr/>
                <p14:nvPr/>
              </p14:nvContentPartPr>
              <p14:xfrm>
                <a:off x="5812740" y="5516224"/>
                <a:ext cx="93600" cy="139320"/>
              </p14:xfrm>
            </p:contentPart>
          </mc:Choice>
          <mc:Fallback xmlns="">
            <p:pic>
              <p:nvPicPr>
                <p:cNvPr id="360" name="Entrada de lápiz 359">
                  <a:extLst>
                    <a:ext uri="{FF2B5EF4-FFF2-40B4-BE49-F238E27FC236}">
                      <a16:creationId xmlns:a16="http://schemas.microsoft.com/office/drawing/2014/main" id="{F0800336-924F-315A-789B-6863A91B0718}"/>
                    </a:ext>
                  </a:extLst>
                </p:cNvPr>
                <p:cNvPicPr/>
                <p:nvPr/>
              </p:nvPicPr>
              <p:blipFill>
                <a:blip r:embed="rId281"/>
                <a:stretch>
                  <a:fillRect/>
                </a:stretch>
              </p:blipFill>
              <p:spPr>
                <a:xfrm>
                  <a:off x="5804100" y="5507224"/>
                  <a:ext cx="111240" cy="156960"/>
                </a:xfrm>
                <a:prstGeom prst="rect">
                  <a:avLst/>
                </a:prstGeom>
              </p:spPr>
            </p:pic>
          </mc:Fallback>
        </mc:AlternateContent>
      </p:grpSp>
      <p:grpSp>
        <p:nvGrpSpPr>
          <p:cNvPr id="366" name="Grupo 365">
            <a:extLst>
              <a:ext uri="{FF2B5EF4-FFF2-40B4-BE49-F238E27FC236}">
                <a16:creationId xmlns:a16="http://schemas.microsoft.com/office/drawing/2014/main" id="{EF73DB64-3EDB-13E0-3A8C-33B19F27F982}"/>
              </a:ext>
            </a:extLst>
          </p:cNvPr>
          <p:cNvGrpSpPr/>
          <p:nvPr/>
        </p:nvGrpSpPr>
        <p:grpSpPr>
          <a:xfrm>
            <a:off x="6192180" y="5311384"/>
            <a:ext cx="630000" cy="291240"/>
            <a:chOff x="6192180" y="5311384"/>
            <a:chExt cx="630000" cy="291240"/>
          </a:xfrm>
        </p:grpSpPr>
        <mc:AlternateContent xmlns:mc="http://schemas.openxmlformats.org/markup-compatibility/2006" xmlns:p14="http://schemas.microsoft.com/office/powerpoint/2010/main">
          <mc:Choice Requires="p14">
            <p:contentPart p14:bwMode="auto" r:id="rId282">
              <p14:nvContentPartPr>
                <p14:cNvPr id="361" name="Entrada de lápiz 360">
                  <a:extLst>
                    <a:ext uri="{FF2B5EF4-FFF2-40B4-BE49-F238E27FC236}">
                      <a16:creationId xmlns:a16="http://schemas.microsoft.com/office/drawing/2014/main" id="{DB1DB1A2-D0F1-FB4C-4B9D-09A74D32A3FE}"/>
                    </a:ext>
                  </a:extLst>
                </p14:cNvPr>
                <p14:cNvContentPartPr/>
                <p14:nvPr/>
              </p14:nvContentPartPr>
              <p14:xfrm>
                <a:off x="6192180" y="5469424"/>
                <a:ext cx="145440" cy="133200"/>
              </p14:xfrm>
            </p:contentPart>
          </mc:Choice>
          <mc:Fallback xmlns="">
            <p:pic>
              <p:nvPicPr>
                <p:cNvPr id="361" name="Entrada de lápiz 360">
                  <a:extLst>
                    <a:ext uri="{FF2B5EF4-FFF2-40B4-BE49-F238E27FC236}">
                      <a16:creationId xmlns:a16="http://schemas.microsoft.com/office/drawing/2014/main" id="{DB1DB1A2-D0F1-FB4C-4B9D-09A74D32A3FE}"/>
                    </a:ext>
                  </a:extLst>
                </p:cNvPr>
                <p:cNvPicPr/>
                <p:nvPr/>
              </p:nvPicPr>
              <p:blipFill>
                <a:blip r:embed="rId283"/>
                <a:stretch>
                  <a:fillRect/>
                </a:stretch>
              </p:blipFill>
              <p:spPr>
                <a:xfrm>
                  <a:off x="6183180" y="5460424"/>
                  <a:ext cx="16308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362" name="Entrada de lápiz 361">
                  <a:extLst>
                    <a:ext uri="{FF2B5EF4-FFF2-40B4-BE49-F238E27FC236}">
                      <a16:creationId xmlns:a16="http://schemas.microsoft.com/office/drawing/2014/main" id="{83494033-2E35-1A7A-B424-01B15815AA0D}"/>
                    </a:ext>
                  </a:extLst>
                </p14:cNvPr>
                <p14:cNvContentPartPr/>
                <p14:nvPr/>
              </p14:nvContentPartPr>
              <p14:xfrm>
                <a:off x="6335100" y="5475544"/>
                <a:ext cx="142920" cy="124200"/>
              </p14:xfrm>
            </p:contentPart>
          </mc:Choice>
          <mc:Fallback xmlns="">
            <p:pic>
              <p:nvPicPr>
                <p:cNvPr id="362" name="Entrada de lápiz 361">
                  <a:extLst>
                    <a:ext uri="{FF2B5EF4-FFF2-40B4-BE49-F238E27FC236}">
                      <a16:creationId xmlns:a16="http://schemas.microsoft.com/office/drawing/2014/main" id="{83494033-2E35-1A7A-B424-01B15815AA0D}"/>
                    </a:ext>
                  </a:extLst>
                </p:cNvPr>
                <p:cNvPicPr/>
                <p:nvPr/>
              </p:nvPicPr>
              <p:blipFill>
                <a:blip r:embed="rId285"/>
                <a:stretch>
                  <a:fillRect/>
                </a:stretch>
              </p:blipFill>
              <p:spPr>
                <a:xfrm>
                  <a:off x="6326460" y="5466544"/>
                  <a:ext cx="16056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363" name="Entrada de lápiz 362">
                  <a:extLst>
                    <a:ext uri="{FF2B5EF4-FFF2-40B4-BE49-F238E27FC236}">
                      <a16:creationId xmlns:a16="http://schemas.microsoft.com/office/drawing/2014/main" id="{C2A92A98-6989-B126-F4F8-57705074C1E2}"/>
                    </a:ext>
                  </a:extLst>
                </p14:cNvPr>
                <p14:cNvContentPartPr/>
                <p14:nvPr/>
              </p14:nvContentPartPr>
              <p14:xfrm>
                <a:off x="6529500" y="5458984"/>
                <a:ext cx="60840" cy="114120"/>
              </p14:xfrm>
            </p:contentPart>
          </mc:Choice>
          <mc:Fallback xmlns="">
            <p:pic>
              <p:nvPicPr>
                <p:cNvPr id="363" name="Entrada de lápiz 362">
                  <a:extLst>
                    <a:ext uri="{FF2B5EF4-FFF2-40B4-BE49-F238E27FC236}">
                      <a16:creationId xmlns:a16="http://schemas.microsoft.com/office/drawing/2014/main" id="{C2A92A98-6989-B126-F4F8-57705074C1E2}"/>
                    </a:ext>
                  </a:extLst>
                </p:cNvPr>
                <p:cNvPicPr/>
                <p:nvPr/>
              </p:nvPicPr>
              <p:blipFill>
                <a:blip r:embed="rId287"/>
                <a:stretch>
                  <a:fillRect/>
                </a:stretch>
              </p:blipFill>
              <p:spPr>
                <a:xfrm>
                  <a:off x="6520500" y="5449984"/>
                  <a:ext cx="7848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364" name="Entrada de lápiz 363">
                  <a:extLst>
                    <a:ext uri="{FF2B5EF4-FFF2-40B4-BE49-F238E27FC236}">
                      <a16:creationId xmlns:a16="http://schemas.microsoft.com/office/drawing/2014/main" id="{044E2F32-DBE7-4D19-CB53-A5CD46E59857}"/>
                    </a:ext>
                  </a:extLst>
                </p14:cNvPr>
                <p14:cNvContentPartPr/>
                <p14:nvPr/>
              </p14:nvContentPartPr>
              <p14:xfrm>
                <a:off x="6618780" y="5311384"/>
                <a:ext cx="32040" cy="263160"/>
              </p14:xfrm>
            </p:contentPart>
          </mc:Choice>
          <mc:Fallback xmlns="">
            <p:pic>
              <p:nvPicPr>
                <p:cNvPr id="364" name="Entrada de lápiz 363">
                  <a:extLst>
                    <a:ext uri="{FF2B5EF4-FFF2-40B4-BE49-F238E27FC236}">
                      <a16:creationId xmlns:a16="http://schemas.microsoft.com/office/drawing/2014/main" id="{044E2F32-DBE7-4D19-CB53-A5CD46E59857}"/>
                    </a:ext>
                  </a:extLst>
                </p:cNvPr>
                <p:cNvPicPr/>
                <p:nvPr/>
              </p:nvPicPr>
              <p:blipFill>
                <a:blip r:embed="rId289"/>
                <a:stretch>
                  <a:fillRect/>
                </a:stretch>
              </p:blipFill>
              <p:spPr>
                <a:xfrm>
                  <a:off x="6609780" y="5302744"/>
                  <a:ext cx="49680" cy="28080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365" name="Entrada de lápiz 364">
                  <a:extLst>
                    <a:ext uri="{FF2B5EF4-FFF2-40B4-BE49-F238E27FC236}">
                      <a16:creationId xmlns:a16="http://schemas.microsoft.com/office/drawing/2014/main" id="{0286B4C4-230E-AE25-5E89-558DD2B94B72}"/>
                    </a:ext>
                  </a:extLst>
                </p14:cNvPr>
                <p14:cNvContentPartPr/>
                <p14:nvPr/>
              </p14:nvContentPartPr>
              <p14:xfrm>
                <a:off x="6685380" y="5452144"/>
                <a:ext cx="136800" cy="140400"/>
              </p14:xfrm>
            </p:contentPart>
          </mc:Choice>
          <mc:Fallback xmlns="">
            <p:pic>
              <p:nvPicPr>
                <p:cNvPr id="365" name="Entrada de lápiz 364">
                  <a:extLst>
                    <a:ext uri="{FF2B5EF4-FFF2-40B4-BE49-F238E27FC236}">
                      <a16:creationId xmlns:a16="http://schemas.microsoft.com/office/drawing/2014/main" id="{0286B4C4-230E-AE25-5E89-558DD2B94B72}"/>
                    </a:ext>
                  </a:extLst>
                </p:cNvPr>
                <p:cNvPicPr/>
                <p:nvPr/>
              </p:nvPicPr>
              <p:blipFill>
                <a:blip r:embed="rId291"/>
                <a:stretch>
                  <a:fillRect/>
                </a:stretch>
              </p:blipFill>
              <p:spPr>
                <a:xfrm>
                  <a:off x="6676380" y="5443144"/>
                  <a:ext cx="154440" cy="158040"/>
                </a:xfrm>
                <a:prstGeom prst="rect">
                  <a:avLst/>
                </a:prstGeom>
              </p:spPr>
            </p:pic>
          </mc:Fallback>
        </mc:AlternateContent>
      </p:grpSp>
      <p:grpSp>
        <p:nvGrpSpPr>
          <p:cNvPr id="377" name="Grupo 376">
            <a:extLst>
              <a:ext uri="{FF2B5EF4-FFF2-40B4-BE49-F238E27FC236}">
                <a16:creationId xmlns:a16="http://schemas.microsoft.com/office/drawing/2014/main" id="{648FDC20-0293-A237-B373-448B7328AA86}"/>
              </a:ext>
            </a:extLst>
          </p:cNvPr>
          <p:cNvGrpSpPr/>
          <p:nvPr/>
        </p:nvGrpSpPr>
        <p:grpSpPr>
          <a:xfrm>
            <a:off x="7109820" y="5236144"/>
            <a:ext cx="1019160" cy="335880"/>
            <a:chOff x="7109820" y="5236144"/>
            <a:chExt cx="1019160" cy="335880"/>
          </a:xfrm>
        </p:grpSpPr>
        <mc:AlternateContent xmlns:mc="http://schemas.openxmlformats.org/markup-compatibility/2006" xmlns:p14="http://schemas.microsoft.com/office/powerpoint/2010/main">
          <mc:Choice Requires="p14">
            <p:contentPart p14:bwMode="auto" r:id="rId292">
              <p14:nvContentPartPr>
                <p14:cNvPr id="368" name="Entrada de lápiz 367">
                  <a:extLst>
                    <a:ext uri="{FF2B5EF4-FFF2-40B4-BE49-F238E27FC236}">
                      <a16:creationId xmlns:a16="http://schemas.microsoft.com/office/drawing/2014/main" id="{EB35A238-F420-5AE9-67D0-4C743C525076}"/>
                    </a:ext>
                  </a:extLst>
                </p14:cNvPr>
                <p14:cNvContentPartPr/>
                <p14:nvPr/>
              </p14:nvContentPartPr>
              <p14:xfrm>
                <a:off x="7109820" y="5431984"/>
                <a:ext cx="357120" cy="127080"/>
              </p14:xfrm>
            </p:contentPart>
          </mc:Choice>
          <mc:Fallback xmlns="">
            <p:pic>
              <p:nvPicPr>
                <p:cNvPr id="368" name="Entrada de lápiz 367">
                  <a:extLst>
                    <a:ext uri="{FF2B5EF4-FFF2-40B4-BE49-F238E27FC236}">
                      <a16:creationId xmlns:a16="http://schemas.microsoft.com/office/drawing/2014/main" id="{EB35A238-F420-5AE9-67D0-4C743C525076}"/>
                    </a:ext>
                  </a:extLst>
                </p:cNvPr>
                <p:cNvPicPr/>
                <p:nvPr/>
              </p:nvPicPr>
              <p:blipFill>
                <a:blip r:embed="rId293"/>
                <a:stretch>
                  <a:fillRect/>
                </a:stretch>
              </p:blipFill>
              <p:spPr>
                <a:xfrm>
                  <a:off x="7101180" y="5423344"/>
                  <a:ext cx="37476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369" name="Entrada de lápiz 368">
                  <a:extLst>
                    <a:ext uri="{FF2B5EF4-FFF2-40B4-BE49-F238E27FC236}">
                      <a16:creationId xmlns:a16="http://schemas.microsoft.com/office/drawing/2014/main" id="{1C42CE81-BB96-17D5-224F-FB3AFB134C2F}"/>
                    </a:ext>
                  </a:extLst>
                </p14:cNvPr>
                <p14:cNvContentPartPr/>
                <p14:nvPr/>
              </p14:nvContentPartPr>
              <p14:xfrm>
                <a:off x="7485300" y="5462584"/>
                <a:ext cx="11160" cy="23400"/>
              </p14:xfrm>
            </p:contentPart>
          </mc:Choice>
          <mc:Fallback xmlns="">
            <p:pic>
              <p:nvPicPr>
                <p:cNvPr id="369" name="Entrada de lápiz 368">
                  <a:extLst>
                    <a:ext uri="{FF2B5EF4-FFF2-40B4-BE49-F238E27FC236}">
                      <a16:creationId xmlns:a16="http://schemas.microsoft.com/office/drawing/2014/main" id="{1C42CE81-BB96-17D5-224F-FB3AFB134C2F}"/>
                    </a:ext>
                  </a:extLst>
                </p:cNvPr>
                <p:cNvPicPr/>
                <p:nvPr/>
              </p:nvPicPr>
              <p:blipFill>
                <a:blip r:embed="rId295"/>
                <a:stretch>
                  <a:fillRect/>
                </a:stretch>
              </p:blipFill>
              <p:spPr>
                <a:xfrm>
                  <a:off x="7476660" y="5453944"/>
                  <a:ext cx="2880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370" name="Entrada de lápiz 369">
                  <a:extLst>
                    <a:ext uri="{FF2B5EF4-FFF2-40B4-BE49-F238E27FC236}">
                      <a16:creationId xmlns:a16="http://schemas.microsoft.com/office/drawing/2014/main" id="{41F69FBF-1346-35AD-F1F2-AC3281271F55}"/>
                    </a:ext>
                  </a:extLst>
                </p14:cNvPr>
                <p14:cNvContentPartPr/>
                <p14:nvPr/>
              </p14:nvContentPartPr>
              <p14:xfrm>
                <a:off x="7404660" y="5452144"/>
                <a:ext cx="187560" cy="105480"/>
              </p14:xfrm>
            </p:contentPart>
          </mc:Choice>
          <mc:Fallback xmlns="">
            <p:pic>
              <p:nvPicPr>
                <p:cNvPr id="370" name="Entrada de lápiz 369">
                  <a:extLst>
                    <a:ext uri="{FF2B5EF4-FFF2-40B4-BE49-F238E27FC236}">
                      <a16:creationId xmlns:a16="http://schemas.microsoft.com/office/drawing/2014/main" id="{41F69FBF-1346-35AD-F1F2-AC3281271F55}"/>
                    </a:ext>
                  </a:extLst>
                </p:cNvPr>
                <p:cNvPicPr/>
                <p:nvPr/>
              </p:nvPicPr>
              <p:blipFill>
                <a:blip r:embed="rId297"/>
                <a:stretch>
                  <a:fillRect/>
                </a:stretch>
              </p:blipFill>
              <p:spPr>
                <a:xfrm>
                  <a:off x="7396020" y="5443144"/>
                  <a:ext cx="20520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371" name="Entrada de lápiz 370">
                  <a:extLst>
                    <a:ext uri="{FF2B5EF4-FFF2-40B4-BE49-F238E27FC236}">
                      <a16:creationId xmlns:a16="http://schemas.microsoft.com/office/drawing/2014/main" id="{3867E0AC-DA1A-4563-7FF1-534A9A907489}"/>
                    </a:ext>
                  </a:extLst>
                </p14:cNvPr>
                <p14:cNvContentPartPr/>
                <p14:nvPr/>
              </p14:nvContentPartPr>
              <p14:xfrm>
                <a:off x="7588260" y="5456104"/>
                <a:ext cx="120960" cy="97920"/>
              </p14:xfrm>
            </p:contentPart>
          </mc:Choice>
          <mc:Fallback xmlns="">
            <p:pic>
              <p:nvPicPr>
                <p:cNvPr id="371" name="Entrada de lápiz 370">
                  <a:extLst>
                    <a:ext uri="{FF2B5EF4-FFF2-40B4-BE49-F238E27FC236}">
                      <a16:creationId xmlns:a16="http://schemas.microsoft.com/office/drawing/2014/main" id="{3867E0AC-DA1A-4563-7FF1-534A9A907489}"/>
                    </a:ext>
                  </a:extLst>
                </p:cNvPr>
                <p:cNvPicPr/>
                <p:nvPr/>
              </p:nvPicPr>
              <p:blipFill>
                <a:blip r:embed="rId299"/>
                <a:stretch>
                  <a:fillRect/>
                </a:stretch>
              </p:blipFill>
              <p:spPr>
                <a:xfrm>
                  <a:off x="7579260" y="5447104"/>
                  <a:ext cx="13860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372" name="Entrada de lápiz 371">
                  <a:extLst>
                    <a:ext uri="{FF2B5EF4-FFF2-40B4-BE49-F238E27FC236}">
                      <a16:creationId xmlns:a16="http://schemas.microsoft.com/office/drawing/2014/main" id="{BCDE1D5C-79F0-DCE0-904A-1A84C3906085}"/>
                    </a:ext>
                  </a:extLst>
                </p14:cNvPr>
                <p14:cNvContentPartPr/>
                <p14:nvPr/>
              </p14:nvContentPartPr>
              <p14:xfrm>
                <a:off x="7703100" y="5458984"/>
                <a:ext cx="106560" cy="113040"/>
              </p14:xfrm>
            </p:contentPart>
          </mc:Choice>
          <mc:Fallback xmlns="">
            <p:pic>
              <p:nvPicPr>
                <p:cNvPr id="372" name="Entrada de lápiz 371">
                  <a:extLst>
                    <a:ext uri="{FF2B5EF4-FFF2-40B4-BE49-F238E27FC236}">
                      <a16:creationId xmlns:a16="http://schemas.microsoft.com/office/drawing/2014/main" id="{BCDE1D5C-79F0-DCE0-904A-1A84C3906085}"/>
                    </a:ext>
                  </a:extLst>
                </p:cNvPr>
                <p:cNvPicPr/>
                <p:nvPr/>
              </p:nvPicPr>
              <p:blipFill>
                <a:blip r:embed="rId301"/>
                <a:stretch>
                  <a:fillRect/>
                </a:stretch>
              </p:blipFill>
              <p:spPr>
                <a:xfrm>
                  <a:off x="7694100" y="5449984"/>
                  <a:ext cx="12420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373" name="Entrada de lápiz 372">
                  <a:extLst>
                    <a:ext uri="{FF2B5EF4-FFF2-40B4-BE49-F238E27FC236}">
                      <a16:creationId xmlns:a16="http://schemas.microsoft.com/office/drawing/2014/main" id="{985F31F6-0852-3B40-8219-FBF93CCE3D82}"/>
                    </a:ext>
                  </a:extLst>
                </p14:cNvPr>
                <p14:cNvContentPartPr/>
                <p14:nvPr/>
              </p14:nvContentPartPr>
              <p14:xfrm>
                <a:off x="7793100" y="5236144"/>
                <a:ext cx="56160" cy="279000"/>
              </p14:xfrm>
            </p:contentPart>
          </mc:Choice>
          <mc:Fallback xmlns="">
            <p:pic>
              <p:nvPicPr>
                <p:cNvPr id="373" name="Entrada de lápiz 372">
                  <a:extLst>
                    <a:ext uri="{FF2B5EF4-FFF2-40B4-BE49-F238E27FC236}">
                      <a16:creationId xmlns:a16="http://schemas.microsoft.com/office/drawing/2014/main" id="{985F31F6-0852-3B40-8219-FBF93CCE3D82}"/>
                    </a:ext>
                  </a:extLst>
                </p:cNvPr>
                <p:cNvPicPr/>
                <p:nvPr/>
              </p:nvPicPr>
              <p:blipFill>
                <a:blip r:embed="rId303"/>
                <a:stretch>
                  <a:fillRect/>
                </a:stretch>
              </p:blipFill>
              <p:spPr>
                <a:xfrm>
                  <a:off x="7784100" y="5227504"/>
                  <a:ext cx="7380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374" name="Entrada de lápiz 373">
                  <a:extLst>
                    <a:ext uri="{FF2B5EF4-FFF2-40B4-BE49-F238E27FC236}">
                      <a16:creationId xmlns:a16="http://schemas.microsoft.com/office/drawing/2014/main" id="{B38AFDE6-C7DB-1373-C1F4-F9CD53C81661}"/>
                    </a:ext>
                  </a:extLst>
                </p14:cNvPr>
                <p14:cNvContentPartPr/>
                <p14:nvPr/>
              </p14:nvContentPartPr>
              <p14:xfrm>
                <a:off x="7789140" y="5414344"/>
                <a:ext cx="90000" cy="42480"/>
              </p14:xfrm>
            </p:contentPart>
          </mc:Choice>
          <mc:Fallback xmlns="">
            <p:pic>
              <p:nvPicPr>
                <p:cNvPr id="374" name="Entrada de lápiz 373">
                  <a:extLst>
                    <a:ext uri="{FF2B5EF4-FFF2-40B4-BE49-F238E27FC236}">
                      <a16:creationId xmlns:a16="http://schemas.microsoft.com/office/drawing/2014/main" id="{B38AFDE6-C7DB-1373-C1F4-F9CD53C81661}"/>
                    </a:ext>
                  </a:extLst>
                </p:cNvPr>
                <p:cNvPicPr/>
                <p:nvPr/>
              </p:nvPicPr>
              <p:blipFill>
                <a:blip r:embed="rId305"/>
                <a:stretch>
                  <a:fillRect/>
                </a:stretch>
              </p:blipFill>
              <p:spPr>
                <a:xfrm>
                  <a:off x="7780500" y="5405704"/>
                  <a:ext cx="10764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375" name="Entrada de lápiz 374">
                  <a:extLst>
                    <a:ext uri="{FF2B5EF4-FFF2-40B4-BE49-F238E27FC236}">
                      <a16:creationId xmlns:a16="http://schemas.microsoft.com/office/drawing/2014/main" id="{B7D013FF-D453-634B-2A0F-9B61D8720FFD}"/>
                    </a:ext>
                  </a:extLst>
                </p14:cNvPr>
                <p14:cNvContentPartPr/>
                <p14:nvPr/>
              </p14:nvContentPartPr>
              <p14:xfrm>
                <a:off x="7899660" y="5435224"/>
                <a:ext cx="108720" cy="85680"/>
              </p14:xfrm>
            </p:contentPart>
          </mc:Choice>
          <mc:Fallback xmlns="">
            <p:pic>
              <p:nvPicPr>
                <p:cNvPr id="375" name="Entrada de lápiz 374">
                  <a:extLst>
                    <a:ext uri="{FF2B5EF4-FFF2-40B4-BE49-F238E27FC236}">
                      <a16:creationId xmlns:a16="http://schemas.microsoft.com/office/drawing/2014/main" id="{B7D013FF-D453-634B-2A0F-9B61D8720FFD}"/>
                    </a:ext>
                  </a:extLst>
                </p:cNvPr>
                <p:cNvPicPr/>
                <p:nvPr/>
              </p:nvPicPr>
              <p:blipFill>
                <a:blip r:embed="rId307"/>
                <a:stretch>
                  <a:fillRect/>
                </a:stretch>
              </p:blipFill>
              <p:spPr>
                <a:xfrm>
                  <a:off x="7891020" y="5426584"/>
                  <a:ext cx="12636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376" name="Entrada de lápiz 375">
                  <a:extLst>
                    <a:ext uri="{FF2B5EF4-FFF2-40B4-BE49-F238E27FC236}">
                      <a16:creationId xmlns:a16="http://schemas.microsoft.com/office/drawing/2014/main" id="{8C1EDFA7-B40C-AEE8-5986-93C572AA079A}"/>
                    </a:ext>
                  </a:extLst>
                </p14:cNvPr>
                <p14:cNvContentPartPr/>
                <p14:nvPr/>
              </p14:nvContentPartPr>
              <p14:xfrm>
                <a:off x="7974180" y="5440984"/>
                <a:ext cx="154800" cy="94320"/>
              </p14:xfrm>
            </p:contentPart>
          </mc:Choice>
          <mc:Fallback xmlns="">
            <p:pic>
              <p:nvPicPr>
                <p:cNvPr id="376" name="Entrada de lápiz 375">
                  <a:extLst>
                    <a:ext uri="{FF2B5EF4-FFF2-40B4-BE49-F238E27FC236}">
                      <a16:creationId xmlns:a16="http://schemas.microsoft.com/office/drawing/2014/main" id="{8C1EDFA7-B40C-AEE8-5986-93C572AA079A}"/>
                    </a:ext>
                  </a:extLst>
                </p:cNvPr>
                <p:cNvPicPr/>
                <p:nvPr/>
              </p:nvPicPr>
              <p:blipFill>
                <a:blip r:embed="rId309"/>
                <a:stretch>
                  <a:fillRect/>
                </a:stretch>
              </p:blipFill>
              <p:spPr>
                <a:xfrm>
                  <a:off x="7965180" y="5432344"/>
                  <a:ext cx="172440" cy="111960"/>
                </a:xfrm>
                <a:prstGeom prst="rect">
                  <a:avLst/>
                </a:prstGeom>
              </p:spPr>
            </p:pic>
          </mc:Fallback>
        </mc:AlternateContent>
      </p:grpSp>
      <p:grpSp>
        <p:nvGrpSpPr>
          <p:cNvPr id="381" name="Grupo 380">
            <a:extLst>
              <a:ext uri="{FF2B5EF4-FFF2-40B4-BE49-F238E27FC236}">
                <a16:creationId xmlns:a16="http://schemas.microsoft.com/office/drawing/2014/main" id="{4ECFE40F-D07D-D2D2-560B-3E25682B01E2}"/>
              </a:ext>
            </a:extLst>
          </p:cNvPr>
          <p:cNvGrpSpPr/>
          <p:nvPr/>
        </p:nvGrpSpPr>
        <p:grpSpPr>
          <a:xfrm>
            <a:off x="8365500" y="5211304"/>
            <a:ext cx="484920" cy="296640"/>
            <a:chOff x="8365500" y="5211304"/>
            <a:chExt cx="484920" cy="296640"/>
          </a:xfrm>
        </p:grpSpPr>
        <mc:AlternateContent xmlns:mc="http://schemas.openxmlformats.org/markup-compatibility/2006" xmlns:p14="http://schemas.microsoft.com/office/powerpoint/2010/main">
          <mc:Choice Requires="p14">
            <p:contentPart p14:bwMode="auto" r:id="rId310">
              <p14:nvContentPartPr>
                <p14:cNvPr id="378" name="Entrada de lápiz 377">
                  <a:extLst>
                    <a:ext uri="{FF2B5EF4-FFF2-40B4-BE49-F238E27FC236}">
                      <a16:creationId xmlns:a16="http://schemas.microsoft.com/office/drawing/2014/main" id="{9BF36947-51D4-F993-D3BC-FF288356682E}"/>
                    </a:ext>
                  </a:extLst>
                </p14:cNvPr>
                <p14:cNvContentPartPr/>
                <p14:nvPr/>
              </p14:nvContentPartPr>
              <p14:xfrm>
                <a:off x="8365500" y="5371864"/>
                <a:ext cx="289440" cy="128520"/>
              </p14:xfrm>
            </p:contentPart>
          </mc:Choice>
          <mc:Fallback xmlns="">
            <p:pic>
              <p:nvPicPr>
                <p:cNvPr id="378" name="Entrada de lápiz 377">
                  <a:extLst>
                    <a:ext uri="{FF2B5EF4-FFF2-40B4-BE49-F238E27FC236}">
                      <a16:creationId xmlns:a16="http://schemas.microsoft.com/office/drawing/2014/main" id="{9BF36947-51D4-F993-D3BC-FF288356682E}"/>
                    </a:ext>
                  </a:extLst>
                </p:cNvPr>
                <p:cNvPicPr/>
                <p:nvPr/>
              </p:nvPicPr>
              <p:blipFill>
                <a:blip r:embed="rId311"/>
                <a:stretch>
                  <a:fillRect/>
                </a:stretch>
              </p:blipFill>
              <p:spPr>
                <a:xfrm>
                  <a:off x="8356860" y="5363224"/>
                  <a:ext cx="30708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379" name="Entrada de lápiz 378">
                  <a:extLst>
                    <a:ext uri="{FF2B5EF4-FFF2-40B4-BE49-F238E27FC236}">
                      <a16:creationId xmlns:a16="http://schemas.microsoft.com/office/drawing/2014/main" id="{2061CEBF-EAFA-10AC-54FA-3C0582FAC708}"/>
                    </a:ext>
                  </a:extLst>
                </p14:cNvPr>
                <p14:cNvContentPartPr/>
                <p14:nvPr/>
              </p14:nvContentPartPr>
              <p14:xfrm>
                <a:off x="8667540" y="5372224"/>
                <a:ext cx="93240" cy="135720"/>
              </p14:xfrm>
            </p:contentPart>
          </mc:Choice>
          <mc:Fallback xmlns="">
            <p:pic>
              <p:nvPicPr>
                <p:cNvPr id="379" name="Entrada de lápiz 378">
                  <a:extLst>
                    <a:ext uri="{FF2B5EF4-FFF2-40B4-BE49-F238E27FC236}">
                      <a16:creationId xmlns:a16="http://schemas.microsoft.com/office/drawing/2014/main" id="{2061CEBF-EAFA-10AC-54FA-3C0582FAC708}"/>
                    </a:ext>
                  </a:extLst>
                </p:cNvPr>
                <p:cNvPicPr/>
                <p:nvPr/>
              </p:nvPicPr>
              <p:blipFill>
                <a:blip r:embed="rId313"/>
                <a:stretch>
                  <a:fillRect/>
                </a:stretch>
              </p:blipFill>
              <p:spPr>
                <a:xfrm>
                  <a:off x="8658900" y="5363584"/>
                  <a:ext cx="11088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380" name="Entrada de lápiz 379">
                  <a:extLst>
                    <a:ext uri="{FF2B5EF4-FFF2-40B4-BE49-F238E27FC236}">
                      <a16:creationId xmlns:a16="http://schemas.microsoft.com/office/drawing/2014/main" id="{03977274-8AEF-3A50-E2C1-25B589FB3AF7}"/>
                    </a:ext>
                  </a:extLst>
                </p14:cNvPr>
                <p14:cNvContentPartPr/>
                <p14:nvPr/>
              </p14:nvContentPartPr>
              <p14:xfrm>
                <a:off x="8816940" y="5211304"/>
                <a:ext cx="33480" cy="273600"/>
              </p14:xfrm>
            </p:contentPart>
          </mc:Choice>
          <mc:Fallback xmlns="">
            <p:pic>
              <p:nvPicPr>
                <p:cNvPr id="380" name="Entrada de lápiz 379">
                  <a:extLst>
                    <a:ext uri="{FF2B5EF4-FFF2-40B4-BE49-F238E27FC236}">
                      <a16:creationId xmlns:a16="http://schemas.microsoft.com/office/drawing/2014/main" id="{03977274-8AEF-3A50-E2C1-25B589FB3AF7}"/>
                    </a:ext>
                  </a:extLst>
                </p:cNvPr>
                <p:cNvPicPr/>
                <p:nvPr/>
              </p:nvPicPr>
              <p:blipFill>
                <a:blip r:embed="rId315"/>
                <a:stretch>
                  <a:fillRect/>
                </a:stretch>
              </p:blipFill>
              <p:spPr>
                <a:xfrm>
                  <a:off x="8808300" y="5202664"/>
                  <a:ext cx="51120" cy="291240"/>
                </a:xfrm>
                <a:prstGeom prst="rect">
                  <a:avLst/>
                </a:prstGeom>
              </p:spPr>
            </p:pic>
          </mc:Fallback>
        </mc:AlternateContent>
      </p:grpSp>
      <p:grpSp>
        <p:nvGrpSpPr>
          <p:cNvPr id="395" name="Grupo 394">
            <a:extLst>
              <a:ext uri="{FF2B5EF4-FFF2-40B4-BE49-F238E27FC236}">
                <a16:creationId xmlns:a16="http://schemas.microsoft.com/office/drawing/2014/main" id="{B2F5C42B-1395-7373-BF43-411A374F07B2}"/>
              </a:ext>
            </a:extLst>
          </p:cNvPr>
          <p:cNvGrpSpPr/>
          <p:nvPr/>
        </p:nvGrpSpPr>
        <p:grpSpPr>
          <a:xfrm>
            <a:off x="9159660" y="5112664"/>
            <a:ext cx="1381320" cy="546840"/>
            <a:chOff x="9159660" y="5112664"/>
            <a:chExt cx="1381320" cy="546840"/>
          </a:xfrm>
        </p:grpSpPr>
        <mc:AlternateContent xmlns:mc="http://schemas.openxmlformats.org/markup-compatibility/2006" xmlns:p14="http://schemas.microsoft.com/office/powerpoint/2010/main">
          <mc:Choice Requires="p14">
            <p:contentPart p14:bwMode="auto" r:id="rId316">
              <p14:nvContentPartPr>
                <p14:cNvPr id="382" name="Entrada de lápiz 381">
                  <a:extLst>
                    <a:ext uri="{FF2B5EF4-FFF2-40B4-BE49-F238E27FC236}">
                      <a16:creationId xmlns:a16="http://schemas.microsoft.com/office/drawing/2014/main" id="{97158A83-B67B-FFDE-3092-5563B7CAC0B6}"/>
                    </a:ext>
                  </a:extLst>
                </p14:cNvPr>
                <p14:cNvContentPartPr/>
                <p14:nvPr/>
              </p14:nvContentPartPr>
              <p14:xfrm>
                <a:off x="9159660" y="5363224"/>
                <a:ext cx="129600" cy="135000"/>
              </p14:xfrm>
            </p:contentPart>
          </mc:Choice>
          <mc:Fallback xmlns="">
            <p:pic>
              <p:nvPicPr>
                <p:cNvPr id="382" name="Entrada de lápiz 381">
                  <a:extLst>
                    <a:ext uri="{FF2B5EF4-FFF2-40B4-BE49-F238E27FC236}">
                      <a16:creationId xmlns:a16="http://schemas.microsoft.com/office/drawing/2014/main" id="{97158A83-B67B-FFDE-3092-5563B7CAC0B6}"/>
                    </a:ext>
                  </a:extLst>
                </p:cNvPr>
                <p:cNvPicPr/>
                <p:nvPr/>
              </p:nvPicPr>
              <p:blipFill>
                <a:blip r:embed="rId317"/>
                <a:stretch>
                  <a:fillRect/>
                </a:stretch>
              </p:blipFill>
              <p:spPr>
                <a:xfrm>
                  <a:off x="9150660" y="5354224"/>
                  <a:ext cx="14724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383" name="Entrada de lápiz 382">
                  <a:extLst>
                    <a:ext uri="{FF2B5EF4-FFF2-40B4-BE49-F238E27FC236}">
                      <a16:creationId xmlns:a16="http://schemas.microsoft.com/office/drawing/2014/main" id="{3B00F6FB-1F38-87C7-F045-3EBE47E299BD}"/>
                    </a:ext>
                  </a:extLst>
                </p14:cNvPr>
                <p14:cNvContentPartPr/>
                <p14:nvPr/>
              </p14:nvContentPartPr>
              <p14:xfrm>
                <a:off x="9295380" y="5236864"/>
                <a:ext cx="28800" cy="259200"/>
              </p14:xfrm>
            </p:contentPart>
          </mc:Choice>
          <mc:Fallback xmlns="">
            <p:pic>
              <p:nvPicPr>
                <p:cNvPr id="383" name="Entrada de lápiz 382">
                  <a:extLst>
                    <a:ext uri="{FF2B5EF4-FFF2-40B4-BE49-F238E27FC236}">
                      <a16:creationId xmlns:a16="http://schemas.microsoft.com/office/drawing/2014/main" id="{3B00F6FB-1F38-87C7-F045-3EBE47E299BD}"/>
                    </a:ext>
                  </a:extLst>
                </p:cNvPr>
                <p:cNvPicPr/>
                <p:nvPr/>
              </p:nvPicPr>
              <p:blipFill>
                <a:blip r:embed="rId319"/>
                <a:stretch>
                  <a:fillRect/>
                </a:stretch>
              </p:blipFill>
              <p:spPr>
                <a:xfrm>
                  <a:off x="9286740" y="5228224"/>
                  <a:ext cx="4644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384" name="Entrada de lápiz 383">
                  <a:extLst>
                    <a:ext uri="{FF2B5EF4-FFF2-40B4-BE49-F238E27FC236}">
                      <a16:creationId xmlns:a16="http://schemas.microsoft.com/office/drawing/2014/main" id="{A7D5F162-E0C3-AD24-716E-51A86394C42B}"/>
                    </a:ext>
                  </a:extLst>
                </p14:cNvPr>
                <p14:cNvContentPartPr/>
                <p14:nvPr/>
              </p14:nvContentPartPr>
              <p14:xfrm>
                <a:off x="9361980" y="5388784"/>
                <a:ext cx="119880" cy="100800"/>
              </p14:xfrm>
            </p:contentPart>
          </mc:Choice>
          <mc:Fallback xmlns="">
            <p:pic>
              <p:nvPicPr>
                <p:cNvPr id="384" name="Entrada de lápiz 383">
                  <a:extLst>
                    <a:ext uri="{FF2B5EF4-FFF2-40B4-BE49-F238E27FC236}">
                      <a16:creationId xmlns:a16="http://schemas.microsoft.com/office/drawing/2014/main" id="{A7D5F162-E0C3-AD24-716E-51A86394C42B}"/>
                    </a:ext>
                  </a:extLst>
                </p:cNvPr>
                <p:cNvPicPr/>
                <p:nvPr/>
              </p:nvPicPr>
              <p:blipFill>
                <a:blip r:embed="rId321"/>
                <a:stretch>
                  <a:fillRect/>
                </a:stretch>
              </p:blipFill>
              <p:spPr>
                <a:xfrm>
                  <a:off x="9352980" y="5380144"/>
                  <a:ext cx="13752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385" name="Entrada de lápiz 384">
                  <a:extLst>
                    <a:ext uri="{FF2B5EF4-FFF2-40B4-BE49-F238E27FC236}">
                      <a16:creationId xmlns:a16="http://schemas.microsoft.com/office/drawing/2014/main" id="{8FE155A8-B28D-3735-BE0B-DF95BA145E73}"/>
                    </a:ext>
                  </a:extLst>
                </p14:cNvPr>
                <p14:cNvContentPartPr/>
                <p14:nvPr/>
              </p14:nvContentPartPr>
              <p14:xfrm>
                <a:off x="9531180" y="5336584"/>
                <a:ext cx="96840" cy="159480"/>
              </p14:xfrm>
            </p:contentPart>
          </mc:Choice>
          <mc:Fallback xmlns="">
            <p:pic>
              <p:nvPicPr>
                <p:cNvPr id="385" name="Entrada de lápiz 384">
                  <a:extLst>
                    <a:ext uri="{FF2B5EF4-FFF2-40B4-BE49-F238E27FC236}">
                      <a16:creationId xmlns:a16="http://schemas.microsoft.com/office/drawing/2014/main" id="{8FE155A8-B28D-3735-BE0B-DF95BA145E73}"/>
                    </a:ext>
                  </a:extLst>
                </p:cNvPr>
                <p:cNvPicPr/>
                <p:nvPr/>
              </p:nvPicPr>
              <p:blipFill>
                <a:blip r:embed="rId323"/>
                <a:stretch>
                  <a:fillRect/>
                </a:stretch>
              </p:blipFill>
              <p:spPr>
                <a:xfrm>
                  <a:off x="9522540" y="5327584"/>
                  <a:ext cx="11448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386" name="Entrada de lápiz 385">
                  <a:extLst>
                    <a:ext uri="{FF2B5EF4-FFF2-40B4-BE49-F238E27FC236}">
                      <a16:creationId xmlns:a16="http://schemas.microsoft.com/office/drawing/2014/main" id="{AA583395-09D2-3443-8AFB-19FB66BA64A8}"/>
                    </a:ext>
                  </a:extLst>
                </p14:cNvPr>
                <p14:cNvContentPartPr/>
                <p14:nvPr/>
              </p14:nvContentPartPr>
              <p14:xfrm>
                <a:off x="9640260" y="5363944"/>
                <a:ext cx="59760" cy="99000"/>
              </p14:xfrm>
            </p:contentPart>
          </mc:Choice>
          <mc:Fallback xmlns="">
            <p:pic>
              <p:nvPicPr>
                <p:cNvPr id="386" name="Entrada de lápiz 385">
                  <a:extLst>
                    <a:ext uri="{FF2B5EF4-FFF2-40B4-BE49-F238E27FC236}">
                      <a16:creationId xmlns:a16="http://schemas.microsoft.com/office/drawing/2014/main" id="{AA583395-09D2-3443-8AFB-19FB66BA64A8}"/>
                    </a:ext>
                  </a:extLst>
                </p:cNvPr>
                <p:cNvPicPr/>
                <p:nvPr/>
              </p:nvPicPr>
              <p:blipFill>
                <a:blip r:embed="rId325"/>
                <a:stretch>
                  <a:fillRect/>
                </a:stretch>
              </p:blipFill>
              <p:spPr>
                <a:xfrm>
                  <a:off x="9631260" y="5354944"/>
                  <a:ext cx="7740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387" name="Entrada de lápiz 386">
                  <a:extLst>
                    <a:ext uri="{FF2B5EF4-FFF2-40B4-BE49-F238E27FC236}">
                      <a16:creationId xmlns:a16="http://schemas.microsoft.com/office/drawing/2014/main" id="{4FC7B2CD-11DA-D88A-468F-702256225438}"/>
                    </a:ext>
                  </a:extLst>
                </p14:cNvPr>
                <p14:cNvContentPartPr/>
                <p14:nvPr/>
              </p14:nvContentPartPr>
              <p14:xfrm>
                <a:off x="9637740" y="5287264"/>
                <a:ext cx="33480" cy="30600"/>
              </p14:xfrm>
            </p:contentPart>
          </mc:Choice>
          <mc:Fallback xmlns="">
            <p:pic>
              <p:nvPicPr>
                <p:cNvPr id="387" name="Entrada de lápiz 386">
                  <a:extLst>
                    <a:ext uri="{FF2B5EF4-FFF2-40B4-BE49-F238E27FC236}">
                      <a16:creationId xmlns:a16="http://schemas.microsoft.com/office/drawing/2014/main" id="{4FC7B2CD-11DA-D88A-468F-702256225438}"/>
                    </a:ext>
                  </a:extLst>
                </p:cNvPr>
                <p:cNvPicPr/>
                <p:nvPr/>
              </p:nvPicPr>
              <p:blipFill>
                <a:blip r:embed="rId327"/>
                <a:stretch>
                  <a:fillRect/>
                </a:stretch>
              </p:blipFill>
              <p:spPr>
                <a:xfrm>
                  <a:off x="9629100" y="5278264"/>
                  <a:ext cx="5112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388" name="Entrada de lápiz 387">
                  <a:extLst>
                    <a:ext uri="{FF2B5EF4-FFF2-40B4-BE49-F238E27FC236}">
                      <a16:creationId xmlns:a16="http://schemas.microsoft.com/office/drawing/2014/main" id="{3C556C4E-2D9F-1942-4788-439548FE10F4}"/>
                    </a:ext>
                  </a:extLst>
                </p14:cNvPr>
                <p14:cNvContentPartPr/>
                <p14:nvPr/>
              </p14:nvContentPartPr>
              <p14:xfrm>
                <a:off x="9744300" y="5112664"/>
                <a:ext cx="130680" cy="546840"/>
              </p14:xfrm>
            </p:contentPart>
          </mc:Choice>
          <mc:Fallback xmlns="">
            <p:pic>
              <p:nvPicPr>
                <p:cNvPr id="388" name="Entrada de lápiz 387">
                  <a:extLst>
                    <a:ext uri="{FF2B5EF4-FFF2-40B4-BE49-F238E27FC236}">
                      <a16:creationId xmlns:a16="http://schemas.microsoft.com/office/drawing/2014/main" id="{3C556C4E-2D9F-1942-4788-439548FE10F4}"/>
                    </a:ext>
                  </a:extLst>
                </p:cNvPr>
                <p:cNvPicPr/>
                <p:nvPr/>
              </p:nvPicPr>
              <p:blipFill>
                <a:blip r:embed="rId329"/>
                <a:stretch>
                  <a:fillRect/>
                </a:stretch>
              </p:blipFill>
              <p:spPr>
                <a:xfrm>
                  <a:off x="9735660" y="5104024"/>
                  <a:ext cx="148320" cy="56448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389" name="Entrada de lápiz 388">
                  <a:extLst>
                    <a:ext uri="{FF2B5EF4-FFF2-40B4-BE49-F238E27FC236}">
                      <a16:creationId xmlns:a16="http://schemas.microsoft.com/office/drawing/2014/main" id="{9169D0EA-349E-41D1-16DA-650459446D02}"/>
                    </a:ext>
                  </a:extLst>
                </p14:cNvPr>
                <p14:cNvContentPartPr/>
                <p14:nvPr/>
              </p14:nvContentPartPr>
              <p14:xfrm>
                <a:off x="9879300" y="5306344"/>
                <a:ext cx="24840" cy="183600"/>
              </p14:xfrm>
            </p:contentPart>
          </mc:Choice>
          <mc:Fallback xmlns="">
            <p:pic>
              <p:nvPicPr>
                <p:cNvPr id="389" name="Entrada de lápiz 388">
                  <a:extLst>
                    <a:ext uri="{FF2B5EF4-FFF2-40B4-BE49-F238E27FC236}">
                      <a16:creationId xmlns:a16="http://schemas.microsoft.com/office/drawing/2014/main" id="{9169D0EA-349E-41D1-16DA-650459446D02}"/>
                    </a:ext>
                  </a:extLst>
                </p:cNvPr>
                <p:cNvPicPr/>
                <p:nvPr/>
              </p:nvPicPr>
              <p:blipFill>
                <a:blip r:embed="rId331"/>
                <a:stretch>
                  <a:fillRect/>
                </a:stretch>
              </p:blipFill>
              <p:spPr>
                <a:xfrm>
                  <a:off x="9870660" y="5297344"/>
                  <a:ext cx="4248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390" name="Entrada de lápiz 389">
                  <a:extLst>
                    <a:ext uri="{FF2B5EF4-FFF2-40B4-BE49-F238E27FC236}">
                      <a16:creationId xmlns:a16="http://schemas.microsoft.com/office/drawing/2014/main" id="{9DEBF853-8DB0-80B7-3102-D77F5FB822E9}"/>
                    </a:ext>
                  </a:extLst>
                </p14:cNvPr>
                <p14:cNvContentPartPr/>
                <p14:nvPr/>
              </p14:nvContentPartPr>
              <p14:xfrm>
                <a:off x="9934740" y="5317864"/>
                <a:ext cx="117360" cy="153360"/>
              </p14:xfrm>
            </p:contentPart>
          </mc:Choice>
          <mc:Fallback xmlns="">
            <p:pic>
              <p:nvPicPr>
                <p:cNvPr id="390" name="Entrada de lápiz 389">
                  <a:extLst>
                    <a:ext uri="{FF2B5EF4-FFF2-40B4-BE49-F238E27FC236}">
                      <a16:creationId xmlns:a16="http://schemas.microsoft.com/office/drawing/2014/main" id="{9DEBF853-8DB0-80B7-3102-D77F5FB822E9}"/>
                    </a:ext>
                  </a:extLst>
                </p:cNvPr>
                <p:cNvPicPr/>
                <p:nvPr/>
              </p:nvPicPr>
              <p:blipFill>
                <a:blip r:embed="rId333"/>
                <a:stretch>
                  <a:fillRect/>
                </a:stretch>
              </p:blipFill>
              <p:spPr>
                <a:xfrm>
                  <a:off x="9925740" y="5309224"/>
                  <a:ext cx="13500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391" name="Entrada de lápiz 390">
                  <a:extLst>
                    <a:ext uri="{FF2B5EF4-FFF2-40B4-BE49-F238E27FC236}">
                      <a16:creationId xmlns:a16="http://schemas.microsoft.com/office/drawing/2014/main" id="{2E671FC3-B5F7-98A4-DA8A-73824C864850}"/>
                    </a:ext>
                  </a:extLst>
                </p14:cNvPr>
                <p14:cNvContentPartPr/>
                <p14:nvPr/>
              </p14:nvContentPartPr>
              <p14:xfrm>
                <a:off x="10052100" y="5358544"/>
                <a:ext cx="121680" cy="108360"/>
              </p14:xfrm>
            </p:contentPart>
          </mc:Choice>
          <mc:Fallback xmlns="">
            <p:pic>
              <p:nvPicPr>
                <p:cNvPr id="391" name="Entrada de lápiz 390">
                  <a:extLst>
                    <a:ext uri="{FF2B5EF4-FFF2-40B4-BE49-F238E27FC236}">
                      <a16:creationId xmlns:a16="http://schemas.microsoft.com/office/drawing/2014/main" id="{2E671FC3-B5F7-98A4-DA8A-73824C864850}"/>
                    </a:ext>
                  </a:extLst>
                </p:cNvPr>
                <p:cNvPicPr/>
                <p:nvPr/>
              </p:nvPicPr>
              <p:blipFill>
                <a:blip r:embed="rId335"/>
                <a:stretch>
                  <a:fillRect/>
                </a:stretch>
              </p:blipFill>
              <p:spPr>
                <a:xfrm>
                  <a:off x="10043460" y="5349904"/>
                  <a:ext cx="139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392" name="Entrada de lápiz 391">
                  <a:extLst>
                    <a:ext uri="{FF2B5EF4-FFF2-40B4-BE49-F238E27FC236}">
                      <a16:creationId xmlns:a16="http://schemas.microsoft.com/office/drawing/2014/main" id="{EDBA9341-E072-571B-7050-BFC4A1585EBE}"/>
                    </a:ext>
                  </a:extLst>
                </p14:cNvPr>
                <p14:cNvContentPartPr/>
                <p14:nvPr/>
              </p14:nvContentPartPr>
              <p14:xfrm>
                <a:off x="10191060" y="5334784"/>
                <a:ext cx="120600" cy="136080"/>
              </p14:xfrm>
            </p:contentPart>
          </mc:Choice>
          <mc:Fallback xmlns="">
            <p:pic>
              <p:nvPicPr>
                <p:cNvPr id="392" name="Entrada de lápiz 391">
                  <a:extLst>
                    <a:ext uri="{FF2B5EF4-FFF2-40B4-BE49-F238E27FC236}">
                      <a16:creationId xmlns:a16="http://schemas.microsoft.com/office/drawing/2014/main" id="{EDBA9341-E072-571B-7050-BFC4A1585EBE}"/>
                    </a:ext>
                  </a:extLst>
                </p:cNvPr>
                <p:cNvPicPr/>
                <p:nvPr/>
              </p:nvPicPr>
              <p:blipFill>
                <a:blip r:embed="rId337"/>
                <a:stretch>
                  <a:fillRect/>
                </a:stretch>
              </p:blipFill>
              <p:spPr>
                <a:xfrm>
                  <a:off x="10182420" y="5326144"/>
                  <a:ext cx="13824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393" name="Entrada de lápiz 392">
                  <a:extLst>
                    <a:ext uri="{FF2B5EF4-FFF2-40B4-BE49-F238E27FC236}">
                      <a16:creationId xmlns:a16="http://schemas.microsoft.com/office/drawing/2014/main" id="{DE8A0E99-685C-9162-124F-7869D7F75007}"/>
                    </a:ext>
                  </a:extLst>
                </p14:cNvPr>
                <p14:cNvContentPartPr/>
                <p14:nvPr/>
              </p14:nvContentPartPr>
              <p14:xfrm>
                <a:off x="10280340" y="5178904"/>
                <a:ext cx="30600" cy="288000"/>
              </p14:xfrm>
            </p:contentPart>
          </mc:Choice>
          <mc:Fallback xmlns="">
            <p:pic>
              <p:nvPicPr>
                <p:cNvPr id="393" name="Entrada de lápiz 392">
                  <a:extLst>
                    <a:ext uri="{FF2B5EF4-FFF2-40B4-BE49-F238E27FC236}">
                      <a16:creationId xmlns:a16="http://schemas.microsoft.com/office/drawing/2014/main" id="{DE8A0E99-685C-9162-124F-7869D7F75007}"/>
                    </a:ext>
                  </a:extLst>
                </p:cNvPr>
                <p:cNvPicPr/>
                <p:nvPr/>
              </p:nvPicPr>
              <p:blipFill>
                <a:blip r:embed="rId339"/>
                <a:stretch>
                  <a:fillRect/>
                </a:stretch>
              </p:blipFill>
              <p:spPr>
                <a:xfrm>
                  <a:off x="10271700" y="5170264"/>
                  <a:ext cx="4824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394" name="Entrada de lápiz 393">
                  <a:extLst>
                    <a:ext uri="{FF2B5EF4-FFF2-40B4-BE49-F238E27FC236}">
                      <a16:creationId xmlns:a16="http://schemas.microsoft.com/office/drawing/2014/main" id="{F23D3F03-CC52-3AD1-47F3-A5553E386CE0}"/>
                    </a:ext>
                  </a:extLst>
                </p14:cNvPr>
                <p14:cNvContentPartPr/>
                <p14:nvPr/>
              </p14:nvContentPartPr>
              <p14:xfrm>
                <a:off x="10355580" y="5348464"/>
                <a:ext cx="185400" cy="140760"/>
              </p14:xfrm>
            </p:contentPart>
          </mc:Choice>
          <mc:Fallback xmlns="">
            <p:pic>
              <p:nvPicPr>
                <p:cNvPr id="394" name="Entrada de lápiz 393">
                  <a:extLst>
                    <a:ext uri="{FF2B5EF4-FFF2-40B4-BE49-F238E27FC236}">
                      <a16:creationId xmlns:a16="http://schemas.microsoft.com/office/drawing/2014/main" id="{F23D3F03-CC52-3AD1-47F3-A5553E386CE0}"/>
                    </a:ext>
                  </a:extLst>
                </p:cNvPr>
                <p:cNvPicPr/>
                <p:nvPr/>
              </p:nvPicPr>
              <p:blipFill>
                <a:blip r:embed="rId341"/>
                <a:stretch>
                  <a:fillRect/>
                </a:stretch>
              </p:blipFill>
              <p:spPr>
                <a:xfrm>
                  <a:off x="10346940" y="5339464"/>
                  <a:ext cx="203040" cy="158400"/>
                </a:xfrm>
                <a:prstGeom prst="rect">
                  <a:avLst/>
                </a:prstGeom>
              </p:spPr>
            </p:pic>
          </mc:Fallback>
        </mc:AlternateContent>
      </p:grpSp>
    </p:spTree>
    <p:extLst>
      <p:ext uri="{BB962C8B-B14F-4D97-AF65-F5344CB8AC3E}">
        <p14:creationId xmlns:p14="http://schemas.microsoft.com/office/powerpoint/2010/main" val="296591142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F8503A6C-2612-EE2C-1B70-D603E0369175}"/>
              </a:ext>
            </a:extLst>
          </p:cNvPr>
          <p:cNvSpPr txBox="1"/>
          <p:nvPr/>
        </p:nvSpPr>
        <p:spPr>
          <a:xfrm>
            <a:off x="182880" y="1225930"/>
            <a:ext cx="11950505" cy="2031325"/>
          </a:xfrm>
          <a:prstGeom prst="rect">
            <a:avLst/>
          </a:prstGeom>
          <a:noFill/>
        </p:spPr>
        <p:txBody>
          <a:bodyPr wrap="square" rtlCol="0">
            <a:spAutoFit/>
          </a:bodyPr>
          <a:lstStyle/>
          <a:p>
            <a:pPr rtl="0"/>
            <a:r>
              <a:rPr lang="es-ES" dirty="0">
                <a:solidFill>
                  <a:schemeClr val="accent1">
                    <a:lumMod val="50000"/>
                  </a:schemeClr>
                </a:solidFill>
              </a:rPr>
              <a:t>Los estimadores se entrenan de modo secuencial de forma que cada nuevo estimador usa las predicciones del anterior para mejorarlas.</a:t>
            </a:r>
          </a:p>
          <a:p>
            <a:pPr rtl="0"/>
            <a:endParaRPr lang="es-ES" dirty="0">
              <a:solidFill>
                <a:schemeClr val="accent1">
                  <a:lumMod val="50000"/>
                </a:schemeClr>
              </a:solidFill>
            </a:endParaRPr>
          </a:p>
          <a:p>
            <a:pPr marL="285750" indent="-285750" rtl="0">
              <a:buFont typeface="Arial" panose="020B0604020202020204" pitchFamily="34" charset="0"/>
              <a:buChar char="•"/>
            </a:pPr>
            <a:r>
              <a:rPr lang="es-ES" b="1" dirty="0" err="1">
                <a:solidFill>
                  <a:schemeClr val="accent1">
                    <a:lumMod val="50000"/>
                  </a:schemeClr>
                </a:solidFill>
              </a:rPr>
              <a:t>Gradient</a:t>
            </a:r>
            <a:r>
              <a:rPr lang="es-ES" b="1" dirty="0">
                <a:solidFill>
                  <a:schemeClr val="accent1">
                    <a:lumMod val="50000"/>
                  </a:schemeClr>
                </a:solidFill>
              </a:rPr>
              <a:t> </a:t>
            </a:r>
            <a:r>
              <a:rPr lang="es-ES" b="1" dirty="0" err="1">
                <a:solidFill>
                  <a:schemeClr val="accent1">
                    <a:lumMod val="50000"/>
                  </a:schemeClr>
                </a:solidFill>
              </a:rPr>
              <a:t>Boosting</a:t>
            </a:r>
            <a:r>
              <a:rPr lang="es-ES" b="1" dirty="0">
                <a:solidFill>
                  <a:schemeClr val="accent1">
                    <a:lumMod val="50000"/>
                  </a:schemeClr>
                </a:solidFill>
              </a:rPr>
              <a:t>: </a:t>
            </a:r>
            <a:r>
              <a:rPr lang="es-ES" dirty="0">
                <a:solidFill>
                  <a:schemeClr val="accent1">
                    <a:lumMod val="50000"/>
                  </a:schemeClr>
                </a:solidFill>
              </a:rPr>
              <a:t>Cada nuevo estimador se entrena con el error que ha cometido el estimador anterior. De esa manera si sumamos los resultados de todos los estimadores obtendremos una mejor aproximación al valor exacto. Veamos un ejemplo ya tratado en regresión. </a:t>
            </a:r>
          </a:p>
          <a:p>
            <a:pPr rtl="0"/>
            <a:endParaRPr lang="es-ES" dirty="0">
              <a:effectLst/>
            </a:endParaRPr>
          </a:p>
        </p:txBody>
      </p:sp>
      <p:pic>
        <p:nvPicPr>
          <p:cNvPr id="7" name="Imagen 6">
            <a:extLst>
              <a:ext uri="{FF2B5EF4-FFF2-40B4-BE49-F238E27FC236}">
                <a16:creationId xmlns:a16="http://schemas.microsoft.com/office/drawing/2014/main" id="{067076F0-AF8C-9B03-71E9-3809D3267A93}"/>
              </a:ext>
            </a:extLst>
          </p:cNvPr>
          <p:cNvPicPr>
            <a:picLocks noChangeAspect="1"/>
          </p:cNvPicPr>
          <p:nvPr/>
        </p:nvPicPr>
        <p:blipFill rotWithShape="1">
          <a:blip r:embed="rId2"/>
          <a:srcRect l="2677"/>
          <a:stretch/>
        </p:blipFill>
        <p:spPr>
          <a:xfrm>
            <a:off x="0" y="3154060"/>
            <a:ext cx="4602909" cy="3469197"/>
          </a:xfrm>
          <a:prstGeom prst="rect">
            <a:avLst/>
          </a:prstGeom>
        </p:spPr>
      </p:pic>
      <p:sp>
        <p:nvSpPr>
          <p:cNvPr id="8" name="CuadroTexto 7">
            <a:extLst>
              <a:ext uri="{FF2B5EF4-FFF2-40B4-BE49-F238E27FC236}">
                <a16:creationId xmlns:a16="http://schemas.microsoft.com/office/drawing/2014/main" id="{6A8754F9-72C3-5A91-853E-7779D12820C7}"/>
              </a:ext>
            </a:extLst>
          </p:cNvPr>
          <p:cNvSpPr txBox="1"/>
          <p:nvPr/>
        </p:nvSpPr>
        <p:spPr>
          <a:xfrm>
            <a:off x="4920755" y="3154060"/>
            <a:ext cx="6920971" cy="369332"/>
          </a:xfrm>
          <a:prstGeom prst="rect">
            <a:avLst/>
          </a:prstGeom>
          <a:noFill/>
        </p:spPr>
        <p:txBody>
          <a:bodyPr wrap="square" rtlCol="0">
            <a:spAutoFit/>
          </a:bodyPr>
          <a:lstStyle/>
          <a:p>
            <a:r>
              <a:rPr lang="es-ES" dirty="0">
                <a:solidFill>
                  <a:schemeClr val="accent1">
                    <a:lumMod val="50000"/>
                  </a:schemeClr>
                </a:solidFill>
              </a:rPr>
              <a:t>Empezamos con un árbol de regresión con dos niveles de profundidad</a:t>
            </a:r>
          </a:p>
        </p:txBody>
      </p:sp>
      <p:sp>
        <p:nvSpPr>
          <p:cNvPr id="11" name="CuadroTexto 10">
            <a:extLst>
              <a:ext uri="{FF2B5EF4-FFF2-40B4-BE49-F238E27FC236}">
                <a16:creationId xmlns:a16="http://schemas.microsoft.com/office/drawing/2014/main" id="{DF0077D3-E056-0F44-5E16-3EFF99BD0483}"/>
              </a:ext>
            </a:extLst>
          </p:cNvPr>
          <p:cNvSpPr txBox="1"/>
          <p:nvPr/>
        </p:nvSpPr>
        <p:spPr>
          <a:xfrm>
            <a:off x="4811151" y="3705838"/>
            <a:ext cx="7322234" cy="3046988"/>
          </a:xfrm>
          <a:prstGeom prst="rect">
            <a:avLst/>
          </a:prstGeom>
          <a:noFill/>
        </p:spPr>
        <p:txBody>
          <a:bodyPr wrap="square">
            <a:spAutoFit/>
          </a:bodyPr>
          <a:lstStyle/>
          <a:p>
            <a:r>
              <a:rPr lang="es-ES" sz="1600" b="1" dirty="0" err="1">
                <a:solidFill>
                  <a:schemeClr val="accent6">
                    <a:lumMod val="75000"/>
                  </a:schemeClr>
                </a:solidFill>
                <a:latin typeface="Courier New" panose="02070309020205020404" pitchFamily="49" charset="0"/>
                <a:cs typeface="Courier New" panose="02070309020205020404" pitchFamily="49" charset="0"/>
              </a:rPr>
              <a:t>from</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sklearn.tree</a:t>
            </a:r>
            <a:r>
              <a:rPr lang="es-ES" sz="1600" dirty="0">
                <a:latin typeface="Courier New" panose="02070309020205020404" pitchFamily="49" charset="0"/>
                <a:cs typeface="Courier New" panose="02070309020205020404" pitchFamily="49" charset="0"/>
              </a:rPr>
              <a:t> </a:t>
            </a:r>
            <a:r>
              <a:rPr lang="es-ES" sz="16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DecisionTreeRegressor</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plot_tree</a:t>
            </a:r>
            <a:endParaRPr lang="es-ES" sz="1600" dirty="0">
              <a:latin typeface="Courier New" panose="02070309020205020404" pitchFamily="49" charset="0"/>
              <a:cs typeface="Courier New" panose="02070309020205020404" pitchFamily="49" charset="0"/>
            </a:endParaRPr>
          </a:p>
          <a:p>
            <a:endParaRPr lang="es-ES" sz="1600" dirty="0">
              <a:latin typeface="Courier New" panose="02070309020205020404" pitchFamily="49" charset="0"/>
              <a:cs typeface="Courier New" panose="02070309020205020404" pitchFamily="49" charset="0"/>
            </a:endParaRPr>
          </a:p>
          <a:p>
            <a:r>
              <a:rPr lang="es-ES" sz="1600" dirty="0">
                <a:latin typeface="Courier New" panose="02070309020205020404" pitchFamily="49" charset="0"/>
                <a:cs typeface="Courier New" panose="02070309020205020404" pitchFamily="49" charset="0"/>
              </a:rPr>
              <a:t>tree_reg_1 = </a:t>
            </a:r>
            <a:r>
              <a:rPr lang="es-ES" sz="1600" dirty="0" err="1">
                <a:latin typeface="Courier New" panose="02070309020205020404" pitchFamily="49" charset="0"/>
                <a:cs typeface="Courier New" panose="02070309020205020404" pitchFamily="49" charset="0"/>
              </a:rPr>
              <a:t>DecisionTreeRegressor</a:t>
            </a:r>
            <a:r>
              <a:rPr lang="es-ES" sz="1600" dirty="0">
                <a:latin typeface="Courier New" panose="02070309020205020404" pitchFamily="49" charset="0"/>
                <a:cs typeface="Courier New" panose="02070309020205020404" pitchFamily="49" charset="0"/>
              </a:rPr>
              <a:t>(</a:t>
            </a:r>
            <a:r>
              <a:rPr lang="es-ES" sz="1600" dirty="0" err="1">
                <a:latin typeface="Courier New" panose="02070309020205020404" pitchFamily="49" charset="0"/>
                <a:cs typeface="Courier New" panose="02070309020205020404" pitchFamily="49" charset="0"/>
              </a:rPr>
              <a:t>max_depth</a:t>
            </a:r>
            <a:r>
              <a:rPr lang="es-ES" sz="1600" dirty="0">
                <a:latin typeface="Courier New" panose="02070309020205020404" pitchFamily="49" charset="0"/>
                <a:cs typeface="Courier New" panose="02070309020205020404" pitchFamily="49" charset="0"/>
              </a:rPr>
              <a:t>=</a:t>
            </a:r>
            <a:r>
              <a:rPr lang="es-ES" sz="1600" b="1" dirty="0">
                <a:solidFill>
                  <a:schemeClr val="accent6">
                    <a:lumMod val="75000"/>
                  </a:schemeClr>
                </a:solidFill>
                <a:latin typeface="Courier New" panose="02070309020205020404" pitchFamily="49" charset="0"/>
                <a:cs typeface="Courier New" panose="02070309020205020404" pitchFamily="49" charset="0"/>
              </a:rPr>
              <a:t>2</a:t>
            </a:r>
            <a:r>
              <a:rPr lang="es-ES" sz="1600" dirty="0">
                <a:latin typeface="Courier New" panose="02070309020205020404" pitchFamily="49" charset="0"/>
                <a:cs typeface="Courier New" panose="02070309020205020404" pitchFamily="49" charset="0"/>
              </a:rPr>
              <a:t>)</a:t>
            </a:r>
          </a:p>
          <a:p>
            <a:r>
              <a:rPr lang="es-ES" sz="1600" dirty="0">
                <a:latin typeface="Courier New" panose="02070309020205020404" pitchFamily="49" charset="0"/>
                <a:cs typeface="Courier New" panose="02070309020205020404" pitchFamily="49" charset="0"/>
              </a:rPr>
              <a:t>tree_reg_1.fit(X, y)</a:t>
            </a:r>
          </a:p>
          <a:p>
            <a:endParaRPr lang="es-ES" sz="1600" dirty="0">
              <a:latin typeface="Courier New" panose="02070309020205020404" pitchFamily="49" charset="0"/>
              <a:cs typeface="Courier New" panose="02070309020205020404" pitchFamily="49" charset="0"/>
            </a:endParaRPr>
          </a:p>
          <a:p>
            <a:r>
              <a:rPr lang="es-ES" sz="1600" b="1" dirty="0">
                <a:solidFill>
                  <a:srgbClr val="A0453E"/>
                </a:solidFill>
                <a:latin typeface="Courier New" panose="02070309020205020404" pitchFamily="49" charset="0"/>
                <a:cs typeface="Courier New" panose="02070309020205020404" pitchFamily="49" charset="0"/>
              </a:rPr>
              <a:t># Pintamos el regresor en un conjunto diferente</a:t>
            </a:r>
          </a:p>
          <a:p>
            <a:r>
              <a:rPr lang="en-US" sz="1600" dirty="0" err="1">
                <a:latin typeface="Courier New" panose="02070309020205020404" pitchFamily="49" charset="0"/>
                <a:cs typeface="Courier New" panose="02070309020205020404" pitchFamily="49" charset="0"/>
              </a:rPr>
              <a:t>X_test</a:t>
            </a:r>
            <a:r>
              <a:rPr lang="en-US" sz="1600" dirty="0">
                <a:latin typeface="Courier New" panose="02070309020205020404" pitchFamily="49" charset="0"/>
                <a:cs typeface="Courier New" panose="02070309020205020404" pitchFamily="49" charset="0"/>
              </a:rPr>
              <a:t> = </a:t>
            </a:r>
            <a:r>
              <a:rPr lang="en-US" sz="1600" dirty="0" err="1">
                <a:latin typeface="Courier New" panose="02070309020205020404" pitchFamily="49" charset="0"/>
                <a:cs typeface="Courier New" panose="02070309020205020404" pitchFamily="49" charset="0"/>
              </a:rPr>
              <a:t>np.linspace</a:t>
            </a:r>
            <a:r>
              <a:rPr lang="en-US" sz="1600" dirty="0">
                <a:latin typeface="Courier New" panose="02070309020205020404" pitchFamily="49" charset="0"/>
                <a:cs typeface="Courier New" panose="02070309020205020404" pitchFamily="49" charset="0"/>
              </a:rPr>
              <a:t>(</a:t>
            </a:r>
            <a:r>
              <a:rPr lang="en-US" sz="1600" b="1" dirty="0">
                <a:solidFill>
                  <a:schemeClr val="accent6">
                    <a:lumMod val="75000"/>
                  </a:schemeClr>
                </a:solidFill>
                <a:latin typeface="Courier New" panose="02070309020205020404" pitchFamily="49" charset="0"/>
                <a:cs typeface="Courier New" panose="02070309020205020404" pitchFamily="49" charset="0"/>
              </a:rPr>
              <a:t>0,1,400</a:t>
            </a:r>
            <a:r>
              <a:rPr lang="en-US" sz="1600" dirty="0">
                <a:latin typeface="Courier New" panose="02070309020205020404" pitchFamily="49" charset="0"/>
                <a:cs typeface="Courier New" panose="02070309020205020404" pitchFamily="49" charset="0"/>
              </a:rPr>
              <a:t>).reshape(</a:t>
            </a:r>
            <a:r>
              <a:rPr lang="en-US" sz="1600" b="1" dirty="0">
                <a:solidFill>
                  <a:schemeClr val="accent6">
                    <a:lumMod val="75000"/>
                  </a:schemeClr>
                </a:solidFill>
                <a:latin typeface="Courier New" panose="02070309020205020404" pitchFamily="49" charset="0"/>
                <a:cs typeface="Courier New" panose="02070309020205020404" pitchFamily="49" charset="0"/>
              </a:rPr>
              <a:t>400,1</a:t>
            </a:r>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y_1 = tree_reg_1.predict(</a:t>
            </a:r>
            <a:r>
              <a:rPr lang="en-US" sz="1600" dirty="0" err="1">
                <a:latin typeface="Courier New" panose="02070309020205020404" pitchFamily="49" charset="0"/>
                <a:cs typeface="Courier New" panose="02070309020205020404" pitchFamily="49" charset="0"/>
              </a:rPr>
              <a:t>X_test</a:t>
            </a:r>
            <a:r>
              <a:rPr lang="en-US" sz="1600" dirty="0">
                <a:latin typeface="Courier New" panose="02070309020205020404" pitchFamily="49" charset="0"/>
                <a:cs typeface="Courier New" panose="02070309020205020404" pitchFamily="49" charset="0"/>
              </a:rPr>
              <a:t>)</a:t>
            </a:r>
            <a:endParaRPr lang="es-ES" sz="1600" dirty="0">
              <a:latin typeface="Courier New" panose="02070309020205020404" pitchFamily="49" charset="0"/>
              <a:cs typeface="Courier New" panose="02070309020205020404" pitchFamily="49" charset="0"/>
            </a:endParaRPr>
          </a:p>
          <a:p>
            <a:endParaRPr lang="es-ES" sz="1600" dirty="0">
              <a:latin typeface="Courier New" panose="02070309020205020404" pitchFamily="49" charset="0"/>
              <a:cs typeface="Courier New" panose="02070309020205020404" pitchFamily="49" charset="0"/>
            </a:endParaRPr>
          </a:p>
          <a:p>
            <a:r>
              <a:rPr lang="es-ES" sz="1600" dirty="0" err="1">
                <a:latin typeface="Courier New" panose="02070309020205020404" pitchFamily="49" charset="0"/>
                <a:cs typeface="Courier New" panose="02070309020205020404" pitchFamily="49" charset="0"/>
              </a:rPr>
              <a:t>plt.figure</a:t>
            </a:r>
            <a:r>
              <a:rPr lang="es-ES" sz="1600" dirty="0">
                <a:latin typeface="Courier New" panose="02070309020205020404" pitchFamily="49" charset="0"/>
                <a:cs typeface="Courier New" panose="02070309020205020404" pitchFamily="49" charset="0"/>
              </a:rPr>
              <a:t>()</a:t>
            </a:r>
          </a:p>
          <a:p>
            <a:r>
              <a:rPr lang="es-ES" sz="1600" dirty="0" err="1">
                <a:latin typeface="Courier New" panose="02070309020205020404" pitchFamily="49" charset="0"/>
                <a:cs typeface="Courier New" panose="02070309020205020404" pitchFamily="49" charset="0"/>
              </a:rPr>
              <a:t>plt.plot</a:t>
            </a:r>
            <a:r>
              <a:rPr lang="es-ES" sz="1600" dirty="0">
                <a:latin typeface="Courier New" panose="02070309020205020404" pitchFamily="49" charset="0"/>
                <a:cs typeface="Courier New" panose="02070309020205020404" pitchFamily="49" charset="0"/>
              </a:rPr>
              <a:t>(X, y, </a:t>
            </a:r>
            <a:r>
              <a:rPr lang="es-ES" sz="1600" b="1" dirty="0">
                <a:solidFill>
                  <a:srgbClr val="A0453E"/>
                </a:solidFill>
                <a:latin typeface="Courier New" panose="02070309020205020404" pitchFamily="49" charset="0"/>
                <a:cs typeface="Courier New" panose="02070309020205020404" pitchFamily="49" charset="0"/>
              </a:rPr>
              <a:t>"b."</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label</a:t>
            </a:r>
            <a:r>
              <a:rPr lang="es-ES" sz="1600" dirty="0">
                <a:latin typeface="Courier New" panose="02070309020205020404" pitchFamily="49" charset="0"/>
                <a:cs typeface="Courier New" panose="02070309020205020404" pitchFamily="49" charset="0"/>
              </a:rPr>
              <a:t>="</a:t>
            </a:r>
            <a:r>
              <a:rPr lang="es-ES" sz="1600" b="1" dirty="0">
                <a:solidFill>
                  <a:srgbClr val="A0453E"/>
                </a:solidFill>
                <a:latin typeface="Courier New" panose="02070309020205020404" pitchFamily="49" charset="0"/>
                <a:cs typeface="Courier New" panose="02070309020205020404" pitchFamily="49" charset="0"/>
              </a:rPr>
              <a:t>Datos</a:t>
            </a:r>
            <a:r>
              <a:rPr lang="es-ES" sz="1600" dirty="0">
                <a:latin typeface="Courier New" panose="02070309020205020404" pitchFamily="49" charset="0"/>
                <a:cs typeface="Courier New" panose="02070309020205020404" pitchFamily="49" charset="0"/>
              </a:rPr>
              <a:t> </a:t>
            </a:r>
            <a:r>
              <a:rPr lang="es-ES" sz="1600" b="1" dirty="0">
                <a:solidFill>
                  <a:srgbClr val="A0453E"/>
                </a:solidFill>
                <a:latin typeface="Courier New" panose="02070309020205020404" pitchFamily="49" charset="0"/>
                <a:cs typeface="Courier New" panose="02070309020205020404" pitchFamily="49" charset="0"/>
              </a:rPr>
              <a:t>de</a:t>
            </a:r>
            <a:r>
              <a:rPr lang="es-ES" sz="1600" dirty="0">
                <a:latin typeface="Courier New" panose="02070309020205020404" pitchFamily="49" charset="0"/>
                <a:cs typeface="Courier New" panose="02070309020205020404" pitchFamily="49" charset="0"/>
              </a:rPr>
              <a:t> </a:t>
            </a:r>
            <a:r>
              <a:rPr lang="es-ES" sz="1600" b="1" dirty="0">
                <a:solidFill>
                  <a:srgbClr val="A0453E"/>
                </a:solidFill>
                <a:latin typeface="Courier New" panose="02070309020205020404" pitchFamily="49" charset="0"/>
                <a:cs typeface="Courier New" panose="02070309020205020404" pitchFamily="49" charset="0"/>
              </a:rPr>
              <a:t>entrenamiento</a:t>
            </a:r>
            <a:r>
              <a:rPr lang="es-ES" sz="1600" dirty="0">
                <a:latin typeface="Courier New" panose="02070309020205020404" pitchFamily="49" charset="0"/>
                <a:cs typeface="Courier New" panose="02070309020205020404" pitchFamily="49" charset="0"/>
              </a:rPr>
              <a:t>")</a:t>
            </a:r>
          </a:p>
          <a:p>
            <a:r>
              <a:rPr lang="es-ES" sz="1600" dirty="0" err="1">
                <a:latin typeface="Courier New" panose="02070309020205020404" pitchFamily="49" charset="0"/>
                <a:cs typeface="Courier New" panose="02070309020205020404" pitchFamily="49" charset="0"/>
              </a:rPr>
              <a:t>plt.plot</a:t>
            </a:r>
            <a:r>
              <a:rPr lang="es-ES" sz="1600" dirty="0">
                <a:latin typeface="Courier New" panose="02070309020205020404" pitchFamily="49" charset="0"/>
                <a:cs typeface="Courier New" panose="02070309020205020404" pitchFamily="49" charset="0"/>
              </a:rPr>
              <a:t>(</a:t>
            </a:r>
            <a:r>
              <a:rPr lang="es-ES" sz="1600" dirty="0" err="1">
                <a:latin typeface="Courier New" panose="02070309020205020404" pitchFamily="49" charset="0"/>
                <a:cs typeface="Courier New" panose="02070309020205020404" pitchFamily="49" charset="0"/>
              </a:rPr>
              <a:t>X_test</a:t>
            </a:r>
            <a:r>
              <a:rPr lang="es-ES" sz="1600" dirty="0">
                <a:latin typeface="Courier New" panose="02070309020205020404" pitchFamily="49" charset="0"/>
                <a:cs typeface="Courier New" panose="02070309020205020404" pitchFamily="49" charset="0"/>
              </a:rPr>
              <a:t>, y_1, color="</a:t>
            </a:r>
            <a:r>
              <a:rPr lang="es-ES" sz="1600" b="1" dirty="0">
                <a:solidFill>
                  <a:srgbClr val="A0453E"/>
                </a:solidFill>
                <a:latin typeface="Courier New" panose="02070309020205020404" pitchFamily="49" charset="0"/>
                <a:cs typeface="Courier New" panose="02070309020205020404" pitchFamily="49" charset="0"/>
              </a:rPr>
              <a:t>red</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linewidth</a:t>
            </a:r>
            <a:r>
              <a:rPr lang="es-ES" sz="1600" dirty="0">
                <a:latin typeface="Courier New" panose="02070309020205020404" pitchFamily="49" charset="0"/>
                <a:cs typeface="Courier New" panose="02070309020205020404" pitchFamily="49" charset="0"/>
              </a:rPr>
              <a:t>=2)</a:t>
            </a:r>
          </a:p>
        </p:txBody>
      </p:sp>
      <p:sp>
        <p:nvSpPr>
          <p:cNvPr id="3" name="CuadroTexto 2">
            <a:extLst>
              <a:ext uri="{FF2B5EF4-FFF2-40B4-BE49-F238E27FC236}">
                <a16:creationId xmlns:a16="http://schemas.microsoft.com/office/drawing/2014/main" id="{1156994E-86DA-5A5E-E6F0-CE7F0227DBEF}"/>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4" name="CuadroTexto 3">
            <a:extLst>
              <a:ext uri="{FF2B5EF4-FFF2-40B4-BE49-F238E27FC236}">
                <a16:creationId xmlns:a16="http://schemas.microsoft.com/office/drawing/2014/main" id="{6CF4BBB6-3CC9-FFE2-43EC-D689BDB9BC7A}"/>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5" name="CuadroTexto 4">
            <a:extLst>
              <a:ext uri="{FF2B5EF4-FFF2-40B4-BE49-F238E27FC236}">
                <a16:creationId xmlns:a16="http://schemas.microsoft.com/office/drawing/2014/main" id="{4E46E4DE-D2E8-036E-9E96-D764CFEAC791}"/>
              </a:ext>
            </a:extLst>
          </p:cNvPr>
          <p:cNvSpPr txBox="1"/>
          <p:nvPr/>
        </p:nvSpPr>
        <p:spPr>
          <a:xfrm>
            <a:off x="164744" y="619671"/>
            <a:ext cx="6101670" cy="400110"/>
          </a:xfrm>
          <a:prstGeom prst="rect">
            <a:avLst/>
          </a:prstGeom>
          <a:noFill/>
        </p:spPr>
        <p:txBody>
          <a:bodyPr wrap="none" rtlCol="0">
            <a:spAutoFit/>
          </a:bodyPr>
          <a:lstStyle/>
          <a:p>
            <a:r>
              <a:rPr lang="es-ES" sz="2000" b="1" dirty="0">
                <a:solidFill>
                  <a:schemeClr val="accent1">
                    <a:lumMod val="50000"/>
                  </a:schemeClr>
                </a:solidFill>
              </a:rPr>
              <a:t>Bosques de Decisión Secuenciales (</a:t>
            </a:r>
            <a:r>
              <a:rPr lang="es-ES" sz="2000" b="1" dirty="0" err="1">
                <a:solidFill>
                  <a:schemeClr val="accent1">
                    <a:lumMod val="50000"/>
                  </a:schemeClr>
                </a:solidFill>
              </a:rPr>
              <a:t>Boosting</a:t>
            </a:r>
            <a:r>
              <a:rPr lang="es-ES" sz="2000" b="1" dirty="0">
                <a:solidFill>
                  <a:schemeClr val="accent1">
                    <a:lumMod val="50000"/>
                  </a:schemeClr>
                </a:solidFill>
              </a:rPr>
              <a:t>) en </a:t>
            </a:r>
            <a:r>
              <a:rPr lang="es-ES" sz="2000" b="1" dirty="0" err="1">
                <a:solidFill>
                  <a:schemeClr val="accent1">
                    <a:lumMod val="50000"/>
                  </a:schemeClr>
                </a:solidFill>
              </a:rPr>
              <a:t>Sklearn</a:t>
            </a:r>
            <a:endParaRPr lang="es-ES" sz="2000" b="1" dirty="0">
              <a:solidFill>
                <a:schemeClr val="accent1">
                  <a:lumMod val="50000"/>
                </a:schemeClr>
              </a:solidFill>
            </a:endParaRPr>
          </a:p>
        </p:txBody>
      </p:sp>
    </p:spTree>
    <p:extLst>
      <p:ext uri="{BB962C8B-B14F-4D97-AF65-F5344CB8AC3E}">
        <p14:creationId xmlns:p14="http://schemas.microsoft.com/office/powerpoint/2010/main" val="339490990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6334CAD5-091B-7B31-4C35-401543400DB3}"/>
              </a:ext>
            </a:extLst>
          </p:cNvPr>
          <p:cNvPicPr>
            <a:picLocks noChangeAspect="1"/>
          </p:cNvPicPr>
          <p:nvPr/>
        </p:nvPicPr>
        <p:blipFill>
          <a:blip r:embed="rId2"/>
          <a:stretch>
            <a:fillRect/>
          </a:stretch>
        </p:blipFill>
        <p:spPr>
          <a:xfrm>
            <a:off x="120193" y="3154060"/>
            <a:ext cx="4586837" cy="3390862"/>
          </a:xfrm>
          <a:prstGeom prst="rect">
            <a:avLst/>
          </a:prstGeom>
        </p:spPr>
      </p:pic>
      <p:sp>
        <p:nvSpPr>
          <p:cNvPr id="6" name="CuadroTexto 5">
            <a:extLst>
              <a:ext uri="{FF2B5EF4-FFF2-40B4-BE49-F238E27FC236}">
                <a16:creationId xmlns:a16="http://schemas.microsoft.com/office/drawing/2014/main" id="{F8503A6C-2612-EE2C-1B70-D603E0369175}"/>
              </a:ext>
            </a:extLst>
          </p:cNvPr>
          <p:cNvSpPr txBox="1"/>
          <p:nvPr/>
        </p:nvSpPr>
        <p:spPr>
          <a:xfrm>
            <a:off x="182880" y="1225930"/>
            <a:ext cx="11950505" cy="2031325"/>
          </a:xfrm>
          <a:prstGeom prst="rect">
            <a:avLst/>
          </a:prstGeom>
          <a:noFill/>
        </p:spPr>
        <p:txBody>
          <a:bodyPr wrap="square" rtlCol="0">
            <a:spAutoFit/>
          </a:bodyPr>
          <a:lstStyle/>
          <a:p>
            <a:pPr rtl="0"/>
            <a:r>
              <a:rPr lang="es-ES" dirty="0">
                <a:solidFill>
                  <a:schemeClr val="accent1">
                    <a:lumMod val="50000"/>
                  </a:schemeClr>
                </a:solidFill>
              </a:rPr>
              <a:t>Los estimadores se entrenan de modo secuencial de forma que cada nuevo estimador usa las predicciones del anterior para mejorarlas.</a:t>
            </a:r>
          </a:p>
          <a:p>
            <a:pPr rtl="0"/>
            <a:endParaRPr lang="es-ES" dirty="0">
              <a:solidFill>
                <a:schemeClr val="accent1">
                  <a:lumMod val="50000"/>
                </a:schemeClr>
              </a:solidFill>
            </a:endParaRPr>
          </a:p>
          <a:p>
            <a:pPr marL="285750" indent="-285750" rtl="0">
              <a:buFont typeface="Arial" panose="020B0604020202020204" pitchFamily="34" charset="0"/>
              <a:buChar char="•"/>
            </a:pPr>
            <a:r>
              <a:rPr lang="es-ES" b="1" dirty="0" err="1">
                <a:solidFill>
                  <a:schemeClr val="accent1">
                    <a:lumMod val="50000"/>
                  </a:schemeClr>
                </a:solidFill>
              </a:rPr>
              <a:t>Gradient</a:t>
            </a:r>
            <a:r>
              <a:rPr lang="es-ES" b="1" dirty="0">
                <a:solidFill>
                  <a:schemeClr val="accent1">
                    <a:lumMod val="50000"/>
                  </a:schemeClr>
                </a:solidFill>
              </a:rPr>
              <a:t> </a:t>
            </a:r>
            <a:r>
              <a:rPr lang="es-ES" b="1" dirty="0" err="1">
                <a:solidFill>
                  <a:schemeClr val="accent1">
                    <a:lumMod val="50000"/>
                  </a:schemeClr>
                </a:solidFill>
              </a:rPr>
              <a:t>Boosting</a:t>
            </a:r>
            <a:r>
              <a:rPr lang="es-ES" b="1" dirty="0">
                <a:solidFill>
                  <a:schemeClr val="accent1">
                    <a:lumMod val="50000"/>
                  </a:schemeClr>
                </a:solidFill>
              </a:rPr>
              <a:t>: </a:t>
            </a:r>
            <a:r>
              <a:rPr lang="es-ES" dirty="0">
                <a:solidFill>
                  <a:schemeClr val="accent1">
                    <a:lumMod val="50000"/>
                  </a:schemeClr>
                </a:solidFill>
              </a:rPr>
              <a:t>Cada nuevo estimador se entrena con el error que ha cometido el estimador anterior. De esa manera si sumamos los resultados de todos los estimadores obtendremos una mejor aproximación al valor exacto. Veamos un ejemplo ya tratado en regresión. </a:t>
            </a:r>
          </a:p>
          <a:p>
            <a:pPr rtl="0"/>
            <a:endParaRPr lang="es-ES" dirty="0">
              <a:effectLst/>
            </a:endParaRPr>
          </a:p>
        </p:txBody>
      </p:sp>
      <p:sp>
        <p:nvSpPr>
          <p:cNvPr id="8" name="CuadroTexto 7">
            <a:extLst>
              <a:ext uri="{FF2B5EF4-FFF2-40B4-BE49-F238E27FC236}">
                <a16:creationId xmlns:a16="http://schemas.microsoft.com/office/drawing/2014/main" id="{6A8754F9-72C3-5A91-853E-7779D12820C7}"/>
              </a:ext>
            </a:extLst>
          </p:cNvPr>
          <p:cNvSpPr txBox="1"/>
          <p:nvPr/>
        </p:nvSpPr>
        <p:spPr>
          <a:xfrm>
            <a:off x="4830904" y="2954415"/>
            <a:ext cx="6920971" cy="646331"/>
          </a:xfrm>
          <a:prstGeom prst="rect">
            <a:avLst/>
          </a:prstGeom>
          <a:noFill/>
        </p:spPr>
        <p:txBody>
          <a:bodyPr wrap="square" rtlCol="0">
            <a:spAutoFit/>
          </a:bodyPr>
          <a:lstStyle/>
          <a:p>
            <a:r>
              <a:rPr lang="es-ES" dirty="0">
                <a:solidFill>
                  <a:schemeClr val="accent1">
                    <a:lumMod val="50000"/>
                  </a:schemeClr>
                </a:solidFill>
              </a:rPr>
              <a:t>A continuación creamos un nuevo árbol al que vamos a entrenar con los errores cometidos por el anterior.</a:t>
            </a:r>
          </a:p>
        </p:txBody>
      </p:sp>
      <p:sp>
        <p:nvSpPr>
          <p:cNvPr id="3" name="CuadroTexto 2">
            <a:extLst>
              <a:ext uri="{FF2B5EF4-FFF2-40B4-BE49-F238E27FC236}">
                <a16:creationId xmlns:a16="http://schemas.microsoft.com/office/drawing/2014/main" id="{1156994E-86DA-5A5E-E6F0-CE7F0227DBEF}"/>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4" name="CuadroTexto 3">
            <a:extLst>
              <a:ext uri="{FF2B5EF4-FFF2-40B4-BE49-F238E27FC236}">
                <a16:creationId xmlns:a16="http://schemas.microsoft.com/office/drawing/2014/main" id="{6CF4BBB6-3CC9-FFE2-43EC-D689BDB9BC7A}"/>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5" name="CuadroTexto 4">
            <a:extLst>
              <a:ext uri="{FF2B5EF4-FFF2-40B4-BE49-F238E27FC236}">
                <a16:creationId xmlns:a16="http://schemas.microsoft.com/office/drawing/2014/main" id="{4E46E4DE-D2E8-036E-9E96-D764CFEAC791}"/>
              </a:ext>
            </a:extLst>
          </p:cNvPr>
          <p:cNvSpPr txBox="1"/>
          <p:nvPr/>
        </p:nvSpPr>
        <p:spPr>
          <a:xfrm>
            <a:off x="164744" y="619671"/>
            <a:ext cx="6101670" cy="400110"/>
          </a:xfrm>
          <a:prstGeom prst="rect">
            <a:avLst/>
          </a:prstGeom>
          <a:noFill/>
        </p:spPr>
        <p:txBody>
          <a:bodyPr wrap="none" rtlCol="0">
            <a:spAutoFit/>
          </a:bodyPr>
          <a:lstStyle/>
          <a:p>
            <a:r>
              <a:rPr lang="es-ES" sz="2000" b="1" dirty="0">
                <a:solidFill>
                  <a:schemeClr val="accent1">
                    <a:lumMod val="50000"/>
                  </a:schemeClr>
                </a:solidFill>
              </a:rPr>
              <a:t>Bosques de Decisión Secuenciales (</a:t>
            </a:r>
            <a:r>
              <a:rPr lang="es-ES" sz="2000" b="1" dirty="0" err="1">
                <a:solidFill>
                  <a:schemeClr val="accent1">
                    <a:lumMod val="50000"/>
                  </a:schemeClr>
                </a:solidFill>
              </a:rPr>
              <a:t>Boosting</a:t>
            </a:r>
            <a:r>
              <a:rPr lang="es-ES" sz="2000" b="1" dirty="0">
                <a:solidFill>
                  <a:schemeClr val="accent1">
                    <a:lumMod val="50000"/>
                  </a:schemeClr>
                </a:solidFill>
              </a:rPr>
              <a:t>) en </a:t>
            </a:r>
            <a:r>
              <a:rPr lang="es-ES" sz="2000" b="1" dirty="0" err="1">
                <a:solidFill>
                  <a:schemeClr val="accent1">
                    <a:lumMod val="50000"/>
                  </a:schemeClr>
                </a:solidFill>
              </a:rPr>
              <a:t>Sklearn</a:t>
            </a:r>
            <a:endParaRPr lang="es-ES" sz="2000" b="1" dirty="0">
              <a:solidFill>
                <a:schemeClr val="accent1">
                  <a:lumMod val="50000"/>
                </a:schemeClr>
              </a:solidFill>
            </a:endParaRPr>
          </a:p>
        </p:txBody>
      </p:sp>
      <p:sp>
        <p:nvSpPr>
          <p:cNvPr id="10" name="CuadroTexto 9">
            <a:extLst>
              <a:ext uri="{FF2B5EF4-FFF2-40B4-BE49-F238E27FC236}">
                <a16:creationId xmlns:a16="http://schemas.microsoft.com/office/drawing/2014/main" id="{23B8F1CD-7A46-4D88-AE2F-FADAF604BDB9}"/>
              </a:ext>
            </a:extLst>
          </p:cNvPr>
          <p:cNvSpPr txBox="1"/>
          <p:nvPr/>
        </p:nvSpPr>
        <p:spPr>
          <a:xfrm>
            <a:off x="4707030" y="3685636"/>
            <a:ext cx="7426355" cy="2800767"/>
          </a:xfrm>
          <a:prstGeom prst="rect">
            <a:avLst/>
          </a:prstGeom>
          <a:noFill/>
        </p:spPr>
        <p:txBody>
          <a:bodyPr wrap="square">
            <a:spAutoFit/>
          </a:bodyPr>
          <a:lstStyle/>
          <a:p>
            <a:r>
              <a:rPr lang="es-ES" sz="1600" b="1" dirty="0" err="1">
                <a:solidFill>
                  <a:schemeClr val="accent6">
                    <a:lumMod val="75000"/>
                  </a:schemeClr>
                </a:solidFill>
                <a:latin typeface="Courier New" panose="02070309020205020404" pitchFamily="49" charset="0"/>
                <a:cs typeface="Courier New" panose="02070309020205020404" pitchFamily="49" charset="0"/>
              </a:rPr>
              <a:t>from</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sklearn.tree</a:t>
            </a:r>
            <a:r>
              <a:rPr lang="es-ES" sz="1600" dirty="0">
                <a:latin typeface="Courier New" panose="02070309020205020404" pitchFamily="49" charset="0"/>
                <a:cs typeface="Courier New" panose="02070309020205020404" pitchFamily="49" charset="0"/>
              </a:rPr>
              <a:t> </a:t>
            </a:r>
            <a:r>
              <a:rPr lang="es-ES" sz="1600" b="1" dirty="0" err="1">
                <a:solidFill>
                  <a:schemeClr val="accent6">
                    <a:lumMod val="75000"/>
                  </a:schemeClr>
                </a:solidFill>
                <a:latin typeface="Courier New" panose="02070309020205020404" pitchFamily="49" charset="0"/>
                <a:cs typeface="Courier New" panose="02070309020205020404" pitchFamily="49" charset="0"/>
              </a:rPr>
              <a:t>import</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DecisionTreeRegressor</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plot_tree</a:t>
            </a:r>
            <a:endParaRPr lang="es-ES" sz="1600" dirty="0">
              <a:latin typeface="Courier New" panose="02070309020205020404" pitchFamily="49" charset="0"/>
              <a:cs typeface="Courier New" panose="02070309020205020404" pitchFamily="49" charset="0"/>
            </a:endParaRPr>
          </a:p>
          <a:p>
            <a:endParaRPr lang="es-ES" sz="1600" dirty="0">
              <a:latin typeface="Courier New" panose="02070309020205020404" pitchFamily="49" charset="0"/>
              <a:cs typeface="Courier New" panose="02070309020205020404" pitchFamily="49" charset="0"/>
            </a:endParaRPr>
          </a:p>
          <a:p>
            <a:r>
              <a:rPr lang="es-ES" sz="1600" dirty="0">
                <a:latin typeface="Courier New" panose="02070309020205020404" pitchFamily="49" charset="0"/>
                <a:cs typeface="Courier New" panose="02070309020205020404" pitchFamily="49" charset="0"/>
              </a:rPr>
              <a:t>tree_reg_1 = </a:t>
            </a:r>
            <a:r>
              <a:rPr lang="es-ES" sz="1600" dirty="0" err="1">
                <a:latin typeface="Courier New" panose="02070309020205020404" pitchFamily="49" charset="0"/>
                <a:cs typeface="Courier New" panose="02070309020205020404" pitchFamily="49" charset="0"/>
              </a:rPr>
              <a:t>DecisionTreeRegressor</a:t>
            </a:r>
            <a:r>
              <a:rPr lang="es-ES" sz="1600" dirty="0">
                <a:latin typeface="Courier New" panose="02070309020205020404" pitchFamily="49" charset="0"/>
                <a:cs typeface="Courier New" panose="02070309020205020404" pitchFamily="49" charset="0"/>
              </a:rPr>
              <a:t>(</a:t>
            </a:r>
            <a:r>
              <a:rPr lang="es-ES" sz="1600" dirty="0" err="1">
                <a:latin typeface="Courier New" panose="02070309020205020404" pitchFamily="49" charset="0"/>
                <a:cs typeface="Courier New" panose="02070309020205020404" pitchFamily="49" charset="0"/>
              </a:rPr>
              <a:t>max_depth</a:t>
            </a:r>
            <a:r>
              <a:rPr lang="es-ES" sz="1600" dirty="0">
                <a:latin typeface="Courier New" panose="02070309020205020404" pitchFamily="49" charset="0"/>
                <a:cs typeface="Courier New" panose="02070309020205020404" pitchFamily="49" charset="0"/>
              </a:rPr>
              <a:t>=</a:t>
            </a:r>
            <a:r>
              <a:rPr lang="es-ES" sz="1600" b="1" dirty="0">
                <a:solidFill>
                  <a:schemeClr val="accent6">
                    <a:lumMod val="75000"/>
                  </a:schemeClr>
                </a:solidFill>
                <a:latin typeface="Courier New" panose="02070309020205020404" pitchFamily="49" charset="0"/>
                <a:cs typeface="Courier New" panose="02070309020205020404" pitchFamily="49" charset="0"/>
              </a:rPr>
              <a:t>2</a:t>
            </a:r>
            <a:r>
              <a:rPr lang="es-ES" sz="1600" dirty="0">
                <a:latin typeface="Courier New" panose="02070309020205020404" pitchFamily="49" charset="0"/>
                <a:cs typeface="Courier New" panose="02070309020205020404" pitchFamily="49" charset="0"/>
              </a:rPr>
              <a:t>)</a:t>
            </a:r>
          </a:p>
          <a:p>
            <a:r>
              <a:rPr lang="es-ES" sz="1600" dirty="0">
                <a:latin typeface="Courier New" panose="02070309020205020404" pitchFamily="49" charset="0"/>
                <a:cs typeface="Courier New" panose="02070309020205020404" pitchFamily="49" charset="0"/>
              </a:rPr>
              <a:t>tree_reg_1.fit(X, y)</a:t>
            </a:r>
          </a:p>
          <a:p>
            <a:endParaRPr lang="es-ES" sz="1600" dirty="0">
              <a:latin typeface="Courier New" panose="02070309020205020404" pitchFamily="49" charset="0"/>
              <a:cs typeface="Courier New" panose="02070309020205020404" pitchFamily="49" charset="0"/>
            </a:endParaRPr>
          </a:p>
          <a:p>
            <a:r>
              <a:rPr lang="es-ES" sz="1600" dirty="0">
                <a:solidFill>
                  <a:srgbClr val="A0453E"/>
                </a:solidFill>
                <a:latin typeface="Courier New" panose="02070309020205020404" pitchFamily="49" charset="0"/>
                <a:cs typeface="Courier New" panose="02070309020205020404" pitchFamily="49" charset="0"/>
              </a:rPr>
              <a:t># Entrenamos con el error cometido</a:t>
            </a:r>
          </a:p>
          <a:p>
            <a:r>
              <a:rPr lang="es-ES" sz="1600" dirty="0">
                <a:latin typeface="Courier New" panose="02070309020205020404" pitchFamily="49" charset="0"/>
                <a:cs typeface="Courier New" panose="02070309020205020404" pitchFamily="49" charset="0"/>
              </a:rPr>
              <a:t>y2 = y - tree_reg_1.predict(X)[:,</a:t>
            </a:r>
            <a:r>
              <a:rPr lang="es-ES" sz="1600" dirty="0" err="1">
                <a:latin typeface="Courier New" panose="02070309020205020404" pitchFamily="49" charset="0"/>
                <a:cs typeface="Courier New" panose="02070309020205020404" pitchFamily="49" charset="0"/>
              </a:rPr>
              <a:t>np.newaxis</a:t>
            </a:r>
            <a:r>
              <a:rPr lang="es-ES" sz="1600" dirty="0">
                <a:latin typeface="Courier New" panose="02070309020205020404" pitchFamily="49" charset="0"/>
                <a:cs typeface="Courier New" panose="02070309020205020404" pitchFamily="49" charset="0"/>
              </a:rPr>
              <a:t>]</a:t>
            </a:r>
          </a:p>
          <a:p>
            <a:r>
              <a:rPr lang="es-ES" sz="1600" dirty="0">
                <a:latin typeface="Courier New" panose="02070309020205020404" pitchFamily="49" charset="0"/>
                <a:cs typeface="Courier New" panose="02070309020205020404" pitchFamily="49" charset="0"/>
              </a:rPr>
              <a:t>tree_reg_2 = </a:t>
            </a:r>
            <a:r>
              <a:rPr lang="es-ES" sz="1600" dirty="0" err="1">
                <a:latin typeface="Courier New" panose="02070309020205020404" pitchFamily="49" charset="0"/>
                <a:cs typeface="Courier New" panose="02070309020205020404" pitchFamily="49" charset="0"/>
              </a:rPr>
              <a:t>DecisionTreeRegressor</a:t>
            </a:r>
            <a:r>
              <a:rPr lang="es-ES" sz="1600" dirty="0">
                <a:latin typeface="Courier New" panose="02070309020205020404" pitchFamily="49" charset="0"/>
                <a:cs typeface="Courier New" panose="02070309020205020404" pitchFamily="49" charset="0"/>
              </a:rPr>
              <a:t>(</a:t>
            </a:r>
            <a:r>
              <a:rPr lang="es-ES" sz="1600" dirty="0" err="1">
                <a:latin typeface="Courier New" panose="02070309020205020404" pitchFamily="49" charset="0"/>
                <a:cs typeface="Courier New" panose="02070309020205020404" pitchFamily="49" charset="0"/>
              </a:rPr>
              <a:t>max_depth</a:t>
            </a:r>
            <a:r>
              <a:rPr lang="es-ES" sz="1600" dirty="0">
                <a:latin typeface="Courier New" panose="02070309020205020404" pitchFamily="49" charset="0"/>
                <a:cs typeface="Courier New" panose="02070309020205020404" pitchFamily="49" charset="0"/>
              </a:rPr>
              <a:t>=</a:t>
            </a:r>
            <a:r>
              <a:rPr lang="es-ES" sz="1600" b="1" dirty="0">
                <a:solidFill>
                  <a:schemeClr val="accent6">
                    <a:lumMod val="75000"/>
                  </a:schemeClr>
                </a:solidFill>
                <a:latin typeface="Courier New" panose="02070309020205020404" pitchFamily="49" charset="0"/>
                <a:cs typeface="Courier New" panose="02070309020205020404" pitchFamily="49" charset="0"/>
              </a:rPr>
              <a:t>2</a:t>
            </a:r>
            <a:r>
              <a:rPr lang="es-ES" sz="1600" dirty="0">
                <a:latin typeface="Courier New" panose="02070309020205020404" pitchFamily="49" charset="0"/>
                <a:cs typeface="Courier New" panose="02070309020205020404" pitchFamily="49" charset="0"/>
              </a:rPr>
              <a:t>)</a:t>
            </a:r>
          </a:p>
          <a:p>
            <a:r>
              <a:rPr lang="es-ES" sz="1600" dirty="0">
                <a:latin typeface="Courier New" panose="02070309020205020404" pitchFamily="49" charset="0"/>
                <a:cs typeface="Courier New" panose="02070309020205020404" pitchFamily="49" charset="0"/>
              </a:rPr>
              <a:t>tree_reg_2.fit(X, y2)</a:t>
            </a:r>
          </a:p>
          <a:p>
            <a:endParaRPr lang="es-ES" sz="1600" dirty="0">
              <a:latin typeface="Courier New" panose="02070309020205020404" pitchFamily="49" charset="0"/>
              <a:cs typeface="Courier New" panose="02070309020205020404" pitchFamily="49" charset="0"/>
            </a:endParaRPr>
          </a:p>
          <a:p>
            <a:endParaRPr lang="es-ES" sz="1600" dirty="0">
              <a:latin typeface="Courier New" panose="02070309020205020404" pitchFamily="49" charset="0"/>
              <a:cs typeface="Courier New" panose="02070309020205020404" pitchFamily="49" charset="0"/>
            </a:endParaRPr>
          </a:p>
        </p:txBody>
      </p:sp>
      <p:grpSp>
        <p:nvGrpSpPr>
          <p:cNvPr id="12" name="Grupo 11">
            <a:extLst>
              <a:ext uri="{FF2B5EF4-FFF2-40B4-BE49-F238E27FC236}">
                <a16:creationId xmlns:a16="http://schemas.microsoft.com/office/drawing/2014/main" id="{87346D70-6172-160F-918A-FF49884093E0}"/>
              </a:ext>
            </a:extLst>
          </p:cNvPr>
          <p:cNvGrpSpPr/>
          <p:nvPr/>
        </p:nvGrpSpPr>
        <p:grpSpPr>
          <a:xfrm>
            <a:off x="5866296" y="4803024"/>
            <a:ext cx="5810040" cy="2111760"/>
            <a:chOff x="5966308" y="4637825"/>
            <a:chExt cx="5810040" cy="2111760"/>
          </a:xfrm>
        </p:grpSpPr>
        <mc:AlternateContent xmlns:mc="http://schemas.openxmlformats.org/markup-compatibility/2006" xmlns:p14="http://schemas.microsoft.com/office/powerpoint/2010/main">
          <mc:Choice Requires="p14">
            <p:contentPart p14:bwMode="auto" r:id="rId3">
              <p14:nvContentPartPr>
                <p14:cNvPr id="13" name="Entrada de lápiz 12">
                  <a:extLst>
                    <a:ext uri="{FF2B5EF4-FFF2-40B4-BE49-F238E27FC236}">
                      <a16:creationId xmlns:a16="http://schemas.microsoft.com/office/drawing/2014/main" id="{DCBBA6BA-CB4F-039C-38B4-EDDAD9233A9D}"/>
                    </a:ext>
                  </a:extLst>
                </p14:cNvPr>
                <p14:cNvContentPartPr/>
                <p14:nvPr/>
              </p14:nvContentPartPr>
              <p14:xfrm>
                <a:off x="9345988" y="4637825"/>
                <a:ext cx="1652400" cy="1409760"/>
              </p14:xfrm>
            </p:contentPart>
          </mc:Choice>
          <mc:Fallback xmlns="">
            <p:pic>
              <p:nvPicPr>
                <p:cNvPr id="5" name="Entrada de lápiz 4">
                  <a:extLst>
                    <a:ext uri="{FF2B5EF4-FFF2-40B4-BE49-F238E27FC236}">
                      <a16:creationId xmlns:a16="http://schemas.microsoft.com/office/drawing/2014/main" id="{2F457220-FB40-F397-5946-BE6AAEB760D2}"/>
                    </a:ext>
                  </a:extLst>
                </p:cNvPr>
                <p:cNvPicPr/>
                <p:nvPr/>
              </p:nvPicPr>
              <p:blipFill>
                <a:blip r:embed="rId4"/>
                <a:stretch>
                  <a:fillRect/>
                </a:stretch>
              </p:blipFill>
              <p:spPr>
                <a:xfrm>
                  <a:off x="9337348" y="4629185"/>
                  <a:ext cx="1670040" cy="14274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4" name="Entrada de lápiz 13">
                  <a:extLst>
                    <a:ext uri="{FF2B5EF4-FFF2-40B4-BE49-F238E27FC236}">
                      <a16:creationId xmlns:a16="http://schemas.microsoft.com/office/drawing/2014/main" id="{02E799F6-3D9C-C0EC-EFEC-1E15E7C6B1AC}"/>
                    </a:ext>
                  </a:extLst>
                </p14:cNvPr>
                <p14:cNvContentPartPr/>
                <p14:nvPr/>
              </p14:nvContentPartPr>
              <p14:xfrm>
                <a:off x="10593748" y="5953625"/>
                <a:ext cx="13680" cy="194400"/>
              </p14:xfrm>
            </p:contentPart>
          </mc:Choice>
          <mc:Fallback xmlns="">
            <p:pic>
              <p:nvPicPr>
                <p:cNvPr id="6" name="Entrada de lápiz 5">
                  <a:extLst>
                    <a:ext uri="{FF2B5EF4-FFF2-40B4-BE49-F238E27FC236}">
                      <a16:creationId xmlns:a16="http://schemas.microsoft.com/office/drawing/2014/main" id="{2F83A9CB-F62D-3DCF-A0D2-813D08FD9007}"/>
                    </a:ext>
                  </a:extLst>
                </p:cNvPr>
                <p:cNvPicPr/>
                <p:nvPr/>
              </p:nvPicPr>
              <p:blipFill>
                <a:blip r:embed="rId6"/>
                <a:stretch>
                  <a:fillRect/>
                </a:stretch>
              </p:blipFill>
              <p:spPr>
                <a:xfrm>
                  <a:off x="10584748" y="5944625"/>
                  <a:ext cx="3132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5" name="Entrada de lápiz 14">
                  <a:extLst>
                    <a:ext uri="{FF2B5EF4-FFF2-40B4-BE49-F238E27FC236}">
                      <a16:creationId xmlns:a16="http://schemas.microsoft.com/office/drawing/2014/main" id="{0F1293A9-358D-3655-E354-79AE4FC92D89}"/>
                    </a:ext>
                  </a:extLst>
                </p14:cNvPr>
                <p14:cNvContentPartPr/>
                <p14:nvPr/>
              </p14:nvContentPartPr>
              <p14:xfrm>
                <a:off x="10458028" y="5943545"/>
                <a:ext cx="144720" cy="247320"/>
              </p14:xfrm>
            </p:contentPart>
          </mc:Choice>
          <mc:Fallback xmlns="">
            <p:pic>
              <p:nvPicPr>
                <p:cNvPr id="9" name="Entrada de lápiz 8">
                  <a:extLst>
                    <a:ext uri="{FF2B5EF4-FFF2-40B4-BE49-F238E27FC236}">
                      <a16:creationId xmlns:a16="http://schemas.microsoft.com/office/drawing/2014/main" id="{4E8A0C14-5532-BF52-0881-AE72085E39A6}"/>
                    </a:ext>
                  </a:extLst>
                </p:cNvPr>
                <p:cNvPicPr/>
                <p:nvPr/>
              </p:nvPicPr>
              <p:blipFill>
                <a:blip r:embed="rId8"/>
                <a:stretch>
                  <a:fillRect/>
                </a:stretch>
              </p:blipFill>
              <p:spPr>
                <a:xfrm>
                  <a:off x="10449388" y="5934545"/>
                  <a:ext cx="16236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6" name="Entrada de lápiz 15">
                  <a:extLst>
                    <a:ext uri="{FF2B5EF4-FFF2-40B4-BE49-F238E27FC236}">
                      <a16:creationId xmlns:a16="http://schemas.microsoft.com/office/drawing/2014/main" id="{3A85DDD5-0E57-D7E2-64F4-3F0C42FB2A48}"/>
                    </a:ext>
                  </a:extLst>
                </p14:cNvPr>
                <p14:cNvContentPartPr/>
                <p14:nvPr/>
              </p14:nvContentPartPr>
              <p14:xfrm>
                <a:off x="6224788" y="5836265"/>
                <a:ext cx="136440" cy="151200"/>
              </p14:xfrm>
            </p:contentPart>
          </mc:Choice>
          <mc:Fallback xmlns="">
            <p:pic>
              <p:nvPicPr>
                <p:cNvPr id="13" name="Entrada de lápiz 12">
                  <a:extLst>
                    <a:ext uri="{FF2B5EF4-FFF2-40B4-BE49-F238E27FC236}">
                      <a16:creationId xmlns:a16="http://schemas.microsoft.com/office/drawing/2014/main" id="{7CD0F6EB-2C44-0EE2-DFBA-E69E3EC7C24D}"/>
                    </a:ext>
                  </a:extLst>
                </p:cNvPr>
                <p:cNvPicPr/>
                <p:nvPr/>
              </p:nvPicPr>
              <p:blipFill>
                <a:blip r:embed="rId10"/>
                <a:stretch>
                  <a:fillRect/>
                </a:stretch>
              </p:blipFill>
              <p:spPr>
                <a:xfrm>
                  <a:off x="6215788" y="5827625"/>
                  <a:ext cx="15408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7" name="Entrada de lápiz 16">
                  <a:extLst>
                    <a:ext uri="{FF2B5EF4-FFF2-40B4-BE49-F238E27FC236}">
                      <a16:creationId xmlns:a16="http://schemas.microsoft.com/office/drawing/2014/main" id="{9104B108-685A-432F-4EF6-D69AB7F0F367}"/>
                    </a:ext>
                  </a:extLst>
                </p14:cNvPr>
                <p14:cNvContentPartPr/>
                <p14:nvPr/>
              </p14:nvContentPartPr>
              <p14:xfrm>
                <a:off x="6342868" y="5877665"/>
                <a:ext cx="143280" cy="108000"/>
              </p14:xfrm>
            </p:contentPart>
          </mc:Choice>
          <mc:Fallback xmlns="">
            <p:pic>
              <p:nvPicPr>
                <p:cNvPr id="14" name="Entrada de lápiz 13">
                  <a:extLst>
                    <a:ext uri="{FF2B5EF4-FFF2-40B4-BE49-F238E27FC236}">
                      <a16:creationId xmlns:a16="http://schemas.microsoft.com/office/drawing/2014/main" id="{5CB8F953-0350-E3D7-0B9A-59E7DA431E56}"/>
                    </a:ext>
                  </a:extLst>
                </p:cNvPr>
                <p:cNvPicPr/>
                <p:nvPr/>
              </p:nvPicPr>
              <p:blipFill>
                <a:blip r:embed="rId12"/>
                <a:stretch>
                  <a:fillRect/>
                </a:stretch>
              </p:blipFill>
              <p:spPr>
                <a:xfrm>
                  <a:off x="6334228" y="5868665"/>
                  <a:ext cx="16092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Entrada de lápiz 17">
                  <a:extLst>
                    <a:ext uri="{FF2B5EF4-FFF2-40B4-BE49-F238E27FC236}">
                      <a16:creationId xmlns:a16="http://schemas.microsoft.com/office/drawing/2014/main" id="{7437521C-FD98-0630-7F88-37E4B77AB960}"/>
                    </a:ext>
                  </a:extLst>
                </p14:cNvPr>
                <p14:cNvContentPartPr/>
                <p14:nvPr/>
              </p14:nvContentPartPr>
              <p14:xfrm>
                <a:off x="6699268" y="5911505"/>
                <a:ext cx="37440" cy="146880"/>
              </p14:xfrm>
            </p:contentPart>
          </mc:Choice>
          <mc:Fallback xmlns="">
            <p:pic>
              <p:nvPicPr>
                <p:cNvPr id="16" name="Entrada de lápiz 15">
                  <a:extLst>
                    <a:ext uri="{FF2B5EF4-FFF2-40B4-BE49-F238E27FC236}">
                      <a16:creationId xmlns:a16="http://schemas.microsoft.com/office/drawing/2014/main" id="{85A61BE6-F9F4-C65C-A9E8-C75569DA7C8F}"/>
                    </a:ext>
                  </a:extLst>
                </p:cNvPr>
                <p:cNvPicPr/>
                <p:nvPr/>
              </p:nvPicPr>
              <p:blipFill>
                <a:blip r:embed="rId14"/>
                <a:stretch>
                  <a:fillRect/>
                </a:stretch>
              </p:blipFill>
              <p:spPr>
                <a:xfrm>
                  <a:off x="6690268" y="5902865"/>
                  <a:ext cx="5508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9" name="Entrada de lápiz 18">
                  <a:extLst>
                    <a:ext uri="{FF2B5EF4-FFF2-40B4-BE49-F238E27FC236}">
                      <a16:creationId xmlns:a16="http://schemas.microsoft.com/office/drawing/2014/main" id="{9E2165B3-703D-D245-3A6F-797F57EA73D4}"/>
                    </a:ext>
                  </a:extLst>
                </p14:cNvPr>
                <p14:cNvContentPartPr/>
                <p14:nvPr/>
              </p14:nvContentPartPr>
              <p14:xfrm>
                <a:off x="6647428" y="5868305"/>
                <a:ext cx="153000" cy="109080"/>
              </p14:xfrm>
            </p:contentPart>
          </mc:Choice>
          <mc:Fallback xmlns="">
            <p:pic>
              <p:nvPicPr>
                <p:cNvPr id="17" name="Entrada de lápiz 16">
                  <a:extLst>
                    <a:ext uri="{FF2B5EF4-FFF2-40B4-BE49-F238E27FC236}">
                      <a16:creationId xmlns:a16="http://schemas.microsoft.com/office/drawing/2014/main" id="{065B423E-5B8A-6F3C-51B7-B167E7C7174E}"/>
                    </a:ext>
                  </a:extLst>
                </p:cNvPr>
                <p:cNvPicPr/>
                <p:nvPr/>
              </p:nvPicPr>
              <p:blipFill>
                <a:blip r:embed="rId16"/>
                <a:stretch>
                  <a:fillRect/>
                </a:stretch>
              </p:blipFill>
              <p:spPr>
                <a:xfrm>
                  <a:off x="6638428" y="5859665"/>
                  <a:ext cx="17064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0" name="Entrada de lápiz 19">
                  <a:extLst>
                    <a:ext uri="{FF2B5EF4-FFF2-40B4-BE49-F238E27FC236}">
                      <a16:creationId xmlns:a16="http://schemas.microsoft.com/office/drawing/2014/main" id="{2EA8C850-A0DC-CF83-8999-459AA128A62E}"/>
                    </a:ext>
                  </a:extLst>
                </p14:cNvPr>
                <p14:cNvContentPartPr/>
                <p14:nvPr/>
              </p14:nvContentPartPr>
              <p14:xfrm>
                <a:off x="6815548" y="5887025"/>
                <a:ext cx="95040" cy="88560"/>
              </p14:xfrm>
            </p:contentPart>
          </mc:Choice>
          <mc:Fallback xmlns="">
            <p:pic>
              <p:nvPicPr>
                <p:cNvPr id="18" name="Entrada de lápiz 17">
                  <a:extLst>
                    <a:ext uri="{FF2B5EF4-FFF2-40B4-BE49-F238E27FC236}">
                      <a16:creationId xmlns:a16="http://schemas.microsoft.com/office/drawing/2014/main" id="{0BEA5D7A-D139-5380-449E-68F587873F8E}"/>
                    </a:ext>
                  </a:extLst>
                </p:cNvPr>
                <p:cNvPicPr/>
                <p:nvPr/>
              </p:nvPicPr>
              <p:blipFill>
                <a:blip r:embed="rId18"/>
                <a:stretch>
                  <a:fillRect/>
                </a:stretch>
              </p:blipFill>
              <p:spPr>
                <a:xfrm>
                  <a:off x="6806548" y="5878385"/>
                  <a:ext cx="11268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1" name="Entrada de lápiz 20">
                  <a:extLst>
                    <a:ext uri="{FF2B5EF4-FFF2-40B4-BE49-F238E27FC236}">
                      <a16:creationId xmlns:a16="http://schemas.microsoft.com/office/drawing/2014/main" id="{83C67AB2-CE71-931C-1020-6D974FDCBC21}"/>
                    </a:ext>
                  </a:extLst>
                </p14:cNvPr>
                <p14:cNvContentPartPr/>
                <p14:nvPr/>
              </p14:nvContentPartPr>
              <p14:xfrm>
                <a:off x="6926788" y="5866505"/>
                <a:ext cx="96480" cy="86040"/>
              </p14:xfrm>
            </p:contentPart>
          </mc:Choice>
          <mc:Fallback xmlns="">
            <p:pic>
              <p:nvPicPr>
                <p:cNvPr id="19" name="Entrada de lápiz 18">
                  <a:extLst>
                    <a:ext uri="{FF2B5EF4-FFF2-40B4-BE49-F238E27FC236}">
                      <a16:creationId xmlns:a16="http://schemas.microsoft.com/office/drawing/2014/main" id="{A674B0E1-40CA-DFF1-5831-CEEC7735646D}"/>
                    </a:ext>
                  </a:extLst>
                </p:cNvPr>
                <p:cNvPicPr/>
                <p:nvPr/>
              </p:nvPicPr>
              <p:blipFill>
                <a:blip r:embed="rId20"/>
                <a:stretch>
                  <a:fillRect/>
                </a:stretch>
              </p:blipFill>
              <p:spPr>
                <a:xfrm>
                  <a:off x="6917788" y="5857505"/>
                  <a:ext cx="11412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2" name="Entrada de lápiz 21">
                  <a:extLst>
                    <a:ext uri="{FF2B5EF4-FFF2-40B4-BE49-F238E27FC236}">
                      <a16:creationId xmlns:a16="http://schemas.microsoft.com/office/drawing/2014/main" id="{2AE96862-AB79-7504-C48A-C161E28836CA}"/>
                    </a:ext>
                  </a:extLst>
                </p14:cNvPr>
                <p14:cNvContentPartPr/>
                <p14:nvPr/>
              </p14:nvContentPartPr>
              <p14:xfrm>
                <a:off x="7068268" y="5877305"/>
                <a:ext cx="99000" cy="109440"/>
              </p14:xfrm>
            </p:contentPart>
          </mc:Choice>
          <mc:Fallback xmlns="">
            <p:pic>
              <p:nvPicPr>
                <p:cNvPr id="20" name="Entrada de lápiz 19">
                  <a:extLst>
                    <a:ext uri="{FF2B5EF4-FFF2-40B4-BE49-F238E27FC236}">
                      <a16:creationId xmlns:a16="http://schemas.microsoft.com/office/drawing/2014/main" id="{FB6488C9-0278-3E3B-0E92-0920A129AC20}"/>
                    </a:ext>
                  </a:extLst>
                </p:cNvPr>
                <p:cNvPicPr/>
                <p:nvPr/>
              </p:nvPicPr>
              <p:blipFill>
                <a:blip r:embed="rId22"/>
                <a:stretch>
                  <a:fillRect/>
                </a:stretch>
              </p:blipFill>
              <p:spPr>
                <a:xfrm>
                  <a:off x="7059268" y="5868305"/>
                  <a:ext cx="11664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3" name="Entrada de lápiz 22">
                  <a:extLst>
                    <a:ext uri="{FF2B5EF4-FFF2-40B4-BE49-F238E27FC236}">
                      <a16:creationId xmlns:a16="http://schemas.microsoft.com/office/drawing/2014/main" id="{DB883995-129E-FA67-B824-6D88213EC1D7}"/>
                    </a:ext>
                  </a:extLst>
                </p14:cNvPr>
                <p14:cNvContentPartPr/>
                <p14:nvPr/>
              </p14:nvContentPartPr>
              <p14:xfrm>
                <a:off x="7138468" y="5781185"/>
                <a:ext cx="52200" cy="185400"/>
              </p14:xfrm>
            </p:contentPart>
          </mc:Choice>
          <mc:Fallback xmlns="">
            <p:pic>
              <p:nvPicPr>
                <p:cNvPr id="21" name="Entrada de lápiz 20">
                  <a:extLst>
                    <a:ext uri="{FF2B5EF4-FFF2-40B4-BE49-F238E27FC236}">
                      <a16:creationId xmlns:a16="http://schemas.microsoft.com/office/drawing/2014/main" id="{9597AF1E-DD63-7E2E-76DB-CA4314629924}"/>
                    </a:ext>
                  </a:extLst>
                </p:cNvPr>
                <p:cNvPicPr/>
                <p:nvPr/>
              </p:nvPicPr>
              <p:blipFill>
                <a:blip r:embed="rId24"/>
                <a:stretch>
                  <a:fillRect/>
                </a:stretch>
              </p:blipFill>
              <p:spPr>
                <a:xfrm>
                  <a:off x="7129828" y="5772185"/>
                  <a:ext cx="6984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4" name="Entrada de lápiz 23">
                  <a:extLst>
                    <a:ext uri="{FF2B5EF4-FFF2-40B4-BE49-F238E27FC236}">
                      <a16:creationId xmlns:a16="http://schemas.microsoft.com/office/drawing/2014/main" id="{EA851A11-0E7F-69BC-5660-A49AAB1CD14A}"/>
                    </a:ext>
                  </a:extLst>
                </p14:cNvPr>
                <p14:cNvContentPartPr/>
                <p14:nvPr/>
              </p14:nvContentPartPr>
              <p14:xfrm>
                <a:off x="7220908" y="5905745"/>
                <a:ext cx="21240" cy="62280"/>
              </p14:xfrm>
            </p:contentPart>
          </mc:Choice>
          <mc:Fallback xmlns="">
            <p:pic>
              <p:nvPicPr>
                <p:cNvPr id="22" name="Entrada de lápiz 21">
                  <a:extLst>
                    <a:ext uri="{FF2B5EF4-FFF2-40B4-BE49-F238E27FC236}">
                      <a16:creationId xmlns:a16="http://schemas.microsoft.com/office/drawing/2014/main" id="{116CB80B-33FF-2C4C-B019-BEF26F374656}"/>
                    </a:ext>
                  </a:extLst>
                </p:cNvPr>
                <p:cNvPicPr/>
                <p:nvPr/>
              </p:nvPicPr>
              <p:blipFill>
                <a:blip r:embed="rId26"/>
                <a:stretch>
                  <a:fillRect/>
                </a:stretch>
              </p:blipFill>
              <p:spPr>
                <a:xfrm>
                  <a:off x="7211908" y="5897105"/>
                  <a:ext cx="3888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5" name="Entrada de lápiz 24">
                  <a:extLst>
                    <a:ext uri="{FF2B5EF4-FFF2-40B4-BE49-F238E27FC236}">
                      <a16:creationId xmlns:a16="http://schemas.microsoft.com/office/drawing/2014/main" id="{73601BA6-3E9C-8E79-3D0A-1F5E4077927D}"/>
                    </a:ext>
                  </a:extLst>
                </p14:cNvPr>
                <p14:cNvContentPartPr/>
                <p14:nvPr/>
              </p14:nvContentPartPr>
              <p14:xfrm>
                <a:off x="7205788" y="5849945"/>
                <a:ext cx="11520" cy="15840"/>
              </p14:xfrm>
            </p:contentPart>
          </mc:Choice>
          <mc:Fallback xmlns="">
            <p:pic>
              <p:nvPicPr>
                <p:cNvPr id="23" name="Entrada de lápiz 22">
                  <a:extLst>
                    <a:ext uri="{FF2B5EF4-FFF2-40B4-BE49-F238E27FC236}">
                      <a16:creationId xmlns:a16="http://schemas.microsoft.com/office/drawing/2014/main" id="{553F75E2-58AD-99A0-7D63-8E205CFDDD76}"/>
                    </a:ext>
                  </a:extLst>
                </p:cNvPr>
                <p:cNvPicPr/>
                <p:nvPr/>
              </p:nvPicPr>
              <p:blipFill>
                <a:blip r:embed="rId28"/>
                <a:stretch>
                  <a:fillRect/>
                </a:stretch>
              </p:blipFill>
              <p:spPr>
                <a:xfrm>
                  <a:off x="7197148" y="5841305"/>
                  <a:ext cx="2916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6" name="Entrada de lápiz 25">
                  <a:extLst>
                    <a:ext uri="{FF2B5EF4-FFF2-40B4-BE49-F238E27FC236}">
                      <a16:creationId xmlns:a16="http://schemas.microsoft.com/office/drawing/2014/main" id="{C58716B1-0AE4-BCF3-CD6E-88AF776BA110}"/>
                    </a:ext>
                  </a:extLst>
                </p14:cNvPr>
                <p14:cNvContentPartPr/>
                <p14:nvPr/>
              </p14:nvContentPartPr>
              <p14:xfrm>
                <a:off x="7261588" y="5893865"/>
                <a:ext cx="94320" cy="85320"/>
              </p14:xfrm>
            </p:contentPart>
          </mc:Choice>
          <mc:Fallback xmlns="">
            <p:pic>
              <p:nvPicPr>
                <p:cNvPr id="24" name="Entrada de lápiz 23">
                  <a:extLst>
                    <a:ext uri="{FF2B5EF4-FFF2-40B4-BE49-F238E27FC236}">
                      <a16:creationId xmlns:a16="http://schemas.microsoft.com/office/drawing/2014/main" id="{5B6DF5F9-ABF7-204E-0D44-67D4299A00E6}"/>
                    </a:ext>
                  </a:extLst>
                </p:cNvPr>
                <p:cNvPicPr/>
                <p:nvPr/>
              </p:nvPicPr>
              <p:blipFill>
                <a:blip r:embed="rId30"/>
                <a:stretch>
                  <a:fillRect/>
                </a:stretch>
              </p:blipFill>
              <p:spPr>
                <a:xfrm>
                  <a:off x="7252588" y="5884865"/>
                  <a:ext cx="11196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7" name="Entrada de lápiz 26">
                  <a:extLst>
                    <a:ext uri="{FF2B5EF4-FFF2-40B4-BE49-F238E27FC236}">
                      <a16:creationId xmlns:a16="http://schemas.microsoft.com/office/drawing/2014/main" id="{5F312091-93B3-938B-D1C7-B69782263063}"/>
                    </a:ext>
                  </a:extLst>
                </p14:cNvPr>
                <p14:cNvContentPartPr/>
                <p14:nvPr/>
              </p14:nvContentPartPr>
              <p14:xfrm>
                <a:off x="7353028" y="5883065"/>
                <a:ext cx="99720" cy="99360"/>
              </p14:xfrm>
            </p:contentPart>
          </mc:Choice>
          <mc:Fallback xmlns="">
            <p:pic>
              <p:nvPicPr>
                <p:cNvPr id="25" name="Entrada de lápiz 24">
                  <a:extLst>
                    <a:ext uri="{FF2B5EF4-FFF2-40B4-BE49-F238E27FC236}">
                      <a16:creationId xmlns:a16="http://schemas.microsoft.com/office/drawing/2014/main" id="{7D5F2919-A05B-C734-6A88-40725383E2FA}"/>
                    </a:ext>
                  </a:extLst>
                </p:cNvPr>
                <p:cNvPicPr/>
                <p:nvPr/>
              </p:nvPicPr>
              <p:blipFill>
                <a:blip r:embed="rId32"/>
                <a:stretch>
                  <a:fillRect/>
                </a:stretch>
              </p:blipFill>
              <p:spPr>
                <a:xfrm>
                  <a:off x="7344388" y="5874425"/>
                  <a:ext cx="11736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8" name="Entrada de lápiz 27">
                  <a:extLst>
                    <a:ext uri="{FF2B5EF4-FFF2-40B4-BE49-F238E27FC236}">
                      <a16:creationId xmlns:a16="http://schemas.microsoft.com/office/drawing/2014/main" id="{EB2C9022-956B-9275-CF23-8EDBF97EAB77}"/>
                    </a:ext>
                  </a:extLst>
                </p14:cNvPr>
                <p14:cNvContentPartPr/>
                <p14:nvPr/>
              </p14:nvContentPartPr>
              <p14:xfrm>
                <a:off x="7486228" y="5887385"/>
                <a:ext cx="23760" cy="79560"/>
              </p14:xfrm>
            </p:contentPart>
          </mc:Choice>
          <mc:Fallback xmlns="">
            <p:pic>
              <p:nvPicPr>
                <p:cNvPr id="26" name="Entrada de lápiz 25">
                  <a:extLst>
                    <a:ext uri="{FF2B5EF4-FFF2-40B4-BE49-F238E27FC236}">
                      <a16:creationId xmlns:a16="http://schemas.microsoft.com/office/drawing/2014/main" id="{23E7B465-23BD-7DD2-CA9F-5A53A448C40D}"/>
                    </a:ext>
                  </a:extLst>
                </p:cNvPr>
                <p:cNvPicPr/>
                <p:nvPr/>
              </p:nvPicPr>
              <p:blipFill>
                <a:blip r:embed="rId34"/>
                <a:stretch>
                  <a:fillRect/>
                </a:stretch>
              </p:blipFill>
              <p:spPr>
                <a:xfrm>
                  <a:off x="7477228" y="5878385"/>
                  <a:ext cx="4140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9" name="Entrada de lápiz 28">
                  <a:extLst>
                    <a:ext uri="{FF2B5EF4-FFF2-40B4-BE49-F238E27FC236}">
                      <a16:creationId xmlns:a16="http://schemas.microsoft.com/office/drawing/2014/main" id="{ADC8CDD3-78A0-F10A-6D9F-E45EC32D7AF0}"/>
                    </a:ext>
                  </a:extLst>
                </p14:cNvPr>
                <p14:cNvContentPartPr/>
                <p14:nvPr/>
              </p14:nvContentPartPr>
              <p14:xfrm>
                <a:off x="7479748" y="5816105"/>
                <a:ext cx="12240" cy="15840"/>
              </p14:xfrm>
            </p:contentPart>
          </mc:Choice>
          <mc:Fallback xmlns="">
            <p:pic>
              <p:nvPicPr>
                <p:cNvPr id="27" name="Entrada de lápiz 26">
                  <a:extLst>
                    <a:ext uri="{FF2B5EF4-FFF2-40B4-BE49-F238E27FC236}">
                      <a16:creationId xmlns:a16="http://schemas.microsoft.com/office/drawing/2014/main" id="{AA7F13EF-DDAC-49A6-708C-231CD1372B62}"/>
                    </a:ext>
                  </a:extLst>
                </p:cNvPr>
                <p:cNvPicPr/>
                <p:nvPr/>
              </p:nvPicPr>
              <p:blipFill>
                <a:blip r:embed="rId36"/>
                <a:stretch>
                  <a:fillRect/>
                </a:stretch>
              </p:blipFill>
              <p:spPr>
                <a:xfrm>
                  <a:off x="7471108" y="5807105"/>
                  <a:ext cx="2988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0" name="Entrada de lápiz 29">
                  <a:extLst>
                    <a:ext uri="{FF2B5EF4-FFF2-40B4-BE49-F238E27FC236}">
                      <a16:creationId xmlns:a16="http://schemas.microsoft.com/office/drawing/2014/main" id="{551002CE-4219-8BB0-1637-C5A87884A36B}"/>
                    </a:ext>
                  </a:extLst>
                </p14:cNvPr>
                <p14:cNvContentPartPr/>
                <p14:nvPr/>
              </p14:nvContentPartPr>
              <p14:xfrm>
                <a:off x="7530508" y="5876585"/>
                <a:ext cx="87480" cy="86760"/>
              </p14:xfrm>
            </p:contentPart>
          </mc:Choice>
          <mc:Fallback xmlns="">
            <p:pic>
              <p:nvPicPr>
                <p:cNvPr id="28" name="Entrada de lápiz 27">
                  <a:extLst>
                    <a:ext uri="{FF2B5EF4-FFF2-40B4-BE49-F238E27FC236}">
                      <a16:creationId xmlns:a16="http://schemas.microsoft.com/office/drawing/2014/main" id="{D6FE59B0-2373-106E-0FA9-7B003078D002}"/>
                    </a:ext>
                  </a:extLst>
                </p:cNvPr>
                <p:cNvPicPr/>
                <p:nvPr/>
              </p:nvPicPr>
              <p:blipFill>
                <a:blip r:embed="rId38"/>
                <a:stretch>
                  <a:fillRect/>
                </a:stretch>
              </p:blipFill>
              <p:spPr>
                <a:xfrm>
                  <a:off x="7521508" y="5867585"/>
                  <a:ext cx="10512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1" name="Entrada de lápiz 30">
                  <a:extLst>
                    <a:ext uri="{FF2B5EF4-FFF2-40B4-BE49-F238E27FC236}">
                      <a16:creationId xmlns:a16="http://schemas.microsoft.com/office/drawing/2014/main" id="{4CFBAAC0-6F1D-F393-EE8D-E31CFAC2F44A}"/>
                    </a:ext>
                  </a:extLst>
                </p14:cNvPr>
                <p14:cNvContentPartPr/>
                <p14:nvPr/>
              </p14:nvContentPartPr>
              <p14:xfrm>
                <a:off x="7651108" y="5858945"/>
                <a:ext cx="115920" cy="103320"/>
              </p14:xfrm>
            </p:contentPart>
          </mc:Choice>
          <mc:Fallback xmlns="">
            <p:pic>
              <p:nvPicPr>
                <p:cNvPr id="29" name="Entrada de lápiz 28">
                  <a:extLst>
                    <a:ext uri="{FF2B5EF4-FFF2-40B4-BE49-F238E27FC236}">
                      <a16:creationId xmlns:a16="http://schemas.microsoft.com/office/drawing/2014/main" id="{728F3F10-D92D-83AC-A138-44B434A556B2}"/>
                    </a:ext>
                  </a:extLst>
                </p:cNvPr>
                <p:cNvPicPr/>
                <p:nvPr/>
              </p:nvPicPr>
              <p:blipFill>
                <a:blip r:embed="rId40"/>
                <a:stretch>
                  <a:fillRect/>
                </a:stretch>
              </p:blipFill>
              <p:spPr>
                <a:xfrm>
                  <a:off x="7642468" y="5849945"/>
                  <a:ext cx="13356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2" name="Entrada de lápiz 31">
                  <a:extLst>
                    <a:ext uri="{FF2B5EF4-FFF2-40B4-BE49-F238E27FC236}">
                      <a16:creationId xmlns:a16="http://schemas.microsoft.com/office/drawing/2014/main" id="{F0C9CD22-1E6E-BA54-432A-4C38523AEE7C}"/>
                    </a:ext>
                  </a:extLst>
                </p14:cNvPr>
                <p14:cNvContentPartPr/>
                <p14:nvPr/>
              </p14:nvContentPartPr>
              <p14:xfrm>
                <a:off x="7586668" y="5732225"/>
                <a:ext cx="47880" cy="57240"/>
              </p14:xfrm>
            </p:contentPart>
          </mc:Choice>
          <mc:Fallback xmlns="">
            <p:pic>
              <p:nvPicPr>
                <p:cNvPr id="30" name="Entrada de lápiz 29">
                  <a:extLst>
                    <a:ext uri="{FF2B5EF4-FFF2-40B4-BE49-F238E27FC236}">
                      <a16:creationId xmlns:a16="http://schemas.microsoft.com/office/drawing/2014/main" id="{BD2137BC-9DF7-6BE4-924D-E9C6A6838B11}"/>
                    </a:ext>
                  </a:extLst>
                </p:cNvPr>
                <p:cNvPicPr/>
                <p:nvPr/>
              </p:nvPicPr>
              <p:blipFill>
                <a:blip r:embed="rId42"/>
                <a:stretch>
                  <a:fillRect/>
                </a:stretch>
              </p:blipFill>
              <p:spPr>
                <a:xfrm>
                  <a:off x="7578028" y="5723585"/>
                  <a:ext cx="6552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3" name="Entrada de lápiz 32">
                  <a:extLst>
                    <a:ext uri="{FF2B5EF4-FFF2-40B4-BE49-F238E27FC236}">
                      <a16:creationId xmlns:a16="http://schemas.microsoft.com/office/drawing/2014/main" id="{57E2F905-479B-F9F2-984F-5E71D491E26D}"/>
                    </a:ext>
                  </a:extLst>
                </p14:cNvPr>
                <p14:cNvContentPartPr/>
                <p14:nvPr/>
              </p14:nvContentPartPr>
              <p14:xfrm>
                <a:off x="7961428" y="5825465"/>
                <a:ext cx="231480" cy="122400"/>
              </p14:xfrm>
            </p:contentPart>
          </mc:Choice>
          <mc:Fallback xmlns="">
            <p:pic>
              <p:nvPicPr>
                <p:cNvPr id="31" name="Entrada de lápiz 30">
                  <a:extLst>
                    <a:ext uri="{FF2B5EF4-FFF2-40B4-BE49-F238E27FC236}">
                      <a16:creationId xmlns:a16="http://schemas.microsoft.com/office/drawing/2014/main" id="{A2E09920-C355-7E21-342C-866EA0F0B447}"/>
                    </a:ext>
                  </a:extLst>
                </p:cNvPr>
                <p:cNvPicPr/>
                <p:nvPr/>
              </p:nvPicPr>
              <p:blipFill>
                <a:blip r:embed="rId44"/>
                <a:stretch>
                  <a:fillRect/>
                </a:stretch>
              </p:blipFill>
              <p:spPr>
                <a:xfrm>
                  <a:off x="7952788" y="5816465"/>
                  <a:ext cx="24912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4" name="Entrada de lápiz 33">
                  <a:extLst>
                    <a:ext uri="{FF2B5EF4-FFF2-40B4-BE49-F238E27FC236}">
                      <a16:creationId xmlns:a16="http://schemas.microsoft.com/office/drawing/2014/main" id="{A12BAF88-556E-9A91-E1B8-8D8A76A6DCBE}"/>
                    </a:ext>
                  </a:extLst>
                </p14:cNvPr>
                <p14:cNvContentPartPr/>
                <p14:nvPr/>
              </p14:nvContentPartPr>
              <p14:xfrm>
                <a:off x="8409988" y="5819705"/>
                <a:ext cx="246600" cy="105840"/>
              </p14:xfrm>
            </p:contentPart>
          </mc:Choice>
          <mc:Fallback xmlns="">
            <p:pic>
              <p:nvPicPr>
                <p:cNvPr id="32" name="Entrada de lápiz 31">
                  <a:extLst>
                    <a:ext uri="{FF2B5EF4-FFF2-40B4-BE49-F238E27FC236}">
                      <a16:creationId xmlns:a16="http://schemas.microsoft.com/office/drawing/2014/main" id="{E7D7EDA7-B215-9629-6F60-98190EA2E645}"/>
                    </a:ext>
                  </a:extLst>
                </p:cNvPr>
                <p:cNvPicPr/>
                <p:nvPr/>
              </p:nvPicPr>
              <p:blipFill>
                <a:blip r:embed="rId46"/>
                <a:stretch>
                  <a:fillRect/>
                </a:stretch>
              </p:blipFill>
              <p:spPr>
                <a:xfrm>
                  <a:off x="8401348" y="5810705"/>
                  <a:ext cx="26424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5" name="Entrada de lápiz 34">
                  <a:extLst>
                    <a:ext uri="{FF2B5EF4-FFF2-40B4-BE49-F238E27FC236}">
                      <a16:creationId xmlns:a16="http://schemas.microsoft.com/office/drawing/2014/main" id="{C55FC728-6FE3-4500-AFC1-2A1036720833}"/>
                    </a:ext>
                  </a:extLst>
                </p14:cNvPr>
                <p14:cNvContentPartPr/>
                <p14:nvPr/>
              </p14:nvContentPartPr>
              <p14:xfrm>
                <a:off x="8840908" y="5799545"/>
                <a:ext cx="107640" cy="122040"/>
              </p14:xfrm>
            </p:contentPart>
          </mc:Choice>
          <mc:Fallback xmlns="">
            <p:pic>
              <p:nvPicPr>
                <p:cNvPr id="33" name="Entrada de lápiz 32">
                  <a:extLst>
                    <a:ext uri="{FF2B5EF4-FFF2-40B4-BE49-F238E27FC236}">
                      <a16:creationId xmlns:a16="http://schemas.microsoft.com/office/drawing/2014/main" id="{D6B8FA19-39C2-F157-AF23-C09738468647}"/>
                    </a:ext>
                  </a:extLst>
                </p:cNvPr>
                <p:cNvPicPr/>
                <p:nvPr/>
              </p:nvPicPr>
              <p:blipFill>
                <a:blip r:embed="rId48"/>
                <a:stretch>
                  <a:fillRect/>
                </a:stretch>
              </p:blipFill>
              <p:spPr>
                <a:xfrm>
                  <a:off x="8831908" y="5790905"/>
                  <a:ext cx="12528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6" name="Entrada de lápiz 35">
                  <a:extLst>
                    <a:ext uri="{FF2B5EF4-FFF2-40B4-BE49-F238E27FC236}">
                      <a16:creationId xmlns:a16="http://schemas.microsoft.com/office/drawing/2014/main" id="{6334A549-4E62-3646-AB98-1FDF2EF8A026}"/>
                    </a:ext>
                  </a:extLst>
                </p14:cNvPr>
                <p14:cNvContentPartPr/>
                <p14:nvPr/>
              </p14:nvContentPartPr>
              <p14:xfrm>
                <a:off x="8969428" y="5801705"/>
                <a:ext cx="87840" cy="97200"/>
              </p14:xfrm>
            </p:contentPart>
          </mc:Choice>
          <mc:Fallback xmlns="">
            <p:pic>
              <p:nvPicPr>
                <p:cNvPr id="34" name="Entrada de lápiz 33">
                  <a:extLst>
                    <a:ext uri="{FF2B5EF4-FFF2-40B4-BE49-F238E27FC236}">
                      <a16:creationId xmlns:a16="http://schemas.microsoft.com/office/drawing/2014/main" id="{DEF28ED2-6F12-D34D-F9EC-0ECE86BF3DC7}"/>
                    </a:ext>
                  </a:extLst>
                </p:cNvPr>
                <p:cNvPicPr/>
                <p:nvPr/>
              </p:nvPicPr>
              <p:blipFill>
                <a:blip r:embed="rId50"/>
                <a:stretch>
                  <a:fillRect/>
                </a:stretch>
              </p:blipFill>
              <p:spPr>
                <a:xfrm>
                  <a:off x="8960788" y="5793065"/>
                  <a:ext cx="10548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7" name="Entrada de lápiz 36">
                  <a:extLst>
                    <a:ext uri="{FF2B5EF4-FFF2-40B4-BE49-F238E27FC236}">
                      <a16:creationId xmlns:a16="http://schemas.microsoft.com/office/drawing/2014/main" id="{3B107B2D-329A-82FE-0CF8-DE67E452550E}"/>
                    </a:ext>
                  </a:extLst>
                </p14:cNvPr>
                <p14:cNvContentPartPr/>
                <p14:nvPr/>
              </p14:nvContentPartPr>
              <p14:xfrm>
                <a:off x="9070588" y="5816465"/>
                <a:ext cx="102600" cy="91440"/>
              </p14:xfrm>
            </p:contentPart>
          </mc:Choice>
          <mc:Fallback xmlns="">
            <p:pic>
              <p:nvPicPr>
                <p:cNvPr id="35" name="Entrada de lápiz 34">
                  <a:extLst>
                    <a:ext uri="{FF2B5EF4-FFF2-40B4-BE49-F238E27FC236}">
                      <a16:creationId xmlns:a16="http://schemas.microsoft.com/office/drawing/2014/main" id="{B15E008B-D228-6EB5-7FF9-4501EE62AF93}"/>
                    </a:ext>
                  </a:extLst>
                </p:cNvPr>
                <p:cNvPicPr/>
                <p:nvPr/>
              </p:nvPicPr>
              <p:blipFill>
                <a:blip r:embed="rId52"/>
                <a:stretch>
                  <a:fillRect/>
                </a:stretch>
              </p:blipFill>
              <p:spPr>
                <a:xfrm>
                  <a:off x="9061588" y="5807825"/>
                  <a:ext cx="12024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8" name="Entrada de lápiz 37">
                  <a:extLst>
                    <a:ext uri="{FF2B5EF4-FFF2-40B4-BE49-F238E27FC236}">
                      <a16:creationId xmlns:a16="http://schemas.microsoft.com/office/drawing/2014/main" id="{57C89442-56CA-7DE4-9123-B7608F03D943}"/>
                    </a:ext>
                  </a:extLst>
                </p14:cNvPr>
                <p14:cNvContentPartPr/>
                <p14:nvPr/>
              </p14:nvContentPartPr>
              <p14:xfrm>
                <a:off x="9161668" y="5625665"/>
                <a:ext cx="54720" cy="249120"/>
              </p14:xfrm>
            </p:contentPart>
          </mc:Choice>
          <mc:Fallback xmlns="">
            <p:pic>
              <p:nvPicPr>
                <p:cNvPr id="36" name="Entrada de lápiz 35">
                  <a:extLst>
                    <a:ext uri="{FF2B5EF4-FFF2-40B4-BE49-F238E27FC236}">
                      <a16:creationId xmlns:a16="http://schemas.microsoft.com/office/drawing/2014/main" id="{0581215B-B4D9-850B-BA98-9D0AC2B0604E}"/>
                    </a:ext>
                  </a:extLst>
                </p:cNvPr>
                <p:cNvPicPr/>
                <p:nvPr/>
              </p:nvPicPr>
              <p:blipFill>
                <a:blip r:embed="rId54"/>
                <a:stretch>
                  <a:fillRect/>
                </a:stretch>
              </p:blipFill>
              <p:spPr>
                <a:xfrm>
                  <a:off x="9152668" y="5616665"/>
                  <a:ext cx="7236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9" name="Entrada de lápiz 38">
                  <a:extLst>
                    <a:ext uri="{FF2B5EF4-FFF2-40B4-BE49-F238E27FC236}">
                      <a16:creationId xmlns:a16="http://schemas.microsoft.com/office/drawing/2014/main" id="{A773B3E1-D8D9-91A0-E5ED-39856D01F562}"/>
                    </a:ext>
                  </a:extLst>
                </p14:cNvPr>
                <p14:cNvContentPartPr/>
                <p14:nvPr/>
              </p14:nvContentPartPr>
              <p14:xfrm>
                <a:off x="9137188" y="5807825"/>
                <a:ext cx="102600" cy="26280"/>
              </p14:xfrm>
            </p:contentPart>
          </mc:Choice>
          <mc:Fallback xmlns="">
            <p:pic>
              <p:nvPicPr>
                <p:cNvPr id="37" name="Entrada de lápiz 36">
                  <a:extLst>
                    <a:ext uri="{FF2B5EF4-FFF2-40B4-BE49-F238E27FC236}">
                      <a16:creationId xmlns:a16="http://schemas.microsoft.com/office/drawing/2014/main" id="{379871E3-1A45-040F-C95C-EDE8760C99FA}"/>
                    </a:ext>
                  </a:extLst>
                </p:cNvPr>
                <p:cNvPicPr/>
                <p:nvPr/>
              </p:nvPicPr>
              <p:blipFill>
                <a:blip r:embed="rId56"/>
                <a:stretch>
                  <a:fillRect/>
                </a:stretch>
              </p:blipFill>
              <p:spPr>
                <a:xfrm>
                  <a:off x="9128548" y="5798825"/>
                  <a:ext cx="12024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0" name="Entrada de lápiz 39">
                  <a:extLst>
                    <a:ext uri="{FF2B5EF4-FFF2-40B4-BE49-F238E27FC236}">
                      <a16:creationId xmlns:a16="http://schemas.microsoft.com/office/drawing/2014/main" id="{10F93AC3-DE8D-0561-399A-F56BCF7D9435}"/>
                    </a:ext>
                  </a:extLst>
                </p14:cNvPr>
                <p14:cNvContentPartPr/>
                <p14:nvPr/>
              </p14:nvContentPartPr>
              <p14:xfrm>
                <a:off x="9223948" y="5782985"/>
                <a:ext cx="122400" cy="106920"/>
              </p14:xfrm>
            </p:contentPart>
          </mc:Choice>
          <mc:Fallback xmlns="">
            <p:pic>
              <p:nvPicPr>
                <p:cNvPr id="38" name="Entrada de lápiz 37">
                  <a:extLst>
                    <a:ext uri="{FF2B5EF4-FFF2-40B4-BE49-F238E27FC236}">
                      <a16:creationId xmlns:a16="http://schemas.microsoft.com/office/drawing/2014/main" id="{9592B0FC-8F10-A56C-4AC2-085DED9F1488}"/>
                    </a:ext>
                  </a:extLst>
                </p:cNvPr>
                <p:cNvPicPr/>
                <p:nvPr/>
              </p:nvPicPr>
              <p:blipFill>
                <a:blip r:embed="rId58"/>
                <a:stretch>
                  <a:fillRect/>
                </a:stretch>
              </p:blipFill>
              <p:spPr>
                <a:xfrm>
                  <a:off x="9214948" y="5774345"/>
                  <a:ext cx="14004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1" name="Entrada de lápiz 40">
                  <a:extLst>
                    <a:ext uri="{FF2B5EF4-FFF2-40B4-BE49-F238E27FC236}">
                      <a16:creationId xmlns:a16="http://schemas.microsoft.com/office/drawing/2014/main" id="{D8A69CE5-2A99-2BA0-6B82-724C7F3107CC}"/>
                    </a:ext>
                  </a:extLst>
                </p14:cNvPr>
                <p14:cNvContentPartPr/>
                <p14:nvPr/>
              </p14:nvContentPartPr>
              <p14:xfrm>
                <a:off x="9381628" y="5788025"/>
                <a:ext cx="143280" cy="116640"/>
              </p14:xfrm>
            </p:contentPart>
          </mc:Choice>
          <mc:Fallback xmlns="">
            <p:pic>
              <p:nvPicPr>
                <p:cNvPr id="39" name="Entrada de lápiz 38">
                  <a:extLst>
                    <a:ext uri="{FF2B5EF4-FFF2-40B4-BE49-F238E27FC236}">
                      <a16:creationId xmlns:a16="http://schemas.microsoft.com/office/drawing/2014/main" id="{33BBC51B-6311-4B11-9AAE-3BEF864E8B44}"/>
                    </a:ext>
                  </a:extLst>
                </p:cNvPr>
                <p:cNvPicPr/>
                <p:nvPr/>
              </p:nvPicPr>
              <p:blipFill>
                <a:blip r:embed="rId60"/>
                <a:stretch>
                  <a:fillRect/>
                </a:stretch>
              </p:blipFill>
              <p:spPr>
                <a:xfrm>
                  <a:off x="9372988" y="5779025"/>
                  <a:ext cx="16092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2" name="Entrada de lápiz 41">
                  <a:extLst>
                    <a:ext uri="{FF2B5EF4-FFF2-40B4-BE49-F238E27FC236}">
                      <a16:creationId xmlns:a16="http://schemas.microsoft.com/office/drawing/2014/main" id="{768E7C18-FE7A-F972-7BEC-8B6309D1C976}"/>
                    </a:ext>
                  </a:extLst>
                </p14:cNvPr>
                <p14:cNvContentPartPr/>
                <p14:nvPr/>
              </p14:nvContentPartPr>
              <p14:xfrm>
                <a:off x="5966308" y="6167465"/>
                <a:ext cx="122760" cy="218520"/>
              </p14:xfrm>
            </p:contentPart>
          </mc:Choice>
          <mc:Fallback xmlns="">
            <p:pic>
              <p:nvPicPr>
                <p:cNvPr id="42" name="Entrada de lápiz 41">
                  <a:extLst>
                    <a:ext uri="{FF2B5EF4-FFF2-40B4-BE49-F238E27FC236}">
                      <a16:creationId xmlns:a16="http://schemas.microsoft.com/office/drawing/2014/main" id="{855033B0-123D-47E7-214E-0116B443D4EE}"/>
                    </a:ext>
                  </a:extLst>
                </p:cNvPr>
                <p:cNvPicPr/>
                <p:nvPr/>
              </p:nvPicPr>
              <p:blipFill>
                <a:blip r:embed="rId62"/>
                <a:stretch>
                  <a:fillRect/>
                </a:stretch>
              </p:blipFill>
              <p:spPr>
                <a:xfrm>
                  <a:off x="5957668" y="6158825"/>
                  <a:ext cx="14040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3" name="Entrada de lápiz 42">
                  <a:extLst>
                    <a:ext uri="{FF2B5EF4-FFF2-40B4-BE49-F238E27FC236}">
                      <a16:creationId xmlns:a16="http://schemas.microsoft.com/office/drawing/2014/main" id="{39145EE8-93A2-C656-0BCC-298E079AAC29}"/>
                    </a:ext>
                  </a:extLst>
                </p14:cNvPr>
                <p14:cNvContentPartPr/>
                <p14:nvPr/>
              </p14:nvContentPartPr>
              <p14:xfrm>
                <a:off x="6058468" y="6198785"/>
                <a:ext cx="288360" cy="88920"/>
              </p14:xfrm>
            </p:contentPart>
          </mc:Choice>
          <mc:Fallback xmlns="">
            <p:pic>
              <p:nvPicPr>
                <p:cNvPr id="43" name="Entrada de lápiz 42">
                  <a:extLst>
                    <a:ext uri="{FF2B5EF4-FFF2-40B4-BE49-F238E27FC236}">
                      <a16:creationId xmlns:a16="http://schemas.microsoft.com/office/drawing/2014/main" id="{28F27C86-1434-8B51-14E8-2CF3F62F6421}"/>
                    </a:ext>
                  </a:extLst>
                </p:cNvPr>
                <p:cNvPicPr/>
                <p:nvPr/>
              </p:nvPicPr>
              <p:blipFill>
                <a:blip r:embed="rId64"/>
                <a:stretch>
                  <a:fillRect/>
                </a:stretch>
              </p:blipFill>
              <p:spPr>
                <a:xfrm>
                  <a:off x="6049468" y="6190145"/>
                  <a:ext cx="30600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4" name="Entrada de lápiz 43">
                  <a:extLst>
                    <a:ext uri="{FF2B5EF4-FFF2-40B4-BE49-F238E27FC236}">
                      <a16:creationId xmlns:a16="http://schemas.microsoft.com/office/drawing/2014/main" id="{A0B6F7D2-D792-D97F-382D-1D32C5B80D93}"/>
                    </a:ext>
                  </a:extLst>
                </p14:cNvPr>
                <p14:cNvContentPartPr/>
                <p14:nvPr/>
              </p14:nvContentPartPr>
              <p14:xfrm>
                <a:off x="6520708" y="6104105"/>
                <a:ext cx="52920" cy="172800"/>
              </p14:xfrm>
            </p:contentPart>
          </mc:Choice>
          <mc:Fallback xmlns="">
            <p:pic>
              <p:nvPicPr>
                <p:cNvPr id="44" name="Entrada de lápiz 43">
                  <a:extLst>
                    <a:ext uri="{FF2B5EF4-FFF2-40B4-BE49-F238E27FC236}">
                      <a16:creationId xmlns:a16="http://schemas.microsoft.com/office/drawing/2014/main" id="{4EA85052-9EC4-C822-1CCD-F964E8814020}"/>
                    </a:ext>
                  </a:extLst>
                </p:cNvPr>
                <p:cNvPicPr/>
                <p:nvPr/>
              </p:nvPicPr>
              <p:blipFill>
                <a:blip r:embed="rId66"/>
                <a:stretch>
                  <a:fillRect/>
                </a:stretch>
              </p:blipFill>
              <p:spPr>
                <a:xfrm>
                  <a:off x="6511708" y="6095465"/>
                  <a:ext cx="7056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5" name="Entrada de lápiz 44">
                  <a:extLst>
                    <a:ext uri="{FF2B5EF4-FFF2-40B4-BE49-F238E27FC236}">
                      <a16:creationId xmlns:a16="http://schemas.microsoft.com/office/drawing/2014/main" id="{88CE1618-DD31-F0F5-1F2C-9108B62C2999}"/>
                    </a:ext>
                  </a:extLst>
                </p14:cNvPr>
                <p14:cNvContentPartPr/>
                <p14:nvPr/>
              </p14:nvContentPartPr>
              <p14:xfrm>
                <a:off x="6483628" y="6193745"/>
                <a:ext cx="90000" cy="16920"/>
              </p14:xfrm>
            </p:contentPart>
          </mc:Choice>
          <mc:Fallback xmlns="">
            <p:pic>
              <p:nvPicPr>
                <p:cNvPr id="45" name="Entrada de lápiz 44">
                  <a:extLst>
                    <a:ext uri="{FF2B5EF4-FFF2-40B4-BE49-F238E27FC236}">
                      <a16:creationId xmlns:a16="http://schemas.microsoft.com/office/drawing/2014/main" id="{F5986491-D036-D411-480E-1A70C4EEE42E}"/>
                    </a:ext>
                  </a:extLst>
                </p:cNvPr>
                <p:cNvPicPr/>
                <p:nvPr/>
              </p:nvPicPr>
              <p:blipFill>
                <a:blip r:embed="rId68"/>
                <a:stretch>
                  <a:fillRect/>
                </a:stretch>
              </p:blipFill>
              <p:spPr>
                <a:xfrm>
                  <a:off x="6474988" y="6184745"/>
                  <a:ext cx="10764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6" name="Entrada de lápiz 45">
                  <a:extLst>
                    <a:ext uri="{FF2B5EF4-FFF2-40B4-BE49-F238E27FC236}">
                      <a16:creationId xmlns:a16="http://schemas.microsoft.com/office/drawing/2014/main" id="{3B60659E-76F3-1755-6840-EE0E710ADB19}"/>
                    </a:ext>
                  </a:extLst>
                </p14:cNvPr>
                <p14:cNvContentPartPr/>
                <p14:nvPr/>
              </p14:nvContentPartPr>
              <p14:xfrm>
                <a:off x="6608188" y="6194825"/>
                <a:ext cx="104760" cy="84960"/>
              </p14:xfrm>
            </p:contentPart>
          </mc:Choice>
          <mc:Fallback xmlns="">
            <p:pic>
              <p:nvPicPr>
                <p:cNvPr id="46" name="Entrada de lápiz 45">
                  <a:extLst>
                    <a:ext uri="{FF2B5EF4-FFF2-40B4-BE49-F238E27FC236}">
                      <a16:creationId xmlns:a16="http://schemas.microsoft.com/office/drawing/2014/main" id="{CBFC2B9E-D7DB-0601-8E1F-DB14055EE043}"/>
                    </a:ext>
                  </a:extLst>
                </p:cNvPr>
                <p:cNvPicPr/>
                <p:nvPr/>
              </p:nvPicPr>
              <p:blipFill>
                <a:blip r:embed="rId70"/>
                <a:stretch>
                  <a:fillRect/>
                </a:stretch>
              </p:blipFill>
              <p:spPr>
                <a:xfrm>
                  <a:off x="6599188" y="6186185"/>
                  <a:ext cx="12240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7" name="Entrada de lápiz 46">
                  <a:extLst>
                    <a:ext uri="{FF2B5EF4-FFF2-40B4-BE49-F238E27FC236}">
                      <a16:creationId xmlns:a16="http://schemas.microsoft.com/office/drawing/2014/main" id="{899E33F2-8B3C-846E-B775-B6E81636B6E8}"/>
                    </a:ext>
                  </a:extLst>
                </p14:cNvPr>
                <p14:cNvContentPartPr/>
                <p14:nvPr/>
              </p14:nvContentPartPr>
              <p14:xfrm>
                <a:off x="6755428" y="6186545"/>
                <a:ext cx="114480" cy="79200"/>
              </p14:xfrm>
            </p:contentPart>
          </mc:Choice>
          <mc:Fallback xmlns="">
            <p:pic>
              <p:nvPicPr>
                <p:cNvPr id="47" name="Entrada de lápiz 46">
                  <a:extLst>
                    <a:ext uri="{FF2B5EF4-FFF2-40B4-BE49-F238E27FC236}">
                      <a16:creationId xmlns:a16="http://schemas.microsoft.com/office/drawing/2014/main" id="{2B7C8660-F321-DFC7-9451-67F4BEB657E5}"/>
                    </a:ext>
                  </a:extLst>
                </p:cNvPr>
                <p:cNvPicPr/>
                <p:nvPr/>
              </p:nvPicPr>
              <p:blipFill>
                <a:blip r:embed="rId72"/>
                <a:stretch>
                  <a:fillRect/>
                </a:stretch>
              </p:blipFill>
              <p:spPr>
                <a:xfrm>
                  <a:off x="6746788" y="6177905"/>
                  <a:ext cx="13212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8" name="Entrada de lápiz 47">
                  <a:extLst>
                    <a:ext uri="{FF2B5EF4-FFF2-40B4-BE49-F238E27FC236}">
                      <a16:creationId xmlns:a16="http://schemas.microsoft.com/office/drawing/2014/main" id="{EA88A0BA-43FF-136E-BFD7-5AC7EA45988A}"/>
                    </a:ext>
                  </a:extLst>
                </p14:cNvPr>
                <p14:cNvContentPartPr/>
                <p14:nvPr/>
              </p14:nvContentPartPr>
              <p14:xfrm>
                <a:off x="6926428" y="6190505"/>
                <a:ext cx="136440" cy="304560"/>
              </p14:xfrm>
            </p:contentPart>
          </mc:Choice>
          <mc:Fallback xmlns="">
            <p:pic>
              <p:nvPicPr>
                <p:cNvPr id="49" name="Entrada de lápiz 48">
                  <a:extLst>
                    <a:ext uri="{FF2B5EF4-FFF2-40B4-BE49-F238E27FC236}">
                      <a16:creationId xmlns:a16="http://schemas.microsoft.com/office/drawing/2014/main" id="{746AE7D0-1E36-A094-67EF-97BBBB3B13C2}"/>
                    </a:ext>
                  </a:extLst>
                </p:cNvPr>
                <p:cNvPicPr/>
                <p:nvPr/>
              </p:nvPicPr>
              <p:blipFill>
                <a:blip r:embed="rId74"/>
                <a:stretch>
                  <a:fillRect/>
                </a:stretch>
              </p:blipFill>
              <p:spPr>
                <a:xfrm>
                  <a:off x="6917788" y="6181865"/>
                  <a:ext cx="154080" cy="3222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9" name="Entrada de lápiz 48">
                  <a:extLst>
                    <a:ext uri="{FF2B5EF4-FFF2-40B4-BE49-F238E27FC236}">
                      <a16:creationId xmlns:a16="http://schemas.microsoft.com/office/drawing/2014/main" id="{946EDC2D-7A42-3226-06FF-7B6AC372C5CA}"/>
                    </a:ext>
                  </a:extLst>
                </p14:cNvPr>
                <p14:cNvContentPartPr/>
                <p14:nvPr/>
              </p14:nvContentPartPr>
              <p14:xfrm>
                <a:off x="7062148" y="6205265"/>
                <a:ext cx="125640" cy="102240"/>
              </p14:xfrm>
            </p:contentPart>
          </mc:Choice>
          <mc:Fallback xmlns="">
            <p:pic>
              <p:nvPicPr>
                <p:cNvPr id="50" name="Entrada de lápiz 49">
                  <a:extLst>
                    <a:ext uri="{FF2B5EF4-FFF2-40B4-BE49-F238E27FC236}">
                      <a16:creationId xmlns:a16="http://schemas.microsoft.com/office/drawing/2014/main" id="{FFF20841-004A-8877-383F-78D2467DA5DE}"/>
                    </a:ext>
                  </a:extLst>
                </p:cNvPr>
                <p:cNvPicPr/>
                <p:nvPr/>
              </p:nvPicPr>
              <p:blipFill>
                <a:blip r:embed="rId76"/>
                <a:stretch>
                  <a:fillRect/>
                </a:stretch>
              </p:blipFill>
              <p:spPr>
                <a:xfrm>
                  <a:off x="7053508" y="6196625"/>
                  <a:ext cx="14328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0" name="Entrada de lápiz 49">
                  <a:extLst>
                    <a:ext uri="{FF2B5EF4-FFF2-40B4-BE49-F238E27FC236}">
                      <a16:creationId xmlns:a16="http://schemas.microsoft.com/office/drawing/2014/main" id="{3D5F78F7-B610-00E4-6297-711A33F47569}"/>
                    </a:ext>
                  </a:extLst>
                </p14:cNvPr>
                <p14:cNvContentPartPr/>
                <p14:nvPr/>
              </p14:nvContentPartPr>
              <p14:xfrm>
                <a:off x="7413508" y="6190145"/>
                <a:ext cx="105840" cy="192960"/>
              </p14:xfrm>
            </p:contentPart>
          </mc:Choice>
          <mc:Fallback xmlns="">
            <p:pic>
              <p:nvPicPr>
                <p:cNvPr id="51" name="Entrada de lápiz 50">
                  <a:extLst>
                    <a:ext uri="{FF2B5EF4-FFF2-40B4-BE49-F238E27FC236}">
                      <a16:creationId xmlns:a16="http://schemas.microsoft.com/office/drawing/2014/main" id="{8A89EE96-7846-6A3E-C1CB-E24843FEE341}"/>
                    </a:ext>
                  </a:extLst>
                </p:cNvPr>
                <p:cNvPicPr/>
                <p:nvPr/>
              </p:nvPicPr>
              <p:blipFill>
                <a:blip r:embed="rId78"/>
                <a:stretch>
                  <a:fillRect/>
                </a:stretch>
              </p:blipFill>
              <p:spPr>
                <a:xfrm>
                  <a:off x="7404508" y="6181505"/>
                  <a:ext cx="12348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1" name="Entrada de lápiz 50">
                  <a:extLst>
                    <a:ext uri="{FF2B5EF4-FFF2-40B4-BE49-F238E27FC236}">
                      <a16:creationId xmlns:a16="http://schemas.microsoft.com/office/drawing/2014/main" id="{1F5C4934-13FD-BCB3-6B9C-786DB2DAE73F}"/>
                    </a:ext>
                  </a:extLst>
                </p14:cNvPr>
                <p14:cNvContentPartPr/>
                <p14:nvPr/>
              </p14:nvContentPartPr>
              <p14:xfrm>
                <a:off x="7488748" y="6174665"/>
                <a:ext cx="304920" cy="122760"/>
              </p14:xfrm>
            </p:contentPart>
          </mc:Choice>
          <mc:Fallback xmlns="">
            <p:pic>
              <p:nvPicPr>
                <p:cNvPr id="52" name="Entrada de lápiz 51">
                  <a:extLst>
                    <a:ext uri="{FF2B5EF4-FFF2-40B4-BE49-F238E27FC236}">
                      <a16:creationId xmlns:a16="http://schemas.microsoft.com/office/drawing/2014/main" id="{9241C61B-BC9D-F5F6-DBC9-4E73D4BD98D8}"/>
                    </a:ext>
                  </a:extLst>
                </p:cNvPr>
                <p:cNvPicPr/>
                <p:nvPr/>
              </p:nvPicPr>
              <p:blipFill>
                <a:blip r:embed="rId80"/>
                <a:stretch>
                  <a:fillRect/>
                </a:stretch>
              </p:blipFill>
              <p:spPr>
                <a:xfrm>
                  <a:off x="7480108" y="6166025"/>
                  <a:ext cx="32256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2" name="Entrada de lápiz 51">
                  <a:extLst>
                    <a:ext uri="{FF2B5EF4-FFF2-40B4-BE49-F238E27FC236}">
                      <a16:creationId xmlns:a16="http://schemas.microsoft.com/office/drawing/2014/main" id="{AB2CDCC8-FD45-36E8-A5C4-6C04DF202B20}"/>
                    </a:ext>
                  </a:extLst>
                </p14:cNvPr>
                <p14:cNvContentPartPr/>
                <p14:nvPr/>
              </p14:nvContentPartPr>
              <p14:xfrm>
                <a:off x="7984828" y="6146585"/>
                <a:ext cx="152640" cy="104040"/>
              </p14:xfrm>
            </p:contentPart>
          </mc:Choice>
          <mc:Fallback xmlns="">
            <p:pic>
              <p:nvPicPr>
                <p:cNvPr id="53" name="Entrada de lápiz 52">
                  <a:extLst>
                    <a:ext uri="{FF2B5EF4-FFF2-40B4-BE49-F238E27FC236}">
                      <a16:creationId xmlns:a16="http://schemas.microsoft.com/office/drawing/2014/main" id="{23EC5657-E91B-0D65-842D-866CB3CB3404}"/>
                    </a:ext>
                  </a:extLst>
                </p:cNvPr>
                <p:cNvPicPr/>
                <p:nvPr/>
              </p:nvPicPr>
              <p:blipFill>
                <a:blip r:embed="rId82"/>
                <a:stretch>
                  <a:fillRect/>
                </a:stretch>
              </p:blipFill>
              <p:spPr>
                <a:xfrm>
                  <a:off x="7976188" y="6137585"/>
                  <a:ext cx="17028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3" name="Entrada de lápiz 52">
                  <a:extLst>
                    <a:ext uri="{FF2B5EF4-FFF2-40B4-BE49-F238E27FC236}">
                      <a16:creationId xmlns:a16="http://schemas.microsoft.com/office/drawing/2014/main" id="{EEBA700E-D7DC-BDD1-3513-2E305F7F817E}"/>
                    </a:ext>
                  </a:extLst>
                </p14:cNvPr>
                <p14:cNvContentPartPr/>
                <p14:nvPr/>
              </p14:nvContentPartPr>
              <p14:xfrm>
                <a:off x="8081668" y="6172145"/>
                <a:ext cx="115920" cy="75600"/>
              </p14:xfrm>
            </p:contentPart>
          </mc:Choice>
          <mc:Fallback xmlns="">
            <p:pic>
              <p:nvPicPr>
                <p:cNvPr id="54" name="Entrada de lápiz 53">
                  <a:extLst>
                    <a:ext uri="{FF2B5EF4-FFF2-40B4-BE49-F238E27FC236}">
                      <a16:creationId xmlns:a16="http://schemas.microsoft.com/office/drawing/2014/main" id="{38107A58-4F83-40DB-E5D2-35A50C1254E0}"/>
                    </a:ext>
                  </a:extLst>
                </p:cNvPr>
                <p:cNvPicPr/>
                <p:nvPr/>
              </p:nvPicPr>
              <p:blipFill>
                <a:blip r:embed="rId84"/>
                <a:stretch>
                  <a:fillRect/>
                </a:stretch>
              </p:blipFill>
              <p:spPr>
                <a:xfrm>
                  <a:off x="8072668" y="6163145"/>
                  <a:ext cx="13356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4" name="Entrada de lápiz 53">
                  <a:extLst>
                    <a:ext uri="{FF2B5EF4-FFF2-40B4-BE49-F238E27FC236}">
                      <a16:creationId xmlns:a16="http://schemas.microsoft.com/office/drawing/2014/main" id="{EF557838-E5B4-B0FE-C9C0-D65CC7505725}"/>
                    </a:ext>
                  </a:extLst>
                </p14:cNvPr>
                <p14:cNvContentPartPr/>
                <p14:nvPr/>
              </p14:nvContentPartPr>
              <p14:xfrm>
                <a:off x="8214508" y="6169625"/>
                <a:ext cx="94680" cy="74160"/>
              </p14:xfrm>
            </p:contentPart>
          </mc:Choice>
          <mc:Fallback xmlns="">
            <p:pic>
              <p:nvPicPr>
                <p:cNvPr id="55" name="Entrada de lápiz 54">
                  <a:extLst>
                    <a:ext uri="{FF2B5EF4-FFF2-40B4-BE49-F238E27FC236}">
                      <a16:creationId xmlns:a16="http://schemas.microsoft.com/office/drawing/2014/main" id="{C01C598E-7A04-E68D-4A1B-CEC5A15C23FD}"/>
                    </a:ext>
                  </a:extLst>
                </p:cNvPr>
                <p:cNvPicPr/>
                <p:nvPr/>
              </p:nvPicPr>
              <p:blipFill>
                <a:blip r:embed="rId86"/>
                <a:stretch>
                  <a:fillRect/>
                </a:stretch>
              </p:blipFill>
              <p:spPr>
                <a:xfrm>
                  <a:off x="8205868" y="6160625"/>
                  <a:ext cx="11232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5" name="Entrada de lápiz 54">
                  <a:extLst>
                    <a:ext uri="{FF2B5EF4-FFF2-40B4-BE49-F238E27FC236}">
                      <a16:creationId xmlns:a16="http://schemas.microsoft.com/office/drawing/2014/main" id="{3F9820CD-DB8B-AF3A-2D00-CF573BC01D7C}"/>
                    </a:ext>
                  </a:extLst>
                </p14:cNvPr>
                <p14:cNvContentPartPr/>
                <p14:nvPr/>
              </p14:nvContentPartPr>
              <p14:xfrm>
                <a:off x="8330068" y="6162065"/>
                <a:ext cx="105120" cy="87840"/>
              </p14:xfrm>
            </p:contentPart>
          </mc:Choice>
          <mc:Fallback xmlns="">
            <p:pic>
              <p:nvPicPr>
                <p:cNvPr id="56" name="Entrada de lápiz 55">
                  <a:extLst>
                    <a:ext uri="{FF2B5EF4-FFF2-40B4-BE49-F238E27FC236}">
                      <a16:creationId xmlns:a16="http://schemas.microsoft.com/office/drawing/2014/main" id="{82E7C9F6-1B05-AA6E-94E8-1CBEEFC33269}"/>
                    </a:ext>
                  </a:extLst>
                </p:cNvPr>
                <p:cNvPicPr/>
                <p:nvPr/>
              </p:nvPicPr>
              <p:blipFill>
                <a:blip r:embed="rId88"/>
                <a:stretch>
                  <a:fillRect/>
                </a:stretch>
              </p:blipFill>
              <p:spPr>
                <a:xfrm>
                  <a:off x="8321428" y="6153065"/>
                  <a:ext cx="12276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6" name="Entrada de lápiz 55">
                  <a:extLst>
                    <a:ext uri="{FF2B5EF4-FFF2-40B4-BE49-F238E27FC236}">
                      <a16:creationId xmlns:a16="http://schemas.microsoft.com/office/drawing/2014/main" id="{2D81D30D-A45B-10B0-20E0-849E7B458784}"/>
                    </a:ext>
                  </a:extLst>
                </p14:cNvPr>
                <p14:cNvContentPartPr/>
                <p14:nvPr/>
              </p14:nvContentPartPr>
              <p14:xfrm>
                <a:off x="8485588" y="6160985"/>
                <a:ext cx="108360" cy="95400"/>
              </p14:xfrm>
            </p:contentPart>
          </mc:Choice>
          <mc:Fallback xmlns="">
            <p:pic>
              <p:nvPicPr>
                <p:cNvPr id="57" name="Entrada de lápiz 56">
                  <a:extLst>
                    <a:ext uri="{FF2B5EF4-FFF2-40B4-BE49-F238E27FC236}">
                      <a16:creationId xmlns:a16="http://schemas.microsoft.com/office/drawing/2014/main" id="{D74B556E-6C61-321B-2CD9-1C3E08C5FE63}"/>
                    </a:ext>
                  </a:extLst>
                </p:cNvPr>
                <p:cNvPicPr/>
                <p:nvPr/>
              </p:nvPicPr>
              <p:blipFill>
                <a:blip r:embed="rId90"/>
                <a:stretch>
                  <a:fillRect/>
                </a:stretch>
              </p:blipFill>
              <p:spPr>
                <a:xfrm>
                  <a:off x="8476588" y="6152345"/>
                  <a:ext cx="12600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7" name="Entrada de lápiz 56">
                  <a:extLst>
                    <a:ext uri="{FF2B5EF4-FFF2-40B4-BE49-F238E27FC236}">
                      <a16:creationId xmlns:a16="http://schemas.microsoft.com/office/drawing/2014/main" id="{D9D03911-106C-23F2-FEF4-DB4ABC8F19C8}"/>
                    </a:ext>
                  </a:extLst>
                </p14:cNvPr>
                <p14:cNvContentPartPr/>
                <p14:nvPr/>
              </p14:nvContentPartPr>
              <p14:xfrm>
                <a:off x="8584588" y="6155945"/>
                <a:ext cx="130680" cy="86760"/>
              </p14:xfrm>
            </p:contentPart>
          </mc:Choice>
          <mc:Fallback xmlns="">
            <p:pic>
              <p:nvPicPr>
                <p:cNvPr id="58" name="Entrada de lápiz 57">
                  <a:extLst>
                    <a:ext uri="{FF2B5EF4-FFF2-40B4-BE49-F238E27FC236}">
                      <a16:creationId xmlns:a16="http://schemas.microsoft.com/office/drawing/2014/main" id="{F527D721-F146-9173-3CDE-9D954059C447}"/>
                    </a:ext>
                  </a:extLst>
                </p:cNvPr>
                <p:cNvPicPr/>
                <p:nvPr/>
              </p:nvPicPr>
              <p:blipFill>
                <a:blip r:embed="rId92"/>
                <a:stretch>
                  <a:fillRect/>
                </a:stretch>
              </p:blipFill>
              <p:spPr>
                <a:xfrm>
                  <a:off x="8575588" y="6147305"/>
                  <a:ext cx="14832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8" name="Entrada de lápiz 57">
                  <a:extLst>
                    <a:ext uri="{FF2B5EF4-FFF2-40B4-BE49-F238E27FC236}">
                      <a16:creationId xmlns:a16="http://schemas.microsoft.com/office/drawing/2014/main" id="{E2F335F2-ECC3-F6F3-217F-5C60041DCD9D}"/>
                    </a:ext>
                  </a:extLst>
                </p14:cNvPr>
                <p14:cNvContentPartPr/>
                <p14:nvPr/>
              </p14:nvContentPartPr>
              <p14:xfrm>
                <a:off x="8778628" y="6056585"/>
                <a:ext cx="25560" cy="170280"/>
              </p14:xfrm>
            </p:contentPart>
          </mc:Choice>
          <mc:Fallback xmlns="">
            <p:pic>
              <p:nvPicPr>
                <p:cNvPr id="59" name="Entrada de lápiz 58">
                  <a:extLst>
                    <a:ext uri="{FF2B5EF4-FFF2-40B4-BE49-F238E27FC236}">
                      <a16:creationId xmlns:a16="http://schemas.microsoft.com/office/drawing/2014/main" id="{5481BA0F-BC67-8D80-9E82-1621216081D5}"/>
                    </a:ext>
                  </a:extLst>
                </p:cNvPr>
                <p:cNvPicPr/>
                <p:nvPr/>
              </p:nvPicPr>
              <p:blipFill>
                <a:blip r:embed="rId94"/>
                <a:stretch>
                  <a:fillRect/>
                </a:stretch>
              </p:blipFill>
              <p:spPr>
                <a:xfrm>
                  <a:off x="8769988" y="6047945"/>
                  <a:ext cx="4320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9" name="Entrada de lápiz 58">
                  <a:extLst>
                    <a:ext uri="{FF2B5EF4-FFF2-40B4-BE49-F238E27FC236}">
                      <a16:creationId xmlns:a16="http://schemas.microsoft.com/office/drawing/2014/main" id="{9CE0CF93-0013-0783-33C9-BC7E12CFFBF1}"/>
                    </a:ext>
                  </a:extLst>
                </p14:cNvPr>
                <p14:cNvContentPartPr/>
                <p14:nvPr/>
              </p14:nvContentPartPr>
              <p14:xfrm>
                <a:off x="8736508" y="6155945"/>
                <a:ext cx="87840" cy="16560"/>
              </p14:xfrm>
            </p:contentPart>
          </mc:Choice>
          <mc:Fallback xmlns="">
            <p:pic>
              <p:nvPicPr>
                <p:cNvPr id="60" name="Entrada de lápiz 59">
                  <a:extLst>
                    <a:ext uri="{FF2B5EF4-FFF2-40B4-BE49-F238E27FC236}">
                      <a16:creationId xmlns:a16="http://schemas.microsoft.com/office/drawing/2014/main" id="{C968BB89-468E-9042-F1BA-4DEF4441244E}"/>
                    </a:ext>
                  </a:extLst>
                </p:cNvPr>
                <p:cNvPicPr/>
                <p:nvPr/>
              </p:nvPicPr>
              <p:blipFill>
                <a:blip r:embed="rId96"/>
                <a:stretch>
                  <a:fillRect/>
                </a:stretch>
              </p:blipFill>
              <p:spPr>
                <a:xfrm>
                  <a:off x="8727508" y="6147305"/>
                  <a:ext cx="10548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0" name="Entrada de lápiz 59">
                  <a:extLst>
                    <a:ext uri="{FF2B5EF4-FFF2-40B4-BE49-F238E27FC236}">
                      <a16:creationId xmlns:a16="http://schemas.microsoft.com/office/drawing/2014/main" id="{649EED97-6163-68F7-5333-3FA379B9D250}"/>
                    </a:ext>
                  </a:extLst>
                </p14:cNvPr>
                <p14:cNvContentPartPr/>
                <p14:nvPr/>
              </p14:nvContentPartPr>
              <p14:xfrm>
                <a:off x="8866828" y="6069185"/>
                <a:ext cx="39600" cy="168120"/>
              </p14:xfrm>
            </p:contentPart>
          </mc:Choice>
          <mc:Fallback xmlns="">
            <p:pic>
              <p:nvPicPr>
                <p:cNvPr id="61" name="Entrada de lápiz 60">
                  <a:extLst>
                    <a:ext uri="{FF2B5EF4-FFF2-40B4-BE49-F238E27FC236}">
                      <a16:creationId xmlns:a16="http://schemas.microsoft.com/office/drawing/2014/main" id="{ABC4CB95-45A6-3F0A-8A5B-8E9787117AD2}"/>
                    </a:ext>
                  </a:extLst>
                </p:cNvPr>
                <p:cNvPicPr/>
                <p:nvPr/>
              </p:nvPicPr>
              <p:blipFill>
                <a:blip r:embed="rId98"/>
                <a:stretch>
                  <a:fillRect/>
                </a:stretch>
              </p:blipFill>
              <p:spPr>
                <a:xfrm>
                  <a:off x="8857828" y="6060545"/>
                  <a:ext cx="5724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1" name="Entrada de lápiz 60">
                  <a:extLst>
                    <a:ext uri="{FF2B5EF4-FFF2-40B4-BE49-F238E27FC236}">
                      <a16:creationId xmlns:a16="http://schemas.microsoft.com/office/drawing/2014/main" id="{227454FF-EDDA-8FE0-ED68-99178E754EAC}"/>
                    </a:ext>
                  </a:extLst>
                </p14:cNvPr>
                <p14:cNvContentPartPr/>
                <p14:nvPr/>
              </p14:nvContentPartPr>
              <p14:xfrm>
                <a:off x="8933428" y="6124625"/>
                <a:ext cx="103320" cy="97200"/>
              </p14:xfrm>
            </p:contentPart>
          </mc:Choice>
          <mc:Fallback xmlns="">
            <p:pic>
              <p:nvPicPr>
                <p:cNvPr id="62" name="Entrada de lápiz 61">
                  <a:extLst>
                    <a:ext uri="{FF2B5EF4-FFF2-40B4-BE49-F238E27FC236}">
                      <a16:creationId xmlns:a16="http://schemas.microsoft.com/office/drawing/2014/main" id="{8F9E2843-FC36-B2AE-5793-6B53F3C180E7}"/>
                    </a:ext>
                  </a:extLst>
                </p:cNvPr>
                <p:cNvPicPr/>
                <p:nvPr/>
              </p:nvPicPr>
              <p:blipFill>
                <a:blip r:embed="rId100"/>
                <a:stretch>
                  <a:fillRect/>
                </a:stretch>
              </p:blipFill>
              <p:spPr>
                <a:xfrm>
                  <a:off x="8924428" y="6115625"/>
                  <a:ext cx="12096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2" name="Entrada de lápiz 61">
                  <a:extLst>
                    <a:ext uri="{FF2B5EF4-FFF2-40B4-BE49-F238E27FC236}">
                      <a16:creationId xmlns:a16="http://schemas.microsoft.com/office/drawing/2014/main" id="{8B179B57-BCB4-C7E2-37E5-7B20240399FD}"/>
                    </a:ext>
                  </a:extLst>
                </p14:cNvPr>
                <p14:cNvContentPartPr/>
                <p14:nvPr/>
              </p14:nvContentPartPr>
              <p14:xfrm>
                <a:off x="9203068" y="6118505"/>
                <a:ext cx="281160" cy="95400"/>
              </p14:xfrm>
            </p:contentPart>
          </mc:Choice>
          <mc:Fallback xmlns="">
            <p:pic>
              <p:nvPicPr>
                <p:cNvPr id="63" name="Entrada de lápiz 62">
                  <a:extLst>
                    <a:ext uri="{FF2B5EF4-FFF2-40B4-BE49-F238E27FC236}">
                      <a16:creationId xmlns:a16="http://schemas.microsoft.com/office/drawing/2014/main" id="{F28740D9-E569-D8DD-DFB2-8DD0A0F3DF3D}"/>
                    </a:ext>
                  </a:extLst>
                </p:cNvPr>
                <p:cNvPicPr/>
                <p:nvPr/>
              </p:nvPicPr>
              <p:blipFill>
                <a:blip r:embed="rId102"/>
                <a:stretch>
                  <a:fillRect/>
                </a:stretch>
              </p:blipFill>
              <p:spPr>
                <a:xfrm>
                  <a:off x="9194428" y="6109505"/>
                  <a:ext cx="29880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3" name="Entrada de lápiz 62">
                  <a:extLst>
                    <a:ext uri="{FF2B5EF4-FFF2-40B4-BE49-F238E27FC236}">
                      <a16:creationId xmlns:a16="http://schemas.microsoft.com/office/drawing/2014/main" id="{533F63F0-5952-64FB-6A58-836AC6F4FCA2}"/>
                    </a:ext>
                  </a:extLst>
                </p14:cNvPr>
                <p14:cNvContentPartPr/>
                <p14:nvPr/>
              </p14:nvContentPartPr>
              <p14:xfrm>
                <a:off x="6080788" y="6546185"/>
                <a:ext cx="218160" cy="116280"/>
              </p14:xfrm>
            </p:contentPart>
          </mc:Choice>
          <mc:Fallback xmlns="">
            <p:pic>
              <p:nvPicPr>
                <p:cNvPr id="65" name="Entrada de lápiz 64">
                  <a:extLst>
                    <a:ext uri="{FF2B5EF4-FFF2-40B4-BE49-F238E27FC236}">
                      <a16:creationId xmlns:a16="http://schemas.microsoft.com/office/drawing/2014/main" id="{7673FBB0-82E6-5BED-3484-E2A21E085102}"/>
                    </a:ext>
                  </a:extLst>
                </p:cNvPr>
                <p:cNvPicPr/>
                <p:nvPr/>
              </p:nvPicPr>
              <p:blipFill>
                <a:blip r:embed="rId104"/>
                <a:stretch>
                  <a:fillRect/>
                </a:stretch>
              </p:blipFill>
              <p:spPr>
                <a:xfrm>
                  <a:off x="6071788" y="6537185"/>
                  <a:ext cx="23580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4" name="Entrada de lápiz 63">
                  <a:extLst>
                    <a:ext uri="{FF2B5EF4-FFF2-40B4-BE49-F238E27FC236}">
                      <a16:creationId xmlns:a16="http://schemas.microsoft.com/office/drawing/2014/main" id="{A10A760A-3482-029E-4603-F8E6F3392A93}"/>
                    </a:ext>
                  </a:extLst>
                </p14:cNvPr>
                <p14:cNvContentPartPr/>
                <p14:nvPr/>
              </p14:nvContentPartPr>
              <p14:xfrm>
                <a:off x="6321988" y="6545465"/>
                <a:ext cx="94320" cy="106560"/>
              </p14:xfrm>
            </p:contentPart>
          </mc:Choice>
          <mc:Fallback xmlns="">
            <p:pic>
              <p:nvPicPr>
                <p:cNvPr id="66" name="Entrada de lápiz 65">
                  <a:extLst>
                    <a:ext uri="{FF2B5EF4-FFF2-40B4-BE49-F238E27FC236}">
                      <a16:creationId xmlns:a16="http://schemas.microsoft.com/office/drawing/2014/main" id="{32EF28AB-F099-B903-8AFB-7415660C8EFB}"/>
                    </a:ext>
                  </a:extLst>
                </p:cNvPr>
                <p:cNvPicPr/>
                <p:nvPr/>
              </p:nvPicPr>
              <p:blipFill>
                <a:blip r:embed="rId106"/>
                <a:stretch>
                  <a:fillRect/>
                </a:stretch>
              </p:blipFill>
              <p:spPr>
                <a:xfrm>
                  <a:off x="6313348" y="6536825"/>
                  <a:ext cx="11196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65" name="Entrada de lápiz 64">
                  <a:extLst>
                    <a:ext uri="{FF2B5EF4-FFF2-40B4-BE49-F238E27FC236}">
                      <a16:creationId xmlns:a16="http://schemas.microsoft.com/office/drawing/2014/main" id="{AEDFBA07-CF56-5D0C-74FA-5CAEE237B6EB}"/>
                    </a:ext>
                  </a:extLst>
                </p14:cNvPr>
                <p14:cNvContentPartPr/>
                <p14:nvPr/>
              </p14:nvContentPartPr>
              <p14:xfrm>
                <a:off x="6445828" y="6409385"/>
                <a:ext cx="41040" cy="218160"/>
              </p14:xfrm>
            </p:contentPart>
          </mc:Choice>
          <mc:Fallback xmlns="">
            <p:pic>
              <p:nvPicPr>
                <p:cNvPr id="67" name="Entrada de lápiz 66">
                  <a:extLst>
                    <a:ext uri="{FF2B5EF4-FFF2-40B4-BE49-F238E27FC236}">
                      <a16:creationId xmlns:a16="http://schemas.microsoft.com/office/drawing/2014/main" id="{4E6B8A0C-13B9-61CE-DA27-4728B2F3D1E2}"/>
                    </a:ext>
                  </a:extLst>
                </p:cNvPr>
                <p:cNvPicPr/>
                <p:nvPr/>
              </p:nvPicPr>
              <p:blipFill>
                <a:blip r:embed="rId108"/>
                <a:stretch>
                  <a:fillRect/>
                </a:stretch>
              </p:blipFill>
              <p:spPr>
                <a:xfrm>
                  <a:off x="6437188" y="6400385"/>
                  <a:ext cx="5868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6" name="Entrada de lápiz 65">
                  <a:extLst>
                    <a:ext uri="{FF2B5EF4-FFF2-40B4-BE49-F238E27FC236}">
                      <a16:creationId xmlns:a16="http://schemas.microsoft.com/office/drawing/2014/main" id="{7B5D9FD1-B08A-B7CF-EC49-56D1542B5A62}"/>
                    </a:ext>
                  </a:extLst>
                </p14:cNvPr>
                <p14:cNvContentPartPr/>
                <p14:nvPr/>
              </p14:nvContentPartPr>
              <p14:xfrm>
                <a:off x="6417028" y="6549425"/>
                <a:ext cx="101160" cy="20160"/>
              </p14:xfrm>
            </p:contentPart>
          </mc:Choice>
          <mc:Fallback xmlns="">
            <p:pic>
              <p:nvPicPr>
                <p:cNvPr id="68" name="Entrada de lápiz 67">
                  <a:extLst>
                    <a:ext uri="{FF2B5EF4-FFF2-40B4-BE49-F238E27FC236}">
                      <a16:creationId xmlns:a16="http://schemas.microsoft.com/office/drawing/2014/main" id="{2D55BF2F-7D6E-5A22-F4A6-E24610597DAC}"/>
                    </a:ext>
                  </a:extLst>
                </p:cNvPr>
                <p:cNvPicPr/>
                <p:nvPr/>
              </p:nvPicPr>
              <p:blipFill>
                <a:blip r:embed="rId110"/>
                <a:stretch>
                  <a:fillRect/>
                </a:stretch>
              </p:blipFill>
              <p:spPr>
                <a:xfrm>
                  <a:off x="6408028" y="6540785"/>
                  <a:ext cx="11880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67" name="Entrada de lápiz 66">
                  <a:extLst>
                    <a:ext uri="{FF2B5EF4-FFF2-40B4-BE49-F238E27FC236}">
                      <a16:creationId xmlns:a16="http://schemas.microsoft.com/office/drawing/2014/main" id="{AD60F37D-53E2-13A4-46F8-68174333535A}"/>
                    </a:ext>
                  </a:extLst>
                </p14:cNvPr>
                <p14:cNvContentPartPr/>
                <p14:nvPr/>
              </p14:nvContentPartPr>
              <p14:xfrm>
                <a:off x="6548788" y="6540425"/>
                <a:ext cx="70560" cy="89280"/>
              </p14:xfrm>
            </p:contentPart>
          </mc:Choice>
          <mc:Fallback xmlns="">
            <p:pic>
              <p:nvPicPr>
                <p:cNvPr id="69" name="Entrada de lápiz 68">
                  <a:extLst>
                    <a:ext uri="{FF2B5EF4-FFF2-40B4-BE49-F238E27FC236}">
                      <a16:creationId xmlns:a16="http://schemas.microsoft.com/office/drawing/2014/main" id="{31EC67EF-ED02-49DF-5E54-6512AAF6910B}"/>
                    </a:ext>
                  </a:extLst>
                </p:cNvPr>
                <p:cNvPicPr/>
                <p:nvPr/>
              </p:nvPicPr>
              <p:blipFill>
                <a:blip r:embed="rId112"/>
                <a:stretch>
                  <a:fillRect/>
                </a:stretch>
              </p:blipFill>
              <p:spPr>
                <a:xfrm>
                  <a:off x="6540148" y="6531785"/>
                  <a:ext cx="8820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68" name="Entrada de lápiz 67">
                  <a:extLst>
                    <a:ext uri="{FF2B5EF4-FFF2-40B4-BE49-F238E27FC236}">
                      <a16:creationId xmlns:a16="http://schemas.microsoft.com/office/drawing/2014/main" id="{ECF4A32A-0011-2859-70DD-25B51525F111}"/>
                    </a:ext>
                  </a:extLst>
                </p14:cNvPr>
                <p14:cNvContentPartPr/>
                <p14:nvPr/>
              </p14:nvContentPartPr>
              <p14:xfrm>
                <a:off x="6625468" y="6488585"/>
                <a:ext cx="60840" cy="127800"/>
              </p14:xfrm>
            </p:contentPart>
          </mc:Choice>
          <mc:Fallback xmlns="">
            <p:pic>
              <p:nvPicPr>
                <p:cNvPr id="70" name="Entrada de lápiz 69">
                  <a:extLst>
                    <a:ext uri="{FF2B5EF4-FFF2-40B4-BE49-F238E27FC236}">
                      <a16:creationId xmlns:a16="http://schemas.microsoft.com/office/drawing/2014/main" id="{AA699091-66FF-9ED4-73BC-10FFB30B02FE}"/>
                    </a:ext>
                  </a:extLst>
                </p:cNvPr>
                <p:cNvPicPr/>
                <p:nvPr/>
              </p:nvPicPr>
              <p:blipFill>
                <a:blip r:embed="rId114"/>
                <a:stretch>
                  <a:fillRect/>
                </a:stretch>
              </p:blipFill>
              <p:spPr>
                <a:xfrm>
                  <a:off x="6616828" y="6479945"/>
                  <a:ext cx="7848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69" name="Entrada de lápiz 68">
                  <a:extLst>
                    <a:ext uri="{FF2B5EF4-FFF2-40B4-BE49-F238E27FC236}">
                      <a16:creationId xmlns:a16="http://schemas.microsoft.com/office/drawing/2014/main" id="{FF6283B6-9151-547A-9A90-8E56B7B0A086}"/>
                    </a:ext>
                  </a:extLst>
                </p14:cNvPr>
                <p14:cNvContentPartPr/>
                <p14:nvPr/>
              </p14:nvContentPartPr>
              <p14:xfrm>
                <a:off x="6732748" y="6508745"/>
                <a:ext cx="93600" cy="142560"/>
              </p14:xfrm>
            </p:contentPart>
          </mc:Choice>
          <mc:Fallback xmlns="">
            <p:pic>
              <p:nvPicPr>
                <p:cNvPr id="71" name="Entrada de lápiz 70">
                  <a:extLst>
                    <a:ext uri="{FF2B5EF4-FFF2-40B4-BE49-F238E27FC236}">
                      <a16:creationId xmlns:a16="http://schemas.microsoft.com/office/drawing/2014/main" id="{44D4100F-1984-3D5C-3B1F-075C5017734B}"/>
                    </a:ext>
                  </a:extLst>
                </p:cNvPr>
                <p:cNvPicPr/>
                <p:nvPr/>
              </p:nvPicPr>
              <p:blipFill>
                <a:blip r:embed="rId116"/>
                <a:stretch>
                  <a:fillRect/>
                </a:stretch>
              </p:blipFill>
              <p:spPr>
                <a:xfrm>
                  <a:off x="6723748" y="6500105"/>
                  <a:ext cx="11124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70" name="Entrada de lápiz 69">
                  <a:extLst>
                    <a:ext uri="{FF2B5EF4-FFF2-40B4-BE49-F238E27FC236}">
                      <a16:creationId xmlns:a16="http://schemas.microsoft.com/office/drawing/2014/main" id="{25EEDCEB-B15D-CC8B-BC0F-254D39859B16}"/>
                    </a:ext>
                  </a:extLst>
                </p14:cNvPr>
                <p14:cNvContentPartPr/>
                <p14:nvPr/>
              </p14:nvContentPartPr>
              <p14:xfrm>
                <a:off x="6734908" y="6569945"/>
                <a:ext cx="95040" cy="13680"/>
              </p14:xfrm>
            </p:contentPart>
          </mc:Choice>
          <mc:Fallback xmlns="">
            <p:pic>
              <p:nvPicPr>
                <p:cNvPr id="72" name="Entrada de lápiz 71">
                  <a:extLst>
                    <a:ext uri="{FF2B5EF4-FFF2-40B4-BE49-F238E27FC236}">
                      <a16:creationId xmlns:a16="http://schemas.microsoft.com/office/drawing/2014/main" id="{CE572184-C843-326B-7934-AC3219DF182B}"/>
                    </a:ext>
                  </a:extLst>
                </p:cNvPr>
                <p:cNvPicPr/>
                <p:nvPr/>
              </p:nvPicPr>
              <p:blipFill>
                <a:blip r:embed="rId118"/>
                <a:stretch>
                  <a:fillRect/>
                </a:stretch>
              </p:blipFill>
              <p:spPr>
                <a:xfrm>
                  <a:off x="6725908" y="6561305"/>
                  <a:ext cx="11268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71" name="Entrada de lápiz 70">
                  <a:extLst>
                    <a:ext uri="{FF2B5EF4-FFF2-40B4-BE49-F238E27FC236}">
                      <a16:creationId xmlns:a16="http://schemas.microsoft.com/office/drawing/2014/main" id="{0D677691-A220-F0C4-F248-EEAF57F6D944}"/>
                    </a:ext>
                  </a:extLst>
                </p14:cNvPr>
                <p14:cNvContentPartPr/>
                <p14:nvPr/>
              </p14:nvContentPartPr>
              <p14:xfrm>
                <a:off x="7093468" y="6547625"/>
                <a:ext cx="93600" cy="105480"/>
              </p14:xfrm>
            </p:contentPart>
          </mc:Choice>
          <mc:Fallback xmlns="">
            <p:pic>
              <p:nvPicPr>
                <p:cNvPr id="73" name="Entrada de lápiz 72">
                  <a:extLst>
                    <a:ext uri="{FF2B5EF4-FFF2-40B4-BE49-F238E27FC236}">
                      <a16:creationId xmlns:a16="http://schemas.microsoft.com/office/drawing/2014/main" id="{2B0833EA-17E8-E735-CE73-C84284CF8057}"/>
                    </a:ext>
                  </a:extLst>
                </p:cNvPr>
                <p:cNvPicPr/>
                <p:nvPr/>
              </p:nvPicPr>
              <p:blipFill>
                <a:blip r:embed="rId120"/>
                <a:stretch>
                  <a:fillRect/>
                </a:stretch>
              </p:blipFill>
              <p:spPr>
                <a:xfrm>
                  <a:off x="7084468" y="6538625"/>
                  <a:ext cx="11124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72" name="Entrada de lápiz 71">
                  <a:extLst>
                    <a:ext uri="{FF2B5EF4-FFF2-40B4-BE49-F238E27FC236}">
                      <a16:creationId xmlns:a16="http://schemas.microsoft.com/office/drawing/2014/main" id="{E7361EC5-5536-91E3-A063-CFB1AF265BB3}"/>
                    </a:ext>
                  </a:extLst>
                </p14:cNvPr>
                <p14:cNvContentPartPr/>
                <p14:nvPr/>
              </p14:nvContentPartPr>
              <p14:xfrm>
                <a:off x="7212628" y="6431345"/>
                <a:ext cx="157680" cy="208800"/>
              </p14:xfrm>
            </p:contentPart>
          </mc:Choice>
          <mc:Fallback xmlns="">
            <p:pic>
              <p:nvPicPr>
                <p:cNvPr id="74" name="Entrada de lápiz 73">
                  <a:extLst>
                    <a:ext uri="{FF2B5EF4-FFF2-40B4-BE49-F238E27FC236}">
                      <a16:creationId xmlns:a16="http://schemas.microsoft.com/office/drawing/2014/main" id="{D37DD3B7-993A-7F3B-0497-ED7A59105B03}"/>
                    </a:ext>
                  </a:extLst>
                </p:cNvPr>
                <p:cNvPicPr/>
                <p:nvPr/>
              </p:nvPicPr>
              <p:blipFill>
                <a:blip r:embed="rId122"/>
                <a:stretch>
                  <a:fillRect/>
                </a:stretch>
              </p:blipFill>
              <p:spPr>
                <a:xfrm>
                  <a:off x="7203628" y="6422345"/>
                  <a:ext cx="17532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73" name="Entrada de lápiz 72">
                  <a:extLst>
                    <a:ext uri="{FF2B5EF4-FFF2-40B4-BE49-F238E27FC236}">
                      <a16:creationId xmlns:a16="http://schemas.microsoft.com/office/drawing/2014/main" id="{34999E5C-650A-2DB6-C17A-B0B66F8FE745}"/>
                    </a:ext>
                  </a:extLst>
                </p14:cNvPr>
                <p14:cNvContentPartPr/>
                <p14:nvPr/>
              </p14:nvContentPartPr>
              <p14:xfrm>
                <a:off x="7555708" y="6516305"/>
                <a:ext cx="287640" cy="102240"/>
              </p14:xfrm>
            </p:contentPart>
          </mc:Choice>
          <mc:Fallback xmlns="">
            <p:pic>
              <p:nvPicPr>
                <p:cNvPr id="75" name="Entrada de lápiz 74">
                  <a:extLst>
                    <a:ext uri="{FF2B5EF4-FFF2-40B4-BE49-F238E27FC236}">
                      <a16:creationId xmlns:a16="http://schemas.microsoft.com/office/drawing/2014/main" id="{48E2B49C-02C0-675E-8648-07D82195DFFE}"/>
                    </a:ext>
                  </a:extLst>
                </p:cNvPr>
                <p:cNvPicPr/>
                <p:nvPr/>
              </p:nvPicPr>
              <p:blipFill>
                <a:blip r:embed="rId124"/>
                <a:stretch>
                  <a:fillRect/>
                </a:stretch>
              </p:blipFill>
              <p:spPr>
                <a:xfrm>
                  <a:off x="7546708" y="6507305"/>
                  <a:ext cx="30528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74" name="Entrada de lápiz 73">
                  <a:extLst>
                    <a:ext uri="{FF2B5EF4-FFF2-40B4-BE49-F238E27FC236}">
                      <a16:creationId xmlns:a16="http://schemas.microsoft.com/office/drawing/2014/main" id="{4CC03866-A3C8-E5DA-CD4E-0B5206BDA220}"/>
                    </a:ext>
                  </a:extLst>
                </p14:cNvPr>
                <p14:cNvContentPartPr/>
                <p14:nvPr/>
              </p14:nvContentPartPr>
              <p14:xfrm>
                <a:off x="7842628" y="6536105"/>
                <a:ext cx="132480" cy="79920"/>
              </p14:xfrm>
            </p:contentPart>
          </mc:Choice>
          <mc:Fallback xmlns="">
            <p:pic>
              <p:nvPicPr>
                <p:cNvPr id="76" name="Entrada de lápiz 75">
                  <a:extLst>
                    <a:ext uri="{FF2B5EF4-FFF2-40B4-BE49-F238E27FC236}">
                      <a16:creationId xmlns:a16="http://schemas.microsoft.com/office/drawing/2014/main" id="{0D985CED-8E2A-EF9D-F9D9-8262104D41A7}"/>
                    </a:ext>
                  </a:extLst>
                </p:cNvPr>
                <p:cNvPicPr/>
                <p:nvPr/>
              </p:nvPicPr>
              <p:blipFill>
                <a:blip r:embed="rId126"/>
                <a:stretch>
                  <a:fillRect/>
                </a:stretch>
              </p:blipFill>
              <p:spPr>
                <a:xfrm>
                  <a:off x="7833988" y="6527465"/>
                  <a:ext cx="15012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75" name="Entrada de lápiz 74">
                  <a:extLst>
                    <a:ext uri="{FF2B5EF4-FFF2-40B4-BE49-F238E27FC236}">
                      <a16:creationId xmlns:a16="http://schemas.microsoft.com/office/drawing/2014/main" id="{3EC0A43A-8AE5-072A-8402-3EAB8A6B090F}"/>
                    </a:ext>
                  </a:extLst>
                </p14:cNvPr>
                <p14:cNvContentPartPr/>
                <p14:nvPr/>
              </p14:nvContentPartPr>
              <p14:xfrm>
                <a:off x="8153308" y="6512705"/>
                <a:ext cx="113760" cy="106200"/>
              </p14:xfrm>
            </p:contentPart>
          </mc:Choice>
          <mc:Fallback xmlns="">
            <p:pic>
              <p:nvPicPr>
                <p:cNvPr id="78" name="Entrada de lápiz 77">
                  <a:extLst>
                    <a:ext uri="{FF2B5EF4-FFF2-40B4-BE49-F238E27FC236}">
                      <a16:creationId xmlns:a16="http://schemas.microsoft.com/office/drawing/2014/main" id="{D57191A0-EF81-3096-50D7-25ED7EBD5FCA}"/>
                    </a:ext>
                  </a:extLst>
                </p:cNvPr>
                <p:cNvPicPr/>
                <p:nvPr/>
              </p:nvPicPr>
              <p:blipFill>
                <a:blip r:embed="rId128"/>
                <a:stretch>
                  <a:fillRect/>
                </a:stretch>
              </p:blipFill>
              <p:spPr>
                <a:xfrm>
                  <a:off x="8144308" y="6504065"/>
                  <a:ext cx="13140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76" name="Entrada de lápiz 75">
                  <a:extLst>
                    <a:ext uri="{FF2B5EF4-FFF2-40B4-BE49-F238E27FC236}">
                      <a16:creationId xmlns:a16="http://schemas.microsoft.com/office/drawing/2014/main" id="{BC6A10DF-A9A1-0924-97F8-FFAED8797863}"/>
                    </a:ext>
                  </a:extLst>
                </p14:cNvPr>
                <p14:cNvContentPartPr/>
                <p14:nvPr/>
              </p14:nvContentPartPr>
              <p14:xfrm>
                <a:off x="8258068" y="6521705"/>
                <a:ext cx="120240" cy="96840"/>
              </p14:xfrm>
            </p:contentPart>
          </mc:Choice>
          <mc:Fallback xmlns="">
            <p:pic>
              <p:nvPicPr>
                <p:cNvPr id="79" name="Entrada de lápiz 78">
                  <a:extLst>
                    <a:ext uri="{FF2B5EF4-FFF2-40B4-BE49-F238E27FC236}">
                      <a16:creationId xmlns:a16="http://schemas.microsoft.com/office/drawing/2014/main" id="{80B17FAC-7F6B-E2ED-865F-9D41D849B692}"/>
                    </a:ext>
                  </a:extLst>
                </p:cNvPr>
                <p:cNvPicPr/>
                <p:nvPr/>
              </p:nvPicPr>
              <p:blipFill>
                <a:blip r:embed="rId130"/>
                <a:stretch>
                  <a:fillRect/>
                </a:stretch>
              </p:blipFill>
              <p:spPr>
                <a:xfrm>
                  <a:off x="8249068" y="6512705"/>
                  <a:ext cx="13788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77" name="Entrada de lápiz 76">
                  <a:extLst>
                    <a:ext uri="{FF2B5EF4-FFF2-40B4-BE49-F238E27FC236}">
                      <a16:creationId xmlns:a16="http://schemas.microsoft.com/office/drawing/2014/main" id="{AA803409-0E43-0634-5F57-E877B8827EB6}"/>
                    </a:ext>
                  </a:extLst>
                </p14:cNvPr>
                <p14:cNvContentPartPr/>
                <p14:nvPr/>
              </p14:nvContentPartPr>
              <p14:xfrm>
                <a:off x="8410348" y="6395705"/>
                <a:ext cx="424440" cy="217440"/>
              </p14:xfrm>
            </p:contentPart>
          </mc:Choice>
          <mc:Fallback xmlns="">
            <p:pic>
              <p:nvPicPr>
                <p:cNvPr id="81" name="Entrada de lápiz 80">
                  <a:extLst>
                    <a:ext uri="{FF2B5EF4-FFF2-40B4-BE49-F238E27FC236}">
                      <a16:creationId xmlns:a16="http://schemas.microsoft.com/office/drawing/2014/main" id="{57F78EA3-A4CB-7A76-389B-B8D81A75EB54}"/>
                    </a:ext>
                  </a:extLst>
                </p:cNvPr>
                <p:cNvPicPr/>
                <p:nvPr/>
              </p:nvPicPr>
              <p:blipFill>
                <a:blip r:embed="rId132"/>
                <a:stretch>
                  <a:fillRect/>
                </a:stretch>
              </p:blipFill>
              <p:spPr>
                <a:xfrm>
                  <a:off x="8401348" y="6387065"/>
                  <a:ext cx="44208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78" name="Entrada de lápiz 77">
                  <a:extLst>
                    <a:ext uri="{FF2B5EF4-FFF2-40B4-BE49-F238E27FC236}">
                      <a16:creationId xmlns:a16="http://schemas.microsoft.com/office/drawing/2014/main" id="{4981D353-4DD4-6334-B277-00E854591E5E}"/>
                    </a:ext>
                  </a:extLst>
                </p14:cNvPr>
                <p14:cNvContentPartPr/>
                <p14:nvPr/>
              </p14:nvContentPartPr>
              <p14:xfrm>
                <a:off x="8859628" y="6531065"/>
                <a:ext cx="129240" cy="81000"/>
              </p14:xfrm>
            </p:contentPart>
          </mc:Choice>
          <mc:Fallback xmlns="">
            <p:pic>
              <p:nvPicPr>
                <p:cNvPr id="82" name="Entrada de lápiz 81">
                  <a:extLst>
                    <a:ext uri="{FF2B5EF4-FFF2-40B4-BE49-F238E27FC236}">
                      <a16:creationId xmlns:a16="http://schemas.microsoft.com/office/drawing/2014/main" id="{0220B469-165C-1B46-5E41-87CDD46F9925}"/>
                    </a:ext>
                  </a:extLst>
                </p:cNvPr>
                <p:cNvPicPr/>
                <p:nvPr/>
              </p:nvPicPr>
              <p:blipFill>
                <a:blip r:embed="rId134"/>
                <a:stretch>
                  <a:fillRect/>
                </a:stretch>
              </p:blipFill>
              <p:spPr>
                <a:xfrm>
                  <a:off x="8850628" y="6522065"/>
                  <a:ext cx="14688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79" name="Entrada de lápiz 78">
                  <a:extLst>
                    <a:ext uri="{FF2B5EF4-FFF2-40B4-BE49-F238E27FC236}">
                      <a16:creationId xmlns:a16="http://schemas.microsoft.com/office/drawing/2014/main" id="{F481C429-F096-06F1-8EFE-3E4C30C0E35A}"/>
                    </a:ext>
                  </a:extLst>
                </p14:cNvPr>
                <p14:cNvContentPartPr/>
                <p14:nvPr/>
              </p14:nvContentPartPr>
              <p14:xfrm>
                <a:off x="9025948" y="6538265"/>
                <a:ext cx="145080" cy="79200"/>
              </p14:xfrm>
            </p:contentPart>
          </mc:Choice>
          <mc:Fallback xmlns="">
            <p:pic>
              <p:nvPicPr>
                <p:cNvPr id="83" name="Entrada de lápiz 82">
                  <a:extLst>
                    <a:ext uri="{FF2B5EF4-FFF2-40B4-BE49-F238E27FC236}">
                      <a16:creationId xmlns:a16="http://schemas.microsoft.com/office/drawing/2014/main" id="{DA02038D-2F73-880B-6FF8-DFD9D58A90B0}"/>
                    </a:ext>
                  </a:extLst>
                </p:cNvPr>
                <p:cNvPicPr/>
                <p:nvPr/>
              </p:nvPicPr>
              <p:blipFill>
                <a:blip r:embed="rId136"/>
                <a:stretch>
                  <a:fillRect/>
                </a:stretch>
              </p:blipFill>
              <p:spPr>
                <a:xfrm>
                  <a:off x="9016948" y="6529265"/>
                  <a:ext cx="16272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80" name="Entrada de lápiz 79">
                  <a:extLst>
                    <a:ext uri="{FF2B5EF4-FFF2-40B4-BE49-F238E27FC236}">
                      <a16:creationId xmlns:a16="http://schemas.microsoft.com/office/drawing/2014/main" id="{7A61B10F-62C9-BD15-58F0-90868E0E57CC}"/>
                    </a:ext>
                  </a:extLst>
                </p14:cNvPr>
                <p14:cNvContentPartPr/>
                <p14:nvPr/>
              </p14:nvContentPartPr>
              <p14:xfrm>
                <a:off x="9357868" y="6533945"/>
                <a:ext cx="51840" cy="154080"/>
              </p14:xfrm>
            </p:contentPart>
          </mc:Choice>
          <mc:Fallback xmlns="">
            <p:pic>
              <p:nvPicPr>
                <p:cNvPr id="84" name="Entrada de lápiz 83">
                  <a:extLst>
                    <a:ext uri="{FF2B5EF4-FFF2-40B4-BE49-F238E27FC236}">
                      <a16:creationId xmlns:a16="http://schemas.microsoft.com/office/drawing/2014/main" id="{09C042FF-5DBE-DB87-0326-E6133C26B81F}"/>
                    </a:ext>
                  </a:extLst>
                </p:cNvPr>
                <p:cNvPicPr/>
                <p:nvPr/>
              </p:nvPicPr>
              <p:blipFill>
                <a:blip r:embed="rId138"/>
                <a:stretch>
                  <a:fillRect/>
                </a:stretch>
              </p:blipFill>
              <p:spPr>
                <a:xfrm>
                  <a:off x="9349228" y="6524945"/>
                  <a:ext cx="6948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81" name="Entrada de lápiz 80">
                  <a:extLst>
                    <a:ext uri="{FF2B5EF4-FFF2-40B4-BE49-F238E27FC236}">
                      <a16:creationId xmlns:a16="http://schemas.microsoft.com/office/drawing/2014/main" id="{0D0710A9-6790-A74C-A2E6-B539BF942550}"/>
                    </a:ext>
                  </a:extLst>
                </p14:cNvPr>
                <p14:cNvContentPartPr/>
                <p14:nvPr/>
              </p14:nvContentPartPr>
              <p14:xfrm>
                <a:off x="9343828" y="6499385"/>
                <a:ext cx="137160" cy="92880"/>
              </p14:xfrm>
            </p:contentPart>
          </mc:Choice>
          <mc:Fallback xmlns="">
            <p:pic>
              <p:nvPicPr>
                <p:cNvPr id="85" name="Entrada de lápiz 84">
                  <a:extLst>
                    <a:ext uri="{FF2B5EF4-FFF2-40B4-BE49-F238E27FC236}">
                      <a16:creationId xmlns:a16="http://schemas.microsoft.com/office/drawing/2014/main" id="{E53FC3EB-7AB7-7361-6C56-26E27753F245}"/>
                    </a:ext>
                  </a:extLst>
                </p:cNvPr>
                <p:cNvPicPr/>
                <p:nvPr/>
              </p:nvPicPr>
              <p:blipFill>
                <a:blip r:embed="rId140"/>
                <a:stretch>
                  <a:fillRect/>
                </a:stretch>
              </p:blipFill>
              <p:spPr>
                <a:xfrm>
                  <a:off x="9335188" y="6490745"/>
                  <a:ext cx="15480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82" name="Entrada de lápiz 81">
                  <a:extLst>
                    <a:ext uri="{FF2B5EF4-FFF2-40B4-BE49-F238E27FC236}">
                      <a16:creationId xmlns:a16="http://schemas.microsoft.com/office/drawing/2014/main" id="{DB362169-593A-6716-06DB-33A7419E700F}"/>
                    </a:ext>
                  </a:extLst>
                </p14:cNvPr>
                <p14:cNvContentPartPr/>
                <p14:nvPr/>
              </p14:nvContentPartPr>
              <p14:xfrm>
                <a:off x="9490708" y="6502625"/>
                <a:ext cx="147960" cy="94320"/>
              </p14:xfrm>
            </p:contentPart>
          </mc:Choice>
          <mc:Fallback xmlns="">
            <p:pic>
              <p:nvPicPr>
                <p:cNvPr id="86" name="Entrada de lápiz 85">
                  <a:extLst>
                    <a:ext uri="{FF2B5EF4-FFF2-40B4-BE49-F238E27FC236}">
                      <a16:creationId xmlns:a16="http://schemas.microsoft.com/office/drawing/2014/main" id="{9A772BE5-F2C4-E594-365E-72CB70C233D0}"/>
                    </a:ext>
                  </a:extLst>
                </p:cNvPr>
                <p:cNvPicPr/>
                <p:nvPr/>
              </p:nvPicPr>
              <p:blipFill>
                <a:blip r:embed="rId142"/>
                <a:stretch>
                  <a:fillRect/>
                </a:stretch>
              </p:blipFill>
              <p:spPr>
                <a:xfrm>
                  <a:off x="9481708" y="6493985"/>
                  <a:ext cx="16560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83" name="Entrada de lápiz 82">
                  <a:extLst>
                    <a:ext uri="{FF2B5EF4-FFF2-40B4-BE49-F238E27FC236}">
                      <a16:creationId xmlns:a16="http://schemas.microsoft.com/office/drawing/2014/main" id="{A02E66A8-ABC9-BA24-9D69-E370A6F856B8}"/>
                    </a:ext>
                  </a:extLst>
                </p14:cNvPr>
                <p14:cNvContentPartPr/>
                <p14:nvPr/>
              </p14:nvContentPartPr>
              <p14:xfrm>
                <a:off x="9654148" y="6486065"/>
                <a:ext cx="105480" cy="99720"/>
              </p14:xfrm>
            </p:contentPart>
          </mc:Choice>
          <mc:Fallback xmlns="">
            <p:pic>
              <p:nvPicPr>
                <p:cNvPr id="87" name="Entrada de lápiz 86">
                  <a:extLst>
                    <a:ext uri="{FF2B5EF4-FFF2-40B4-BE49-F238E27FC236}">
                      <a16:creationId xmlns:a16="http://schemas.microsoft.com/office/drawing/2014/main" id="{560BA3E5-0F4F-CD2E-B42D-3B9F8AD9D94E}"/>
                    </a:ext>
                  </a:extLst>
                </p:cNvPr>
                <p:cNvPicPr/>
                <p:nvPr/>
              </p:nvPicPr>
              <p:blipFill>
                <a:blip r:embed="rId144"/>
                <a:stretch>
                  <a:fillRect/>
                </a:stretch>
              </p:blipFill>
              <p:spPr>
                <a:xfrm>
                  <a:off x="9645508" y="6477425"/>
                  <a:ext cx="12312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84" name="Entrada de lápiz 83">
                  <a:extLst>
                    <a:ext uri="{FF2B5EF4-FFF2-40B4-BE49-F238E27FC236}">
                      <a16:creationId xmlns:a16="http://schemas.microsoft.com/office/drawing/2014/main" id="{F47FB8F0-3D9B-2898-22C7-428E51B6B20C}"/>
                    </a:ext>
                  </a:extLst>
                </p14:cNvPr>
                <p14:cNvContentPartPr/>
                <p14:nvPr/>
              </p14:nvContentPartPr>
              <p14:xfrm>
                <a:off x="9739108" y="6491825"/>
                <a:ext cx="186120" cy="90720"/>
              </p14:xfrm>
            </p:contentPart>
          </mc:Choice>
          <mc:Fallback xmlns="">
            <p:pic>
              <p:nvPicPr>
                <p:cNvPr id="88" name="Entrada de lápiz 87">
                  <a:extLst>
                    <a:ext uri="{FF2B5EF4-FFF2-40B4-BE49-F238E27FC236}">
                      <a16:creationId xmlns:a16="http://schemas.microsoft.com/office/drawing/2014/main" id="{5D5DC231-8335-CDAF-C109-76C5D00F4ED0}"/>
                    </a:ext>
                  </a:extLst>
                </p:cNvPr>
                <p:cNvPicPr/>
                <p:nvPr/>
              </p:nvPicPr>
              <p:blipFill>
                <a:blip r:embed="rId146"/>
                <a:stretch>
                  <a:fillRect/>
                </a:stretch>
              </p:blipFill>
              <p:spPr>
                <a:xfrm>
                  <a:off x="9730108" y="6482825"/>
                  <a:ext cx="20376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85" name="Entrada de lápiz 84">
                  <a:extLst>
                    <a:ext uri="{FF2B5EF4-FFF2-40B4-BE49-F238E27FC236}">
                      <a16:creationId xmlns:a16="http://schemas.microsoft.com/office/drawing/2014/main" id="{D55E1F8F-0D85-FD03-E06C-8B0E5565D606}"/>
                    </a:ext>
                  </a:extLst>
                </p14:cNvPr>
                <p14:cNvContentPartPr/>
                <p14:nvPr/>
              </p14:nvContentPartPr>
              <p14:xfrm>
                <a:off x="10170028" y="6535745"/>
                <a:ext cx="55800" cy="142920"/>
              </p14:xfrm>
            </p:contentPart>
          </mc:Choice>
          <mc:Fallback xmlns="">
            <p:pic>
              <p:nvPicPr>
                <p:cNvPr id="89" name="Entrada de lápiz 88">
                  <a:extLst>
                    <a:ext uri="{FF2B5EF4-FFF2-40B4-BE49-F238E27FC236}">
                      <a16:creationId xmlns:a16="http://schemas.microsoft.com/office/drawing/2014/main" id="{119A88F8-84DA-1564-CADB-A18342822B7C}"/>
                    </a:ext>
                  </a:extLst>
                </p:cNvPr>
                <p:cNvPicPr/>
                <p:nvPr/>
              </p:nvPicPr>
              <p:blipFill>
                <a:blip r:embed="rId148"/>
                <a:stretch>
                  <a:fillRect/>
                </a:stretch>
              </p:blipFill>
              <p:spPr>
                <a:xfrm>
                  <a:off x="10161028" y="6527105"/>
                  <a:ext cx="7344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86" name="Entrada de lápiz 85">
                  <a:extLst>
                    <a:ext uri="{FF2B5EF4-FFF2-40B4-BE49-F238E27FC236}">
                      <a16:creationId xmlns:a16="http://schemas.microsoft.com/office/drawing/2014/main" id="{6E5581E0-7B8A-52ED-61D7-D550890B2849}"/>
                    </a:ext>
                  </a:extLst>
                </p14:cNvPr>
                <p14:cNvContentPartPr/>
                <p14:nvPr/>
              </p14:nvContentPartPr>
              <p14:xfrm>
                <a:off x="10107028" y="6486065"/>
                <a:ext cx="179640" cy="109440"/>
              </p14:xfrm>
            </p:contentPart>
          </mc:Choice>
          <mc:Fallback xmlns="">
            <p:pic>
              <p:nvPicPr>
                <p:cNvPr id="90" name="Entrada de lápiz 89">
                  <a:extLst>
                    <a:ext uri="{FF2B5EF4-FFF2-40B4-BE49-F238E27FC236}">
                      <a16:creationId xmlns:a16="http://schemas.microsoft.com/office/drawing/2014/main" id="{ECACA545-A73E-12D7-52E6-E0BDD75D3CD1}"/>
                    </a:ext>
                  </a:extLst>
                </p:cNvPr>
                <p:cNvPicPr/>
                <p:nvPr/>
              </p:nvPicPr>
              <p:blipFill>
                <a:blip r:embed="rId150"/>
                <a:stretch>
                  <a:fillRect/>
                </a:stretch>
              </p:blipFill>
              <p:spPr>
                <a:xfrm>
                  <a:off x="10098028" y="6477425"/>
                  <a:ext cx="1972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87" name="Entrada de lápiz 86">
                  <a:extLst>
                    <a:ext uri="{FF2B5EF4-FFF2-40B4-BE49-F238E27FC236}">
                      <a16:creationId xmlns:a16="http://schemas.microsoft.com/office/drawing/2014/main" id="{2792EE5E-93C3-9FBE-5561-7B2D2B15192F}"/>
                    </a:ext>
                  </a:extLst>
                </p14:cNvPr>
                <p14:cNvContentPartPr/>
                <p14:nvPr/>
              </p14:nvContentPartPr>
              <p14:xfrm>
                <a:off x="10276588" y="6499025"/>
                <a:ext cx="96120" cy="84960"/>
              </p14:xfrm>
            </p:contentPart>
          </mc:Choice>
          <mc:Fallback xmlns="">
            <p:pic>
              <p:nvPicPr>
                <p:cNvPr id="91" name="Entrada de lápiz 90">
                  <a:extLst>
                    <a:ext uri="{FF2B5EF4-FFF2-40B4-BE49-F238E27FC236}">
                      <a16:creationId xmlns:a16="http://schemas.microsoft.com/office/drawing/2014/main" id="{FACECC33-FAE8-B826-A42F-7D9D4D6B2B74}"/>
                    </a:ext>
                  </a:extLst>
                </p:cNvPr>
                <p:cNvPicPr/>
                <p:nvPr/>
              </p:nvPicPr>
              <p:blipFill>
                <a:blip r:embed="rId152"/>
                <a:stretch>
                  <a:fillRect/>
                </a:stretch>
              </p:blipFill>
              <p:spPr>
                <a:xfrm>
                  <a:off x="10267588" y="6490025"/>
                  <a:ext cx="11376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88" name="Entrada de lápiz 87">
                  <a:extLst>
                    <a:ext uri="{FF2B5EF4-FFF2-40B4-BE49-F238E27FC236}">
                      <a16:creationId xmlns:a16="http://schemas.microsoft.com/office/drawing/2014/main" id="{DB4350F5-5375-F442-EFFB-93196B5B9343}"/>
                    </a:ext>
                  </a:extLst>
                </p14:cNvPr>
                <p14:cNvContentPartPr/>
                <p14:nvPr/>
              </p14:nvContentPartPr>
              <p14:xfrm>
                <a:off x="10409068" y="6492185"/>
                <a:ext cx="96480" cy="90000"/>
              </p14:xfrm>
            </p:contentPart>
          </mc:Choice>
          <mc:Fallback xmlns="">
            <p:pic>
              <p:nvPicPr>
                <p:cNvPr id="92" name="Entrada de lápiz 91">
                  <a:extLst>
                    <a:ext uri="{FF2B5EF4-FFF2-40B4-BE49-F238E27FC236}">
                      <a16:creationId xmlns:a16="http://schemas.microsoft.com/office/drawing/2014/main" id="{8C2597BF-125F-065A-8BD2-677BD13F1561}"/>
                    </a:ext>
                  </a:extLst>
                </p:cNvPr>
                <p:cNvPicPr/>
                <p:nvPr/>
              </p:nvPicPr>
              <p:blipFill>
                <a:blip r:embed="rId154"/>
                <a:stretch>
                  <a:fillRect/>
                </a:stretch>
              </p:blipFill>
              <p:spPr>
                <a:xfrm>
                  <a:off x="10400428" y="6483545"/>
                  <a:ext cx="11412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89" name="Entrada de lápiz 88">
                  <a:extLst>
                    <a:ext uri="{FF2B5EF4-FFF2-40B4-BE49-F238E27FC236}">
                      <a16:creationId xmlns:a16="http://schemas.microsoft.com/office/drawing/2014/main" id="{1FD4B28C-2A53-8CB6-EC46-EF0E572ACDC2}"/>
                    </a:ext>
                  </a:extLst>
                </p14:cNvPr>
                <p14:cNvContentPartPr/>
                <p14:nvPr/>
              </p14:nvContentPartPr>
              <p14:xfrm>
                <a:off x="10521388" y="6452585"/>
                <a:ext cx="212760" cy="116280"/>
              </p14:xfrm>
            </p:contentPart>
          </mc:Choice>
          <mc:Fallback xmlns="">
            <p:pic>
              <p:nvPicPr>
                <p:cNvPr id="97" name="Entrada de lápiz 96">
                  <a:extLst>
                    <a:ext uri="{FF2B5EF4-FFF2-40B4-BE49-F238E27FC236}">
                      <a16:creationId xmlns:a16="http://schemas.microsoft.com/office/drawing/2014/main" id="{B2296837-0E0B-4B02-BFFE-FA4CCA38718B}"/>
                    </a:ext>
                  </a:extLst>
                </p:cNvPr>
                <p:cNvPicPr/>
                <p:nvPr/>
              </p:nvPicPr>
              <p:blipFill>
                <a:blip r:embed="rId156"/>
                <a:stretch>
                  <a:fillRect/>
                </a:stretch>
              </p:blipFill>
              <p:spPr>
                <a:xfrm>
                  <a:off x="10512748" y="6443585"/>
                  <a:ext cx="23040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90" name="Entrada de lápiz 89">
                  <a:extLst>
                    <a:ext uri="{FF2B5EF4-FFF2-40B4-BE49-F238E27FC236}">
                      <a16:creationId xmlns:a16="http://schemas.microsoft.com/office/drawing/2014/main" id="{03834A78-9FC0-C84B-25B0-CC80EE03D2B9}"/>
                    </a:ext>
                  </a:extLst>
                </p14:cNvPr>
                <p14:cNvContentPartPr/>
                <p14:nvPr/>
              </p14:nvContentPartPr>
              <p14:xfrm>
                <a:off x="10771228" y="6244145"/>
                <a:ext cx="80640" cy="289800"/>
              </p14:xfrm>
            </p:contentPart>
          </mc:Choice>
          <mc:Fallback xmlns="">
            <p:pic>
              <p:nvPicPr>
                <p:cNvPr id="99" name="Entrada de lápiz 98">
                  <a:extLst>
                    <a:ext uri="{FF2B5EF4-FFF2-40B4-BE49-F238E27FC236}">
                      <a16:creationId xmlns:a16="http://schemas.microsoft.com/office/drawing/2014/main" id="{41678D3F-7242-F138-1D40-F7390B86CAD7}"/>
                    </a:ext>
                  </a:extLst>
                </p:cNvPr>
                <p:cNvPicPr/>
                <p:nvPr/>
              </p:nvPicPr>
              <p:blipFill>
                <a:blip r:embed="rId158"/>
                <a:stretch>
                  <a:fillRect/>
                </a:stretch>
              </p:blipFill>
              <p:spPr>
                <a:xfrm>
                  <a:off x="10762588" y="6235145"/>
                  <a:ext cx="9828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91" name="Entrada de lápiz 90">
                  <a:extLst>
                    <a:ext uri="{FF2B5EF4-FFF2-40B4-BE49-F238E27FC236}">
                      <a16:creationId xmlns:a16="http://schemas.microsoft.com/office/drawing/2014/main" id="{30D4180C-BBC7-DCCC-1FDF-A62596BB9205}"/>
                    </a:ext>
                  </a:extLst>
                </p14:cNvPr>
                <p14:cNvContentPartPr/>
                <p14:nvPr/>
              </p14:nvContentPartPr>
              <p14:xfrm>
                <a:off x="10851508" y="6415865"/>
                <a:ext cx="121680" cy="113040"/>
              </p14:xfrm>
            </p:contentPart>
          </mc:Choice>
          <mc:Fallback xmlns="">
            <p:pic>
              <p:nvPicPr>
                <p:cNvPr id="100" name="Entrada de lápiz 99">
                  <a:extLst>
                    <a:ext uri="{FF2B5EF4-FFF2-40B4-BE49-F238E27FC236}">
                      <a16:creationId xmlns:a16="http://schemas.microsoft.com/office/drawing/2014/main" id="{B9D25E41-E055-13B3-674F-ACC61D7D9E1B}"/>
                    </a:ext>
                  </a:extLst>
                </p:cNvPr>
                <p:cNvPicPr/>
                <p:nvPr/>
              </p:nvPicPr>
              <p:blipFill>
                <a:blip r:embed="rId160"/>
                <a:stretch>
                  <a:fillRect/>
                </a:stretch>
              </p:blipFill>
              <p:spPr>
                <a:xfrm>
                  <a:off x="10842508" y="6407225"/>
                  <a:ext cx="13932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92" name="Entrada de lápiz 91">
                  <a:extLst>
                    <a:ext uri="{FF2B5EF4-FFF2-40B4-BE49-F238E27FC236}">
                      <a16:creationId xmlns:a16="http://schemas.microsoft.com/office/drawing/2014/main" id="{EC36D38A-7795-A14C-6637-CC32EBE2B7D7}"/>
                    </a:ext>
                  </a:extLst>
                </p14:cNvPr>
                <p14:cNvContentPartPr/>
                <p14:nvPr/>
              </p14:nvContentPartPr>
              <p14:xfrm>
                <a:off x="11125108" y="6397505"/>
                <a:ext cx="109440" cy="138600"/>
              </p14:xfrm>
            </p:contentPart>
          </mc:Choice>
          <mc:Fallback xmlns="">
            <p:pic>
              <p:nvPicPr>
                <p:cNvPr id="102" name="Entrada de lápiz 101">
                  <a:extLst>
                    <a:ext uri="{FF2B5EF4-FFF2-40B4-BE49-F238E27FC236}">
                      <a16:creationId xmlns:a16="http://schemas.microsoft.com/office/drawing/2014/main" id="{E29ADCD5-E447-47DB-960A-D3A3D98773EC}"/>
                    </a:ext>
                  </a:extLst>
                </p:cNvPr>
                <p:cNvPicPr/>
                <p:nvPr/>
              </p:nvPicPr>
              <p:blipFill>
                <a:blip r:embed="rId162"/>
                <a:stretch>
                  <a:fillRect/>
                </a:stretch>
              </p:blipFill>
              <p:spPr>
                <a:xfrm>
                  <a:off x="11116468" y="6388865"/>
                  <a:ext cx="12708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93" name="Entrada de lápiz 92">
                  <a:extLst>
                    <a:ext uri="{FF2B5EF4-FFF2-40B4-BE49-F238E27FC236}">
                      <a16:creationId xmlns:a16="http://schemas.microsoft.com/office/drawing/2014/main" id="{D03AB359-16B4-DD6B-5156-2CC6CD7E27D5}"/>
                    </a:ext>
                  </a:extLst>
                </p14:cNvPr>
                <p14:cNvContentPartPr/>
                <p14:nvPr/>
              </p14:nvContentPartPr>
              <p14:xfrm>
                <a:off x="11404828" y="6495425"/>
                <a:ext cx="27000" cy="26280"/>
              </p14:xfrm>
            </p:contentPart>
          </mc:Choice>
          <mc:Fallback xmlns="">
            <p:pic>
              <p:nvPicPr>
                <p:cNvPr id="104" name="Entrada de lápiz 103">
                  <a:extLst>
                    <a:ext uri="{FF2B5EF4-FFF2-40B4-BE49-F238E27FC236}">
                      <a16:creationId xmlns:a16="http://schemas.microsoft.com/office/drawing/2014/main" id="{CBF446D6-9919-44D0-CF98-6D15BA82263E}"/>
                    </a:ext>
                  </a:extLst>
                </p:cNvPr>
                <p:cNvPicPr/>
                <p:nvPr/>
              </p:nvPicPr>
              <p:blipFill>
                <a:blip r:embed="rId164"/>
                <a:stretch>
                  <a:fillRect/>
                </a:stretch>
              </p:blipFill>
              <p:spPr>
                <a:xfrm>
                  <a:off x="11395828" y="6486425"/>
                  <a:ext cx="4464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94" name="Entrada de lápiz 93">
                  <a:extLst>
                    <a:ext uri="{FF2B5EF4-FFF2-40B4-BE49-F238E27FC236}">
                      <a16:creationId xmlns:a16="http://schemas.microsoft.com/office/drawing/2014/main" id="{FF377074-14FF-88A1-29D9-A4B15E6824A2}"/>
                    </a:ext>
                  </a:extLst>
                </p14:cNvPr>
                <p14:cNvContentPartPr/>
                <p14:nvPr/>
              </p14:nvContentPartPr>
              <p14:xfrm>
                <a:off x="11623708" y="6413705"/>
                <a:ext cx="7200" cy="92520"/>
              </p14:xfrm>
            </p:contentPart>
          </mc:Choice>
          <mc:Fallback xmlns="">
            <p:pic>
              <p:nvPicPr>
                <p:cNvPr id="107" name="Entrada de lápiz 106">
                  <a:extLst>
                    <a:ext uri="{FF2B5EF4-FFF2-40B4-BE49-F238E27FC236}">
                      <a16:creationId xmlns:a16="http://schemas.microsoft.com/office/drawing/2014/main" id="{93294418-17BC-0247-A92F-69F97D5F0425}"/>
                    </a:ext>
                  </a:extLst>
                </p:cNvPr>
                <p:cNvPicPr/>
                <p:nvPr/>
              </p:nvPicPr>
              <p:blipFill>
                <a:blip r:embed="rId166"/>
                <a:stretch>
                  <a:fillRect/>
                </a:stretch>
              </p:blipFill>
              <p:spPr>
                <a:xfrm>
                  <a:off x="11614708" y="6404705"/>
                  <a:ext cx="2484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95" name="Entrada de lápiz 94">
                  <a:extLst>
                    <a:ext uri="{FF2B5EF4-FFF2-40B4-BE49-F238E27FC236}">
                      <a16:creationId xmlns:a16="http://schemas.microsoft.com/office/drawing/2014/main" id="{9587B90F-2D7A-A4AC-D4AC-FD898BBB14AB}"/>
                    </a:ext>
                  </a:extLst>
                </p14:cNvPr>
                <p14:cNvContentPartPr/>
                <p14:nvPr/>
              </p14:nvContentPartPr>
              <p14:xfrm>
                <a:off x="11619748" y="6334865"/>
                <a:ext cx="24120" cy="29880"/>
              </p14:xfrm>
            </p:contentPart>
          </mc:Choice>
          <mc:Fallback xmlns="">
            <p:pic>
              <p:nvPicPr>
                <p:cNvPr id="108" name="Entrada de lápiz 107">
                  <a:extLst>
                    <a:ext uri="{FF2B5EF4-FFF2-40B4-BE49-F238E27FC236}">
                      <a16:creationId xmlns:a16="http://schemas.microsoft.com/office/drawing/2014/main" id="{B97CB2FB-2468-2CA4-6C2D-30D60C50020B}"/>
                    </a:ext>
                  </a:extLst>
                </p:cNvPr>
                <p:cNvPicPr/>
                <p:nvPr/>
              </p:nvPicPr>
              <p:blipFill>
                <a:blip r:embed="rId168"/>
                <a:stretch>
                  <a:fillRect/>
                </a:stretch>
              </p:blipFill>
              <p:spPr>
                <a:xfrm>
                  <a:off x="11610748" y="6326225"/>
                  <a:ext cx="4176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96" name="Entrada de lápiz 95">
                  <a:extLst>
                    <a:ext uri="{FF2B5EF4-FFF2-40B4-BE49-F238E27FC236}">
                      <a16:creationId xmlns:a16="http://schemas.microsoft.com/office/drawing/2014/main" id="{CE3425C9-E309-34A0-7402-7338DCA31195}"/>
                    </a:ext>
                  </a:extLst>
                </p14:cNvPr>
                <p14:cNvContentPartPr/>
                <p14:nvPr/>
              </p14:nvContentPartPr>
              <p14:xfrm>
                <a:off x="11708668" y="6188705"/>
                <a:ext cx="67680" cy="283320"/>
              </p14:xfrm>
            </p:contentPart>
          </mc:Choice>
          <mc:Fallback xmlns="">
            <p:pic>
              <p:nvPicPr>
                <p:cNvPr id="109" name="Entrada de lápiz 108">
                  <a:extLst>
                    <a:ext uri="{FF2B5EF4-FFF2-40B4-BE49-F238E27FC236}">
                      <a16:creationId xmlns:a16="http://schemas.microsoft.com/office/drawing/2014/main" id="{5915BC06-1054-E1F2-5E65-C6EDC36CBC4A}"/>
                    </a:ext>
                  </a:extLst>
                </p:cNvPr>
                <p:cNvPicPr/>
                <p:nvPr/>
              </p:nvPicPr>
              <p:blipFill>
                <a:blip r:embed="rId170"/>
                <a:stretch>
                  <a:fillRect/>
                </a:stretch>
              </p:blipFill>
              <p:spPr>
                <a:xfrm>
                  <a:off x="11700028" y="6179705"/>
                  <a:ext cx="8532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97" name="Entrada de lápiz 96">
                  <a:extLst>
                    <a:ext uri="{FF2B5EF4-FFF2-40B4-BE49-F238E27FC236}">
                      <a16:creationId xmlns:a16="http://schemas.microsoft.com/office/drawing/2014/main" id="{0F35BD47-9D73-825E-CAA7-E6C7105AD675}"/>
                    </a:ext>
                  </a:extLst>
                </p14:cNvPr>
                <p14:cNvContentPartPr/>
                <p14:nvPr/>
              </p14:nvContentPartPr>
              <p14:xfrm>
                <a:off x="11655028" y="6291305"/>
                <a:ext cx="107640" cy="20520"/>
              </p14:xfrm>
            </p:contentPart>
          </mc:Choice>
          <mc:Fallback xmlns="">
            <p:pic>
              <p:nvPicPr>
                <p:cNvPr id="110" name="Entrada de lápiz 109">
                  <a:extLst>
                    <a:ext uri="{FF2B5EF4-FFF2-40B4-BE49-F238E27FC236}">
                      <a16:creationId xmlns:a16="http://schemas.microsoft.com/office/drawing/2014/main" id="{A4893FB3-AFBE-2877-07FE-2E3854CD5C64}"/>
                    </a:ext>
                  </a:extLst>
                </p:cNvPr>
                <p:cNvPicPr/>
                <p:nvPr/>
              </p:nvPicPr>
              <p:blipFill>
                <a:blip r:embed="rId172"/>
                <a:stretch>
                  <a:fillRect/>
                </a:stretch>
              </p:blipFill>
              <p:spPr>
                <a:xfrm>
                  <a:off x="11646388" y="6282665"/>
                  <a:ext cx="12528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98" name="Entrada de lápiz 97">
                  <a:extLst>
                    <a:ext uri="{FF2B5EF4-FFF2-40B4-BE49-F238E27FC236}">
                      <a16:creationId xmlns:a16="http://schemas.microsoft.com/office/drawing/2014/main" id="{2F0B10ED-FFB4-346D-0E1A-3DB721811DFD}"/>
                    </a:ext>
                  </a:extLst>
                </p14:cNvPr>
                <p14:cNvContentPartPr/>
                <p14:nvPr/>
              </p14:nvContentPartPr>
              <p14:xfrm>
                <a:off x="11488708" y="6090785"/>
                <a:ext cx="78480" cy="658800"/>
              </p14:xfrm>
            </p:contentPart>
          </mc:Choice>
          <mc:Fallback xmlns="">
            <p:pic>
              <p:nvPicPr>
                <p:cNvPr id="114" name="Entrada de lápiz 113">
                  <a:extLst>
                    <a:ext uri="{FF2B5EF4-FFF2-40B4-BE49-F238E27FC236}">
                      <a16:creationId xmlns:a16="http://schemas.microsoft.com/office/drawing/2014/main" id="{F83521DE-42F8-B426-1C1F-9CFE0BCE709B}"/>
                    </a:ext>
                  </a:extLst>
                </p:cNvPr>
                <p:cNvPicPr/>
                <p:nvPr/>
              </p:nvPicPr>
              <p:blipFill>
                <a:blip r:embed="rId174"/>
                <a:stretch>
                  <a:fillRect/>
                </a:stretch>
              </p:blipFill>
              <p:spPr>
                <a:xfrm>
                  <a:off x="11480068" y="6082145"/>
                  <a:ext cx="96120" cy="67644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99" name="Entrada de lápiz 98">
                  <a:extLst>
                    <a:ext uri="{FF2B5EF4-FFF2-40B4-BE49-F238E27FC236}">
                      <a16:creationId xmlns:a16="http://schemas.microsoft.com/office/drawing/2014/main" id="{5E03B115-437D-A016-C0C4-38DAEC564C1D}"/>
                    </a:ext>
                  </a:extLst>
                </p14:cNvPr>
                <p14:cNvContentPartPr/>
                <p14:nvPr/>
              </p14:nvContentPartPr>
              <p14:xfrm>
                <a:off x="11392228" y="6474185"/>
                <a:ext cx="27720" cy="34200"/>
              </p14:xfrm>
            </p:contentPart>
          </mc:Choice>
          <mc:Fallback xmlns="">
            <p:pic>
              <p:nvPicPr>
                <p:cNvPr id="116" name="Entrada de lápiz 115">
                  <a:extLst>
                    <a:ext uri="{FF2B5EF4-FFF2-40B4-BE49-F238E27FC236}">
                      <a16:creationId xmlns:a16="http://schemas.microsoft.com/office/drawing/2014/main" id="{2C1F2AFE-AF45-61B1-0F8B-9BC5D8AA912B}"/>
                    </a:ext>
                  </a:extLst>
                </p:cNvPr>
                <p:cNvPicPr/>
                <p:nvPr/>
              </p:nvPicPr>
              <p:blipFill>
                <a:blip r:embed="rId176"/>
                <a:stretch>
                  <a:fillRect/>
                </a:stretch>
              </p:blipFill>
              <p:spPr>
                <a:xfrm>
                  <a:off x="11383228" y="6465545"/>
                  <a:ext cx="45360" cy="51840"/>
                </a:xfrm>
                <a:prstGeom prst="rect">
                  <a:avLst/>
                </a:prstGeom>
              </p:spPr>
            </p:pic>
          </mc:Fallback>
        </mc:AlternateContent>
      </p:grpSp>
    </p:spTree>
    <p:extLst>
      <p:ext uri="{BB962C8B-B14F-4D97-AF65-F5344CB8AC3E}">
        <p14:creationId xmlns:p14="http://schemas.microsoft.com/office/powerpoint/2010/main" val="96019709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ECEB1B21-3B9D-3906-9EAF-FBD6938A5571}"/>
              </a:ext>
            </a:extLst>
          </p:cNvPr>
          <p:cNvPicPr>
            <a:picLocks noChangeAspect="1"/>
          </p:cNvPicPr>
          <p:nvPr/>
        </p:nvPicPr>
        <p:blipFill>
          <a:blip r:embed="rId2"/>
          <a:stretch>
            <a:fillRect/>
          </a:stretch>
        </p:blipFill>
        <p:spPr>
          <a:xfrm>
            <a:off x="5967408" y="1178269"/>
            <a:ext cx="6245186" cy="4515750"/>
          </a:xfrm>
          <a:prstGeom prst="rect">
            <a:avLst/>
          </a:prstGeom>
        </p:spPr>
      </p:pic>
      <p:sp>
        <p:nvSpPr>
          <p:cNvPr id="3" name="CuadroTexto 2">
            <a:extLst>
              <a:ext uri="{FF2B5EF4-FFF2-40B4-BE49-F238E27FC236}">
                <a16:creationId xmlns:a16="http://schemas.microsoft.com/office/drawing/2014/main" id="{1156994E-86DA-5A5E-E6F0-CE7F0227DBEF}"/>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4" name="CuadroTexto 3">
            <a:extLst>
              <a:ext uri="{FF2B5EF4-FFF2-40B4-BE49-F238E27FC236}">
                <a16:creationId xmlns:a16="http://schemas.microsoft.com/office/drawing/2014/main" id="{6CF4BBB6-3CC9-FFE2-43EC-D689BDB9BC7A}"/>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5" name="CuadroTexto 4">
            <a:extLst>
              <a:ext uri="{FF2B5EF4-FFF2-40B4-BE49-F238E27FC236}">
                <a16:creationId xmlns:a16="http://schemas.microsoft.com/office/drawing/2014/main" id="{4E46E4DE-D2E8-036E-9E96-D764CFEAC791}"/>
              </a:ext>
            </a:extLst>
          </p:cNvPr>
          <p:cNvSpPr txBox="1"/>
          <p:nvPr/>
        </p:nvSpPr>
        <p:spPr>
          <a:xfrm>
            <a:off x="164744" y="619671"/>
            <a:ext cx="6101670" cy="400110"/>
          </a:xfrm>
          <a:prstGeom prst="rect">
            <a:avLst/>
          </a:prstGeom>
          <a:noFill/>
        </p:spPr>
        <p:txBody>
          <a:bodyPr wrap="none" rtlCol="0">
            <a:spAutoFit/>
          </a:bodyPr>
          <a:lstStyle/>
          <a:p>
            <a:r>
              <a:rPr lang="es-ES" sz="2000" b="1" dirty="0">
                <a:solidFill>
                  <a:schemeClr val="accent1">
                    <a:lumMod val="50000"/>
                  </a:schemeClr>
                </a:solidFill>
              </a:rPr>
              <a:t>Bosques de Decisión Secuenciales (</a:t>
            </a:r>
            <a:r>
              <a:rPr lang="es-ES" sz="2000" b="1" dirty="0" err="1">
                <a:solidFill>
                  <a:schemeClr val="accent1">
                    <a:lumMod val="50000"/>
                  </a:schemeClr>
                </a:solidFill>
              </a:rPr>
              <a:t>Boosting</a:t>
            </a:r>
            <a:r>
              <a:rPr lang="es-ES" sz="2000" b="1" dirty="0">
                <a:solidFill>
                  <a:schemeClr val="accent1">
                    <a:lumMod val="50000"/>
                  </a:schemeClr>
                </a:solidFill>
              </a:rPr>
              <a:t>) en </a:t>
            </a:r>
            <a:r>
              <a:rPr lang="es-ES" sz="2000" b="1" dirty="0" err="1">
                <a:solidFill>
                  <a:schemeClr val="accent1">
                    <a:lumMod val="50000"/>
                  </a:schemeClr>
                </a:solidFill>
              </a:rPr>
              <a:t>Sklearn</a:t>
            </a:r>
            <a:endParaRPr lang="es-ES" sz="2000" b="1" dirty="0">
              <a:solidFill>
                <a:schemeClr val="accent1">
                  <a:lumMod val="50000"/>
                </a:schemeClr>
              </a:solidFill>
            </a:endParaRPr>
          </a:p>
        </p:txBody>
      </p:sp>
      <p:sp>
        <p:nvSpPr>
          <p:cNvPr id="2" name="CuadroTexto 1">
            <a:extLst>
              <a:ext uri="{FF2B5EF4-FFF2-40B4-BE49-F238E27FC236}">
                <a16:creationId xmlns:a16="http://schemas.microsoft.com/office/drawing/2014/main" id="{8C7FAE37-1C39-8E65-77D5-0B384512A3A8}"/>
              </a:ext>
            </a:extLst>
          </p:cNvPr>
          <p:cNvSpPr txBox="1"/>
          <p:nvPr/>
        </p:nvSpPr>
        <p:spPr>
          <a:xfrm>
            <a:off x="164744" y="2443383"/>
            <a:ext cx="11683219" cy="4278094"/>
          </a:xfrm>
          <a:prstGeom prst="rect">
            <a:avLst/>
          </a:prstGeom>
          <a:noFill/>
        </p:spPr>
        <p:txBody>
          <a:bodyPr wrap="square">
            <a:spAutoFit/>
          </a:bodyPr>
          <a:lstStyle/>
          <a:p>
            <a:r>
              <a:rPr lang="en-US" sz="1600" b="0" dirty="0">
                <a:solidFill>
                  <a:srgbClr val="0000FF"/>
                </a:solidFill>
                <a:effectLst/>
                <a:latin typeface="Consolas" panose="020B0609020204030204" pitchFamily="49" charset="0"/>
              </a:rPr>
              <a:t>from</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sklearn.tree</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import</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DecisionTreeRegressor</a:t>
            </a:r>
            <a:endParaRPr lang="en-US" sz="1600" b="0" dirty="0">
              <a:solidFill>
                <a:srgbClr val="000000"/>
              </a:solidFill>
              <a:effectLst/>
              <a:latin typeface="Consolas" panose="020B0609020204030204" pitchFamily="49" charset="0"/>
            </a:endParaRPr>
          </a:p>
          <a:p>
            <a:endParaRPr lang="es-ES" sz="1600" b="0" dirty="0">
              <a:solidFill>
                <a:srgbClr val="000000"/>
              </a:solidFill>
              <a:effectLst/>
              <a:latin typeface="Consolas" panose="020B0609020204030204" pitchFamily="49" charset="0"/>
            </a:endParaRPr>
          </a:p>
          <a:p>
            <a:r>
              <a:rPr lang="es-ES" sz="1600" b="0" dirty="0">
                <a:solidFill>
                  <a:srgbClr val="000000"/>
                </a:solidFill>
                <a:effectLst/>
                <a:latin typeface="Consolas" panose="020B0609020204030204" pitchFamily="49" charset="0"/>
              </a:rPr>
              <a:t>tree_reg_1 = </a:t>
            </a:r>
            <a:r>
              <a:rPr lang="es-ES" sz="1600" b="0" dirty="0" err="1">
                <a:solidFill>
                  <a:srgbClr val="000000"/>
                </a:solidFill>
                <a:effectLst/>
                <a:latin typeface="Consolas" panose="020B0609020204030204" pitchFamily="49" charset="0"/>
              </a:rPr>
              <a:t>DecisionTreeRegressor</a:t>
            </a:r>
            <a:r>
              <a:rPr lang="es-ES" sz="1600" b="0" dirty="0">
                <a:solidFill>
                  <a:srgbClr val="000000"/>
                </a:solidFill>
                <a:effectLst/>
                <a:latin typeface="Consolas" panose="020B0609020204030204" pitchFamily="49" charset="0"/>
              </a:rPr>
              <a:t>(</a:t>
            </a:r>
            <a:r>
              <a:rPr lang="es-ES" sz="1600" b="0" dirty="0" err="1">
                <a:solidFill>
                  <a:srgbClr val="000000"/>
                </a:solidFill>
                <a:effectLst/>
                <a:latin typeface="Consolas" panose="020B0609020204030204" pitchFamily="49" charset="0"/>
              </a:rPr>
              <a:t>max_depth</a:t>
            </a:r>
            <a:r>
              <a:rPr lang="es-ES" sz="1600" b="0" dirty="0">
                <a:solidFill>
                  <a:srgbClr val="000000"/>
                </a:solidFill>
                <a:effectLst/>
                <a:latin typeface="Consolas" panose="020B0609020204030204" pitchFamily="49" charset="0"/>
              </a:rPr>
              <a:t>=</a:t>
            </a:r>
            <a:r>
              <a:rPr lang="es-ES" sz="1600" b="0" dirty="0">
                <a:solidFill>
                  <a:srgbClr val="098658"/>
                </a:solidFill>
                <a:effectLst/>
                <a:latin typeface="Consolas" panose="020B0609020204030204" pitchFamily="49" charset="0"/>
              </a:rPr>
              <a:t>2</a:t>
            </a:r>
            <a:r>
              <a:rPr lang="es-ES" sz="1600" b="0" dirty="0">
                <a:solidFill>
                  <a:srgbClr val="000000"/>
                </a:solidFill>
                <a:effectLst/>
                <a:latin typeface="Consolas" panose="020B0609020204030204" pitchFamily="49" charset="0"/>
              </a:rPr>
              <a:t>)</a:t>
            </a:r>
          </a:p>
          <a:p>
            <a:r>
              <a:rPr lang="es-ES" sz="1600" b="0" dirty="0">
                <a:solidFill>
                  <a:srgbClr val="000000"/>
                </a:solidFill>
                <a:effectLst/>
                <a:latin typeface="Consolas" panose="020B0609020204030204" pitchFamily="49" charset="0"/>
              </a:rPr>
              <a:t>tree_reg_1.fit(X, y)</a:t>
            </a:r>
          </a:p>
          <a:p>
            <a:r>
              <a:rPr lang="es-ES" sz="1600" b="0" dirty="0">
                <a:solidFill>
                  <a:srgbClr val="000000"/>
                </a:solidFill>
                <a:effectLst/>
                <a:latin typeface="Consolas" panose="020B0609020204030204" pitchFamily="49" charset="0"/>
              </a:rPr>
              <a:t/>
            </a:r>
            <a:br>
              <a:rPr lang="es-ES" sz="1600" b="0" dirty="0">
                <a:solidFill>
                  <a:srgbClr val="000000"/>
                </a:solidFill>
                <a:effectLst/>
                <a:latin typeface="Consolas" panose="020B0609020204030204" pitchFamily="49" charset="0"/>
              </a:rPr>
            </a:br>
            <a:r>
              <a:rPr lang="es-ES" sz="1600" b="0" dirty="0">
                <a:solidFill>
                  <a:srgbClr val="000000"/>
                </a:solidFill>
                <a:effectLst/>
                <a:latin typeface="Consolas" panose="020B0609020204030204" pitchFamily="49" charset="0"/>
              </a:rPr>
              <a:t>y2 = y - tree_reg_1.predict(X)[:,</a:t>
            </a:r>
            <a:r>
              <a:rPr lang="es-ES" sz="1600" b="0" dirty="0" err="1">
                <a:solidFill>
                  <a:srgbClr val="000000"/>
                </a:solidFill>
                <a:effectLst/>
                <a:latin typeface="Consolas" panose="020B0609020204030204" pitchFamily="49" charset="0"/>
              </a:rPr>
              <a:t>np.newaxis</a:t>
            </a:r>
            <a:r>
              <a:rPr lang="es-ES" sz="1600" b="0" dirty="0">
                <a:solidFill>
                  <a:srgbClr val="000000"/>
                </a:solidFill>
                <a:effectLst/>
                <a:latin typeface="Consolas" panose="020B0609020204030204" pitchFamily="49" charset="0"/>
              </a:rPr>
              <a:t>] </a:t>
            </a:r>
          </a:p>
          <a:p>
            <a:r>
              <a:rPr lang="es-ES" sz="1600" b="0" dirty="0">
                <a:solidFill>
                  <a:srgbClr val="000000"/>
                </a:solidFill>
                <a:effectLst/>
                <a:latin typeface="Consolas" panose="020B0609020204030204" pitchFamily="49" charset="0"/>
              </a:rPr>
              <a:t>tree_reg_2 = </a:t>
            </a:r>
            <a:r>
              <a:rPr lang="es-ES" sz="1600" b="0" dirty="0" err="1">
                <a:solidFill>
                  <a:srgbClr val="000000"/>
                </a:solidFill>
                <a:effectLst/>
                <a:latin typeface="Consolas" panose="020B0609020204030204" pitchFamily="49" charset="0"/>
              </a:rPr>
              <a:t>DecisionTreeRegressor</a:t>
            </a:r>
            <a:r>
              <a:rPr lang="es-ES" sz="1600" b="0" dirty="0">
                <a:solidFill>
                  <a:srgbClr val="000000"/>
                </a:solidFill>
                <a:effectLst/>
                <a:latin typeface="Consolas" panose="020B0609020204030204" pitchFamily="49" charset="0"/>
              </a:rPr>
              <a:t>(</a:t>
            </a:r>
            <a:r>
              <a:rPr lang="es-ES" sz="1600" b="0" dirty="0" err="1">
                <a:solidFill>
                  <a:srgbClr val="000000"/>
                </a:solidFill>
                <a:effectLst/>
                <a:latin typeface="Consolas" panose="020B0609020204030204" pitchFamily="49" charset="0"/>
              </a:rPr>
              <a:t>max_depth</a:t>
            </a:r>
            <a:r>
              <a:rPr lang="es-ES" sz="1600" b="0" dirty="0">
                <a:solidFill>
                  <a:srgbClr val="000000"/>
                </a:solidFill>
                <a:effectLst/>
                <a:latin typeface="Consolas" panose="020B0609020204030204" pitchFamily="49" charset="0"/>
              </a:rPr>
              <a:t>=</a:t>
            </a:r>
            <a:r>
              <a:rPr lang="es-ES" sz="1600" b="0" dirty="0">
                <a:solidFill>
                  <a:srgbClr val="098658"/>
                </a:solidFill>
                <a:effectLst/>
                <a:latin typeface="Consolas" panose="020B0609020204030204" pitchFamily="49" charset="0"/>
              </a:rPr>
              <a:t>2</a:t>
            </a:r>
            <a:r>
              <a:rPr lang="es-ES" sz="1600" b="0" dirty="0">
                <a:solidFill>
                  <a:srgbClr val="000000"/>
                </a:solidFill>
                <a:effectLst/>
                <a:latin typeface="Consolas" panose="020B0609020204030204" pitchFamily="49" charset="0"/>
              </a:rPr>
              <a:t>)</a:t>
            </a:r>
          </a:p>
          <a:p>
            <a:r>
              <a:rPr lang="es-ES" sz="1600" b="0" dirty="0">
                <a:solidFill>
                  <a:srgbClr val="000000"/>
                </a:solidFill>
                <a:effectLst/>
                <a:latin typeface="Consolas" panose="020B0609020204030204" pitchFamily="49" charset="0"/>
              </a:rPr>
              <a:t>tree_reg_2.fit(X, y2)</a:t>
            </a:r>
          </a:p>
          <a:p>
            <a:endParaRPr lang="es-ES" sz="1600" dirty="0">
              <a:latin typeface="Courier New" panose="02070309020205020404" pitchFamily="49" charset="0"/>
              <a:cs typeface="Courier New" panose="02070309020205020404" pitchFamily="49" charset="0"/>
            </a:endParaRPr>
          </a:p>
          <a:p>
            <a:r>
              <a:rPr lang="en-US" sz="1600" b="0" dirty="0" err="1">
                <a:solidFill>
                  <a:srgbClr val="000000"/>
                </a:solidFill>
                <a:effectLst/>
                <a:latin typeface="Consolas" panose="020B0609020204030204" pitchFamily="49" charset="0"/>
              </a:rPr>
              <a:t>X_test</a:t>
            </a:r>
            <a:r>
              <a:rPr lang="en-US" sz="1600" b="0" dirty="0">
                <a:solidFill>
                  <a:srgbClr val="000000"/>
                </a:solidFill>
                <a:effectLst/>
                <a:latin typeface="Consolas" panose="020B0609020204030204" pitchFamily="49" charset="0"/>
              </a:rPr>
              <a:t> = </a:t>
            </a:r>
            <a:r>
              <a:rPr lang="en-US" sz="1600" b="0" dirty="0" err="1">
                <a:solidFill>
                  <a:srgbClr val="000000"/>
                </a:solidFill>
                <a:effectLst/>
                <a:latin typeface="Consolas" panose="020B0609020204030204" pitchFamily="49" charset="0"/>
              </a:rPr>
              <a:t>np.linspace</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1</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400</a:t>
            </a:r>
            <a:r>
              <a:rPr lang="en-US" sz="1600" b="0" dirty="0">
                <a:solidFill>
                  <a:srgbClr val="000000"/>
                </a:solidFill>
                <a:effectLst/>
                <a:latin typeface="Consolas" panose="020B0609020204030204" pitchFamily="49" charset="0"/>
              </a:rPr>
              <a:t>).reshape(</a:t>
            </a:r>
            <a:r>
              <a:rPr lang="en-US" sz="1600" b="0" dirty="0">
                <a:solidFill>
                  <a:srgbClr val="098658"/>
                </a:solidFill>
                <a:effectLst/>
                <a:latin typeface="Consolas" panose="020B0609020204030204" pitchFamily="49" charset="0"/>
              </a:rPr>
              <a:t>400</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1</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y_1 = tree_reg_1.predict(</a:t>
            </a:r>
            <a:r>
              <a:rPr lang="en-US" sz="1600" b="0" dirty="0" err="1">
                <a:solidFill>
                  <a:srgbClr val="000000"/>
                </a:solidFill>
                <a:effectLst/>
                <a:latin typeface="Consolas" panose="020B0609020204030204" pitchFamily="49" charset="0"/>
              </a:rPr>
              <a:t>X_test</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y_2 = tree_reg_2.predict(</a:t>
            </a:r>
            <a:r>
              <a:rPr lang="en-US" sz="1600" b="0" dirty="0" err="1">
                <a:solidFill>
                  <a:srgbClr val="000000"/>
                </a:solidFill>
                <a:effectLst/>
                <a:latin typeface="Consolas" panose="020B0609020204030204" pitchFamily="49" charset="0"/>
              </a:rPr>
              <a:t>X_test</a:t>
            </a:r>
            <a:r>
              <a:rPr lang="en-US" sz="1600" b="0" dirty="0">
                <a:solidFill>
                  <a:srgbClr val="000000"/>
                </a:solidFill>
                <a:effectLst/>
                <a:latin typeface="Consolas" panose="020B0609020204030204" pitchFamily="49" charset="0"/>
              </a:rPr>
              <a:t>)</a:t>
            </a:r>
          </a:p>
          <a:p>
            <a:endParaRPr lang="en-US" sz="1600" dirty="0">
              <a:solidFill>
                <a:srgbClr val="000000"/>
              </a:solidFill>
              <a:latin typeface="Consolas" panose="020B0609020204030204" pitchFamily="49" charset="0"/>
            </a:endParaRPr>
          </a:p>
          <a:p>
            <a:r>
              <a:rPr lang="es-ES" sz="1600" b="0" dirty="0" err="1">
                <a:solidFill>
                  <a:srgbClr val="000000"/>
                </a:solidFill>
                <a:effectLst/>
                <a:latin typeface="Consolas" panose="020B0609020204030204" pitchFamily="49" charset="0"/>
              </a:rPr>
              <a:t>plt.figure</a:t>
            </a:r>
            <a:r>
              <a:rPr lang="es-ES" sz="1600" b="0" dirty="0">
                <a:solidFill>
                  <a:srgbClr val="000000"/>
                </a:solidFill>
                <a:effectLst/>
                <a:latin typeface="Consolas" panose="020B0609020204030204" pitchFamily="49" charset="0"/>
              </a:rPr>
              <a:t>()</a:t>
            </a:r>
          </a:p>
          <a:p>
            <a:r>
              <a:rPr lang="es-ES" sz="1600" b="0" dirty="0" err="1">
                <a:solidFill>
                  <a:srgbClr val="000000"/>
                </a:solidFill>
                <a:effectLst/>
                <a:latin typeface="Consolas" panose="020B0609020204030204" pitchFamily="49" charset="0"/>
              </a:rPr>
              <a:t>plt.plot</a:t>
            </a:r>
            <a:r>
              <a:rPr lang="es-ES" sz="1600" b="0" dirty="0">
                <a:solidFill>
                  <a:srgbClr val="000000"/>
                </a:solidFill>
                <a:effectLst/>
                <a:latin typeface="Consolas" panose="020B0609020204030204" pitchFamily="49" charset="0"/>
              </a:rPr>
              <a:t>(X, y, </a:t>
            </a:r>
            <a:r>
              <a:rPr lang="es-ES" sz="1600" b="0" dirty="0">
                <a:solidFill>
                  <a:srgbClr val="A31515"/>
                </a:solidFill>
                <a:effectLst/>
                <a:latin typeface="Consolas" panose="020B0609020204030204" pitchFamily="49" charset="0"/>
              </a:rPr>
              <a:t>"b."</a:t>
            </a:r>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label</a:t>
            </a:r>
            <a:r>
              <a:rPr lang="es-ES" sz="1600" b="0" dirty="0">
                <a:solidFill>
                  <a:srgbClr val="000000"/>
                </a:solidFill>
                <a:effectLst/>
                <a:latin typeface="Consolas" panose="020B0609020204030204" pitchFamily="49" charset="0"/>
              </a:rPr>
              <a:t>=</a:t>
            </a:r>
            <a:r>
              <a:rPr lang="es-ES" sz="1600" b="0" dirty="0">
                <a:solidFill>
                  <a:srgbClr val="A31515"/>
                </a:solidFill>
                <a:effectLst/>
                <a:latin typeface="Consolas" panose="020B0609020204030204" pitchFamily="49" charset="0"/>
              </a:rPr>
              <a:t>"Datos de entrenamiento"</a:t>
            </a:r>
            <a:r>
              <a:rPr lang="es-ES" sz="1600" b="0" dirty="0">
                <a:solidFill>
                  <a:srgbClr val="000000"/>
                </a:solidFill>
                <a:effectLst/>
                <a:latin typeface="Consolas" panose="020B0609020204030204" pitchFamily="49" charset="0"/>
              </a:rPr>
              <a:t>)</a:t>
            </a:r>
          </a:p>
          <a:p>
            <a:r>
              <a:rPr lang="es-ES" sz="1600" b="0" dirty="0" err="1">
                <a:solidFill>
                  <a:srgbClr val="000000"/>
                </a:solidFill>
                <a:effectLst/>
                <a:latin typeface="Consolas" panose="020B0609020204030204" pitchFamily="49" charset="0"/>
              </a:rPr>
              <a:t>plt.plot</a:t>
            </a:r>
            <a:r>
              <a:rPr lang="es-ES" sz="1600" b="0" dirty="0">
                <a:solidFill>
                  <a:srgbClr val="000000"/>
                </a:solidFill>
                <a:effectLst/>
                <a:latin typeface="Consolas" panose="020B0609020204030204" pitchFamily="49" charset="0"/>
              </a:rPr>
              <a:t>(</a:t>
            </a:r>
            <a:r>
              <a:rPr lang="es-ES" sz="1600" b="0" dirty="0" err="1">
                <a:solidFill>
                  <a:srgbClr val="000000"/>
                </a:solidFill>
                <a:effectLst/>
                <a:latin typeface="Consolas" panose="020B0609020204030204" pitchFamily="49" charset="0"/>
              </a:rPr>
              <a:t>X_test</a:t>
            </a:r>
            <a:r>
              <a:rPr lang="es-ES" sz="1600" b="0" dirty="0">
                <a:solidFill>
                  <a:srgbClr val="000000"/>
                </a:solidFill>
                <a:effectLst/>
                <a:latin typeface="Consolas" panose="020B0609020204030204" pitchFamily="49" charset="0"/>
              </a:rPr>
              <a:t>, y_1, </a:t>
            </a:r>
            <a:r>
              <a:rPr lang="es-ES" sz="1600" b="0" dirty="0">
                <a:solidFill>
                  <a:srgbClr val="A31515"/>
                </a:solidFill>
                <a:effectLst/>
                <a:latin typeface="Consolas" panose="020B0609020204030204" pitchFamily="49" charset="0"/>
              </a:rPr>
              <a:t>"r--"</a:t>
            </a:r>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label</a:t>
            </a:r>
            <a:r>
              <a:rPr lang="es-ES" sz="1600" b="0" dirty="0">
                <a:solidFill>
                  <a:srgbClr val="000000"/>
                </a:solidFill>
                <a:effectLst/>
                <a:latin typeface="Consolas" panose="020B0609020204030204" pitchFamily="49" charset="0"/>
              </a:rPr>
              <a:t>=</a:t>
            </a:r>
            <a:r>
              <a:rPr lang="es-ES" sz="1600" b="0" dirty="0">
                <a:solidFill>
                  <a:srgbClr val="A31515"/>
                </a:solidFill>
                <a:effectLst/>
                <a:latin typeface="Consolas" panose="020B0609020204030204" pitchFamily="49" charset="0"/>
              </a:rPr>
              <a:t>"Predicción árbol 1"</a:t>
            </a:r>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linewidth</a:t>
            </a:r>
            <a:r>
              <a:rPr lang="es-ES" sz="1600" b="0" dirty="0">
                <a:solidFill>
                  <a:srgbClr val="000000"/>
                </a:solidFill>
                <a:effectLst/>
                <a:latin typeface="Consolas" panose="020B0609020204030204" pitchFamily="49" charset="0"/>
              </a:rPr>
              <a:t>=</a:t>
            </a:r>
            <a:r>
              <a:rPr lang="es-ES" sz="1600" b="0" dirty="0">
                <a:solidFill>
                  <a:srgbClr val="098658"/>
                </a:solidFill>
                <a:effectLst/>
                <a:latin typeface="Consolas" panose="020B0609020204030204" pitchFamily="49" charset="0"/>
              </a:rPr>
              <a:t>1</a:t>
            </a:r>
            <a:r>
              <a:rPr lang="es-ES" sz="1600" b="0" dirty="0">
                <a:solidFill>
                  <a:srgbClr val="000000"/>
                </a:solidFill>
                <a:effectLst/>
                <a:latin typeface="Consolas" panose="020B0609020204030204" pitchFamily="49" charset="0"/>
              </a:rPr>
              <a:t>)</a:t>
            </a:r>
          </a:p>
          <a:p>
            <a:r>
              <a:rPr lang="es-ES" sz="1600" b="0" dirty="0" err="1">
                <a:solidFill>
                  <a:srgbClr val="000000"/>
                </a:solidFill>
                <a:effectLst/>
                <a:latin typeface="Consolas" panose="020B0609020204030204" pitchFamily="49" charset="0"/>
              </a:rPr>
              <a:t>plt.plot</a:t>
            </a:r>
            <a:r>
              <a:rPr lang="es-ES" sz="1600" b="0" dirty="0">
                <a:solidFill>
                  <a:srgbClr val="000000"/>
                </a:solidFill>
                <a:effectLst/>
                <a:latin typeface="Consolas" panose="020B0609020204030204" pitchFamily="49" charset="0"/>
              </a:rPr>
              <a:t>(</a:t>
            </a:r>
            <a:r>
              <a:rPr lang="es-ES" sz="1600" b="0" dirty="0" err="1">
                <a:solidFill>
                  <a:srgbClr val="000000"/>
                </a:solidFill>
                <a:effectLst/>
                <a:latin typeface="Consolas" panose="020B0609020204030204" pitchFamily="49" charset="0"/>
              </a:rPr>
              <a:t>X_test</a:t>
            </a:r>
            <a:r>
              <a:rPr lang="es-ES" sz="1600" b="0" dirty="0">
                <a:solidFill>
                  <a:srgbClr val="000000"/>
                </a:solidFill>
                <a:effectLst/>
                <a:latin typeface="Consolas" panose="020B0609020204030204" pitchFamily="49" charset="0"/>
              </a:rPr>
              <a:t>, y_1+y_2, </a:t>
            </a:r>
            <a:r>
              <a:rPr lang="es-ES" sz="1600" b="0" dirty="0">
                <a:solidFill>
                  <a:srgbClr val="A31515"/>
                </a:solidFill>
                <a:effectLst/>
                <a:latin typeface="Consolas" panose="020B0609020204030204" pitchFamily="49" charset="0"/>
              </a:rPr>
              <a:t>"r--"</a:t>
            </a:r>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label</a:t>
            </a:r>
            <a:r>
              <a:rPr lang="es-ES" sz="1600" b="0" dirty="0">
                <a:solidFill>
                  <a:srgbClr val="000000"/>
                </a:solidFill>
                <a:effectLst/>
                <a:latin typeface="Consolas" panose="020B0609020204030204" pitchFamily="49" charset="0"/>
              </a:rPr>
              <a:t>=</a:t>
            </a:r>
            <a:r>
              <a:rPr lang="es-ES" sz="1600" b="0" dirty="0">
                <a:solidFill>
                  <a:srgbClr val="A31515"/>
                </a:solidFill>
                <a:effectLst/>
                <a:latin typeface="Consolas" panose="020B0609020204030204" pitchFamily="49" charset="0"/>
              </a:rPr>
              <a:t>"Predicción árbol 1 + corrección árbol 2"</a:t>
            </a:r>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linewidth</a:t>
            </a:r>
            <a:r>
              <a:rPr lang="es-ES" sz="1600" b="0" dirty="0">
                <a:solidFill>
                  <a:srgbClr val="000000"/>
                </a:solidFill>
                <a:effectLst/>
                <a:latin typeface="Consolas" panose="020B0609020204030204" pitchFamily="49" charset="0"/>
              </a:rPr>
              <a:t>=</a:t>
            </a:r>
            <a:r>
              <a:rPr lang="es-ES" sz="1600" b="0" dirty="0">
                <a:solidFill>
                  <a:srgbClr val="098658"/>
                </a:solidFill>
                <a:effectLst/>
                <a:latin typeface="Consolas" panose="020B0609020204030204" pitchFamily="49" charset="0"/>
              </a:rPr>
              <a:t>1</a:t>
            </a:r>
            <a:r>
              <a:rPr lang="es-ES" sz="1600" b="0" dirty="0">
                <a:solidFill>
                  <a:srgbClr val="000000"/>
                </a:solidFill>
                <a:effectLst/>
                <a:latin typeface="Consolas" panose="020B0609020204030204" pitchFamily="49" charset="0"/>
              </a:rPr>
              <a:t>)</a:t>
            </a:r>
            <a:endParaRPr lang="es-ES" sz="1600" dirty="0">
              <a:latin typeface="Courier New" panose="02070309020205020404" pitchFamily="49" charset="0"/>
              <a:cs typeface="Courier New" panose="02070309020205020404" pitchFamily="49" charset="0"/>
            </a:endParaRPr>
          </a:p>
        </p:txBody>
      </p:sp>
      <p:sp>
        <p:nvSpPr>
          <p:cNvPr id="100" name="CuadroTexto 99">
            <a:extLst>
              <a:ext uri="{FF2B5EF4-FFF2-40B4-BE49-F238E27FC236}">
                <a16:creationId xmlns:a16="http://schemas.microsoft.com/office/drawing/2014/main" id="{1BF05F8B-048F-848C-C326-910BC935DE60}"/>
              </a:ext>
            </a:extLst>
          </p:cNvPr>
          <p:cNvSpPr txBox="1"/>
          <p:nvPr/>
        </p:nvSpPr>
        <p:spPr>
          <a:xfrm>
            <a:off x="164744" y="1454218"/>
            <a:ext cx="6097190" cy="646331"/>
          </a:xfrm>
          <a:prstGeom prst="rect">
            <a:avLst/>
          </a:prstGeom>
          <a:noFill/>
        </p:spPr>
        <p:txBody>
          <a:bodyPr wrap="square">
            <a:spAutoFit/>
          </a:bodyPr>
          <a:lstStyle/>
          <a:p>
            <a:pPr marL="285750" indent="-285750">
              <a:buFont typeface="Arial" panose="020B0604020202020204" pitchFamily="34" charset="0"/>
              <a:buChar char="•"/>
            </a:pPr>
            <a:r>
              <a:rPr lang="es-ES" b="1" dirty="0" err="1">
                <a:solidFill>
                  <a:schemeClr val="accent1">
                    <a:lumMod val="50000"/>
                  </a:schemeClr>
                </a:solidFill>
              </a:rPr>
              <a:t>Gradient</a:t>
            </a:r>
            <a:r>
              <a:rPr lang="es-ES" b="1" dirty="0">
                <a:solidFill>
                  <a:schemeClr val="accent1">
                    <a:lumMod val="50000"/>
                  </a:schemeClr>
                </a:solidFill>
              </a:rPr>
              <a:t> </a:t>
            </a:r>
            <a:r>
              <a:rPr lang="es-ES" b="1" dirty="0" err="1">
                <a:solidFill>
                  <a:schemeClr val="accent1">
                    <a:lumMod val="50000"/>
                  </a:schemeClr>
                </a:solidFill>
              </a:rPr>
              <a:t>Boosting</a:t>
            </a:r>
            <a:r>
              <a:rPr lang="es-ES" b="1" dirty="0">
                <a:solidFill>
                  <a:schemeClr val="accent1">
                    <a:lumMod val="50000"/>
                  </a:schemeClr>
                </a:solidFill>
              </a:rPr>
              <a:t>: </a:t>
            </a:r>
            <a:r>
              <a:rPr lang="es-ES" dirty="0">
                <a:solidFill>
                  <a:schemeClr val="accent1">
                    <a:lumMod val="50000"/>
                  </a:schemeClr>
                </a:solidFill>
              </a:rPr>
              <a:t>Cada nuevo estimador se entrena con el error que ha cometido el estimador anterior. </a:t>
            </a:r>
            <a:endParaRPr lang="es-ES" dirty="0"/>
          </a:p>
        </p:txBody>
      </p:sp>
    </p:spTree>
    <p:extLst>
      <p:ext uri="{BB962C8B-B14F-4D97-AF65-F5344CB8AC3E}">
        <p14:creationId xmlns:p14="http://schemas.microsoft.com/office/powerpoint/2010/main" val="393468288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24D578BB-9858-F053-39CA-DEDE4EE93431}"/>
              </a:ext>
            </a:extLst>
          </p:cNvPr>
          <p:cNvPicPr>
            <a:picLocks noChangeAspect="1"/>
          </p:cNvPicPr>
          <p:nvPr/>
        </p:nvPicPr>
        <p:blipFill>
          <a:blip r:embed="rId2"/>
          <a:stretch>
            <a:fillRect/>
          </a:stretch>
        </p:blipFill>
        <p:spPr>
          <a:xfrm>
            <a:off x="5852160" y="1090385"/>
            <a:ext cx="6339840" cy="4677230"/>
          </a:xfrm>
          <a:prstGeom prst="rect">
            <a:avLst/>
          </a:prstGeom>
        </p:spPr>
      </p:pic>
      <p:sp>
        <p:nvSpPr>
          <p:cNvPr id="3" name="CuadroTexto 2">
            <a:extLst>
              <a:ext uri="{FF2B5EF4-FFF2-40B4-BE49-F238E27FC236}">
                <a16:creationId xmlns:a16="http://schemas.microsoft.com/office/drawing/2014/main" id="{1156994E-86DA-5A5E-E6F0-CE7F0227DBEF}"/>
              </a:ext>
            </a:extLst>
          </p:cNvPr>
          <p:cNvSpPr txBox="1"/>
          <p:nvPr/>
        </p:nvSpPr>
        <p:spPr>
          <a:xfrm>
            <a:off x="38826" y="136523"/>
            <a:ext cx="2321037" cy="276999"/>
          </a:xfrm>
          <a:prstGeom prst="rect">
            <a:avLst/>
          </a:prstGeom>
          <a:noFill/>
        </p:spPr>
        <p:txBody>
          <a:bodyPr wrap="square" rtlCol="0">
            <a:spAutoFit/>
          </a:bodyPr>
          <a:lstStyle/>
          <a:p>
            <a:r>
              <a:rPr lang="es-ES" sz="1200" b="1" dirty="0">
                <a:solidFill>
                  <a:schemeClr val="accent1">
                    <a:lumMod val="50000"/>
                  </a:schemeClr>
                </a:solidFill>
              </a:rPr>
              <a:t>Aprendizaje Supervisado</a:t>
            </a:r>
          </a:p>
        </p:txBody>
      </p:sp>
      <p:sp>
        <p:nvSpPr>
          <p:cNvPr id="4" name="CuadroTexto 3">
            <a:extLst>
              <a:ext uri="{FF2B5EF4-FFF2-40B4-BE49-F238E27FC236}">
                <a16:creationId xmlns:a16="http://schemas.microsoft.com/office/drawing/2014/main" id="{6CF4BBB6-3CC9-FFE2-43EC-D689BDB9BC7A}"/>
              </a:ext>
            </a:extLst>
          </p:cNvPr>
          <p:cNvSpPr txBox="1"/>
          <p:nvPr/>
        </p:nvSpPr>
        <p:spPr>
          <a:xfrm>
            <a:off x="10447158" y="136523"/>
            <a:ext cx="1649414" cy="276999"/>
          </a:xfrm>
          <a:prstGeom prst="rect">
            <a:avLst/>
          </a:prstGeom>
          <a:noFill/>
        </p:spPr>
        <p:txBody>
          <a:bodyPr wrap="square" rtlCol="0">
            <a:spAutoFit/>
          </a:bodyPr>
          <a:lstStyle/>
          <a:p>
            <a:r>
              <a:rPr lang="es-ES" sz="1200" b="1" dirty="0">
                <a:solidFill>
                  <a:schemeClr val="accent1">
                    <a:lumMod val="50000"/>
                  </a:schemeClr>
                </a:solidFill>
              </a:rPr>
              <a:t>Árboles de Decisión</a:t>
            </a:r>
          </a:p>
        </p:txBody>
      </p:sp>
      <p:sp>
        <p:nvSpPr>
          <p:cNvPr id="5" name="CuadroTexto 4">
            <a:extLst>
              <a:ext uri="{FF2B5EF4-FFF2-40B4-BE49-F238E27FC236}">
                <a16:creationId xmlns:a16="http://schemas.microsoft.com/office/drawing/2014/main" id="{4E46E4DE-D2E8-036E-9E96-D764CFEAC791}"/>
              </a:ext>
            </a:extLst>
          </p:cNvPr>
          <p:cNvSpPr txBox="1"/>
          <p:nvPr/>
        </p:nvSpPr>
        <p:spPr>
          <a:xfrm>
            <a:off x="164744" y="619671"/>
            <a:ext cx="6101670" cy="400110"/>
          </a:xfrm>
          <a:prstGeom prst="rect">
            <a:avLst/>
          </a:prstGeom>
          <a:noFill/>
        </p:spPr>
        <p:txBody>
          <a:bodyPr wrap="none" rtlCol="0">
            <a:spAutoFit/>
          </a:bodyPr>
          <a:lstStyle/>
          <a:p>
            <a:r>
              <a:rPr lang="es-ES" sz="2000" b="1" dirty="0">
                <a:solidFill>
                  <a:schemeClr val="accent1">
                    <a:lumMod val="50000"/>
                  </a:schemeClr>
                </a:solidFill>
              </a:rPr>
              <a:t>Bosques de Decisión Secuenciales (</a:t>
            </a:r>
            <a:r>
              <a:rPr lang="es-ES" sz="2000" b="1" dirty="0" err="1">
                <a:solidFill>
                  <a:schemeClr val="accent1">
                    <a:lumMod val="50000"/>
                  </a:schemeClr>
                </a:solidFill>
              </a:rPr>
              <a:t>Boosting</a:t>
            </a:r>
            <a:r>
              <a:rPr lang="es-ES" sz="2000" b="1" dirty="0">
                <a:solidFill>
                  <a:schemeClr val="accent1">
                    <a:lumMod val="50000"/>
                  </a:schemeClr>
                </a:solidFill>
              </a:rPr>
              <a:t>) en </a:t>
            </a:r>
            <a:r>
              <a:rPr lang="es-ES" sz="2000" b="1" dirty="0" err="1">
                <a:solidFill>
                  <a:schemeClr val="accent1">
                    <a:lumMod val="50000"/>
                  </a:schemeClr>
                </a:solidFill>
              </a:rPr>
              <a:t>Sklearn</a:t>
            </a:r>
            <a:endParaRPr lang="es-ES" sz="2000" b="1" dirty="0">
              <a:solidFill>
                <a:schemeClr val="accent1">
                  <a:lumMod val="50000"/>
                </a:schemeClr>
              </a:solidFill>
            </a:endParaRPr>
          </a:p>
        </p:txBody>
      </p:sp>
      <p:sp>
        <p:nvSpPr>
          <p:cNvPr id="2" name="CuadroTexto 1">
            <a:extLst>
              <a:ext uri="{FF2B5EF4-FFF2-40B4-BE49-F238E27FC236}">
                <a16:creationId xmlns:a16="http://schemas.microsoft.com/office/drawing/2014/main" id="{8C7FAE37-1C39-8E65-77D5-0B384512A3A8}"/>
              </a:ext>
            </a:extLst>
          </p:cNvPr>
          <p:cNvSpPr txBox="1"/>
          <p:nvPr/>
        </p:nvSpPr>
        <p:spPr>
          <a:xfrm>
            <a:off x="93307" y="1696644"/>
            <a:ext cx="11683219" cy="5509200"/>
          </a:xfrm>
          <a:prstGeom prst="rect">
            <a:avLst/>
          </a:prstGeom>
          <a:noFill/>
        </p:spPr>
        <p:txBody>
          <a:bodyPr wrap="square">
            <a:spAutoFit/>
          </a:bodyPr>
          <a:lstStyle/>
          <a:p>
            <a:r>
              <a:rPr lang="en-US" sz="1600" b="0" dirty="0">
                <a:solidFill>
                  <a:srgbClr val="0000FF"/>
                </a:solidFill>
                <a:effectLst/>
                <a:latin typeface="Consolas" panose="020B0609020204030204" pitchFamily="49" charset="0"/>
              </a:rPr>
              <a:t>from</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sklearn.tree</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import</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DecisionTreeRegressor</a:t>
            </a:r>
            <a:endParaRPr lang="en-US" sz="1600" b="0" dirty="0">
              <a:solidFill>
                <a:srgbClr val="000000"/>
              </a:solidFill>
              <a:effectLst/>
              <a:latin typeface="Consolas" panose="020B0609020204030204" pitchFamily="49" charset="0"/>
            </a:endParaRPr>
          </a:p>
          <a:p>
            <a:endParaRPr lang="es-ES" sz="1600" b="0" dirty="0">
              <a:solidFill>
                <a:srgbClr val="000000"/>
              </a:solidFill>
              <a:effectLst/>
              <a:latin typeface="Consolas" panose="020B0609020204030204" pitchFamily="49" charset="0"/>
            </a:endParaRPr>
          </a:p>
          <a:p>
            <a:r>
              <a:rPr lang="es-ES" sz="1600" b="0" dirty="0">
                <a:solidFill>
                  <a:srgbClr val="000000"/>
                </a:solidFill>
                <a:effectLst/>
                <a:latin typeface="Consolas" panose="020B0609020204030204" pitchFamily="49" charset="0"/>
              </a:rPr>
              <a:t>tree_reg_1 = </a:t>
            </a:r>
            <a:r>
              <a:rPr lang="es-ES" sz="1600" b="0" dirty="0" err="1">
                <a:solidFill>
                  <a:srgbClr val="000000"/>
                </a:solidFill>
                <a:effectLst/>
                <a:latin typeface="Consolas" panose="020B0609020204030204" pitchFamily="49" charset="0"/>
              </a:rPr>
              <a:t>DecisionTreeRegressor</a:t>
            </a:r>
            <a:r>
              <a:rPr lang="es-ES" sz="1600" b="0" dirty="0">
                <a:solidFill>
                  <a:srgbClr val="000000"/>
                </a:solidFill>
                <a:effectLst/>
                <a:latin typeface="Consolas" panose="020B0609020204030204" pitchFamily="49" charset="0"/>
              </a:rPr>
              <a:t>(</a:t>
            </a:r>
            <a:r>
              <a:rPr lang="es-ES" sz="1600" b="0" dirty="0" err="1">
                <a:solidFill>
                  <a:srgbClr val="000000"/>
                </a:solidFill>
                <a:effectLst/>
                <a:latin typeface="Consolas" panose="020B0609020204030204" pitchFamily="49" charset="0"/>
              </a:rPr>
              <a:t>max_depth</a:t>
            </a:r>
            <a:r>
              <a:rPr lang="es-ES" sz="1600" b="0" dirty="0">
                <a:solidFill>
                  <a:srgbClr val="000000"/>
                </a:solidFill>
                <a:effectLst/>
                <a:latin typeface="Consolas" panose="020B0609020204030204" pitchFamily="49" charset="0"/>
              </a:rPr>
              <a:t>=</a:t>
            </a:r>
            <a:r>
              <a:rPr lang="es-ES" sz="1600" b="0" dirty="0">
                <a:solidFill>
                  <a:srgbClr val="098658"/>
                </a:solidFill>
                <a:effectLst/>
                <a:latin typeface="Consolas" panose="020B0609020204030204" pitchFamily="49" charset="0"/>
              </a:rPr>
              <a:t>2</a:t>
            </a:r>
            <a:r>
              <a:rPr lang="es-ES" sz="1600" b="0" dirty="0">
                <a:solidFill>
                  <a:srgbClr val="000000"/>
                </a:solidFill>
                <a:effectLst/>
                <a:latin typeface="Consolas" panose="020B0609020204030204" pitchFamily="49" charset="0"/>
              </a:rPr>
              <a:t>)</a:t>
            </a:r>
          </a:p>
          <a:p>
            <a:r>
              <a:rPr lang="es-ES" sz="1600" b="0" dirty="0">
                <a:solidFill>
                  <a:srgbClr val="000000"/>
                </a:solidFill>
                <a:effectLst/>
                <a:latin typeface="Consolas" panose="020B0609020204030204" pitchFamily="49" charset="0"/>
              </a:rPr>
              <a:t>tree_reg_1.fit(X, y)</a:t>
            </a:r>
            <a:br>
              <a:rPr lang="es-ES" sz="1600" b="0" dirty="0">
                <a:solidFill>
                  <a:srgbClr val="000000"/>
                </a:solidFill>
                <a:effectLst/>
                <a:latin typeface="Consolas" panose="020B0609020204030204" pitchFamily="49" charset="0"/>
              </a:rPr>
            </a:br>
            <a:r>
              <a:rPr lang="es-ES" sz="1600" b="0" dirty="0">
                <a:solidFill>
                  <a:srgbClr val="000000"/>
                </a:solidFill>
                <a:effectLst/>
                <a:latin typeface="Consolas" panose="020B0609020204030204" pitchFamily="49" charset="0"/>
              </a:rPr>
              <a:t>y2 = y - tree_reg_1.predict(X)[:,</a:t>
            </a:r>
            <a:r>
              <a:rPr lang="es-ES" sz="1600" b="0" dirty="0" err="1">
                <a:solidFill>
                  <a:srgbClr val="000000"/>
                </a:solidFill>
                <a:effectLst/>
                <a:latin typeface="Consolas" panose="020B0609020204030204" pitchFamily="49" charset="0"/>
              </a:rPr>
              <a:t>np.newaxis</a:t>
            </a:r>
            <a:r>
              <a:rPr lang="es-ES" sz="1600" b="0" dirty="0">
                <a:solidFill>
                  <a:srgbClr val="000000"/>
                </a:solidFill>
                <a:effectLst/>
                <a:latin typeface="Consolas" panose="020B0609020204030204" pitchFamily="49" charset="0"/>
              </a:rPr>
              <a:t>] </a:t>
            </a:r>
          </a:p>
          <a:p>
            <a:r>
              <a:rPr lang="es-ES" sz="1600" dirty="0">
                <a:solidFill>
                  <a:srgbClr val="000000"/>
                </a:solidFill>
                <a:latin typeface="Consolas" panose="020B0609020204030204" pitchFamily="49" charset="0"/>
              </a:rPr>
              <a:t>…</a:t>
            </a:r>
          </a:p>
          <a:p>
            <a:r>
              <a:rPr lang="es-ES" sz="1600" b="0" dirty="0">
                <a:solidFill>
                  <a:srgbClr val="000000"/>
                </a:solidFill>
                <a:effectLst/>
                <a:latin typeface="Consolas" panose="020B0609020204030204" pitchFamily="49" charset="0"/>
              </a:rPr>
              <a:t>y5 = y4 - tree_reg_4.predict(X)[:,</a:t>
            </a:r>
            <a:r>
              <a:rPr lang="es-ES" sz="1600" b="0" dirty="0" err="1">
                <a:solidFill>
                  <a:srgbClr val="000000"/>
                </a:solidFill>
                <a:effectLst/>
                <a:latin typeface="Consolas" panose="020B0609020204030204" pitchFamily="49" charset="0"/>
              </a:rPr>
              <a:t>np.newaxis</a:t>
            </a:r>
            <a:r>
              <a:rPr lang="es-ES" sz="1600" b="0" dirty="0">
                <a:solidFill>
                  <a:srgbClr val="000000"/>
                </a:solidFill>
                <a:effectLst/>
                <a:latin typeface="Consolas" panose="020B0609020204030204" pitchFamily="49" charset="0"/>
              </a:rPr>
              <a:t>]</a:t>
            </a:r>
          </a:p>
          <a:p>
            <a:r>
              <a:rPr lang="es-ES" sz="1600" b="0" dirty="0">
                <a:solidFill>
                  <a:srgbClr val="000000"/>
                </a:solidFill>
                <a:effectLst/>
                <a:latin typeface="Consolas" panose="020B0609020204030204" pitchFamily="49" charset="0"/>
              </a:rPr>
              <a:t>tree_reg_5 = </a:t>
            </a:r>
            <a:r>
              <a:rPr lang="es-ES" sz="1600" b="0" dirty="0" err="1">
                <a:solidFill>
                  <a:srgbClr val="000000"/>
                </a:solidFill>
                <a:effectLst/>
                <a:latin typeface="Consolas" panose="020B0609020204030204" pitchFamily="49" charset="0"/>
              </a:rPr>
              <a:t>DecisionTreeRegressor</a:t>
            </a:r>
            <a:r>
              <a:rPr lang="es-ES" sz="1600" b="0" dirty="0">
                <a:solidFill>
                  <a:srgbClr val="000000"/>
                </a:solidFill>
                <a:effectLst/>
                <a:latin typeface="Consolas" panose="020B0609020204030204" pitchFamily="49" charset="0"/>
              </a:rPr>
              <a:t>(</a:t>
            </a:r>
            <a:r>
              <a:rPr lang="es-ES" sz="1600" b="0" dirty="0" err="1">
                <a:solidFill>
                  <a:srgbClr val="000000"/>
                </a:solidFill>
                <a:effectLst/>
                <a:latin typeface="Consolas" panose="020B0609020204030204" pitchFamily="49" charset="0"/>
              </a:rPr>
              <a:t>max_depth</a:t>
            </a:r>
            <a:r>
              <a:rPr lang="es-ES" sz="1600" b="0" dirty="0">
                <a:solidFill>
                  <a:srgbClr val="000000"/>
                </a:solidFill>
                <a:effectLst/>
                <a:latin typeface="Consolas" panose="020B0609020204030204" pitchFamily="49" charset="0"/>
              </a:rPr>
              <a:t>=</a:t>
            </a:r>
            <a:r>
              <a:rPr lang="es-ES" sz="1600" b="0" dirty="0">
                <a:solidFill>
                  <a:srgbClr val="098658"/>
                </a:solidFill>
                <a:effectLst/>
                <a:latin typeface="Consolas" panose="020B0609020204030204" pitchFamily="49" charset="0"/>
              </a:rPr>
              <a:t>2</a:t>
            </a:r>
            <a:r>
              <a:rPr lang="es-ES" sz="1600" b="0" dirty="0">
                <a:solidFill>
                  <a:srgbClr val="000000"/>
                </a:solidFill>
                <a:effectLst/>
                <a:latin typeface="Consolas" panose="020B0609020204030204" pitchFamily="49" charset="0"/>
              </a:rPr>
              <a:t>)</a:t>
            </a:r>
          </a:p>
          <a:p>
            <a:r>
              <a:rPr lang="es-ES" sz="1600" b="0" dirty="0">
                <a:solidFill>
                  <a:srgbClr val="000000"/>
                </a:solidFill>
                <a:effectLst/>
                <a:latin typeface="Consolas" panose="020B0609020204030204" pitchFamily="49" charset="0"/>
              </a:rPr>
              <a:t>tree_reg_5.fit(X, y5)</a:t>
            </a:r>
          </a:p>
          <a:p>
            <a:endParaRPr lang="es-ES" sz="1600" dirty="0">
              <a:latin typeface="Courier New" panose="02070309020205020404" pitchFamily="49" charset="0"/>
              <a:cs typeface="Courier New" panose="02070309020205020404" pitchFamily="49" charset="0"/>
            </a:endParaRPr>
          </a:p>
          <a:p>
            <a:r>
              <a:rPr lang="en-US" sz="1600" b="0" dirty="0" err="1">
                <a:solidFill>
                  <a:srgbClr val="000000"/>
                </a:solidFill>
                <a:effectLst/>
                <a:latin typeface="Consolas" panose="020B0609020204030204" pitchFamily="49" charset="0"/>
              </a:rPr>
              <a:t>X_test</a:t>
            </a:r>
            <a:r>
              <a:rPr lang="en-US" sz="1600" b="0" dirty="0">
                <a:solidFill>
                  <a:srgbClr val="000000"/>
                </a:solidFill>
                <a:effectLst/>
                <a:latin typeface="Consolas" panose="020B0609020204030204" pitchFamily="49" charset="0"/>
              </a:rPr>
              <a:t> = </a:t>
            </a:r>
            <a:r>
              <a:rPr lang="en-US" sz="1600" b="0" dirty="0" err="1">
                <a:solidFill>
                  <a:srgbClr val="000000"/>
                </a:solidFill>
                <a:effectLst/>
                <a:latin typeface="Consolas" panose="020B0609020204030204" pitchFamily="49" charset="0"/>
              </a:rPr>
              <a:t>np.linspace</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1</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400</a:t>
            </a:r>
            <a:r>
              <a:rPr lang="en-US" sz="1600" b="0" dirty="0">
                <a:solidFill>
                  <a:srgbClr val="000000"/>
                </a:solidFill>
                <a:effectLst/>
                <a:latin typeface="Consolas" panose="020B0609020204030204" pitchFamily="49" charset="0"/>
              </a:rPr>
              <a:t>).reshape(</a:t>
            </a:r>
            <a:r>
              <a:rPr lang="en-US" sz="1600" b="0" dirty="0">
                <a:solidFill>
                  <a:srgbClr val="098658"/>
                </a:solidFill>
                <a:effectLst/>
                <a:latin typeface="Consolas" panose="020B0609020204030204" pitchFamily="49" charset="0"/>
              </a:rPr>
              <a:t>400</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1</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y_1 = tree_reg_1.predict(</a:t>
            </a:r>
            <a:r>
              <a:rPr lang="en-US" sz="1600" b="0" dirty="0" err="1">
                <a:solidFill>
                  <a:srgbClr val="000000"/>
                </a:solidFill>
                <a:effectLst/>
                <a:latin typeface="Consolas" panose="020B0609020204030204" pitchFamily="49" charset="0"/>
              </a:rPr>
              <a:t>X_test</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y_2 = tree_reg_2.predict(</a:t>
            </a:r>
            <a:r>
              <a:rPr lang="en-US" sz="1600" b="0" dirty="0" err="1">
                <a:solidFill>
                  <a:srgbClr val="000000"/>
                </a:solidFill>
                <a:effectLst/>
                <a:latin typeface="Consolas" panose="020B0609020204030204" pitchFamily="49" charset="0"/>
              </a:rPr>
              <a:t>X_test</a:t>
            </a:r>
            <a:r>
              <a:rPr lang="en-US" sz="1600" b="0" dirty="0">
                <a:solidFill>
                  <a:srgbClr val="000000"/>
                </a:solidFill>
                <a:effectLst/>
                <a:latin typeface="Consolas" panose="020B0609020204030204" pitchFamily="49" charset="0"/>
              </a:rPr>
              <a:t>)</a:t>
            </a:r>
          </a:p>
          <a:p>
            <a:r>
              <a:rPr lang="en-US" sz="1600" dirty="0">
                <a:solidFill>
                  <a:srgbClr val="000000"/>
                </a:solidFill>
                <a:latin typeface="Consolas" panose="020B0609020204030204" pitchFamily="49" charset="0"/>
              </a:rPr>
              <a:t>…</a:t>
            </a:r>
          </a:p>
          <a:p>
            <a:r>
              <a:rPr lang="en-US" sz="1600" b="0" dirty="0">
                <a:solidFill>
                  <a:srgbClr val="000000"/>
                </a:solidFill>
                <a:effectLst/>
                <a:latin typeface="Consolas" panose="020B0609020204030204" pitchFamily="49" charset="0"/>
              </a:rPr>
              <a:t>y_5 = tree_reg_5.predict(</a:t>
            </a:r>
            <a:r>
              <a:rPr lang="en-US" sz="1600" b="0" dirty="0" err="1">
                <a:solidFill>
                  <a:srgbClr val="000000"/>
                </a:solidFill>
                <a:effectLst/>
                <a:latin typeface="Consolas" panose="020B0609020204030204" pitchFamily="49" charset="0"/>
              </a:rPr>
              <a:t>X_test</a:t>
            </a:r>
            <a:r>
              <a:rPr lang="en-US" sz="1600" b="0" dirty="0">
                <a:solidFill>
                  <a:srgbClr val="000000"/>
                </a:solidFill>
                <a:effectLst/>
                <a:latin typeface="Consolas" panose="020B0609020204030204" pitchFamily="49" charset="0"/>
              </a:rPr>
              <a:t>)</a:t>
            </a:r>
          </a:p>
          <a:p>
            <a:endParaRPr lang="en-US" sz="1600" dirty="0">
              <a:solidFill>
                <a:srgbClr val="000000"/>
              </a:solidFill>
              <a:latin typeface="Consolas" panose="020B0609020204030204" pitchFamily="49" charset="0"/>
            </a:endParaRPr>
          </a:p>
          <a:p>
            <a:r>
              <a:rPr lang="es-ES" sz="1600" b="0" dirty="0" err="1">
                <a:solidFill>
                  <a:srgbClr val="000000"/>
                </a:solidFill>
                <a:effectLst/>
                <a:latin typeface="Consolas" panose="020B0609020204030204" pitchFamily="49" charset="0"/>
              </a:rPr>
              <a:t>plt.figure</a:t>
            </a:r>
            <a:r>
              <a:rPr lang="es-ES" sz="1600" b="0" dirty="0">
                <a:solidFill>
                  <a:srgbClr val="000000"/>
                </a:solidFill>
                <a:effectLst/>
                <a:latin typeface="Consolas" panose="020B0609020204030204" pitchFamily="49" charset="0"/>
              </a:rPr>
              <a:t>()</a:t>
            </a:r>
          </a:p>
          <a:p>
            <a:r>
              <a:rPr lang="es-ES" sz="1600" b="0" dirty="0" err="1">
                <a:solidFill>
                  <a:srgbClr val="000000"/>
                </a:solidFill>
                <a:effectLst/>
                <a:latin typeface="Consolas" panose="020B0609020204030204" pitchFamily="49" charset="0"/>
              </a:rPr>
              <a:t>plt.plot</a:t>
            </a:r>
            <a:r>
              <a:rPr lang="es-ES" sz="1600" b="0" dirty="0">
                <a:solidFill>
                  <a:srgbClr val="000000"/>
                </a:solidFill>
                <a:effectLst/>
                <a:latin typeface="Consolas" panose="020B0609020204030204" pitchFamily="49" charset="0"/>
              </a:rPr>
              <a:t>(X, y, </a:t>
            </a:r>
            <a:r>
              <a:rPr lang="es-ES" sz="1600" b="0" dirty="0">
                <a:solidFill>
                  <a:srgbClr val="A31515"/>
                </a:solidFill>
                <a:effectLst/>
                <a:latin typeface="Consolas" panose="020B0609020204030204" pitchFamily="49" charset="0"/>
              </a:rPr>
              <a:t>"b."</a:t>
            </a:r>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label</a:t>
            </a:r>
            <a:r>
              <a:rPr lang="es-ES" sz="1600" b="0" dirty="0">
                <a:solidFill>
                  <a:srgbClr val="000000"/>
                </a:solidFill>
                <a:effectLst/>
                <a:latin typeface="Consolas" panose="020B0609020204030204" pitchFamily="49" charset="0"/>
              </a:rPr>
              <a:t>=</a:t>
            </a:r>
            <a:r>
              <a:rPr lang="es-ES" sz="1600" b="0" dirty="0">
                <a:solidFill>
                  <a:srgbClr val="A31515"/>
                </a:solidFill>
                <a:effectLst/>
                <a:latin typeface="Consolas" panose="020B0609020204030204" pitchFamily="49" charset="0"/>
              </a:rPr>
              <a:t>"Datos de entrenamiento"</a:t>
            </a:r>
            <a:r>
              <a:rPr lang="es-ES" sz="1600" b="0" dirty="0">
                <a:solidFill>
                  <a:srgbClr val="000000"/>
                </a:solidFill>
                <a:effectLst/>
                <a:latin typeface="Consolas" panose="020B0609020204030204" pitchFamily="49" charset="0"/>
              </a:rPr>
              <a:t>)</a:t>
            </a:r>
          </a:p>
          <a:p>
            <a:r>
              <a:rPr lang="es-ES" sz="1600" dirty="0">
                <a:solidFill>
                  <a:srgbClr val="000000"/>
                </a:solidFill>
                <a:latin typeface="Consolas" panose="020B0609020204030204" pitchFamily="49" charset="0"/>
              </a:rPr>
              <a:t>…</a:t>
            </a:r>
          </a:p>
          <a:p>
            <a:r>
              <a:rPr lang="es-ES" sz="1600" b="0" dirty="0" err="1">
                <a:solidFill>
                  <a:srgbClr val="000000"/>
                </a:solidFill>
                <a:effectLst/>
                <a:latin typeface="Consolas" panose="020B0609020204030204" pitchFamily="49" charset="0"/>
              </a:rPr>
              <a:t>plt.plot</a:t>
            </a:r>
            <a:r>
              <a:rPr lang="es-ES" sz="1600" b="0" dirty="0">
                <a:solidFill>
                  <a:srgbClr val="000000"/>
                </a:solidFill>
                <a:effectLst/>
                <a:latin typeface="Consolas" panose="020B0609020204030204" pitchFamily="49" charset="0"/>
              </a:rPr>
              <a:t>(</a:t>
            </a:r>
            <a:r>
              <a:rPr lang="es-ES" sz="1600" b="0" dirty="0" err="1">
                <a:solidFill>
                  <a:srgbClr val="000000"/>
                </a:solidFill>
                <a:effectLst/>
                <a:latin typeface="Consolas" panose="020B0609020204030204" pitchFamily="49" charset="0"/>
              </a:rPr>
              <a:t>X_test</a:t>
            </a:r>
            <a:r>
              <a:rPr lang="es-ES" sz="1600" b="0" dirty="0">
                <a:solidFill>
                  <a:srgbClr val="000000"/>
                </a:solidFill>
                <a:effectLst/>
                <a:latin typeface="Consolas" panose="020B0609020204030204" pitchFamily="49" charset="0"/>
              </a:rPr>
              <a:t>, y_1+y_2+y_3+y_4+y_5, color=</a:t>
            </a:r>
            <a:r>
              <a:rPr lang="es-ES" sz="1600" b="0" dirty="0">
                <a:solidFill>
                  <a:srgbClr val="A31515"/>
                </a:solidFill>
                <a:effectLst/>
                <a:latin typeface="Consolas" panose="020B0609020204030204" pitchFamily="49" charset="0"/>
              </a:rPr>
              <a:t>"</a:t>
            </a:r>
            <a:r>
              <a:rPr lang="es-ES" sz="1600" b="0" dirty="0" err="1">
                <a:solidFill>
                  <a:srgbClr val="A31515"/>
                </a:solidFill>
                <a:effectLst/>
                <a:latin typeface="Consolas" panose="020B0609020204030204" pitchFamily="49" charset="0"/>
              </a:rPr>
              <a:t>green</a:t>
            </a:r>
            <a:r>
              <a:rPr lang="es-ES" sz="1600" b="0" dirty="0">
                <a:solidFill>
                  <a:srgbClr val="A31515"/>
                </a:solidFill>
                <a:effectLst/>
                <a:latin typeface="Consolas" panose="020B0609020204030204" pitchFamily="49" charset="0"/>
              </a:rPr>
              <a:t>"</a:t>
            </a:r>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label</a:t>
            </a:r>
            <a:r>
              <a:rPr lang="es-ES" sz="1600" b="0" dirty="0">
                <a:solidFill>
                  <a:srgbClr val="000000"/>
                </a:solidFill>
                <a:effectLst/>
                <a:latin typeface="Consolas" panose="020B0609020204030204" pitchFamily="49" charset="0"/>
              </a:rPr>
              <a:t>=</a:t>
            </a:r>
            <a:r>
              <a:rPr lang="es-ES" sz="1600" b="0" dirty="0">
                <a:solidFill>
                  <a:srgbClr val="A31515"/>
                </a:solidFill>
                <a:effectLst/>
                <a:latin typeface="Consolas" panose="020B0609020204030204" pitchFamily="49" charset="0"/>
              </a:rPr>
              <a:t>"Predicción árbol 1 + corrección árbol 2 + ... + corrección árbol 5"</a:t>
            </a:r>
            <a:r>
              <a:rPr lang="es-ES" sz="1600" b="0" dirty="0">
                <a:solidFill>
                  <a:srgbClr val="000000"/>
                </a:solidFill>
                <a:effectLst/>
                <a:latin typeface="Consolas" panose="020B0609020204030204" pitchFamily="49" charset="0"/>
              </a:rPr>
              <a:t>, </a:t>
            </a:r>
            <a:r>
              <a:rPr lang="es-ES" sz="1600" b="0" dirty="0" err="1">
                <a:solidFill>
                  <a:srgbClr val="000000"/>
                </a:solidFill>
                <a:effectLst/>
                <a:latin typeface="Consolas" panose="020B0609020204030204" pitchFamily="49" charset="0"/>
              </a:rPr>
              <a:t>linewidth</a:t>
            </a:r>
            <a:r>
              <a:rPr lang="es-ES" sz="1600" b="0" dirty="0">
                <a:solidFill>
                  <a:srgbClr val="000000"/>
                </a:solidFill>
                <a:effectLst/>
                <a:latin typeface="Consolas" panose="020B0609020204030204" pitchFamily="49" charset="0"/>
              </a:rPr>
              <a:t>=</a:t>
            </a:r>
            <a:r>
              <a:rPr lang="es-ES" sz="1600" b="0" dirty="0">
                <a:solidFill>
                  <a:srgbClr val="098658"/>
                </a:solidFill>
                <a:effectLst/>
                <a:latin typeface="Consolas" panose="020B0609020204030204" pitchFamily="49" charset="0"/>
              </a:rPr>
              <a:t>2</a:t>
            </a:r>
            <a:r>
              <a:rPr lang="es-ES" sz="1600" b="0" dirty="0">
                <a:solidFill>
                  <a:srgbClr val="000000"/>
                </a:solidFill>
                <a:effectLst/>
                <a:latin typeface="Consolas" panose="020B0609020204030204" pitchFamily="49" charset="0"/>
              </a:rPr>
              <a:t>)</a:t>
            </a:r>
          </a:p>
          <a:p>
            <a:endParaRPr lang="es-ES" sz="1600" b="0" dirty="0">
              <a:solidFill>
                <a:srgbClr val="000000"/>
              </a:solidFill>
              <a:effectLst/>
              <a:latin typeface="Consolas" panose="020B0609020204030204" pitchFamily="49" charset="0"/>
            </a:endParaRPr>
          </a:p>
        </p:txBody>
      </p:sp>
      <p:sp>
        <p:nvSpPr>
          <p:cNvPr id="100" name="CuadroTexto 99">
            <a:extLst>
              <a:ext uri="{FF2B5EF4-FFF2-40B4-BE49-F238E27FC236}">
                <a16:creationId xmlns:a16="http://schemas.microsoft.com/office/drawing/2014/main" id="{1BF05F8B-048F-848C-C326-910BC935DE60}"/>
              </a:ext>
            </a:extLst>
          </p:cNvPr>
          <p:cNvSpPr txBox="1"/>
          <p:nvPr/>
        </p:nvSpPr>
        <p:spPr>
          <a:xfrm>
            <a:off x="164744" y="1243054"/>
            <a:ext cx="6097190" cy="646331"/>
          </a:xfrm>
          <a:prstGeom prst="rect">
            <a:avLst/>
          </a:prstGeom>
          <a:noFill/>
        </p:spPr>
        <p:txBody>
          <a:bodyPr wrap="square">
            <a:spAutoFit/>
          </a:bodyPr>
          <a:lstStyle/>
          <a:p>
            <a:r>
              <a:rPr lang="es-ES" b="1" dirty="0">
                <a:solidFill>
                  <a:schemeClr val="accent1">
                    <a:lumMod val="50000"/>
                  </a:schemeClr>
                </a:solidFill>
              </a:rPr>
              <a:t>El error va mejorando con cada nuevo árbol en el ensemble</a:t>
            </a:r>
          </a:p>
          <a:p>
            <a:pPr marL="285750" indent="-285750">
              <a:buFont typeface="Arial" panose="020B0604020202020204" pitchFamily="34" charset="0"/>
              <a:buChar char="•"/>
            </a:pPr>
            <a:endParaRPr lang="es-ES" dirty="0">
              <a:solidFill>
                <a:schemeClr val="accent1">
                  <a:lumMod val="50000"/>
                </a:schemeClr>
              </a:solidFill>
            </a:endParaRPr>
          </a:p>
        </p:txBody>
      </p:sp>
    </p:spTree>
    <p:extLst>
      <p:ext uri="{BB962C8B-B14F-4D97-AF65-F5344CB8AC3E}">
        <p14:creationId xmlns:p14="http://schemas.microsoft.com/office/powerpoint/2010/main" val="102921815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F302CC60E946844A44D317C8BB05DF9" ma:contentTypeVersion="33" ma:contentTypeDescription="Crear nuevo documento." ma:contentTypeScope="" ma:versionID="6c7e834fe0d5188d98b29a4344d1f3e2">
  <xsd:schema xmlns:xsd="http://www.w3.org/2001/XMLSchema" xmlns:xs="http://www.w3.org/2001/XMLSchema" xmlns:p="http://schemas.microsoft.com/office/2006/metadata/properties" xmlns:ns2="68147b4b-69d7-4619-95cc-ccc087043548" xmlns:ns3="a938ec2a-6b57-4b72-a76f-73152430bf4a" targetNamespace="http://schemas.microsoft.com/office/2006/metadata/properties" ma:root="true" ma:fieldsID="1cf8b5368cec60b5cd6cb2330498c9d6" ns2:_="" ns3:_="">
    <xsd:import namespace="68147b4b-69d7-4619-95cc-ccc087043548"/>
    <xsd:import namespace="a938ec2a-6b57-4b72-a76f-73152430bf4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147b4b-69d7-4619-95cc-ccc0870435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6b79bab5-423c-41bb-b2a6-fa644551eac3"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NotebookType" ma:index="20" nillable="true" ma:displayName="Notebook Type" ma:internalName="NotebookType">
      <xsd:simpleType>
        <xsd:restriction base="dms:Text"/>
      </xsd:simpleType>
    </xsd:element>
    <xsd:element name="FolderType" ma:index="21" nillable="true" ma:displayName="Folder Type" ma:internalName="FolderType">
      <xsd:simpleType>
        <xsd:restriction base="dms:Text"/>
      </xsd:simpleType>
    </xsd:element>
    <xsd:element name="CultureName" ma:index="22" nillable="true" ma:displayName="Culture Name" ma:internalName="CultureName">
      <xsd:simpleType>
        <xsd:restriction base="dms:Text"/>
      </xsd:simpleType>
    </xsd:element>
    <xsd:element name="AppVersion" ma:index="23" nillable="true" ma:displayName="App Version" ma:internalName="AppVersion">
      <xsd:simpleType>
        <xsd:restriction base="dms:Text"/>
      </xsd:simpleType>
    </xsd:element>
    <xsd:element name="TeamsChannelId" ma:index="24" nillable="true" ma:displayName="Teams Channel Id" ma:internalName="TeamsChannelId">
      <xsd:simpleType>
        <xsd:restriction base="dms:Text"/>
      </xsd:simpleType>
    </xsd:element>
    <xsd:element name="Owner" ma:index="25"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6" nillable="true" ma:displayName="Math Settings" ma:internalName="Math_Settings">
      <xsd:simpleType>
        <xsd:restriction base="dms:Text"/>
      </xsd:simpleType>
    </xsd:element>
    <xsd:element name="DefaultSectionNames" ma:index="27" nillable="true" ma:displayName="Default Section Names" ma:internalName="DefaultSectionNames">
      <xsd:simpleType>
        <xsd:restriction base="dms:Note">
          <xsd:maxLength value="255"/>
        </xsd:restriction>
      </xsd:simpleType>
    </xsd:element>
    <xsd:element name="Templates" ma:index="28" nillable="true" ma:displayName="Templates" ma:internalName="Templates">
      <xsd:simpleType>
        <xsd:restriction base="dms:Note">
          <xsd:maxLength value="255"/>
        </xsd:restriction>
      </xsd:simpleType>
    </xsd:element>
    <xsd:element name="Teachers" ma:index="29"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30"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1"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2" nillable="true" ma:displayName="Distribution Groups" ma:internalName="Distribution_Groups">
      <xsd:simpleType>
        <xsd:restriction base="dms:Note">
          <xsd:maxLength value="255"/>
        </xsd:restriction>
      </xsd:simpleType>
    </xsd:element>
    <xsd:element name="LMS_Mappings" ma:index="33" nillable="true" ma:displayName="LMS Mappings" ma:internalName="LMS_Mappings">
      <xsd:simpleType>
        <xsd:restriction base="dms:Note">
          <xsd:maxLength value="255"/>
        </xsd:restriction>
      </xsd:simpleType>
    </xsd:element>
    <xsd:element name="Invited_Teachers" ma:index="34" nillable="true" ma:displayName="Invited Teachers" ma:internalName="Invited_Teachers">
      <xsd:simpleType>
        <xsd:restriction base="dms:Note">
          <xsd:maxLength value="255"/>
        </xsd:restriction>
      </xsd:simpleType>
    </xsd:element>
    <xsd:element name="Invited_Students" ma:index="35" nillable="true" ma:displayName="Invited Students" ma:internalName="Invited_Students">
      <xsd:simpleType>
        <xsd:restriction base="dms:Note">
          <xsd:maxLength value="255"/>
        </xsd:restriction>
      </xsd:simpleType>
    </xsd:element>
    <xsd:element name="Self_Registration_Enabled" ma:index="36" nillable="true" ma:displayName="Self Registration Enabled" ma:internalName="Self_Registration_Enabled">
      <xsd:simpleType>
        <xsd:restriction base="dms:Boolean"/>
      </xsd:simpleType>
    </xsd:element>
    <xsd:element name="Has_Teacher_Only_SectionGroup" ma:index="37" nillable="true" ma:displayName="Has Teacher Only SectionGroup" ma:internalName="Has_Teacher_Only_SectionGroup">
      <xsd:simpleType>
        <xsd:restriction base="dms:Boolean"/>
      </xsd:simpleType>
    </xsd:element>
    <xsd:element name="Is_Collaboration_Space_Locked" ma:index="38" nillable="true" ma:displayName="Is Collaboration Space Locked" ma:internalName="Is_Collaboration_Space_Locked">
      <xsd:simpleType>
        <xsd:restriction base="dms:Boolean"/>
      </xsd:simpleType>
    </xsd:element>
    <xsd:element name="IsNotebookLocked" ma:index="39" nillable="true" ma:displayName="Is Notebook Locked" ma:internalName="IsNotebookLocked">
      <xsd:simpleType>
        <xsd:restriction base="dms:Boolean"/>
      </xsd:simpleType>
    </xsd:element>
    <xsd:element name="Teams_Channel_Section_Location" ma:index="40" nillable="true" ma:displayName="Teams Channel Section Location" ma:internalName="Teams_Channel_Section_Loca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938ec2a-6b57-4b72-a76f-73152430bf4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bc230d2-7967-476b-a5b7-5f7b59276066}" ma:internalName="TaxCatchAll" ma:showField="CatchAllData" ma:web="a938ec2a-6b57-4b72-a76f-73152430bf4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Owner xmlns="68147b4b-69d7-4619-95cc-ccc087043548">
      <UserInfo>
        <DisplayName/>
        <AccountId xsi:nil="true"/>
        <AccountType/>
      </UserInfo>
    </Owner>
    <Is_Collaboration_Space_Locked xmlns="68147b4b-69d7-4619-95cc-ccc087043548" xsi:nil="true"/>
    <Teams_Channel_Section_Location xmlns="68147b4b-69d7-4619-95cc-ccc087043548" xsi:nil="true"/>
    <Templates xmlns="68147b4b-69d7-4619-95cc-ccc087043548" xsi:nil="true"/>
    <lcf76f155ced4ddcb4097134ff3c332f xmlns="68147b4b-69d7-4619-95cc-ccc087043548">
      <Terms xmlns="http://schemas.microsoft.com/office/infopath/2007/PartnerControls"/>
    </lcf76f155ced4ddcb4097134ff3c332f>
    <TaxCatchAll xmlns="a938ec2a-6b57-4b72-a76f-73152430bf4a" xsi:nil="true"/>
    <NotebookType xmlns="68147b4b-69d7-4619-95cc-ccc087043548" xsi:nil="true"/>
    <FolderType xmlns="68147b4b-69d7-4619-95cc-ccc087043548" xsi:nil="true"/>
    <Teachers xmlns="68147b4b-69d7-4619-95cc-ccc087043548">
      <UserInfo>
        <DisplayName/>
        <AccountId xsi:nil="true"/>
        <AccountType/>
      </UserInfo>
    </Teachers>
    <Distribution_Groups xmlns="68147b4b-69d7-4619-95cc-ccc087043548" xsi:nil="true"/>
    <LMS_Mappings xmlns="68147b4b-69d7-4619-95cc-ccc087043548" xsi:nil="true"/>
    <Invited_Teachers xmlns="68147b4b-69d7-4619-95cc-ccc087043548" xsi:nil="true"/>
    <IsNotebookLocked xmlns="68147b4b-69d7-4619-95cc-ccc087043548" xsi:nil="true"/>
    <CultureName xmlns="68147b4b-69d7-4619-95cc-ccc087043548" xsi:nil="true"/>
    <Students xmlns="68147b4b-69d7-4619-95cc-ccc087043548">
      <UserInfo>
        <DisplayName/>
        <AccountId xsi:nil="true"/>
        <AccountType/>
      </UserInfo>
    </Students>
    <Student_Groups xmlns="68147b4b-69d7-4619-95cc-ccc087043548">
      <UserInfo>
        <DisplayName/>
        <AccountId xsi:nil="true"/>
        <AccountType/>
      </UserInfo>
    </Student_Groups>
    <TeamsChannelId xmlns="68147b4b-69d7-4619-95cc-ccc087043548" xsi:nil="true"/>
    <Invited_Students xmlns="68147b4b-69d7-4619-95cc-ccc087043548" xsi:nil="true"/>
    <DefaultSectionNames xmlns="68147b4b-69d7-4619-95cc-ccc087043548" xsi:nil="true"/>
    <Self_Registration_Enabled xmlns="68147b4b-69d7-4619-95cc-ccc087043548" xsi:nil="true"/>
    <Has_Teacher_Only_SectionGroup xmlns="68147b4b-69d7-4619-95cc-ccc087043548" xsi:nil="true"/>
    <Math_Settings xmlns="68147b4b-69d7-4619-95cc-ccc087043548" xsi:nil="true"/>
    <AppVersion xmlns="68147b4b-69d7-4619-95cc-ccc087043548" xsi:nil="true"/>
  </documentManagement>
</p:properties>
</file>

<file path=customXml/itemProps1.xml><?xml version="1.0" encoding="utf-8"?>
<ds:datastoreItem xmlns:ds="http://schemas.openxmlformats.org/officeDocument/2006/customXml" ds:itemID="{51398728-0827-4827-97F9-1A47E0073BA2}"/>
</file>

<file path=customXml/itemProps2.xml><?xml version="1.0" encoding="utf-8"?>
<ds:datastoreItem xmlns:ds="http://schemas.openxmlformats.org/officeDocument/2006/customXml" ds:itemID="{70A5D12D-FA30-4566-AFA5-488D92F62571}"/>
</file>

<file path=customXml/itemProps3.xml><?xml version="1.0" encoding="utf-8"?>
<ds:datastoreItem xmlns:ds="http://schemas.openxmlformats.org/officeDocument/2006/customXml" ds:itemID="{2ECE347D-8A85-431C-86E2-C03A9DA9057A}"/>
</file>

<file path=docProps/app.xml><?xml version="1.0" encoding="utf-8"?>
<Properties xmlns="http://schemas.openxmlformats.org/officeDocument/2006/extended-properties" xmlns:vt="http://schemas.openxmlformats.org/officeDocument/2006/docPropsVTypes">
  <TotalTime>2945</TotalTime>
  <Words>4918</Words>
  <Application>Microsoft Office PowerPoint</Application>
  <PresentationFormat>Panorámica</PresentationFormat>
  <Paragraphs>957</Paragraphs>
  <Slides>67</Slides>
  <Notes>18</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67</vt:i4>
      </vt:variant>
    </vt:vector>
  </HeadingPairs>
  <TitlesOfParts>
    <vt:vector size="76" baseType="lpstr">
      <vt:lpstr>Amasis MT Pro Black</vt:lpstr>
      <vt:lpstr>Arial</vt:lpstr>
      <vt:lpstr>Calibri</vt:lpstr>
      <vt:lpstr>Calibri Light</vt:lpstr>
      <vt:lpstr>Cambria Math</vt:lpstr>
      <vt:lpstr>Consolas</vt:lpstr>
      <vt:lpstr>Courier New</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uss</dc:creator>
  <cp:lastModifiedBy>Javier_PC</cp:lastModifiedBy>
  <cp:revision>270</cp:revision>
  <cp:lastPrinted>2026-03-02T11:49:49Z</cp:lastPrinted>
  <dcterms:created xsi:type="dcterms:W3CDTF">2018-11-26T16:12:09Z</dcterms:created>
  <dcterms:modified xsi:type="dcterms:W3CDTF">2026-03-03T08:34:36Z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0x010100CF302CC60E946844A44D317C8BB05DF9</vt:lpwstr>
  </property>
</Properties>
</file>